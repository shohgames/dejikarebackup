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403" r:id="rId2"/>
    <p:sldId id="2404" r:id="rId3"/>
    <p:sldId id="2405" r:id="rId4"/>
    <p:sldId id="2406" r:id="rId5"/>
    <p:sldId id="2407" r:id="rId6"/>
    <p:sldId id="2408" r:id="rId7"/>
    <p:sldId id="240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1357-DEF2-420F-814A-59CE49B2B35B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5408D-D720-4A33-BB22-B98D7601A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827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31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05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43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855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216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127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2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2122D-D6E1-D2FE-9154-0F783F8D0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2EF1D4-3C83-0B58-0882-AE02D4A28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3EC7CB-CB23-D064-1717-8DC7CFC2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A535AE-B55C-A745-FD2E-95269676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4EA792-1B5F-3373-B3C2-303205E6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226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E567-CA4F-5DD6-9732-9CBB7D1C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FB69A2-A604-90E0-F923-D7026196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E77C9-DB00-4A6D-D44F-EE9E0752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70A364-D746-3B83-A8D1-B9AA515B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FC48BE-B919-0031-9C5F-99F7B835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46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51D91-983A-2434-4A4A-A3EC1616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D3553E-22EF-85CE-5295-74C1B6FA4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1B835-FCC3-6B20-1109-E8BD86C0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3AE2DF-EFA9-2A71-26A7-AD31D927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B96FB7-83BE-E458-2E6F-0A014D13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55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A005-AB02-728E-A835-7D403993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C57CB-917B-1B72-FE9C-ECC611D19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2D390D-2369-B5FC-ADAB-CABFFAA5B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F92CAE-DB27-6D01-042F-E3A0CD23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F45B01-4065-EABA-1C51-6FB41910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CABAA1-4A1D-520C-9143-368808E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89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69C2F-2F44-1F42-45FF-B5EDC308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54BF5-93CB-547E-939D-513C38EE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46D21E-3ADD-993A-ACC7-E942A8CA5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F8203A-7030-0BC1-0AE9-B30417D7F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BED594-96AC-8037-F978-08B1E57BC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69634E-085F-9A69-17FE-F66C0A7B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8FC7DA-D5B6-FF43-A1DA-DFBEE758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008507-FF6B-06E0-ED58-3E61D1AC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41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E1E9C-1F89-AA2C-C00A-ECFABBD8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3714E2-2983-A942-E500-F0EF8098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CE1230-E521-57A7-B9CD-66E1595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9A0632-C10A-5503-5C57-4A670A67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4113DA-F6F5-2481-20B5-0778A5AD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7892D7-B813-06F4-43BD-B1F4515D4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FE5CFE-F1D3-CC08-4C34-3C550C92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33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EEFA2-1200-6951-AE0D-B1928665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53F4F0-9ED8-627B-3B01-ABACFED2F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340295-C359-8F62-3FFC-A42F8B214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383FF7-A146-5FB4-23A9-AB077A5A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855B39-A536-316B-E339-4A77ED46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C50F11-77A9-7D2D-22F2-C616286A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0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94E7DD-627E-5D65-31A8-C846AA63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C7DE7F-4F48-CF5E-B7E3-70D88BFE4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E0D3C8-FE54-B395-A0CA-84A39A689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02C670-40AE-C5B4-A29C-268E231F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11F505-391C-C0AF-7D6C-223976AD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302B5C-BCA3-0DC3-0C27-8E78739B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66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A9938-18E4-D834-937C-25F34537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A5B706-3681-D4B2-D277-56625A3EB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68F8C-3C72-E43F-5965-645FE5A5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FBE9C-095D-E263-17FD-0B30C5B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904AE8-55ED-2FE3-0355-63A82991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78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072D2B-EADB-E75F-7EBA-5E7CDDB6E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DA1A78-3F9F-147F-26E5-0609F2EB7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81654-D512-3CE7-FD57-B9AF36B6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5A8C2B-D787-5CEC-6AE1-55C180A6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FD48EC-799A-D1A5-F23F-8ACA681B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468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Logo&#10;&#10;Description automatically generated">
            <a:extLst>
              <a:ext uri="{FF2B5EF4-FFF2-40B4-BE49-F238E27FC236}">
                <a16:creationId xmlns:a16="http://schemas.microsoft.com/office/drawing/2014/main" id="{A8FF10A7-AA5B-E938-651A-D2E503C020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1602" y="186921"/>
            <a:ext cx="1626283" cy="722793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0" imgH="469" progId="TCLayout.ActiveDocument.1">
                  <p:embed/>
                </p:oleObj>
              </mc:Choice>
              <mc:Fallback>
                <p:oleObj name="think-cell Slide" r:id="rId4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© </a:t>
            </a:r>
            <a:r>
              <a:rPr lang="en-US" altLang="ja-JP" sz="600" err="1">
                <a:solidFill>
                  <a:schemeClr val="bg1"/>
                </a:solidFill>
                <a:ea typeface="Roboto" panose="02000000000000000000" pitchFamily="2" charset="0"/>
              </a:rPr>
              <a:t>AKKODiS</a:t>
            </a:r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 2023</a:t>
            </a:r>
            <a:r>
              <a:rPr lang="ja-JP" altLang="en-US" sz="600">
                <a:solidFill>
                  <a:schemeClr val="bg1"/>
                </a:solidFill>
                <a:ea typeface="Roboto" panose="02000000000000000000" pitchFamily="2" charset="0"/>
              </a:rPr>
              <a:t>　この資料は関係者限りの厳秘の資料であり、</a:t>
            </a:r>
            <a:r>
              <a:rPr lang="en-US" altLang="ja-JP" sz="600">
                <a:solidFill>
                  <a:schemeClr val="bg1"/>
                </a:solidFill>
                <a:ea typeface="Roboto" panose="02000000000000000000" pitchFamily="2" charset="0"/>
              </a:rPr>
              <a:t>Adecco Group</a:t>
            </a:r>
            <a:r>
              <a:rPr lang="ja-JP" altLang="en-US" sz="600">
                <a:solidFill>
                  <a:schemeClr val="bg1"/>
                </a:solidFill>
                <a:ea typeface="Roboto" panose="02000000000000000000" pitchFamily="2" charset="0"/>
              </a:rPr>
              <a:t>に無断での使用・開示を禁じます</a:t>
            </a:r>
            <a:endParaRPr lang="ja-JP" altLang="en-US" sz="600" b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0643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EDCB9E-EDFB-B09F-7325-F0E1F7D8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03F6F8-C94B-4A34-B5BD-1A2E3FAD1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C0935F-D141-FE26-B9DA-9357D688C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D62FB-2E37-407F-9C6A-B60300012C5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74839B-A87F-0084-E533-E8A391098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46BA2F-300A-F1F0-7C92-69678797C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831B0-81CD-4AAA-9587-94AE49B31A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15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0049E25-EA51-FEDB-FAB1-1E9D2A9AC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marL="386871" indent="-386871"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83B2BD6-46B6-CF18-9768-4B9114272C66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3209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課題実施時の注意点</a:t>
            </a:r>
          </a:p>
          <a:p>
            <a:pPr marL="422041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下記のルールに従って、課題を進めてください。</a:t>
            </a:r>
          </a:p>
          <a:p>
            <a:pPr marL="422041" lvl="1" indent="0">
              <a:buNone/>
            </a:pPr>
            <a:endParaRPr lang="en-US" altLang="ja-JP" sz="1800" dirty="0">
              <a:solidFill>
                <a:srgbClr val="373936"/>
              </a:solidFill>
            </a:endParaRPr>
          </a:p>
          <a:p>
            <a:pPr marL="764941" lvl="1" indent="-342900">
              <a:buFont typeface="+mj-lt"/>
              <a:buAutoNum type="arabicPeriod"/>
            </a:pPr>
            <a:r>
              <a:rPr lang="ja-JP" altLang="en-US" sz="1800" dirty="0">
                <a:solidFill>
                  <a:srgbClr val="373936"/>
                </a:solidFill>
              </a:rPr>
              <a:t>下記の基本設定を実施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1222141" lvl="2" indent="-342900">
              <a:buFont typeface="+mj-ea"/>
              <a:buAutoNum type="circleNumDbPlain"/>
            </a:pPr>
            <a:r>
              <a:rPr lang="ja-JP" altLang="en-US" sz="1800" dirty="0">
                <a:solidFill>
                  <a:srgbClr val="373936"/>
                </a:solidFill>
              </a:rPr>
              <a:t>ホスト名</a:t>
            </a:r>
            <a:r>
              <a:rPr lang="en-US" altLang="ja-JP" sz="1800" dirty="0">
                <a:solidFill>
                  <a:srgbClr val="373936"/>
                </a:solidFill>
              </a:rPr>
              <a:t>			hostname XX_A</a:t>
            </a:r>
          </a:p>
          <a:p>
            <a:pPr marL="1222141" lvl="2" indent="-342900">
              <a:buFont typeface="+mj-ea"/>
              <a:buAutoNum type="circleNumDbPlain"/>
            </a:pPr>
            <a:r>
              <a:rPr lang="ja-JP" altLang="en-US" sz="1800" dirty="0">
                <a:solidFill>
                  <a:srgbClr val="373936"/>
                </a:solidFill>
              </a:rPr>
              <a:t>名前解決の無効化</a:t>
            </a:r>
            <a:r>
              <a:rPr lang="en-US" altLang="ja-JP" sz="1800" dirty="0">
                <a:solidFill>
                  <a:srgbClr val="373936"/>
                </a:solidFill>
              </a:rPr>
              <a:t>		no ip domain-lookup</a:t>
            </a:r>
          </a:p>
          <a:p>
            <a:pPr marL="1222141" lvl="2" indent="-342900">
              <a:buFont typeface="+mj-lt"/>
              <a:buAutoNum type="circleNumDbPlain"/>
            </a:pPr>
            <a:endParaRPr lang="en-US" altLang="ja-JP" sz="1800" dirty="0">
              <a:solidFill>
                <a:srgbClr val="373936"/>
              </a:solidFill>
            </a:endParaRPr>
          </a:p>
          <a:p>
            <a:pPr marL="764941" lvl="1" indent="-342900">
              <a:buFont typeface="+mj-lt"/>
              <a:buAutoNum type="arabicPeriod"/>
            </a:pPr>
            <a:r>
              <a:rPr lang="ja-JP" altLang="en-US" sz="1800" dirty="0">
                <a:solidFill>
                  <a:srgbClr val="373936"/>
                </a:solidFill>
              </a:rPr>
              <a:t>課題終了後、</a:t>
            </a:r>
            <a:r>
              <a:rPr lang="en-US" altLang="ja-JP" sz="1800" dirty="0">
                <a:solidFill>
                  <a:srgbClr val="373936"/>
                </a:solidFill>
              </a:rPr>
              <a:t>config</a:t>
            </a:r>
            <a:r>
              <a:rPr lang="ja-JP" altLang="en-US" sz="1800" dirty="0">
                <a:solidFill>
                  <a:srgbClr val="373936"/>
                </a:solidFill>
              </a:rPr>
              <a:t>を取得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1222141" lvl="2" indent="-342900">
              <a:buFont typeface="+mj-ea"/>
              <a:buAutoNum type="circleNumDbPlain"/>
            </a:pPr>
            <a:r>
              <a:rPr lang="en-US" altLang="ja-JP" sz="1800" dirty="0">
                <a:solidFill>
                  <a:srgbClr val="373936"/>
                </a:solidFill>
              </a:rPr>
              <a:t>show running-config</a:t>
            </a:r>
            <a:endParaRPr lang="en-US" altLang="ja-JP" sz="1400" dirty="0">
              <a:solidFill>
                <a:srgbClr val="3739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177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B8E261B-E47F-B81E-5A49-E1D8FC8E8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A36"/>
                </a:solidFill>
              </a:rPr>
              <a:t>2.</a:t>
            </a:r>
            <a:r>
              <a:rPr lang="ja-JP" altLang="en-US" sz="3200" b="0" dirty="0">
                <a:solidFill>
                  <a:srgbClr val="373A36"/>
                </a:solidFill>
              </a:rPr>
              <a:t>課題①</a:t>
            </a:r>
            <a:endParaRPr lang="en-US" altLang="ja-JP" sz="3200" b="0" dirty="0">
              <a:solidFill>
                <a:srgbClr val="373A36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7F48861-C840-729E-7EF0-8DF32CAA7845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ブリッジプライオリティの調整</a:t>
            </a:r>
            <a:endParaRPr lang="en-US" altLang="ja-JP" sz="2400" dirty="0">
              <a:solidFill>
                <a:srgbClr val="373936"/>
              </a:solidFill>
            </a:endParaRPr>
          </a:p>
          <a:p>
            <a:pPr marL="498243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下記の通りブリッジプライオリティのみを調整して、ルートブリッジと非指定ポート（ブロッキングポート）を設定してください。</a:t>
            </a:r>
            <a:endParaRPr lang="en-US" altLang="ja-JP" sz="1800" dirty="0">
              <a:solidFill>
                <a:srgbClr val="373936"/>
              </a:solidFill>
            </a:endParaRPr>
          </a:p>
          <a:p>
            <a:pPr marL="498243" lvl="1" indent="2931"/>
            <a:endParaRPr lang="en-US" altLang="ja-JP" dirty="0">
              <a:solidFill>
                <a:srgbClr val="373936"/>
              </a:solidFill>
            </a:endParaRPr>
          </a:p>
          <a:p>
            <a:pPr marL="498243" lvl="1" indent="2931"/>
            <a:endParaRPr lang="ja-JP" altLang="en-US" dirty="0">
              <a:solidFill>
                <a:srgbClr val="373936"/>
              </a:solidFill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EB5CF86-064D-7078-AE0A-3E39A1312A70}"/>
              </a:ext>
            </a:extLst>
          </p:cNvPr>
          <p:cNvGrpSpPr/>
          <p:nvPr/>
        </p:nvGrpSpPr>
        <p:grpSpPr>
          <a:xfrm>
            <a:off x="3492701" y="2420888"/>
            <a:ext cx="5400600" cy="3111448"/>
            <a:chOff x="3215680" y="2477792"/>
            <a:chExt cx="5400600" cy="3111448"/>
          </a:xfrm>
        </p:grpSpPr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3FC7C8ED-1326-F05A-A7F2-B93328B4C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978" y="2653318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SW_A</a:t>
              </a:r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10B2F9F2-054F-E961-539D-C7AEA218E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714" y="2683543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SW_B</a:t>
              </a:r>
            </a:p>
          </p:txBody>
        </p:sp>
        <p:sp>
          <p:nvSpPr>
            <p:cNvPr id="7" name="Text Box 21">
              <a:extLst>
                <a:ext uri="{FF2B5EF4-FFF2-40B4-BE49-F238E27FC236}">
                  <a16:creationId xmlns:a16="http://schemas.microsoft.com/office/drawing/2014/main" id="{0C5FA2E5-F9E2-6BE3-95C0-AAC125814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7224" y="4892400"/>
              <a:ext cx="670376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SW_C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9DBF0D1F-3B2B-23DF-61E8-6DE4D3CB8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137" y="290303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062800C8-5025-8038-61C2-E0B869A5F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139" y="345769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600E50A8-B635-1023-FC3A-91769335D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24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5523D92A-3668-6665-41D0-B398AB2BD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602" y="4937858"/>
              <a:ext cx="683200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SW_D</a:t>
              </a:r>
            </a:p>
          </p:txBody>
        </p:sp>
        <p:cxnSp>
          <p:nvCxnSpPr>
            <p:cNvPr id="12" name="AutoShape 15">
              <a:extLst>
                <a:ext uri="{FF2B5EF4-FFF2-40B4-BE49-F238E27FC236}">
                  <a16:creationId xmlns:a16="http://schemas.microsoft.com/office/drawing/2014/main" id="{D51AEA74-D71C-EB1C-64B7-8E6379FCAE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3263412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6">
              <a:extLst>
                <a:ext uri="{FF2B5EF4-FFF2-40B4-BE49-F238E27FC236}">
                  <a16:creationId xmlns:a16="http://schemas.microsoft.com/office/drawing/2014/main" id="{A7E8028D-6853-85C0-E272-CDAF9DC75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34254" y="3429000"/>
              <a:ext cx="0" cy="996462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7">
              <a:extLst>
                <a:ext uri="{FF2B5EF4-FFF2-40B4-BE49-F238E27FC236}">
                  <a16:creationId xmlns:a16="http://schemas.microsoft.com/office/drawing/2014/main" id="{BDC2FA7A-E651-0E8F-1989-C004501D1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1493" y="3479216"/>
              <a:ext cx="2436" cy="946247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8">
              <a:extLst>
                <a:ext uri="{FF2B5EF4-FFF2-40B4-BE49-F238E27FC236}">
                  <a16:creationId xmlns:a16="http://schemas.microsoft.com/office/drawing/2014/main" id="{E99E26C3-EF09-6FD2-D29F-B945801F7E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4592515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2FED8936-C7F3-5D17-67C3-D946C8CCC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274" y="347340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898851EC-ABB5-098F-393B-222EB4253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2581" y="29630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A7E448CD-DFD9-F7E1-DA54-56D9C3770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101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A224FBDE-F19F-659A-2BEF-A1B70802E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881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0C7B0006-2A51-A5C8-737A-EA768FD50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012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78BB6A8-AABF-B917-F285-F1520A737AFC}"/>
                </a:ext>
              </a:extLst>
            </p:cNvPr>
            <p:cNvSpPr/>
            <p:nvPr/>
          </p:nvSpPr>
          <p:spPr bwMode="auto">
            <a:xfrm>
              <a:off x="3215680" y="2477792"/>
              <a:ext cx="5400600" cy="3111448"/>
            </a:xfrm>
            <a:prstGeom prst="rect">
              <a:avLst/>
            </a:prstGeom>
            <a:noFill/>
            <a:ln w="19050">
              <a:solidFill>
                <a:srgbClr val="373936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2FC42895-928E-6244-85D5-6CF18444FA5E}"/>
                </a:ext>
              </a:extLst>
            </p:cNvPr>
            <p:cNvSpPr txBox="1"/>
            <p:nvPr/>
          </p:nvSpPr>
          <p:spPr>
            <a:xfrm>
              <a:off x="4299254" y="4055999"/>
              <a:ext cx="270000" cy="369332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B</a:t>
              </a:r>
              <a:endParaRPr kumimoji="1" lang="ja-JP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165EB72-DCAA-A773-ED7E-7760CF2BECB2}"/>
                </a:ext>
              </a:extLst>
            </p:cNvPr>
            <p:cNvSpPr txBox="1"/>
            <p:nvPr/>
          </p:nvSpPr>
          <p:spPr>
            <a:xfrm>
              <a:off x="5010156" y="4990931"/>
              <a:ext cx="1584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</a:rPr>
                <a:t>VLAN 1</a:t>
              </a:r>
              <a:endParaRPr kumimoji="1" lang="ja-JP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27F4349-84A2-A946-BCDA-5E3010D6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1885" y="2990755"/>
              <a:ext cx="902117" cy="537563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735A5404-1A53-5A5F-3D82-55BF755E8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9970" y="4400603"/>
              <a:ext cx="842031" cy="500667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3F95C9E8-8B50-AED2-C42D-F8135E4F9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8750" y="2963008"/>
              <a:ext cx="923097" cy="548868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88F6D4B4-46C1-B0FE-43C8-F438AA8D6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8899" y="4394833"/>
              <a:ext cx="863608" cy="559510"/>
            </a:xfrm>
            <a:prstGeom prst="rect">
              <a:avLst/>
            </a:prstGeom>
          </p:spPr>
        </p:pic>
      </p:grpSp>
      <p:sp>
        <p:nvSpPr>
          <p:cNvPr id="28" name="AutoShape 37">
            <a:extLst>
              <a:ext uri="{FF2B5EF4-FFF2-40B4-BE49-F238E27FC236}">
                <a16:creationId xmlns:a16="http://schemas.microsoft.com/office/drawing/2014/main" id="{BEC0F1D6-4A57-A174-7FD8-50014074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226" y="2699636"/>
            <a:ext cx="540533" cy="30777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258621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4EDEF1-77C3-BD3F-5C4D-9E1F4C740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/>
              <a:t>2.</a:t>
            </a:r>
            <a:r>
              <a:rPr lang="ja-JP" altLang="en-US" sz="3200" b="0" dirty="0"/>
              <a:t>課題②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15AC68-DBD6-69D3-2A94-719381645B48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コストの調整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marL="498243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chemeClr val="bg1"/>
                </a:solidFill>
              </a:rPr>
              <a:t>コストのみを調整して、非指定ポート（ブロッキングポート）を設定してください。</a:t>
            </a:r>
            <a:br>
              <a:rPr lang="en-US" altLang="ja-JP" sz="1800" dirty="0">
                <a:solidFill>
                  <a:schemeClr val="bg1"/>
                </a:solidFill>
              </a:rPr>
            </a:br>
            <a:r>
              <a:rPr lang="ja-JP" altLang="en-US" sz="1800" dirty="0">
                <a:solidFill>
                  <a:schemeClr val="bg1"/>
                </a:solidFill>
              </a:rPr>
              <a:t>（</a:t>
            </a:r>
            <a:r>
              <a:rPr lang="en-US" altLang="ja-JP" sz="1800" dirty="0">
                <a:solidFill>
                  <a:schemeClr val="bg1"/>
                </a:solidFill>
              </a:rPr>
              <a:t>※</a:t>
            </a:r>
            <a:r>
              <a:rPr lang="ja-JP" altLang="en-US" sz="1800" dirty="0">
                <a:solidFill>
                  <a:schemeClr val="bg1"/>
                </a:solidFill>
              </a:rPr>
              <a:t>プライオリティは、課題①のままとします）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6F90B7F-0477-C441-D3DE-7784932A671F}"/>
              </a:ext>
            </a:extLst>
          </p:cNvPr>
          <p:cNvGrpSpPr/>
          <p:nvPr/>
        </p:nvGrpSpPr>
        <p:grpSpPr>
          <a:xfrm>
            <a:off x="3492701" y="2420888"/>
            <a:ext cx="5400600" cy="3111448"/>
            <a:chOff x="3215680" y="2477792"/>
            <a:chExt cx="5400600" cy="3111448"/>
          </a:xfrm>
        </p:grpSpPr>
        <p:sp>
          <p:nvSpPr>
            <p:cNvPr id="5" name="Text Box 21">
              <a:extLst>
                <a:ext uri="{FF2B5EF4-FFF2-40B4-BE49-F238E27FC236}">
                  <a16:creationId xmlns:a16="http://schemas.microsoft.com/office/drawing/2014/main" id="{57419CB9-F583-5878-A407-994B29A70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978" y="2653318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SW_A</a:t>
              </a:r>
            </a:p>
          </p:txBody>
        </p:sp>
        <p:sp>
          <p:nvSpPr>
            <p:cNvPr id="6" name="Text Box 21">
              <a:extLst>
                <a:ext uri="{FF2B5EF4-FFF2-40B4-BE49-F238E27FC236}">
                  <a16:creationId xmlns:a16="http://schemas.microsoft.com/office/drawing/2014/main" id="{6CFC1055-D342-116A-6559-9C78BF273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4714" y="2683543"/>
              <a:ext cx="671979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SW_B</a:t>
              </a:r>
            </a:p>
          </p:txBody>
        </p:sp>
        <p:sp>
          <p:nvSpPr>
            <p:cNvPr id="7" name="Text Box 21">
              <a:extLst>
                <a:ext uri="{FF2B5EF4-FFF2-40B4-BE49-F238E27FC236}">
                  <a16:creationId xmlns:a16="http://schemas.microsoft.com/office/drawing/2014/main" id="{E39101C0-C0D3-5988-7E6D-72F5BBBAE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7224" y="4892400"/>
              <a:ext cx="670376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SW_C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02DE8665-AABA-7B59-A9F8-A00DC67A5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137" y="290303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2954CFAF-A74F-CD39-3A56-61A19EF88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139" y="345769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B4AADF3D-E4EA-8728-F104-B9499B858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24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138DD74D-D12A-A21F-73BE-8C20D6AF8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602" y="4937858"/>
              <a:ext cx="683200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SW_D</a:t>
              </a:r>
            </a:p>
          </p:txBody>
        </p:sp>
        <p:cxnSp>
          <p:nvCxnSpPr>
            <p:cNvPr id="12" name="AutoShape 15">
              <a:extLst>
                <a:ext uri="{FF2B5EF4-FFF2-40B4-BE49-F238E27FC236}">
                  <a16:creationId xmlns:a16="http://schemas.microsoft.com/office/drawing/2014/main" id="{AF9EEB21-E50A-3D22-4C41-49DCAE313B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3263412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6">
              <a:extLst>
                <a:ext uri="{FF2B5EF4-FFF2-40B4-BE49-F238E27FC236}">
                  <a16:creationId xmlns:a16="http://schemas.microsoft.com/office/drawing/2014/main" id="{FC9D820A-39ED-48C0-DD53-994E541FEF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34254" y="3429000"/>
              <a:ext cx="0" cy="996462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7">
              <a:extLst>
                <a:ext uri="{FF2B5EF4-FFF2-40B4-BE49-F238E27FC236}">
                  <a16:creationId xmlns:a16="http://schemas.microsoft.com/office/drawing/2014/main" id="{92017D9B-B6B6-953D-7B8D-05EE581422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1493" y="3479216"/>
              <a:ext cx="2436" cy="946247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8">
              <a:extLst>
                <a:ext uri="{FF2B5EF4-FFF2-40B4-BE49-F238E27FC236}">
                  <a16:creationId xmlns:a16="http://schemas.microsoft.com/office/drawing/2014/main" id="{5011195A-1113-CAB5-CB6A-2D5190D0A0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6897" y="4592515"/>
              <a:ext cx="1994388" cy="0"/>
            </a:xfrm>
            <a:prstGeom prst="straightConnector1">
              <a:avLst/>
            </a:prstGeom>
            <a:noFill/>
            <a:ln w="9525">
              <a:solidFill>
                <a:srgbClr val="373A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1D3BEC2A-B2C3-B26C-1209-45B4F2F70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6274" y="3473402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26A3042B-1F27-1F2F-8AD9-2D7BD6FEA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2581" y="29630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509C1D58-F0CC-7A68-7EF1-D3D91BEA1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101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71FB2679-D9F1-3B99-F69A-954839FF0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881" y="4610100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Fa0/2</a:t>
              </a:r>
            </a:p>
          </p:txBody>
        </p: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510D29D9-AEB7-BBAE-245E-5820BEB06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9012" y="4144108"/>
              <a:ext cx="648704" cy="291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ja-JP" sz="1292" b="0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</a:rPr>
                <a:t>Fa0/1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C1FD2A0-4B20-3497-7129-CE8A53E4F66E}"/>
                </a:ext>
              </a:extLst>
            </p:cNvPr>
            <p:cNvSpPr/>
            <p:nvPr/>
          </p:nvSpPr>
          <p:spPr bwMode="auto">
            <a:xfrm>
              <a:off x="3215680" y="2477792"/>
              <a:ext cx="5400600" cy="3111448"/>
            </a:xfrm>
            <a:prstGeom prst="rect">
              <a:avLst/>
            </a:prstGeom>
            <a:noFill/>
            <a:ln w="19050">
              <a:solidFill>
                <a:srgbClr val="373936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35EEA2B-757D-0F90-5E6D-3B4EAA1EAFF7}"/>
                </a:ext>
              </a:extLst>
            </p:cNvPr>
            <p:cNvSpPr txBox="1"/>
            <p:nvPr/>
          </p:nvSpPr>
          <p:spPr>
            <a:xfrm>
              <a:off x="5010155" y="4990931"/>
              <a:ext cx="21310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373A36"/>
                  </a:solidFill>
                  <a:effectLst/>
                  <a:uLnTx/>
                  <a:uFillTx/>
                </a:rPr>
                <a:t>VLAN 1</a:t>
              </a:r>
              <a:endParaRPr kumimoji="1" lang="ja-JP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FD3C49DD-FFE5-EFE5-B204-6BD4964A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1885" y="2990755"/>
              <a:ext cx="902117" cy="537563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6CBF688A-FF82-94C6-75A5-E20FCD883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9970" y="4400603"/>
              <a:ext cx="842031" cy="500667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A7A6F6FB-7583-5BBC-304E-9E56D383B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8750" y="2963008"/>
              <a:ext cx="923097" cy="548868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6049C45F-3730-1BFD-C6B4-22932F7F7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8899" y="4394833"/>
              <a:ext cx="863608" cy="559510"/>
            </a:xfrm>
            <a:prstGeom prst="rect">
              <a:avLst/>
            </a:prstGeom>
          </p:spPr>
        </p:pic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23EE2B9-5625-B5E0-2502-818DC525E873}"/>
              </a:ext>
            </a:extLst>
          </p:cNvPr>
          <p:cNvSpPr txBox="1"/>
          <p:nvPr/>
        </p:nvSpPr>
        <p:spPr>
          <a:xfrm>
            <a:off x="6728638" y="4298018"/>
            <a:ext cx="270000" cy="36933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B</a:t>
            </a:r>
            <a:endParaRPr kumimoji="1" lang="ja-JP" altLang="en-US" sz="1800" b="1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8" name="AutoShape 37">
            <a:extLst>
              <a:ext uri="{FF2B5EF4-FFF2-40B4-BE49-F238E27FC236}">
                <a16:creationId xmlns:a16="http://schemas.microsoft.com/office/drawing/2014/main" id="{B304F4CE-C25B-950F-2CE9-E7906335D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226" y="2699636"/>
            <a:ext cx="540533" cy="30777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212267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C9A5602-F5A0-5686-6525-5CE720477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課題③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F6E4D7-0B36-4128-FD25-B7FBEC7B6EFB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 dirty="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dirty="0">
              <a:solidFill>
                <a:srgbClr val="373936"/>
              </a:solidFill>
            </a:endParaRPr>
          </a:p>
        </p:txBody>
      </p:sp>
      <p:sp>
        <p:nvSpPr>
          <p:cNvPr id="4" name="AutoShape 9">
            <a:extLst>
              <a:ext uri="{FF2B5EF4-FFF2-40B4-BE49-F238E27FC236}">
                <a16:creationId xmlns:a16="http://schemas.microsoft.com/office/drawing/2014/main" id="{4EE1C55D-F12F-AF96-2178-A0F10E0924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469188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59131AFE-6BB1-F100-67DF-EC91C73AD5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46782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EE91D013-7A75-DEA5-A509-30D3DF621C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0300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7E6CA3DA-F85C-6C69-BD12-A8B0D78FC1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95337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379F304E-2AB7-653E-C573-E7D614F7E9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07254" y="5085443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SW_A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4BC814D1-5F17-EBDD-3557-A5E3D2BDDA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46602" y="5092937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SW_B</a:t>
            </a: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895AA0F2-A779-A1B1-85D8-DC7C30D1D6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3915" y="2222817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11" name="AutoShape 28">
            <a:extLst>
              <a:ext uri="{FF2B5EF4-FFF2-40B4-BE49-F238E27FC236}">
                <a16:creationId xmlns:a16="http://schemas.microsoft.com/office/drawing/2014/main" id="{20C3E11E-55CB-CF94-FE72-6D30F4B4B3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32864" y="2222817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sp>
        <p:nvSpPr>
          <p:cNvPr id="12" name="AutoShape 32">
            <a:extLst>
              <a:ext uri="{FF2B5EF4-FFF2-40B4-BE49-F238E27FC236}">
                <a16:creationId xmlns:a16="http://schemas.microsoft.com/office/drawing/2014/main" id="{525B5BE2-E629-E7F9-CF8F-1B9936D07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806" y="1685997"/>
            <a:ext cx="955446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13" name="AutoShape 33">
            <a:extLst>
              <a:ext uri="{FF2B5EF4-FFF2-40B4-BE49-F238E27FC236}">
                <a16:creationId xmlns:a16="http://schemas.microsoft.com/office/drawing/2014/main" id="{7A938364-2580-DE63-4E7E-EF460AC9D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1685997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14" name="AutoShape 38">
            <a:extLst>
              <a:ext uri="{FF2B5EF4-FFF2-40B4-BE49-F238E27FC236}">
                <a16:creationId xmlns:a16="http://schemas.microsoft.com/office/drawing/2014/main" id="{EF2DBC16-44DD-1C31-46A8-F3343EEEFA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17041" y="466869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5" name="AutoShape 39">
            <a:extLst>
              <a:ext uri="{FF2B5EF4-FFF2-40B4-BE49-F238E27FC236}">
                <a16:creationId xmlns:a16="http://schemas.microsoft.com/office/drawing/2014/main" id="{2CC56F4D-4DF6-8C67-2FFC-D14F09DC54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03997" y="46727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841D3F2E-0106-F5FF-5C5E-94255D3BEF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1688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7" name="AutoShape 41">
            <a:extLst>
              <a:ext uri="{FF2B5EF4-FFF2-40B4-BE49-F238E27FC236}">
                <a16:creationId xmlns:a16="http://schemas.microsoft.com/office/drawing/2014/main" id="{169103AD-EA33-9739-4258-FFC0F63164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3676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18" name="AutoShape 42">
            <a:extLst>
              <a:ext uri="{FF2B5EF4-FFF2-40B4-BE49-F238E27FC236}">
                <a16:creationId xmlns:a16="http://schemas.microsoft.com/office/drawing/2014/main" id="{87347F21-E1FD-E952-F49E-16CF68B6B2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9" name="AutoShape 43">
            <a:extLst>
              <a:ext uri="{FF2B5EF4-FFF2-40B4-BE49-F238E27FC236}">
                <a16:creationId xmlns:a16="http://schemas.microsoft.com/office/drawing/2014/main" id="{D317A272-0979-FFB4-31CE-E78CC991B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429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20" name="AutoShape 44">
            <a:extLst>
              <a:ext uri="{FF2B5EF4-FFF2-40B4-BE49-F238E27FC236}">
                <a16:creationId xmlns:a16="http://schemas.microsoft.com/office/drawing/2014/main" id="{760C5F0F-79ED-F7EE-5240-C2E4FD8B7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21" name="AutoShape 45">
            <a:extLst>
              <a:ext uri="{FF2B5EF4-FFF2-40B4-BE49-F238E27FC236}">
                <a16:creationId xmlns:a16="http://schemas.microsoft.com/office/drawing/2014/main" id="{47AD90D2-79A5-6F51-EE87-499A43795D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1400" y="215159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2" name="AutoShape 46">
            <a:extLst>
              <a:ext uri="{FF2B5EF4-FFF2-40B4-BE49-F238E27FC236}">
                <a16:creationId xmlns:a16="http://schemas.microsoft.com/office/drawing/2014/main" id="{CD7FE252-A1E7-F2CB-20FF-6948B446C2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77872" y="211604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3" name="AutoShape 47">
            <a:extLst>
              <a:ext uri="{FF2B5EF4-FFF2-40B4-BE49-F238E27FC236}">
                <a16:creationId xmlns:a16="http://schemas.microsoft.com/office/drawing/2014/main" id="{70A26CCB-B8BF-EC20-8572-BA387206E6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3A2E240-A103-FD27-AF58-5B4B6079C40E}"/>
              </a:ext>
            </a:extLst>
          </p:cNvPr>
          <p:cNvGrpSpPr/>
          <p:nvPr/>
        </p:nvGrpSpPr>
        <p:grpSpPr>
          <a:xfrm>
            <a:off x="3395040" y="2104157"/>
            <a:ext cx="5594829" cy="3406863"/>
            <a:chOff x="3395040" y="2104157"/>
            <a:chExt cx="5594829" cy="3406863"/>
          </a:xfrm>
        </p:grpSpPr>
        <p:cxnSp>
          <p:nvCxnSpPr>
            <p:cNvPr id="25" name="AutoShape 34">
              <a:extLst>
                <a:ext uri="{FF2B5EF4-FFF2-40B4-BE49-F238E27FC236}">
                  <a16:creationId xmlns:a16="http://schemas.microsoft.com/office/drawing/2014/main" id="{C979F717-C082-31ED-8237-2B1CB3C43DFA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 flipV="1">
              <a:off x="4166229" y="2631125"/>
              <a:ext cx="4056948" cy="254250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37">
              <a:extLst>
                <a:ext uri="{FF2B5EF4-FFF2-40B4-BE49-F238E27FC236}">
                  <a16:creationId xmlns:a16="http://schemas.microsoft.com/office/drawing/2014/main" id="{D7294C1E-0689-5795-966E-8A6C77458191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30591" y="2463528"/>
              <a:ext cx="4192440" cy="261069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AutoShape 5">
              <a:extLst>
                <a:ext uri="{FF2B5EF4-FFF2-40B4-BE49-F238E27FC236}">
                  <a16:creationId xmlns:a16="http://schemas.microsoft.com/office/drawing/2014/main" id="{77C0AFA7-DA3D-FCCF-7F13-194BE6289CD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95748" y="5230638"/>
              <a:ext cx="3794643" cy="3785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AutoShape 6">
              <a:extLst>
                <a:ext uri="{FF2B5EF4-FFF2-40B4-BE49-F238E27FC236}">
                  <a16:creationId xmlns:a16="http://schemas.microsoft.com/office/drawing/2014/main" id="{A8A7298A-58F1-407F-39FE-956ADFC75311}"/>
                </a:ext>
              </a:extLst>
            </p:cNvPr>
            <p:cNvCxnSpPr>
              <a:cxnSpLocks noChangeShapeType="1"/>
              <a:endCxn id="34" idx="2"/>
            </p:cNvCxnSpPr>
            <p:nvPr/>
          </p:nvCxnSpPr>
          <p:spPr bwMode="gray">
            <a:xfrm flipV="1">
              <a:off x="3822032" y="2634555"/>
              <a:ext cx="18055" cy="2346324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8">
              <a:extLst>
                <a:ext uri="{FF2B5EF4-FFF2-40B4-BE49-F238E27FC236}">
                  <a16:creationId xmlns:a16="http://schemas.microsoft.com/office/drawing/2014/main" id="{D45AD197-7309-153E-E198-524ADC0E3A4B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8544823" y="2410828"/>
              <a:ext cx="8025" cy="267614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31">
              <a:extLst>
                <a:ext uri="{FF2B5EF4-FFF2-40B4-BE49-F238E27FC236}">
                  <a16:creationId xmlns:a16="http://schemas.microsoft.com/office/drawing/2014/main" id="{B88F3F4F-8FCD-5E5D-5C2A-3DC3EE2187CD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25614" y="2399515"/>
              <a:ext cx="3864777" cy="4436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EFC33DF-AC63-0319-4DBB-7C9F618B9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9776" y="2104157"/>
              <a:ext cx="890093" cy="530398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7AAAD41A-46DA-ED40-BFA7-11887D26F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5040" y="4980622"/>
              <a:ext cx="890093" cy="530398"/>
            </a:xfrm>
            <a:prstGeom prst="rect">
              <a:avLst/>
            </a:prstGeom>
          </p:spPr>
        </p:pic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31278D51-6D48-5B3C-A37C-C1EA3B21B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9776" y="4980622"/>
              <a:ext cx="890093" cy="530398"/>
            </a:xfrm>
            <a:prstGeom prst="rect">
              <a:avLst/>
            </a:prstGeom>
          </p:spPr>
        </p:pic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0984607C-47D5-19A3-44EC-B3F11E77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5040" y="2104157"/>
              <a:ext cx="890093" cy="530398"/>
            </a:xfrm>
            <a:prstGeom prst="rect">
              <a:avLst/>
            </a:prstGeom>
          </p:spPr>
        </p:pic>
      </p:grpSp>
      <p:grpSp>
        <p:nvGrpSpPr>
          <p:cNvPr id="35" name="Group 48">
            <a:extLst>
              <a:ext uri="{FF2B5EF4-FFF2-40B4-BE49-F238E27FC236}">
                <a16:creationId xmlns:a16="http://schemas.microsoft.com/office/drawing/2014/main" id="{615E21F4-CE95-422C-BFB8-5BFCC0CD2459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36" name="Text Box 52">
              <a:extLst>
                <a:ext uri="{FF2B5EF4-FFF2-40B4-BE49-F238E27FC236}">
                  <a16:creationId xmlns:a16="http://schemas.microsoft.com/office/drawing/2014/main" id="{568A6B90-58D3-09C6-B004-799F28FB7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47F79D15-5896-74FB-0AB4-E5ADFC36A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38" name="Text Box 54">
              <a:extLst>
                <a:ext uri="{FF2B5EF4-FFF2-40B4-BE49-F238E27FC236}">
                  <a16:creationId xmlns:a16="http://schemas.microsoft.com/office/drawing/2014/main" id="{D8823BA9-71CA-F027-5BB4-31602C41A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39" name="Oval 30">
            <a:extLst>
              <a:ext uri="{FF2B5EF4-FFF2-40B4-BE49-F238E27FC236}">
                <a16:creationId xmlns:a16="http://schemas.microsoft.com/office/drawing/2014/main" id="{700BDF4D-1F1C-71F4-8AC3-874CB2796E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EF031A28-02A7-D720-24B1-5853E25266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1" name="Oval 30">
            <a:extLst>
              <a:ext uri="{FF2B5EF4-FFF2-40B4-BE49-F238E27FC236}">
                <a16:creationId xmlns:a16="http://schemas.microsoft.com/office/drawing/2014/main" id="{7E6A0773-9705-36A5-32CF-C7817731CD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</p:spTree>
    <p:extLst>
      <p:ext uri="{BB962C8B-B14F-4D97-AF65-F5344CB8AC3E}">
        <p14:creationId xmlns:p14="http://schemas.microsoft.com/office/powerpoint/2010/main" val="235727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4F6E7C1-4733-B466-CC68-46813E438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課題④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221A92-C370-73CF-9319-CABD3575AD7E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dirty="0">
              <a:solidFill>
                <a:srgbClr val="373936"/>
              </a:solidFill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14A950C-1992-88F2-382D-102ED1D51E6D}"/>
              </a:ext>
            </a:extLst>
          </p:cNvPr>
          <p:cNvGrpSpPr/>
          <p:nvPr/>
        </p:nvGrpSpPr>
        <p:grpSpPr>
          <a:xfrm>
            <a:off x="3822032" y="2399515"/>
            <a:ext cx="4730816" cy="2868975"/>
            <a:chOff x="3822032" y="2399515"/>
            <a:chExt cx="4730816" cy="2868975"/>
          </a:xfrm>
        </p:grpSpPr>
        <p:cxnSp>
          <p:nvCxnSpPr>
            <p:cNvPr id="5" name="AutoShape 34">
              <a:extLst>
                <a:ext uri="{FF2B5EF4-FFF2-40B4-BE49-F238E27FC236}">
                  <a16:creationId xmlns:a16="http://schemas.microsoft.com/office/drawing/2014/main" id="{346F5333-D780-6099-C7B0-7FC415B7679A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 flipV="1">
              <a:off x="4166229" y="2631125"/>
              <a:ext cx="4056948" cy="254250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AutoShape 37">
              <a:extLst>
                <a:ext uri="{FF2B5EF4-FFF2-40B4-BE49-F238E27FC236}">
                  <a16:creationId xmlns:a16="http://schemas.microsoft.com/office/drawing/2014/main" id="{D8036BF5-9002-D720-6CCA-9763A34BD04F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30591" y="2463528"/>
              <a:ext cx="4192440" cy="261069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AutoShape 5">
              <a:extLst>
                <a:ext uri="{FF2B5EF4-FFF2-40B4-BE49-F238E27FC236}">
                  <a16:creationId xmlns:a16="http://schemas.microsoft.com/office/drawing/2014/main" id="{6E76E999-449B-8CBA-D4E3-EF2A8FDFF9F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95748" y="5230638"/>
              <a:ext cx="3794643" cy="3785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AB97490F-D588-3741-0F54-B9F3A82F2658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3822032" y="2661297"/>
              <a:ext cx="18055" cy="2319582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AutoShape 8">
              <a:extLst>
                <a:ext uri="{FF2B5EF4-FFF2-40B4-BE49-F238E27FC236}">
                  <a16:creationId xmlns:a16="http://schemas.microsoft.com/office/drawing/2014/main" id="{4D20B66A-86A4-45D1-D85E-8BC0F2F79141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V="1">
              <a:off x="8544823" y="2410828"/>
              <a:ext cx="8025" cy="2676140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AutoShape 31">
              <a:extLst>
                <a:ext uri="{FF2B5EF4-FFF2-40B4-BE49-F238E27FC236}">
                  <a16:creationId xmlns:a16="http://schemas.microsoft.com/office/drawing/2014/main" id="{CC8CF29D-E574-1AAE-EA51-E5A42CD08DD9}"/>
                </a:ext>
              </a:extLst>
            </p:cNvPr>
            <p:cNvCxnSpPr>
              <a:cxnSpLocks noChangeShapeType="1"/>
            </p:cNvCxnSpPr>
            <p:nvPr/>
          </p:nvCxnSpPr>
          <p:spPr bwMode="gray">
            <a:xfrm flipH="1">
              <a:off x="4225614" y="2399515"/>
              <a:ext cx="3864777" cy="4436"/>
            </a:xfrm>
            <a:prstGeom prst="straightConnector1">
              <a:avLst/>
            </a:prstGeom>
            <a:noFill/>
            <a:ln w="9525">
              <a:solidFill>
                <a:srgbClr val="37393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AutoShape 10">
            <a:extLst>
              <a:ext uri="{FF2B5EF4-FFF2-40B4-BE49-F238E27FC236}">
                <a16:creationId xmlns:a16="http://schemas.microsoft.com/office/drawing/2014/main" id="{7CB6D00A-505C-CA51-236E-0ECDDE16F6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46782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BF5D0044-C53A-E4BB-D13B-080E911E33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0300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3" name="AutoShape 39">
            <a:extLst>
              <a:ext uri="{FF2B5EF4-FFF2-40B4-BE49-F238E27FC236}">
                <a16:creationId xmlns:a16="http://schemas.microsoft.com/office/drawing/2014/main" id="{DA060948-4A32-8F49-B10C-5152D0966D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703997" y="46727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459A0B2-345F-6D78-3863-2FA6B52AB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76" y="2104157"/>
            <a:ext cx="890093" cy="53039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28F1AB9-1935-9289-5606-BEC69517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40" y="4980622"/>
            <a:ext cx="890093" cy="53039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4DFD7A2-9F44-7E84-E361-6C8F3AA9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776" y="4980622"/>
            <a:ext cx="890093" cy="53039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8BA8CA1-257C-9DF1-5FD8-A47A2B09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040" y="2104157"/>
            <a:ext cx="890093" cy="530398"/>
          </a:xfrm>
          <a:prstGeom prst="rect">
            <a:avLst/>
          </a:prstGeom>
        </p:spPr>
      </p:pic>
      <p:sp>
        <p:nvSpPr>
          <p:cNvPr id="18" name="AutoShape 43">
            <a:extLst>
              <a:ext uri="{FF2B5EF4-FFF2-40B4-BE49-F238E27FC236}">
                <a16:creationId xmlns:a16="http://schemas.microsoft.com/office/drawing/2014/main" id="{C2CFFB9A-64AE-3395-F303-710DA2E2F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429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19" name="AutoShape 44">
            <a:extLst>
              <a:ext uri="{FF2B5EF4-FFF2-40B4-BE49-F238E27FC236}">
                <a16:creationId xmlns:a16="http://schemas.microsoft.com/office/drawing/2014/main" id="{BD9CB536-0ACD-A832-85C2-E43FAD80D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550182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20" name="AutoShape 32">
            <a:extLst>
              <a:ext uri="{FF2B5EF4-FFF2-40B4-BE49-F238E27FC236}">
                <a16:creationId xmlns:a16="http://schemas.microsoft.com/office/drawing/2014/main" id="{2513530B-716A-A205-89E7-16E0540C3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806" y="1685997"/>
            <a:ext cx="955446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21" name="AutoShape 33">
            <a:extLst>
              <a:ext uri="{FF2B5EF4-FFF2-40B4-BE49-F238E27FC236}">
                <a16:creationId xmlns:a16="http://schemas.microsoft.com/office/drawing/2014/main" id="{3A6185FB-1299-7CEB-4381-06F065296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324" y="1685997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AE31E098-CB95-76D9-8805-E313DF2CF72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07254" y="5085443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SW_A</a:t>
            </a:r>
          </a:p>
        </p:txBody>
      </p:sp>
      <p:sp>
        <p:nvSpPr>
          <p:cNvPr id="23" name="AutoShape 14">
            <a:extLst>
              <a:ext uri="{FF2B5EF4-FFF2-40B4-BE49-F238E27FC236}">
                <a16:creationId xmlns:a16="http://schemas.microsoft.com/office/drawing/2014/main" id="{577AC073-649D-AD32-4F85-0C0DDBFB76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46602" y="5092937"/>
            <a:ext cx="62471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SW_B</a:t>
            </a:r>
          </a:p>
        </p:txBody>
      </p:sp>
      <p:sp>
        <p:nvSpPr>
          <p:cNvPr id="24" name="AutoShape 17">
            <a:extLst>
              <a:ext uri="{FF2B5EF4-FFF2-40B4-BE49-F238E27FC236}">
                <a16:creationId xmlns:a16="http://schemas.microsoft.com/office/drawing/2014/main" id="{AF998DE8-9FCE-D07D-7D01-4BAD1B82C9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3915" y="2222817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25" name="AutoShape 28">
            <a:extLst>
              <a:ext uri="{FF2B5EF4-FFF2-40B4-BE49-F238E27FC236}">
                <a16:creationId xmlns:a16="http://schemas.microsoft.com/office/drawing/2014/main" id="{6C2B59D2-8D7C-5ED4-6B74-DA97E44672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932864" y="2222817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8A090B71-9535-A3EF-0C1C-75065289A0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4691882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27" name="AutoShape 12">
            <a:extLst>
              <a:ext uri="{FF2B5EF4-FFF2-40B4-BE49-F238E27FC236}">
                <a16:creationId xmlns:a16="http://schemas.microsoft.com/office/drawing/2014/main" id="{D66E5465-1BF3-A327-1B90-E156DAF068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95337" y="528166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8" name="AutoShape 38">
            <a:extLst>
              <a:ext uri="{FF2B5EF4-FFF2-40B4-BE49-F238E27FC236}">
                <a16:creationId xmlns:a16="http://schemas.microsoft.com/office/drawing/2014/main" id="{A81FBA40-90C9-86CE-2DCA-A8764BBFD8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25958" y="4668692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29" name="AutoShape 41">
            <a:extLst>
              <a:ext uri="{FF2B5EF4-FFF2-40B4-BE49-F238E27FC236}">
                <a16:creationId xmlns:a16="http://schemas.microsoft.com/office/drawing/2014/main" id="{6BE73F50-5112-C1FE-E560-01CC77CC18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36762" y="2554578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Fa0/3</a:t>
            </a:r>
          </a:p>
        </p:txBody>
      </p:sp>
      <p:sp>
        <p:nvSpPr>
          <p:cNvPr id="30" name="AutoShape 42">
            <a:extLst>
              <a:ext uri="{FF2B5EF4-FFF2-40B4-BE49-F238E27FC236}">
                <a16:creationId xmlns:a16="http://schemas.microsoft.com/office/drawing/2014/main" id="{224311F6-522B-0535-41C1-DE5269B1F1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24420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31" name="AutoShape 46">
            <a:extLst>
              <a:ext uri="{FF2B5EF4-FFF2-40B4-BE49-F238E27FC236}">
                <a16:creationId xmlns:a16="http://schemas.microsoft.com/office/drawing/2014/main" id="{B6C1ABBE-60A7-0AB2-14C6-CC9F87EA6E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86789" y="211604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32" name="AutoShape 40">
            <a:extLst>
              <a:ext uri="{FF2B5EF4-FFF2-40B4-BE49-F238E27FC236}">
                <a16:creationId xmlns:a16="http://schemas.microsoft.com/office/drawing/2014/main" id="{E5823AD9-D8D4-EA57-4E43-46D2466408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25799" y="2554578"/>
            <a:ext cx="593559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3" name="AutoShape 45">
            <a:extLst>
              <a:ext uri="{FF2B5EF4-FFF2-40B4-BE49-F238E27FC236}">
                <a16:creationId xmlns:a16="http://schemas.microsoft.com/office/drawing/2014/main" id="{EE1DEF1E-A272-5EA6-9248-DD5AE77EDF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0317" y="2151598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34" name="AutoShape 47">
            <a:extLst>
              <a:ext uri="{FF2B5EF4-FFF2-40B4-BE49-F238E27FC236}">
                <a16:creationId xmlns:a16="http://schemas.microsoft.com/office/drawing/2014/main" id="{DABB0722-A0F7-A998-6C21-BB96545F9D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68626" y="26923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grpSp>
        <p:nvGrpSpPr>
          <p:cNvPr id="35" name="Group 48">
            <a:extLst>
              <a:ext uri="{FF2B5EF4-FFF2-40B4-BE49-F238E27FC236}">
                <a16:creationId xmlns:a16="http://schemas.microsoft.com/office/drawing/2014/main" id="{17226F30-56F9-7C5F-C79E-D34D660E8C0E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36" name="Text Box 52">
              <a:extLst>
                <a:ext uri="{FF2B5EF4-FFF2-40B4-BE49-F238E27FC236}">
                  <a16:creationId xmlns:a16="http://schemas.microsoft.com/office/drawing/2014/main" id="{3A8FDEF3-23AC-9522-5008-08F6C0082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37" name="Text Box 53">
              <a:extLst>
                <a:ext uri="{FF2B5EF4-FFF2-40B4-BE49-F238E27FC236}">
                  <a16:creationId xmlns:a16="http://schemas.microsoft.com/office/drawing/2014/main" id="{8E8B074A-5DC3-FC82-57FC-EAFDDC561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38" name="Text Box 54">
              <a:extLst>
                <a:ext uri="{FF2B5EF4-FFF2-40B4-BE49-F238E27FC236}">
                  <a16:creationId xmlns:a16="http://schemas.microsoft.com/office/drawing/2014/main" id="{1660492C-CEBE-379E-1125-A3CC54900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39" name="Oval 30">
            <a:extLst>
              <a:ext uri="{FF2B5EF4-FFF2-40B4-BE49-F238E27FC236}">
                <a16:creationId xmlns:a16="http://schemas.microsoft.com/office/drawing/2014/main" id="{C3DC94E9-9A84-8F4C-6503-3CBC326709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D38CEA86-850E-C41A-C98B-7197E61596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4" y="5511020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1" name="Oval 30">
            <a:extLst>
              <a:ext uri="{FF2B5EF4-FFF2-40B4-BE49-F238E27FC236}">
                <a16:creationId xmlns:a16="http://schemas.microsoft.com/office/drawing/2014/main" id="{4794F9BF-531A-52FA-DC96-4A597F4780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27FE1882-57B3-57C7-BA09-F87A6863E2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64687" y="2928634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A2C17687-4916-3518-ED34-9647DC03A2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024658" y="2684290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37329447-1567-D2D9-5A4A-8759E59939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97513" y="1928521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BA870238-1F78-9053-FF30-F5FC49423E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20317" y="2953028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034EF405-8AC7-3920-4E42-881397D24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9109507" y="3034808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DE57DBBF-8BB6-EAA3-08A7-5F05164B54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48400" y="5608794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8" name="Oval 30">
            <a:extLst>
              <a:ext uri="{FF2B5EF4-FFF2-40B4-BE49-F238E27FC236}">
                <a16:creationId xmlns:a16="http://schemas.microsoft.com/office/drawing/2014/main" id="{6E0B18AC-082B-81C4-ED4D-68E52C0904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55389" y="4731442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49" name="Oval 30">
            <a:extLst>
              <a:ext uri="{FF2B5EF4-FFF2-40B4-BE49-F238E27FC236}">
                <a16:creationId xmlns:a16="http://schemas.microsoft.com/office/drawing/2014/main" id="{2A5F662B-FF83-4A0B-6906-900BA3E845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27925" y="1904376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50" name="Oval 30">
            <a:extLst>
              <a:ext uri="{FF2B5EF4-FFF2-40B4-BE49-F238E27FC236}">
                <a16:creationId xmlns:a16="http://schemas.microsoft.com/office/drawing/2014/main" id="{D7B95995-4A02-C7D3-C08A-ED4BE94F736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94325" y="4620239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53" name="Oval 30">
            <a:extLst>
              <a:ext uri="{FF2B5EF4-FFF2-40B4-BE49-F238E27FC236}">
                <a16:creationId xmlns:a16="http://schemas.microsoft.com/office/drawing/2014/main" id="{E189EF60-455C-3BB3-67DF-DF753D564F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6612" y="517884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54" name="Oval 30">
            <a:extLst>
              <a:ext uri="{FF2B5EF4-FFF2-40B4-BE49-F238E27FC236}">
                <a16:creationId xmlns:a16="http://schemas.microsoft.com/office/drawing/2014/main" id="{72DDCB8C-16DA-7447-E385-425C645099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8377312" y="4498683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55" name="Oval 30">
            <a:extLst>
              <a:ext uri="{FF2B5EF4-FFF2-40B4-BE49-F238E27FC236}">
                <a16:creationId xmlns:a16="http://schemas.microsoft.com/office/drawing/2014/main" id="{D8EE3B52-A86F-300E-8363-5386BEFD2D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02717" y="4400137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</p:spTree>
    <p:extLst>
      <p:ext uri="{BB962C8B-B14F-4D97-AF65-F5344CB8AC3E}">
        <p14:creationId xmlns:p14="http://schemas.microsoft.com/office/powerpoint/2010/main" val="3955792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40DC1FF-05F3-1A30-B06C-0C9BBC613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課題⑤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942A2DC-9DBA-B5DE-025B-C899B5B00B9E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sz="1100" dirty="0"/>
          </a:p>
        </p:txBody>
      </p:sp>
      <p:sp>
        <p:nvSpPr>
          <p:cNvPr id="4" name="AutoShape 17">
            <a:extLst>
              <a:ext uri="{FF2B5EF4-FFF2-40B4-BE49-F238E27FC236}">
                <a16:creationId xmlns:a16="http://schemas.microsoft.com/office/drawing/2014/main" id="{A011D783-EE57-5F62-FE88-8B136AED95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16918" y="3271152"/>
            <a:ext cx="618054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SW_Y</a:t>
            </a:r>
          </a:p>
        </p:txBody>
      </p:sp>
      <p:sp>
        <p:nvSpPr>
          <p:cNvPr id="5" name="AutoShape 28">
            <a:extLst>
              <a:ext uri="{FF2B5EF4-FFF2-40B4-BE49-F238E27FC236}">
                <a16:creationId xmlns:a16="http://schemas.microsoft.com/office/drawing/2014/main" id="{A34DB723-83D1-092B-47DA-5EA04C57E3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53476" y="3394215"/>
            <a:ext cx="621385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SW_Z</a:t>
            </a:r>
          </a:p>
        </p:txBody>
      </p:sp>
      <p:cxnSp>
        <p:nvCxnSpPr>
          <p:cNvPr id="6" name="AutoShape 31">
            <a:extLst>
              <a:ext uri="{FF2B5EF4-FFF2-40B4-BE49-F238E27FC236}">
                <a16:creationId xmlns:a16="http://schemas.microsoft.com/office/drawing/2014/main" id="{6867A39E-3562-6F1F-4F45-CB7AB4248C91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09795" y="3362062"/>
            <a:ext cx="4037135" cy="0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AutoShape 32">
            <a:extLst>
              <a:ext uri="{FF2B5EF4-FFF2-40B4-BE49-F238E27FC236}">
                <a16:creationId xmlns:a16="http://schemas.microsoft.com/office/drawing/2014/main" id="{3C71DD7E-F8B4-8FB9-D7F7-29685A9CA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113" y="2690438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8" name="AutoShape 33">
            <a:extLst>
              <a:ext uri="{FF2B5EF4-FFF2-40B4-BE49-F238E27FC236}">
                <a16:creationId xmlns:a16="http://schemas.microsoft.com/office/drawing/2014/main" id="{0FFE785D-6CCF-7993-9A4E-93C0E7C5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3266" y="2690438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4096</a:t>
            </a:r>
          </a:p>
        </p:txBody>
      </p:sp>
      <p:sp>
        <p:nvSpPr>
          <p:cNvPr id="9" name="AutoShape 42">
            <a:extLst>
              <a:ext uri="{FF2B5EF4-FFF2-40B4-BE49-F238E27FC236}">
                <a16:creationId xmlns:a16="http://schemas.microsoft.com/office/drawing/2014/main" id="{16CD9A61-0B17-AB35-7024-ABBEBD96BF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26212" y="3679514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0" name="AutoShape 45">
            <a:extLst>
              <a:ext uri="{FF2B5EF4-FFF2-40B4-BE49-F238E27FC236}">
                <a16:creationId xmlns:a16="http://schemas.microsoft.com/office/drawing/2014/main" id="{53983500-0333-C19A-4BF4-E26F7FA342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70244" y="362603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1" name="AutoShape 46">
            <a:extLst>
              <a:ext uri="{FF2B5EF4-FFF2-40B4-BE49-F238E27FC236}">
                <a16:creationId xmlns:a16="http://schemas.microsoft.com/office/drawing/2014/main" id="{A97746D1-F4E6-0DA0-7DBD-05CDEA2CC3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79625" y="3073867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2" name="AutoShape 47">
            <a:extLst>
              <a:ext uri="{FF2B5EF4-FFF2-40B4-BE49-F238E27FC236}">
                <a16:creationId xmlns:a16="http://schemas.microsoft.com/office/drawing/2014/main" id="{516E803F-414F-F3FD-909E-E85DF780FC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4700" y="3082116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cxnSp>
        <p:nvCxnSpPr>
          <p:cNvPr id="13" name="AutoShape 31">
            <a:extLst>
              <a:ext uri="{FF2B5EF4-FFF2-40B4-BE49-F238E27FC236}">
                <a16:creationId xmlns:a16="http://schemas.microsoft.com/office/drawing/2014/main" id="{8071D6BA-1889-308B-1B7B-D9B1CD008625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09796" y="3628623"/>
            <a:ext cx="4037134" cy="0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4" name="図 13">
            <a:extLst>
              <a:ext uri="{FF2B5EF4-FFF2-40B4-BE49-F238E27FC236}">
                <a16:creationId xmlns:a16="http://schemas.microsoft.com/office/drawing/2014/main" id="{85BC553C-3D12-902C-050F-8A566901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266" y="3155988"/>
            <a:ext cx="1038973" cy="61911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FEF32EF-9897-39FB-AFEF-D80778FB1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650" y="3152310"/>
            <a:ext cx="1045145" cy="622792"/>
          </a:xfrm>
          <a:prstGeom prst="rect">
            <a:avLst/>
          </a:prstGeom>
        </p:spPr>
      </p:pic>
      <p:grpSp>
        <p:nvGrpSpPr>
          <p:cNvPr id="16" name="Group 48">
            <a:extLst>
              <a:ext uri="{FF2B5EF4-FFF2-40B4-BE49-F238E27FC236}">
                <a16:creationId xmlns:a16="http://schemas.microsoft.com/office/drawing/2014/main" id="{81B0E9DB-DD41-446B-DA08-AE15EE89F965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17" name="Text Box 52">
              <a:extLst>
                <a:ext uri="{FF2B5EF4-FFF2-40B4-BE49-F238E27FC236}">
                  <a16:creationId xmlns:a16="http://schemas.microsoft.com/office/drawing/2014/main" id="{B6376F65-AEAD-D6EF-EE92-99270A122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18" name="Text Box 53">
              <a:extLst>
                <a:ext uri="{FF2B5EF4-FFF2-40B4-BE49-F238E27FC236}">
                  <a16:creationId xmlns:a16="http://schemas.microsoft.com/office/drawing/2014/main" id="{64936487-857C-4559-5FE2-0213A15F6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19" name="Text Box 54">
              <a:extLst>
                <a:ext uri="{FF2B5EF4-FFF2-40B4-BE49-F238E27FC236}">
                  <a16:creationId xmlns:a16="http://schemas.microsoft.com/office/drawing/2014/main" id="{EC8393BE-D018-844D-A972-02B894BD6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20" name="Oval 30">
            <a:extLst>
              <a:ext uri="{FF2B5EF4-FFF2-40B4-BE49-F238E27FC236}">
                <a16:creationId xmlns:a16="http://schemas.microsoft.com/office/drawing/2014/main" id="{ABB9765F-FEC8-FA92-421D-1DEB60FF71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21" name="Oval 40">
            <a:extLst>
              <a:ext uri="{FF2B5EF4-FFF2-40B4-BE49-F238E27FC236}">
                <a16:creationId xmlns:a16="http://schemas.microsoft.com/office/drawing/2014/main" id="{CB7FA636-3F2D-215A-5789-EBB58A1A86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22" name="Oval 30">
            <a:extLst>
              <a:ext uri="{FF2B5EF4-FFF2-40B4-BE49-F238E27FC236}">
                <a16:creationId xmlns:a16="http://schemas.microsoft.com/office/drawing/2014/main" id="{A713B49E-A785-5E70-21EF-F33F73EB8D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23" name="Oval 40">
            <a:extLst>
              <a:ext uri="{FF2B5EF4-FFF2-40B4-BE49-F238E27FC236}">
                <a16:creationId xmlns:a16="http://schemas.microsoft.com/office/drawing/2014/main" id="{362BE22F-B469-6A40-975D-340E3C9177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69346" y="2787471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24" name="Oval 40">
            <a:extLst>
              <a:ext uri="{FF2B5EF4-FFF2-40B4-BE49-F238E27FC236}">
                <a16:creationId xmlns:a16="http://schemas.microsoft.com/office/drawing/2014/main" id="{7412BF70-2988-BFEE-D988-5B3005A4BE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69346" y="4021706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25" name="Oval 30">
            <a:extLst>
              <a:ext uri="{FF2B5EF4-FFF2-40B4-BE49-F238E27FC236}">
                <a16:creationId xmlns:a16="http://schemas.microsoft.com/office/drawing/2014/main" id="{33D0ED72-02B7-75F5-BAD8-4B89CAC1F4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34421" y="3972599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27" name="Oval 30">
            <a:extLst>
              <a:ext uri="{FF2B5EF4-FFF2-40B4-BE49-F238E27FC236}">
                <a16:creationId xmlns:a16="http://schemas.microsoft.com/office/drawing/2014/main" id="{0BA17558-42F3-98D5-3F2E-1AB042B408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34420" y="2804887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</p:spTree>
    <p:extLst>
      <p:ext uri="{BB962C8B-B14F-4D97-AF65-F5344CB8AC3E}">
        <p14:creationId xmlns:p14="http://schemas.microsoft.com/office/powerpoint/2010/main" val="46052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065A408-DCEE-073D-9D84-EB8C00820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1411" y="351698"/>
            <a:ext cx="9975961" cy="3763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sz="3200" b="0" dirty="0">
                <a:solidFill>
                  <a:srgbClr val="373936"/>
                </a:solidFill>
              </a:rPr>
              <a:t>2.</a:t>
            </a:r>
            <a:r>
              <a:rPr lang="ja-JP" altLang="en-US" sz="3200" b="0" dirty="0">
                <a:solidFill>
                  <a:srgbClr val="373936"/>
                </a:solidFill>
              </a:rPr>
              <a:t>課題⑥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2E3E31C-D6FB-81B9-4C24-CDA76053EFDC}"/>
              </a:ext>
            </a:extLst>
          </p:cNvPr>
          <p:cNvSpPr txBox="1">
            <a:spLocks noChangeArrowheads="1"/>
          </p:cNvSpPr>
          <p:nvPr/>
        </p:nvSpPr>
        <p:spPr>
          <a:xfrm>
            <a:off x="334963" y="904875"/>
            <a:ext cx="11522075" cy="5341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solidFill>
                  <a:srgbClr val="373936"/>
                </a:solidFill>
              </a:rPr>
              <a:t>ポートロールの選出</a:t>
            </a:r>
          </a:p>
          <a:p>
            <a:pPr marL="501174" lvl="1" indent="0">
              <a:buFont typeface="Arial" panose="020B0604020202020204" pitchFamily="34" charset="0"/>
              <a:buNone/>
            </a:pPr>
            <a:r>
              <a:rPr lang="ja-JP" altLang="en-US" sz="1800">
                <a:solidFill>
                  <a:srgbClr val="373936"/>
                </a:solidFill>
              </a:rPr>
              <a:t>下記の構成で、全てのポートの役割（ロール）を選出してください。実機操作の必要はありません。</a:t>
            </a:r>
          </a:p>
          <a:p>
            <a:pPr marL="501174" lvl="1" indent="0"/>
            <a:endParaRPr lang="ja-JP" altLang="en-US" sz="1800" dirty="0">
              <a:solidFill>
                <a:srgbClr val="373936"/>
              </a:solidFill>
            </a:endParaRPr>
          </a:p>
        </p:txBody>
      </p:sp>
      <p:cxnSp>
        <p:nvCxnSpPr>
          <p:cNvPr id="4" name="AutoShape 34">
            <a:extLst>
              <a:ext uri="{FF2B5EF4-FFF2-40B4-BE49-F238E27FC236}">
                <a16:creationId xmlns:a16="http://schemas.microsoft.com/office/drawing/2014/main" id="{2818BDD8-441D-A6BA-2753-69BECE72E4DD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3993581" y="3893792"/>
            <a:ext cx="4230160" cy="1264365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AutoShape 37">
            <a:extLst>
              <a:ext uri="{FF2B5EF4-FFF2-40B4-BE49-F238E27FC236}">
                <a16:creationId xmlns:a16="http://schemas.microsoft.com/office/drawing/2014/main" id="{A6DC176E-33C0-66F3-A257-18DCDD7FC63E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4095789" y="3935470"/>
            <a:ext cx="3991867" cy="1202423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AutoShape 5">
            <a:extLst>
              <a:ext uri="{FF2B5EF4-FFF2-40B4-BE49-F238E27FC236}">
                <a16:creationId xmlns:a16="http://schemas.microsoft.com/office/drawing/2014/main" id="{03B62A69-8EE1-BB6C-18CE-B4F6A7CA4A3D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4101613" y="5262197"/>
            <a:ext cx="3988777" cy="0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AutoShape 6">
            <a:extLst>
              <a:ext uri="{FF2B5EF4-FFF2-40B4-BE49-F238E27FC236}">
                <a16:creationId xmlns:a16="http://schemas.microsoft.com/office/drawing/2014/main" id="{55223780-FF18-5DCC-2B60-0A2167A732FF}"/>
              </a:ext>
            </a:extLst>
          </p:cNvPr>
          <p:cNvCxnSpPr>
            <a:cxnSpLocks noChangeShapeType="1"/>
          </p:cNvCxnSpPr>
          <p:nvPr/>
        </p:nvCxnSpPr>
        <p:spPr bwMode="gray">
          <a:xfrm flipV="1">
            <a:off x="3714223" y="3946501"/>
            <a:ext cx="15968" cy="1211655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137A6506-144A-271B-0268-AE634BE391D4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8515294" y="3925423"/>
            <a:ext cx="24930" cy="1083429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AutoShape 9">
            <a:extLst>
              <a:ext uri="{FF2B5EF4-FFF2-40B4-BE49-F238E27FC236}">
                <a16:creationId xmlns:a16="http://schemas.microsoft.com/office/drawing/2014/main" id="{80714610-EE4D-536E-08AC-D958CC64BE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11276" y="4734296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394B8ABC-ABB4-860F-41B9-342775A0BEE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94865" y="473429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0ADE31C4-F8A4-20F5-F2AA-3B8BBBDFD7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56422" y="473026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12" name="AutoShape 32">
            <a:extLst>
              <a:ext uri="{FF2B5EF4-FFF2-40B4-BE49-F238E27FC236}">
                <a16:creationId xmlns:a16="http://schemas.microsoft.com/office/drawing/2014/main" id="{C6C5E2E2-BCB0-92EA-A274-2E81264D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129" y="291652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</a:p>
        </p:txBody>
      </p:sp>
      <p:sp>
        <p:nvSpPr>
          <p:cNvPr id="13" name="AutoShape 38">
            <a:extLst>
              <a:ext uri="{FF2B5EF4-FFF2-40B4-BE49-F238E27FC236}">
                <a16:creationId xmlns:a16="http://schemas.microsoft.com/office/drawing/2014/main" id="{C631EF65-8827-9204-2735-0484583F90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37771" y="535898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14" name="AutoShape 40">
            <a:extLst>
              <a:ext uri="{FF2B5EF4-FFF2-40B4-BE49-F238E27FC236}">
                <a16:creationId xmlns:a16="http://schemas.microsoft.com/office/drawing/2014/main" id="{9626DC1C-A2DC-DEFA-FDCA-79CB054547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69758" y="3782757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15" name="AutoShape 41">
            <a:extLst>
              <a:ext uri="{FF2B5EF4-FFF2-40B4-BE49-F238E27FC236}">
                <a16:creationId xmlns:a16="http://schemas.microsoft.com/office/drawing/2014/main" id="{6D7A52F3-D8CB-5562-D4D9-252E76E64B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56422" y="3991895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Fa0/4</a:t>
            </a:r>
          </a:p>
        </p:txBody>
      </p:sp>
      <p:sp>
        <p:nvSpPr>
          <p:cNvPr id="16" name="AutoShape 43">
            <a:extLst>
              <a:ext uri="{FF2B5EF4-FFF2-40B4-BE49-F238E27FC236}">
                <a16:creationId xmlns:a16="http://schemas.microsoft.com/office/drawing/2014/main" id="{1D691637-620A-2B55-6074-B9279A549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485" y="557173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8192</a:t>
            </a:r>
          </a:p>
        </p:txBody>
      </p:sp>
      <p:sp>
        <p:nvSpPr>
          <p:cNvPr id="17" name="AutoShape 44">
            <a:extLst>
              <a:ext uri="{FF2B5EF4-FFF2-40B4-BE49-F238E27FC236}">
                <a16:creationId xmlns:a16="http://schemas.microsoft.com/office/drawing/2014/main" id="{D6267065-1F30-658D-A2DF-5EA0869DA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185" y="5502791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12288</a:t>
            </a:r>
          </a:p>
        </p:txBody>
      </p:sp>
      <p:sp>
        <p:nvSpPr>
          <p:cNvPr id="18" name="AutoShape 45">
            <a:extLst>
              <a:ext uri="{FF2B5EF4-FFF2-40B4-BE49-F238E27FC236}">
                <a16:creationId xmlns:a16="http://schemas.microsoft.com/office/drawing/2014/main" id="{290E1E7F-4569-B832-2135-A5CFAE2F87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93559" y="335907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sp>
        <p:nvSpPr>
          <p:cNvPr id="19" name="AutoShape 46">
            <a:extLst>
              <a:ext uri="{FF2B5EF4-FFF2-40B4-BE49-F238E27FC236}">
                <a16:creationId xmlns:a16="http://schemas.microsoft.com/office/drawing/2014/main" id="{C07D88B1-C11C-C265-78BB-A822C5E13F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41310" y="3016970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20" name="AutoShape 47">
            <a:extLst>
              <a:ext uri="{FF2B5EF4-FFF2-40B4-BE49-F238E27FC236}">
                <a16:creationId xmlns:a16="http://schemas.microsoft.com/office/drawing/2014/main" id="{A3AD032B-21B0-ADF0-7B00-FDAF009C98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235804" y="3225507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Fa0/1</a:t>
            </a:r>
          </a:p>
        </p:txBody>
      </p:sp>
      <p:cxnSp>
        <p:nvCxnSpPr>
          <p:cNvPr id="21" name="AutoShape 34">
            <a:extLst>
              <a:ext uri="{FF2B5EF4-FFF2-40B4-BE49-F238E27FC236}">
                <a16:creationId xmlns:a16="http://schemas.microsoft.com/office/drawing/2014/main" id="{F6471476-5436-5E1F-F10E-B7E30B31F117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886054" y="3688636"/>
            <a:ext cx="4337686" cy="13433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34">
            <a:extLst>
              <a:ext uri="{FF2B5EF4-FFF2-40B4-BE49-F238E27FC236}">
                <a16:creationId xmlns:a16="http://schemas.microsoft.com/office/drawing/2014/main" id="{1FE3A8E4-0B39-230C-F53B-FC8D85745A16}"/>
              </a:ext>
            </a:extLst>
          </p:cNvPr>
          <p:cNvCxnSpPr>
            <a:cxnSpLocks noChangeShapeType="1"/>
            <a:stCxn id="40" idx="1"/>
          </p:cNvCxnSpPr>
          <p:nvPr/>
        </p:nvCxnSpPr>
        <p:spPr bwMode="gray">
          <a:xfrm flipH="1">
            <a:off x="3999320" y="2743805"/>
            <a:ext cx="1521036" cy="755408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34">
            <a:extLst>
              <a:ext uri="{FF2B5EF4-FFF2-40B4-BE49-F238E27FC236}">
                <a16:creationId xmlns:a16="http://schemas.microsoft.com/office/drawing/2014/main" id="{2F04CACD-B48D-907B-3020-953A02015E8D}"/>
              </a:ext>
            </a:extLst>
          </p:cNvPr>
          <p:cNvCxnSpPr>
            <a:cxnSpLocks noChangeShapeType="1"/>
          </p:cNvCxnSpPr>
          <p:nvPr/>
        </p:nvCxnSpPr>
        <p:spPr bwMode="gray">
          <a:xfrm flipH="1" flipV="1">
            <a:off x="6349597" y="2750119"/>
            <a:ext cx="2111056" cy="780438"/>
          </a:xfrm>
          <a:prstGeom prst="straightConnector1">
            <a:avLst/>
          </a:prstGeom>
          <a:noFill/>
          <a:ln w="9525">
            <a:solidFill>
              <a:srgbClr val="373A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AutoShape 32">
            <a:extLst>
              <a:ext uri="{FF2B5EF4-FFF2-40B4-BE49-F238E27FC236}">
                <a16:creationId xmlns:a16="http://schemas.microsoft.com/office/drawing/2014/main" id="{53F70A11-7F3A-F793-59CC-2B96EE56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591" y="2022843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24576</a:t>
            </a:r>
          </a:p>
        </p:txBody>
      </p:sp>
      <p:sp>
        <p:nvSpPr>
          <p:cNvPr id="25" name="AutoShape 46">
            <a:extLst>
              <a:ext uri="{FF2B5EF4-FFF2-40B4-BE49-F238E27FC236}">
                <a16:creationId xmlns:a16="http://schemas.microsoft.com/office/drawing/2014/main" id="{D80FA6FA-C6B6-7C2E-4E31-C842DCF537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33323" y="2484838"/>
            <a:ext cx="65112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Gi0/1</a:t>
            </a:r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0D69513D-8E91-A82B-8A46-24A69B4271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355314" y="2459330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27" name="AutoShape 46">
            <a:extLst>
              <a:ext uri="{FF2B5EF4-FFF2-40B4-BE49-F238E27FC236}">
                <a16:creationId xmlns:a16="http://schemas.microsoft.com/office/drawing/2014/main" id="{47A795BC-B6AF-CE34-8B20-881BBB6A7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36010" y="3359075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Gi0/2</a:t>
            </a:r>
          </a:p>
        </p:txBody>
      </p:sp>
      <p:cxnSp>
        <p:nvCxnSpPr>
          <p:cNvPr id="28" name="AutoShape 34">
            <a:extLst>
              <a:ext uri="{FF2B5EF4-FFF2-40B4-BE49-F238E27FC236}">
                <a16:creationId xmlns:a16="http://schemas.microsoft.com/office/drawing/2014/main" id="{076DB84E-0E0A-CB7A-655C-6CCB223C92BD}"/>
              </a:ext>
            </a:extLst>
          </p:cNvPr>
          <p:cNvCxnSpPr>
            <a:cxnSpLocks noChangeShapeType="1"/>
          </p:cNvCxnSpPr>
          <p:nvPr/>
        </p:nvCxnSpPr>
        <p:spPr bwMode="gray">
          <a:xfrm flipH="1">
            <a:off x="3941310" y="3807943"/>
            <a:ext cx="4318384" cy="13403"/>
          </a:xfrm>
          <a:prstGeom prst="straightConnector1">
            <a:avLst/>
          </a:prstGeom>
          <a:noFill/>
          <a:ln w="9525">
            <a:solidFill>
              <a:srgbClr val="37393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AutoShape 46">
            <a:extLst>
              <a:ext uri="{FF2B5EF4-FFF2-40B4-BE49-F238E27FC236}">
                <a16:creationId xmlns:a16="http://schemas.microsoft.com/office/drawing/2014/main" id="{8827DDE1-FCCF-9C71-77A6-37E2A5F71F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74845" y="3795184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0" name="AutoShape 41">
            <a:extLst>
              <a:ext uri="{FF2B5EF4-FFF2-40B4-BE49-F238E27FC236}">
                <a16:creationId xmlns:a16="http://schemas.microsoft.com/office/drawing/2014/main" id="{93E535A4-14D2-0BF0-F47F-6CDFCB9974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56440" y="3925423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9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Fa0/5</a:t>
            </a:r>
          </a:p>
        </p:txBody>
      </p:sp>
      <p:sp>
        <p:nvSpPr>
          <p:cNvPr id="31" name="AutoShape 41">
            <a:extLst>
              <a:ext uri="{FF2B5EF4-FFF2-40B4-BE49-F238E27FC236}">
                <a16:creationId xmlns:a16="http://schemas.microsoft.com/office/drawing/2014/main" id="{F844B824-641D-76BE-F9F6-F0144A16B3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49260" y="4058254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Fa0/4</a:t>
            </a:r>
          </a:p>
        </p:txBody>
      </p:sp>
      <p:sp>
        <p:nvSpPr>
          <p:cNvPr id="32" name="AutoShape 41">
            <a:extLst>
              <a:ext uri="{FF2B5EF4-FFF2-40B4-BE49-F238E27FC236}">
                <a16:creationId xmlns:a16="http://schemas.microsoft.com/office/drawing/2014/main" id="{D515C1B2-085C-0C76-12F5-A37EEF6951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638094" y="4080009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Gi0/5</a:t>
            </a:r>
          </a:p>
        </p:txBody>
      </p:sp>
      <p:sp>
        <p:nvSpPr>
          <p:cNvPr id="33" name="AutoShape 11">
            <a:extLst>
              <a:ext uri="{FF2B5EF4-FFF2-40B4-BE49-F238E27FC236}">
                <a16:creationId xmlns:a16="http://schemas.microsoft.com/office/drawing/2014/main" id="{BF0260E2-18E9-2959-86BA-97C9435BC3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40570" y="4735629"/>
            <a:ext cx="611393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Fa0/2</a:t>
            </a:r>
          </a:p>
        </p:txBody>
      </p:sp>
      <p:sp>
        <p:nvSpPr>
          <p:cNvPr id="34" name="AutoShape 38">
            <a:extLst>
              <a:ext uri="{FF2B5EF4-FFF2-40B4-BE49-F238E27FC236}">
                <a16:creationId xmlns:a16="http://schemas.microsoft.com/office/drawing/2014/main" id="{946A1AB7-BCD1-ED5C-B2C3-65C619E3EE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80665" y="5298548"/>
            <a:ext cx="593560" cy="29078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CC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457200" indent="-457200"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Gi0/3</a:t>
            </a:r>
          </a:p>
        </p:txBody>
      </p:sp>
      <p:sp>
        <p:nvSpPr>
          <p:cNvPr id="35" name="AutoShape 44">
            <a:extLst>
              <a:ext uri="{FF2B5EF4-FFF2-40B4-BE49-F238E27FC236}">
                <a16:creationId xmlns:a16="http://schemas.microsoft.com/office/drawing/2014/main" id="{C1B12AEC-6076-0A94-5D1D-1693B7387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521" y="3162364"/>
            <a:ext cx="916218" cy="47942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kumimoji="1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defRPr kumimoji="1" sz="16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ja-JP" altLang="en-US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プライオリティ</a:t>
            </a:r>
          </a:p>
          <a:p>
            <a:pPr algn="ctr">
              <a:spcBef>
                <a:spcPct val="0"/>
              </a:spcBef>
            </a:pPr>
            <a:r>
              <a:rPr lang="en-US" altLang="ja-JP" sz="1108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32768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F95E3600-9538-5F9F-D80A-54772205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585" y="3444601"/>
            <a:ext cx="890093" cy="530398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DF5EC7B8-5BBD-F7D4-7B1E-0E5855342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293" y="5021052"/>
            <a:ext cx="890093" cy="530398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DAFB1549-4F7A-73A4-E684-C3F7A85CC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785" y="3525599"/>
            <a:ext cx="890093" cy="530398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30D30371-4E8D-7E27-1E11-F965D4A7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75" y="5041335"/>
            <a:ext cx="890093" cy="530398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1FC0422A-6211-4CC4-710C-6B641FB3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56" y="2478606"/>
            <a:ext cx="890093" cy="530398"/>
          </a:xfrm>
          <a:prstGeom prst="rect">
            <a:avLst/>
          </a:prstGeom>
        </p:spPr>
      </p:pic>
      <p:grpSp>
        <p:nvGrpSpPr>
          <p:cNvPr id="41" name="Group 48">
            <a:extLst>
              <a:ext uri="{FF2B5EF4-FFF2-40B4-BE49-F238E27FC236}">
                <a16:creationId xmlns:a16="http://schemas.microsoft.com/office/drawing/2014/main" id="{AD4C17F7-3F25-D967-5505-3EA4F18E9702}"/>
              </a:ext>
            </a:extLst>
          </p:cNvPr>
          <p:cNvGrpSpPr>
            <a:grpSpLocks/>
          </p:cNvGrpSpPr>
          <p:nvPr/>
        </p:nvGrpSpPr>
        <p:grpSpPr bwMode="auto">
          <a:xfrm>
            <a:off x="9960792" y="5204100"/>
            <a:ext cx="1571225" cy="974483"/>
            <a:chOff x="4923" y="3431"/>
            <a:chExt cx="863" cy="665"/>
          </a:xfrm>
        </p:grpSpPr>
        <p:sp>
          <p:nvSpPr>
            <p:cNvPr id="42" name="Text Box 52">
              <a:extLst>
                <a:ext uri="{FF2B5EF4-FFF2-40B4-BE49-F238E27FC236}">
                  <a16:creationId xmlns:a16="http://schemas.microsoft.com/office/drawing/2014/main" id="{C3168C2B-2888-1FD3-10B5-930A52478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4" y="3431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・・・ルートポート</a:t>
              </a:r>
            </a:p>
          </p:txBody>
        </p:sp>
        <p:sp>
          <p:nvSpPr>
            <p:cNvPr id="43" name="Text Box 53">
              <a:extLst>
                <a:ext uri="{FF2B5EF4-FFF2-40B4-BE49-F238E27FC236}">
                  <a16:creationId xmlns:a16="http://schemas.microsoft.com/office/drawing/2014/main" id="{65FE886C-686C-EF5A-91AB-1C1AFAAA7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676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・・・指定ポート</a:t>
              </a:r>
            </a:p>
          </p:txBody>
        </p:sp>
        <p:sp>
          <p:nvSpPr>
            <p:cNvPr id="44" name="Text Box 54">
              <a:extLst>
                <a:ext uri="{FF2B5EF4-FFF2-40B4-BE49-F238E27FC236}">
                  <a16:creationId xmlns:a16="http://schemas.microsoft.com/office/drawing/2014/main" id="{4B3FCE24-49B7-5A87-31B1-46CD6F448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923"/>
              <a:ext cx="86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kumimoji="1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defRPr kumimoji="1" sz="16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14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2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ja-JP" altLang="en-US" sz="1050" dirty="0">
                  <a:solidFill>
                    <a:srgbClr val="373A36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　　　　・・・非指定ポート</a:t>
              </a:r>
            </a:p>
          </p:txBody>
        </p:sp>
      </p:grpSp>
      <p:sp>
        <p:nvSpPr>
          <p:cNvPr id="45" name="Oval 30">
            <a:extLst>
              <a:ext uri="{FF2B5EF4-FFF2-40B4-BE49-F238E27FC236}">
                <a16:creationId xmlns:a16="http://schemas.microsoft.com/office/drawing/2014/main" id="{CFD2AA17-A657-832F-ADE2-B5834E79F0B7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915515"/>
            <a:ext cx="431949" cy="266763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7A0E3693-3B40-1361-F256-155D69BB44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549402"/>
            <a:ext cx="431949" cy="28094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47" name="Oval 30">
            <a:extLst>
              <a:ext uri="{FF2B5EF4-FFF2-40B4-BE49-F238E27FC236}">
                <a16:creationId xmlns:a16="http://schemas.microsoft.com/office/drawing/2014/main" id="{3B95642C-81DF-C838-E7FB-B269A3C95F2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90935" y="5197474"/>
            <a:ext cx="431949" cy="266763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2571331-8286-7059-771A-F2207923424E}"/>
              </a:ext>
            </a:extLst>
          </p:cNvPr>
          <p:cNvSpPr txBox="1"/>
          <p:nvPr/>
        </p:nvSpPr>
        <p:spPr>
          <a:xfrm>
            <a:off x="1287213" y="3421466"/>
            <a:ext cx="189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ルートブリッジ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  <p:sp>
        <p:nvSpPr>
          <p:cNvPr id="50" name="Oval 30">
            <a:extLst>
              <a:ext uri="{FF2B5EF4-FFF2-40B4-BE49-F238E27FC236}">
                <a16:creationId xmlns:a16="http://schemas.microsoft.com/office/drawing/2014/main" id="{3B5B2F18-6723-D3AA-62C3-C61E65FD1F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88281" y="2635197"/>
            <a:ext cx="288939" cy="252069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51" name="Oval 30">
            <a:extLst>
              <a:ext uri="{FF2B5EF4-FFF2-40B4-BE49-F238E27FC236}">
                <a16:creationId xmlns:a16="http://schemas.microsoft.com/office/drawing/2014/main" id="{3EF2EFF9-7727-0EA1-CC95-26E4E4AA62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52353" y="5206611"/>
            <a:ext cx="270712" cy="229486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52" name="Oval 30">
            <a:extLst>
              <a:ext uri="{FF2B5EF4-FFF2-40B4-BE49-F238E27FC236}">
                <a16:creationId xmlns:a16="http://schemas.microsoft.com/office/drawing/2014/main" id="{EF0CAF2E-D850-79F8-5D5F-73BFEACB665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942175" y="3489545"/>
            <a:ext cx="230193" cy="229857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6C99C30-3993-1A43-BA58-BD10CEAAB86C}"/>
              </a:ext>
            </a:extLst>
          </p:cNvPr>
          <p:cNvSpPr txBox="1"/>
          <p:nvPr/>
        </p:nvSpPr>
        <p:spPr>
          <a:xfrm>
            <a:off x="5861231" y="3554027"/>
            <a:ext cx="2699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4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B39CA09-83B8-0E3E-89A2-FA52CF7C4161}"/>
              </a:ext>
            </a:extLst>
          </p:cNvPr>
          <p:cNvSpPr txBox="1"/>
          <p:nvPr/>
        </p:nvSpPr>
        <p:spPr>
          <a:xfrm>
            <a:off x="4695187" y="2966466"/>
            <a:ext cx="2699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4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F7E54FF-54FC-7389-C055-C93A62E8F512}"/>
              </a:ext>
            </a:extLst>
          </p:cNvPr>
          <p:cNvSpPr txBox="1"/>
          <p:nvPr/>
        </p:nvSpPr>
        <p:spPr>
          <a:xfrm>
            <a:off x="6076601" y="3740841"/>
            <a:ext cx="2699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4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3BE3CB2-E9D3-B680-A053-7F79F558D1ED}"/>
              </a:ext>
            </a:extLst>
          </p:cNvPr>
          <p:cNvSpPr txBox="1"/>
          <p:nvPr/>
        </p:nvSpPr>
        <p:spPr>
          <a:xfrm>
            <a:off x="5956769" y="5237987"/>
            <a:ext cx="2699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4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390294C-A3A2-87BA-E3B7-23EAE11F2B0C}"/>
              </a:ext>
            </a:extLst>
          </p:cNvPr>
          <p:cNvSpPr txBox="1"/>
          <p:nvPr/>
        </p:nvSpPr>
        <p:spPr>
          <a:xfrm>
            <a:off x="6898183" y="2867862"/>
            <a:ext cx="3415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</a:rPr>
              <a:t>19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D826BDDE-9061-BE9F-6E6F-0A4F19EEF99B}"/>
              </a:ext>
            </a:extLst>
          </p:cNvPr>
          <p:cNvSpPr txBox="1"/>
          <p:nvPr/>
        </p:nvSpPr>
        <p:spPr>
          <a:xfrm>
            <a:off x="5993853" y="4467137"/>
            <a:ext cx="3415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</a:rPr>
              <a:t>19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A605360-4F86-C2D4-89D9-CBED6724C3B8}"/>
              </a:ext>
            </a:extLst>
          </p:cNvPr>
          <p:cNvSpPr txBox="1"/>
          <p:nvPr/>
        </p:nvSpPr>
        <p:spPr>
          <a:xfrm>
            <a:off x="3460274" y="4481936"/>
            <a:ext cx="3415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</a:rPr>
              <a:t>19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A016771A-B3D9-0630-7999-190F1AE1B06E}"/>
              </a:ext>
            </a:extLst>
          </p:cNvPr>
          <p:cNvSpPr txBox="1"/>
          <p:nvPr/>
        </p:nvSpPr>
        <p:spPr>
          <a:xfrm>
            <a:off x="8595738" y="4408702"/>
            <a:ext cx="2699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rgbClr val="FF0000"/>
                </a:solidFill>
              </a:rPr>
              <a:t>4</a:t>
            </a:r>
            <a:endParaRPr kumimoji="1" lang="ja-JP" altLang="en-US" sz="1050" dirty="0">
              <a:solidFill>
                <a:srgbClr val="FF0000"/>
              </a:solidFill>
            </a:endParaRP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0C67E759-9D6A-B895-51C7-FED1429F70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16306" y="3499213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63" name="Oval 40">
            <a:extLst>
              <a:ext uri="{FF2B5EF4-FFF2-40B4-BE49-F238E27FC236}">
                <a16:creationId xmlns:a16="http://schemas.microsoft.com/office/drawing/2014/main" id="{2C3D3634-2EAE-C4BE-A892-4673924CDA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62691" y="3285319"/>
            <a:ext cx="295749" cy="253916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66" name="Oval 40">
            <a:extLst>
              <a:ext uri="{FF2B5EF4-FFF2-40B4-BE49-F238E27FC236}">
                <a16:creationId xmlns:a16="http://schemas.microsoft.com/office/drawing/2014/main" id="{2CA880C8-2121-380D-32DE-779909DF248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89865" y="3703107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67" name="Oval 40">
            <a:extLst>
              <a:ext uri="{FF2B5EF4-FFF2-40B4-BE49-F238E27FC236}">
                <a16:creationId xmlns:a16="http://schemas.microsoft.com/office/drawing/2014/main" id="{C1E12907-D44D-5FC0-269C-BBEA982809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29861" y="3898161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68" name="Oval 40">
            <a:extLst>
              <a:ext uri="{FF2B5EF4-FFF2-40B4-BE49-F238E27FC236}">
                <a16:creationId xmlns:a16="http://schemas.microsoft.com/office/drawing/2014/main" id="{78F82CDB-A70D-B9E5-6B4E-8C1C926EB1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92912" y="3921698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1" name="Oval 30">
            <a:extLst>
              <a:ext uri="{FF2B5EF4-FFF2-40B4-BE49-F238E27FC236}">
                <a16:creationId xmlns:a16="http://schemas.microsoft.com/office/drawing/2014/main" id="{226A6EA7-74EA-9831-5D24-0A4582320F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58967" y="4895680"/>
            <a:ext cx="230193" cy="229857"/>
          </a:xfrm>
          <a:prstGeom prst="ellipse">
            <a:avLst/>
          </a:prstGeom>
          <a:solidFill>
            <a:schemeClr val="bg1">
              <a:lumMod val="40000"/>
              <a:lumOff val="60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algn="ctr" eaLnBrk="1" hangingPunct="1"/>
            <a:r>
              <a:rPr lang="en-US" altLang="ja-JP" sz="1000" dirty="0">
                <a:solidFill>
                  <a:srgbClr val="373A3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RP</a:t>
            </a:r>
          </a:p>
        </p:txBody>
      </p:sp>
      <p:sp>
        <p:nvSpPr>
          <p:cNvPr id="73" name="Oval 40">
            <a:extLst>
              <a:ext uri="{FF2B5EF4-FFF2-40B4-BE49-F238E27FC236}">
                <a16:creationId xmlns:a16="http://schemas.microsoft.com/office/drawing/2014/main" id="{DAD36B2E-51D0-9CF2-0537-D757F28AD6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893231" y="5200121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4" name="Oval 40">
            <a:extLst>
              <a:ext uri="{FF2B5EF4-FFF2-40B4-BE49-F238E27FC236}">
                <a16:creationId xmlns:a16="http://schemas.microsoft.com/office/drawing/2014/main" id="{4727B7AB-DF77-7728-8B3B-294915365F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8424378" y="3954807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5" name="Oval 40">
            <a:extLst>
              <a:ext uri="{FF2B5EF4-FFF2-40B4-BE49-F238E27FC236}">
                <a16:creationId xmlns:a16="http://schemas.microsoft.com/office/drawing/2014/main" id="{81A26DAD-B91F-0278-8E33-6CC55FFC4C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945357" y="3904572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C9AC9395-9A18-8001-24DF-1D049FCC2D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66169" y="592792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E5ED82C8-A1BD-609E-83D0-879D0863FDB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73983" y="2669455"/>
            <a:ext cx="285559" cy="226107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DP</a:t>
            </a:r>
          </a:p>
        </p:txBody>
      </p:sp>
      <p:sp>
        <p:nvSpPr>
          <p:cNvPr id="78" name="Oval 30">
            <a:extLst>
              <a:ext uri="{FF2B5EF4-FFF2-40B4-BE49-F238E27FC236}">
                <a16:creationId xmlns:a16="http://schemas.microsoft.com/office/drawing/2014/main" id="{758F0522-A905-7258-8422-1A2CAAF4BF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73045" y="4913434"/>
            <a:ext cx="279549" cy="284406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79" name="Oval 30">
            <a:extLst>
              <a:ext uri="{FF2B5EF4-FFF2-40B4-BE49-F238E27FC236}">
                <a16:creationId xmlns:a16="http://schemas.microsoft.com/office/drawing/2014/main" id="{C8AB4E62-EF41-6692-480E-58D39FD719FD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3517295" y="4877726"/>
            <a:ext cx="268596" cy="287337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80" name="Oval 30">
            <a:extLst>
              <a:ext uri="{FF2B5EF4-FFF2-40B4-BE49-F238E27FC236}">
                <a16:creationId xmlns:a16="http://schemas.microsoft.com/office/drawing/2014/main" id="{7A16731A-02B7-1C81-C9D9-DCD645CB607E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8165783" y="3227232"/>
            <a:ext cx="268596" cy="287337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81" name="Oval 30">
            <a:extLst>
              <a:ext uri="{FF2B5EF4-FFF2-40B4-BE49-F238E27FC236}">
                <a16:creationId xmlns:a16="http://schemas.microsoft.com/office/drawing/2014/main" id="{0177E4B7-5CEB-F034-CBB1-F828DB3561DF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7785081" y="3684916"/>
            <a:ext cx="268596" cy="287337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  <p:sp>
        <p:nvSpPr>
          <p:cNvPr id="82" name="Oval 30">
            <a:extLst>
              <a:ext uri="{FF2B5EF4-FFF2-40B4-BE49-F238E27FC236}">
                <a16:creationId xmlns:a16="http://schemas.microsoft.com/office/drawing/2014/main" id="{29CDA39B-1E2F-16C8-30D6-5906E88578D6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7648892" y="4895030"/>
            <a:ext cx="268596" cy="287337"/>
          </a:xfrm>
          <a:prstGeom prst="ellipse">
            <a:avLst/>
          </a:prstGeom>
          <a:solidFill>
            <a:srgbClr val="FFB81C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373A36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NDP</a:t>
            </a:r>
          </a:p>
        </p:txBody>
      </p:sp>
    </p:spTree>
    <p:extLst>
      <p:ext uri="{BB962C8B-B14F-4D97-AF65-F5344CB8AC3E}">
        <p14:creationId xmlns:p14="http://schemas.microsoft.com/office/powerpoint/2010/main" val="1629842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527</Words>
  <Application>Microsoft Office PowerPoint</Application>
  <PresentationFormat>ワイド画面</PresentationFormat>
  <Paragraphs>219</Paragraphs>
  <Slides>7</Slides>
  <Notes>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Roboto</vt:lpstr>
      <vt:lpstr>Wingdings</vt:lpstr>
      <vt:lpstr>Office テーマ</vt:lpstr>
      <vt:lpstr>think-cell Slide</vt:lpstr>
      <vt:lpstr>2.課題</vt:lpstr>
      <vt:lpstr>2.課題①</vt:lpstr>
      <vt:lpstr>2.課題②</vt:lpstr>
      <vt:lpstr>2.課題③</vt:lpstr>
      <vt:lpstr>2.課題④</vt:lpstr>
      <vt:lpstr>2.課題⑤</vt:lpstr>
      <vt:lpstr>2.課題⑥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Shota Kato</dc:creator>
  <cp:lastModifiedBy>侑莉子 橋本</cp:lastModifiedBy>
  <cp:revision>2</cp:revision>
  <dcterms:created xsi:type="dcterms:W3CDTF">2025-12-03T04:59:30Z</dcterms:created>
  <dcterms:modified xsi:type="dcterms:W3CDTF">2025-12-08T06:56:03Z</dcterms:modified>
</cp:coreProperties>
</file>