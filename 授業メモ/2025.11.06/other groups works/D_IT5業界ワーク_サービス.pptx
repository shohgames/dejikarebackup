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ags/tag2.xml" ContentType="application/vnd.openxmlformats-officedocument.presentationml.tags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223" r:id="rId4"/>
    <p:sldMasterId id="2147484176" r:id="rId5"/>
    <p:sldMasterId id="2147484226" r:id="rId6"/>
  </p:sldMasterIdLst>
  <p:notesMasterIdLst>
    <p:notesMasterId r:id="rId12"/>
  </p:notesMasterIdLst>
  <p:handoutMasterIdLst>
    <p:handoutMasterId r:id="rId13"/>
  </p:handoutMasterIdLst>
  <p:sldIdLst>
    <p:sldId id="553" r:id="rId7"/>
    <p:sldId id="552" r:id="rId8"/>
    <p:sldId id="551" r:id="rId9"/>
    <p:sldId id="550" r:id="rId10"/>
    <p:sldId id="549" r:id="rId11"/>
  </p:sldIdLst>
  <p:sldSz cx="12192000" cy="6858000"/>
  <p:notesSz cx="6858000" cy="9144000"/>
  <p:custDataLst>
    <p:tags r:id="rId1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99FC9324-40F3-4974-8CB5-B0CDD54BBED7}">
          <p14:sldIdLst>
            <p14:sldId id="553"/>
            <p14:sldId id="552"/>
            <p14:sldId id="551"/>
            <p14:sldId id="550"/>
            <p14:sldId id="549"/>
          </p14:sldIdLst>
        </p14:section>
        <p14:section name="ガイドライン" id="{6C4DA389-205C-4A20-A734-B43E215A37B9}">
          <p14:sldIdLst/>
        </p14:section>
        <p14:section name="アイコン" id="{3512E15A-98C4-4870-8E0E-9E1329385286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C52B96C-0DAC-3E29-CC9A-C6115C346AA5}" name="Shuzo Suzuki" initials="SS" userId="S::shuzo.suzuki@vsn.co.jp::a01e4290-ab76-4be6-85dc-b2da6cd26b03" providerId="AD"/>
  <p188:author id="{A27B8BCF-3228-123B-5497-6B7D7C52C9A3}" name="Tatsuya Ishikawa" initials="TI" userId="S::i-tatsuya@vsn.co.jp::5d85e416-bddd-4fba-8c30-27f30eb3cdb0" providerId="AD"/>
  <p188:author id="{B746C2D8-85D2-4BC0-7569-17B3C09B3DC5}" name="Naho Shibuya" initials="NS" userId="S::2277004@vsn.co.jp::a5e42963-fd65-408f-afe5-a4c778e930f8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isa Frommhold" initials="LF" lastIdx="2" clrIdx="0">
    <p:extLst>
      <p:ext uri="{19B8F6BF-5375-455C-9EA6-DF929625EA0E}">
        <p15:presenceInfo xmlns:p15="http://schemas.microsoft.com/office/powerpoint/2012/main" userId="S-1-5-21-1459177929-1950652741-465516277-65523" providerId="AD"/>
      </p:ext>
    </p:extLst>
  </p:cmAuthor>
  <p:cmAuthor id="2" name="Autor" initials="A" lastIdx="5" clrIdx="1"/>
  <p:cmAuthor id="3" name="Julia Berg" initials="JB" lastIdx="1" clrIdx="2">
    <p:extLst>
      <p:ext uri="{19B8F6BF-5375-455C-9EA6-DF929625EA0E}">
        <p15:presenceInfo xmlns:p15="http://schemas.microsoft.com/office/powerpoint/2012/main" userId="S::julia.berg@de.adecco.net::ac5dd9bb-5be4-4131-b9b9-02e895e64333" providerId="AD"/>
      </p:ext>
    </p:extLst>
  </p:cmAuthor>
  <p:cmAuthor id="4" name="Tatsuya Ishikawa" initials="TI" lastIdx="18" clrIdx="3">
    <p:extLst>
      <p:ext uri="{19B8F6BF-5375-455C-9EA6-DF929625EA0E}">
        <p15:presenceInfo xmlns:p15="http://schemas.microsoft.com/office/powerpoint/2012/main" userId="S::i-tatsuya@vsn.co.jp::5d85e416-bddd-4fba-8c30-27f30eb3cdb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73936"/>
    <a:srgbClr val="FFB81C"/>
    <a:srgbClr val="00B5E1"/>
    <a:srgbClr val="FFD243"/>
    <a:srgbClr val="FFF9ED"/>
    <a:srgbClr val="2AD2C9"/>
    <a:srgbClr val="FDB735"/>
    <a:srgbClr val="000000"/>
    <a:srgbClr val="FFFFFF"/>
    <a:srgbClr val="5959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032A4A-F55E-4480-8C0E-9EF507E98E73}" v="8" dt="2022-06-15T06:48:46.070"/>
    <p1510:client id="{22C4C6E7-B21E-AEFE-F33A-8E0BBA310AF4}" v="33" dt="2022-06-15T07:30:04.761"/>
    <p1510:client id="{44B3D058-12DB-4A66-A099-DDF1E1DE1D6D}" v="576" dt="2022-06-15T02:59:01.537"/>
    <p1510:client id="{453763B0-3F59-4E95-883F-6B6EF7C04235}" v="125" dt="2022-06-15T02:58:44.194"/>
    <p1510:client id="{5143C82E-CA9B-40D4-BC8C-AEA5B86230BD}" v="225" dt="2022-06-15T07:12:11.023"/>
    <p1510:client id="{57B91D12-BD20-49E6-B55E-4BFB71320375}" v="485" dt="2022-06-15T02:57:01.115"/>
    <p1510:client id="{62988E89-95DD-440C-BBDD-AFA96CF15A69}" v="21" dt="2022-06-15T02:33:21.130"/>
    <p1510:client id="{6373133B-E814-488D-A177-C8463E6B914B}" v="65" dt="2022-06-15T05:29:33.048"/>
    <p1510:client id="{673DA4A2-4C64-7E51-146F-EE08C1DBD11C}" v="665" dt="2022-06-15T04:22:34.365"/>
    <p1510:client id="{6B0BDC4A-1F9E-4C0F-8752-FE0B2E0AF07D}" v="11" dt="2022-06-15T02:03:29.856"/>
    <p1510:client id="{7195B6F9-E9BD-4E90-A4B7-020CF963644B}" v="420" dt="2022-06-15T04:41:11.090"/>
    <p1510:client id="{825A19A7-9E75-4F95-87AF-50EB31997180}" v="103" dt="2022-06-15T07:27:10.572"/>
    <p1510:client id="{87EC6E46-6D8F-4E0E-8632-6043C8782D5C}" v="68" dt="2022-06-15T06:59:21.231"/>
    <p1510:client id="{924CBBBA-2800-461A-9344-741E7AB70CD7}" v="149" dt="2022-06-15T06:08:06.955"/>
    <p1510:client id="{C1E6B8AB-DEFA-4649-A575-FA53E1A00D26}" v="15" dt="2022-06-15T07:29:32.572"/>
    <p1510:client id="{E3F37265-631F-467A-8C93-395E555DFC1A}" v="378" dt="2022-06-15T07:22:39.510"/>
    <p1510:client id="{EDF03E04-5CBA-7E1D-E4B5-7A5A0ABC6732}" v="11" dt="2022-06-15T04:36:24.434"/>
    <p1510:client id="{EF42A20D-1F70-CF57-8AC3-13BCE5ED8A57}" v="2261" dt="2022-06-15T07:28:15.96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8FB837D-C827-4EFA-A057-4D05807E0F7C}" styleName="テーマ スタイル 1 - アクセント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F2DE63D5-997A-4646-A377-4702673A728D}" styleName="淡色スタイル 2 - アクセント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淡色スタイル 2 - アクセント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8D230F3-CF80-4859-8CE7-A43EE81993B5}" styleName="淡色スタイル 1 - アクセント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テーマ スタイル 2 - アクセント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テーマ スタイル 2 - アクセント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スタイル (淡色)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スタイル (淡色)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スタイル (淡色)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handoutMaster" Target="handoutMasters/handoutMaster1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1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2.xml"/><Relationship Id="rId15" Type="http://schemas.openxmlformats.org/officeDocument/2006/relationships/commentAuthors" Target="commentAuthors.xml"/><Relationship Id="rId10" Type="http://schemas.openxmlformats.org/officeDocument/2006/relationships/slide" Target="slides/slide4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DCBFAA-E1C1-4F90-8A83-200CEF8A5116}" type="datetimeFigureOut">
              <a:rPr lang="en-GB" smtClean="0"/>
              <a:t>06/11/2025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1CC3CF-F362-4B9D-8435-DB9F5FD687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0087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6C6976-B283-4631-8B67-929B21821DD4}" type="datetimeFigureOut">
              <a:rPr lang="en-GB" smtClean="0"/>
              <a:t>06/11/2025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165E48-48E7-4B1B-A1D1-451C9E2032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8643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165E48-48E7-4B1B-A1D1-451C9E20324D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72653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165E48-48E7-4B1B-A1D1-451C9E20324D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19291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165E48-48E7-4B1B-A1D1-451C9E20324D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19420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165E48-48E7-4B1B-A1D1-451C9E20324D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44570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>
              <a:ea typeface="ＭＳ Ｐゴシック"/>
              <a:cs typeface="Calibri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165E48-48E7-4B1B-A1D1-451C9E20324D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66933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7.emf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Relationship Id="rId4" Type="http://schemas.openxmlformats.org/officeDocument/2006/relationships/image" Target="../media/image17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4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7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7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6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7.emf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7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7.emf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8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7.emf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9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7.emf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0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7.emf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1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7.emf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2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7.emf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40CCC7-2412-4914-9456-BACBA548D5D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Rounded Rectangle 111">
            <a:extLst>
              <a:ext uri="{FF2B5EF4-FFF2-40B4-BE49-F238E27FC236}">
                <a16:creationId xmlns:a16="http://schemas.microsoft.com/office/drawing/2014/main" id="{52A86AB7-59A4-4A39-A1F5-A0964B8C9C82}"/>
              </a:ext>
            </a:extLst>
          </p:cNvPr>
          <p:cNvSpPr/>
          <p:nvPr userDrawn="1"/>
        </p:nvSpPr>
        <p:spPr>
          <a:xfrm>
            <a:off x="3274612" y="1851630"/>
            <a:ext cx="5642776" cy="3498583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 algn="ctr">
              <a:lnSpc>
                <a:spcPct val="130000"/>
              </a:lnSpc>
            </a:pPr>
            <a:endParaRPr lang="en-US" sz="1400" b="1">
              <a:solidFill>
                <a:srgbClr val="FFB81C"/>
              </a:solidFill>
              <a:latin typeface="Reso" panose="02000000000000000000" pitchFamily="2" charset="0"/>
              <a:ea typeface="Roboto" panose="02000000000000000000" pitchFamily="2" charset="0"/>
            </a:endParaRPr>
          </a:p>
          <a:p>
            <a:pPr algn="ctr">
              <a:lnSpc>
                <a:spcPct val="130000"/>
              </a:lnSpc>
            </a:pPr>
            <a:endParaRPr lang="en-US" sz="1400" b="1">
              <a:solidFill>
                <a:srgbClr val="FFB81C"/>
              </a:solidFill>
              <a:latin typeface="Reso" panose="02000000000000000000" pitchFamily="2" charset="0"/>
              <a:ea typeface="Roboto" panose="02000000000000000000" pitchFamily="2" charset="0"/>
            </a:endParaRPr>
          </a:p>
          <a:p>
            <a:pPr algn="ctr">
              <a:lnSpc>
                <a:spcPct val="130000"/>
              </a:lnSpc>
            </a:pPr>
            <a:endParaRPr lang="en-US" sz="1000">
              <a:solidFill>
                <a:schemeClr val="tx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algn="ctr">
              <a:lnSpc>
                <a:spcPct val="130000"/>
              </a:lnSpc>
            </a:pPr>
            <a:endParaRPr lang="en-US" sz="1000">
              <a:solidFill>
                <a:schemeClr val="tx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algn="ctr"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21" name="Straight Connector 18">
            <a:extLst>
              <a:ext uri="{FF2B5EF4-FFF2-40B4-BE49-F238E27FC236}">
                <a16:creationId xmlns:a16="http://schemas.microsoft.com/office/drawing/2014/main" id="{400A75A5-AD94-45E7-BE35-9C732F486B7F}"/>
              </a:ext>
            </a:extLst>
          </p:cNvPr>
          <p:cNvCxnSpPr>
            <a:cxnSpLocks/>
          </p:cNvCxnSpPr>
          <p:nvPr userDrawn="1"/>
        </p:nvCxnSpPr>
        <p:spPr>
          <a:xfrm>
            <a:off x="5414838" y="2998689"/>
            <a:ext cx="1391479" cy="0"/>
          </a:xfrm>
          <a:prstGeom prst="line">
            <a:avLst/>
          </a:prstGeom>
          <a:ln w="12700">
            <a:solidFill>
              <a:srgbClr val="FFB81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Grafik 9">
            <a:extLst>
              <a:ext uri="{FF2B5EF4-FFF2-40B4-BE49-F238E27FC236}">
                <a16:creationId xmlns:a16="http://schemas.microsoft.com/office/drawing/2014/main" id="{F34EB1EA-683D-4033-80C3-EEE201E6E74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00260" y="2387633"/>
            <a:ext cx="1391479" cy="603106"/>
          </a:xfrm>
          <a:prstGeom prst="rect">
            <a:avLst/>
          </a:prstGeom>
        </p:spPr>
      </p:pic>
      <p:sp>
        <p:nvSpPr>
          <p:cNvPr id="13" name="Title 12">
            <a:extLst>
              <a:ext uri="{FF2B5EF4-FFF2-40B4-BE49-F238E27FC236}">
                <a16:creationId xmlns:a16="http://schemas.microsoft.com/office/drawing/2014/main" id="{206AB8F3-C3C5-48A9-932D-7D82991B34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81362" y="3184526"/>
            <a:ext cx="5624513" cy="515938"/>
          </a:xfrm>
          <a:prstGeom prst="rect">
            <a:avLst/>
          </a:prstGeom>
        </p:spPr>
        <p:txBody>
          <a:bodyPr/>
          <a:lstStyle>
            <a:lvl1pPr algn="ctr">
              <a:defRPr sz="3600">
                <a:solidFill>
                  <a:schemeClr val="bg1"/>
                </a:solidFill>
                <a:latin typeface="Reso" panose="02000000000000000000" pitchFamily="50" charset="0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5DEAE3D2-FCE6-4FD6-9615-1CEC708C5B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81363" y="3700463"/>
            <a:ext cx="5624512" cy="56673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DB85C55A-66E1-4F4E-9EDB-1711C9EE0EE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81363" y="5010150"/>
            <a:ext cx="5624512" cy="3143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16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16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16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16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Date / Year</a:t>
            </a:r>
          </a:p>
        </p:txBody>
      </p:sp>
    </p:spTree>
    <p:extLst>
      <p:ext uri="{BB962C8B-B14F-4D97-AF65-F5344CB8AC3E}">
        <p14:creationId xmlns:p14="http://schemas.microsoft.com/office/powerpoint/2010/main" val="36955167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eparato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A8B28403-D073-4FD4-886B-8AC0094969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64A2DA4-6680-4AA4-9AF4-6FBBFCFA548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69641" y="0"/>
            <a:ext cx="2922359" cy="2750148"/>
          </a:xfrm>
          <a:prstGeom prst="rect">
            <a:avLst/>
          </a:prstGeom>
        </p:spPr>
      </p:pic>
      <p:grpSp>
        <p:nvGrpSpPr>
          <p:cNvPr id="4" name="Logo-Pos">
            <a:extLst>
              <a:ext uri="{FF2B5EF4-FFF2-40B4-BE49-F238E27FC236}">
                <a16:creationId xmlns:a16="http://schemas.microsoft.com/office/drawing/2014/main" id="{9F33E1D7-0E14-419C-B5A3-092F4426A78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909377" y="391028"/>
            <a:ext cx="940664" cy="308120"/>
            <a:chOff x="9674225" y="357188"/>
            <a:chExt cx="1831975" cy="600076"/>
          </a:xfrm>
          <a:solidFill>
            <a:sysClr val="window" lastClr="FFFFFF"/>
          </a:solidFill>
        </p:grpSpPr>
        <p:sp>
          <p:nvSpPr>
            <p:cNvPr id="5" name="Freeform 29">
              <a:extLst>
                <a:ext uri="{FF2B5EF4-FFF2-40B4-BE49-F238E27FC236}">
                  <a16:creationId xmlns:a16="http://schemas.microsoft.com/office/drawing/2014/main" id="{0304C40E-6521-4F0A-8DD0-E509CE9709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74225" y="361950"/>
              <a:ext cx="1831975" cy="595314"/>
            </a:xfrm>
            <a:custGeom>
              <a:avLst/>
              <a:gdLst>
                <a:gd name="T0" fmla="*/ 921 w 21021"/>
                <a:gd name="T1" fmla="*/ 3324 h 6831"/>
                <a:gd name="T2" fmla="*/ 711 w 21021"/>
                <a:gd name="T3" fmla="*/ 6744 h 6831"/>
                <a:gd name="T4" fmla="*/ 0 w 21021"/>
                <a:gd name="T5" fmla="*/ 6533 h 6831"/>
                <a:gd name="T6" fmla="*/ 1604 w 21021"/>
                <a:gd name="T7" fmla="*/ 1855 h 6831"/>
                <a:gd name="T8" fmla="*/ 3957 w 21021"/>
                <a:gd name="T9" fmla="*/ 1855 h 6831"/>
                <a:gd name="T10" fmla="*/ 5562 w 21021"/>
                <a:gd name="T11" fmla="*/ 6533 h 6831"/>
                <a:gd name="T12" fmla="*/ 4851 w 21021"/>
                <a:gd name="T13" fmla="*/ 6744 h 6831"/>
                <a:gd name="T14" fmla="*/ 4639 w 21021"/>
                <a:gd name="T15" fmla="*/ 3314 h 6831"/>
                <a:gd name="T16" fmla="*/ 3247 w 21021"/>
                <a:gd name="T17" fmla="*/ 3314 h 6831"/>
                <a:gd name="T18" fmla="*/ 3035 w 21021"/>
                <a:gd name="T19" fmla="*/ 6744 h 6831"/>
                <a:gd name="T20" fmla="*/ 2323 w 21021"/>
                <a:gd name="T21" fmla="*/ 6533 h 6831"/>
                <a:gd name="T22" fmla="*/ 1623 w 21021"/>
                <a:gd name="T23" fmla="*/ 2709 h 6831"/>
                <a:gd name="T24" fmla="*/ 10117 w 21021"/>
                <a:gd name="T25" fmla="*/ 5457 h 6831"/>
                <a:gd name="T26" fmla="*/ 6753 w 21021"/>
                <a:gd name="T27" fmla="*/ 5457 h 6831"/>
                <a:gd name="T28" fmla="*/ 8435 w 21021"/>
                <a:gd name="T29" fmla="*/ 1855 h 6831"/>
                <a:gd name="T30" fmla="*/ 9194 w 21021"/>
                <a:gd name="T31" fmla="*/ 3362 h 6831"/>
                <a:gd name="T32" fmla="*/ 7676 w 21021"/>
                <a:gd name="T33" fmla="*/ 3362 h 6831"/>
                <a:gd name="T34" fmla="*/ 8435 w 21021"/>
                <a:gd name="T35" fmla="*/ 5976 h 6831"/>
                <a:gd name="T36" fmla="*/ 9194 w 21021"/>
                <a:gd name="T37" fmla="*/ 3362 h 6831"/>
                <a:gd name="T38" fmla="*/ 13902 w 21021"/>
                <a:gd name="T39" fmla="*/ 0 h 6831"/>
                <a:gd name="T40" fmla="*/ 14613 w 21021"/>
                <a:gd name="T41" fmla="*/ 211 h 6831"/>
                <a:gd name="T42" fmla="*/ 12941 w 21021"/>
                <a:gd name="T43" fmla="*/ 6831 h 6831"/>
                <a:gd name="T44" fmla="*/ 11259 w 21021"/>
                <a:gd name="T45" fmla="*/ 3218 h 6831"/>
                <a:gd name="T46" fmla="*/ 13691 w 21021"/>
                <a:gd name="T47" fmla="*/ 2276 h 6831"/>
                <a:gd name="T48" fmla="*/ 12183 w 21021"/>
                <a:gd name="T49" fmla="*/ 5341 h 6831"/>
                <a:gd name="T50" fmla="*/ 13691 w 21021"/>
                <a:gd name="T51" fmla="*/ 5341 h 6831"/>
                <a:gd name="T52" fmla="*/ 12932 w 21021"/>
                <a:gd name="T53" fmla="*/ 2709 h 6831"/>
                <a:gd name="T54" fmla="*/ 12183 w 21021"/>
                <a:gd name="T55" fmla="*/ 5341 h 6831"/>
                <a:gd name="T56" fmla="*/ 16622 w 21021"/>
                <a:gd name="T57" fmla="*/ 1940 h 6831"/>
                <a:gd name="T58" fmla="*/ 15910 w 21021"/>
                <a:gd name="T59" fmla="*/ 2152 h 6831"/>
                <a:gd name="T60" fmla="*/ 16122 w 21021"/>
                <a:gd name="T61" fmla="*/ 6744 h 6831"/>
                <a:gd name="T62" fmla="*/ 16832 w 21021"/>
                <a:gd name="T63" fmla="*/ 6533 h 6831"/>
                <a:gd name="T64" fmla="*/ 18841 w 21021"/>
                <a:gd name="T65" fmla="*/ 3257 h 6831"/>
                <a:gd name="T66" fmla="*/ 19226 w 21021"/>
                <a:gd name="T67" fmla="*/ 3785 h 6831"/>
                <a:gd name="T68" fmla="*/ 21021 w 21021"/>
                <a:gd name="T69" fmla="*/ 5102 h 6831"/>
                <a:gd name="T70" fmla="*/ 19436 w 21021"/>
                <a:gd name="T71" fmla="*/ 6831 h 6831"/>
                <a:gd name="T72" fmla="*/ 17985 w 21021"/>
                <a:gd name="T73" fmla="*/ 6043 h 6831"/>
                <a:gd name="T74" fmla="*/ 18475 w 21021"/>
                <a:gd name="T75" fmla="*/ 5620 h 6831"/>
                <a:gd name="T76" fmla="*/ 20128 w 21021"/>
                <a:gd name="T77" fmla="*/ 5457 h 6831"/>
                <a:gd name="T78" fmla="*/ 19687 w 21021"/>
                <a:gd name="T79" fmla="*/ 4823 h 6831"/>
                <a:gd name="T80" fmla="*/ 17938 w 21021"/>
                <a:gd name="T81" fmla="*/ 3554 h 6831"/>
                <a:gd name="T82" fmla="*/ 19523 w 21021"/>
                <a:gd name="T83" fmla="*/ 1855 h 6831"/>
                <a:gd name="T84" fmla="*/ 20916 w 21021"/>
                <a:gd name="T85" fmla="*/ 2584 h 6831"/>
                <a:gd name="T86" fmla="*/ 20445 w 21021"/>
                <a:gd name="T87" fmla="*/ 3016 h 6831"/>
                <a:gd name="T88" fmla="*/ 18841 w 21021"/>
                <a:gd name="T89" fmla="*/ 3257 h 6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1021" h="6831">
                  <a:moveTo>
                    <a:pt x="1623" y="2709"/>
                  </a:moveTo>
                  <a:cubicBezTo>
                    <a:pt x="1393" y="2709"/>
                    <a:pt x="921" y="3046"/>
                    <a:pt x="921" y="3324"/>
                  </a:cubicBezTo>
                  <a:cubicBezTo>
                    <a:pt x="921" y="6533"/>
                    <a:pt x="921" y="6533"/>
                    <a:pt x="921" y="6533"/>
                  </a:cubicBezTo>
                  <a:cubicBezTo>
                    <a:pt x="921" y="6658"/>
                    <a:pt x="835" y="6744"/>
                    <a:pt x="711" y="6744"/>
                  </a:cubicBezTo>
                  <a:cubicBezTo>
                    <a:pt x="210" y="6744"/>
                    <a:pt x="210" y="6744"/>
                    <a:pt x="210" y="6744"/>
                  </a:cubicBezTo>
                  <a:cubicBezTo>
                    <a:pt x="85" y="6744"/>
                    <a:pt x="0" y="6658"/>
                    <a:pt x="0" y="6533"/>
                  </a:cubicBezTo>
                  <a:cubicBezTo>
                    <a:pt x="0" y="3170"/>
                    <a:pt x="0" y="3170"/>
                    <a:pt x="0" y="3170"/>
                  </a:cubicBezTo>
                  <a:cubicBezTo>
                    <a:pt x="0" y="2575"/>
                    <a:pt x="1055" y="1855"/>
                    <a:pt x="1604" y="1855"/>
                  </a:cubicBezTo>
                  <a:cubicBezTo>
                    <a:pt x="1988" y="1855"/>
                    <a:pt x="2506" y="2200"/>
                    <a:pt x="2785" y="2517"/>
                  </a:cubicBezTo>
                  <a:cubicBezTo>
                    <a:pt x="3065" y="2190"/>
                    <a:pt x="3602" y="1855"/>
                    <a:pt x="3957" y="1855"/>
                  </a:cubicBezTo>
                  <a:cubicBezTo>
                    <a:pt x="4506" y="1855"/>
                    <a:pt x="5562" y="2575"/>
                    <a:pt x="5562" y="3170"/>
                  </a:cubicBezTo>
                  <a:cubicBezTo>
                    <a:pt x="5562" y="6533"/>
                    <a:pt x="5562" y="6533"/>
                    <a:pt x="5562" y="6533"/>
                  </a:cubicBezTo>
                  <a:cubicBezTo>
                    <a:pt x="5562" y="6658"/>
                    <a:pt x="5476" y="6744"/>
                    <a:pt x="5350" y="6744"/>
                  </a:cubicBezTo>
                  <a:cubicBezTo>
                    <a:pt x="4851" y="6744"/>
                    <a:pt x="4851" y="6744"/>
                    <a:pt x="4851" y="6744"/>
                  </a:cubicBezTo>
                  <a:cubicBezTo>
                    <a:pt x="4726" y="6744"/>
                    <a:pt x="4639" y="6658"/>
                    <a:pt x="4639" y="6533"/>
                  </a:cubicBezTo>
                  <a:cubicBezTo>
                    <a:pt x="4639" y="3314"/>
                    <a:pt x="4639" y="3314"/>
                    <a:pt x="4639" y="3314"/>
                  </a:cubicBezTo>
                  <a:cubicBezTo>
                    <a:pt x="4639" y="3046"/>
                    <a:pt x="4169" y="2709"/>
                    <a:pt x="3938" y="2709"/>
                  </a:cubicBezTo>
                  <a:cubicBezTo>
                    <a:pt x="3727" y="2709"/>
                    <a:pt x="3247" y="3046"/>
                    <a:pt x="3247" y="3314"/>
                  </a:cubicBezTo>
                  <a:cubicBezTo>
                    <a:pt x="3247" y="6533"/>
                    <a:pt x="3247" y="6533"/>
                    <a:pt x="3247" y="6533"/>
                  </a:cubicBezTo>
                  <a:cubicBezTo>
                    <a:pt x="3247" y="6658"/>
                    <a:pt x="3150" y="6744"/>
                    <a:pt x="3035" y="6744"/>
                  </a:cubicBezTo>
                  <a:cubicBezTo>
                    <a:pt x="2536" y="6744"/>
                    <a:pt x="2536" y="6744"/>
                    <a:pt x="2536" y="6744"/>
                  </a:cubicBezTo>
                  <a:cubicBezTo>
                    <a:pt x="2401" y="6744"/>
                    <a:pt x="2323" y="6658"/>
                    <a:pt x="2323" y="6533"/>
                  </a:cubicBezTo>
                  <a:cubicBezTo>
                    <a:pt x="2323" y="3324"/>
                    <a:pt x="2323" y="3324"/>
                    <a:pt x="2323" y="3324"/>
                  </a:cubicBezTo>
                  <a:cubicBezTo>
                    <a:pt x="2323" y="3055"/>
                    <a:pt x="1834" y="2709"/>
                    <a:pt x="1623" y="2709"/>
                  </a:cubicBezTo>
                  <a:moveTo>
                    <a:pt x="10117" y="3228"/>
                  </a:moveTo>
                  <a:cubicBezTo>
                    <a:pt x="10117" y="5457"/>
                    <a:pt x="10117" y="5457"/>
                    <a:pt x="10117" y="5457"/>
                  </a:cubicBezTo>
                  <a:cubicBezTo>
                    <a:pt x="10117" y="6081"/>
                    <a:pt x="8992" y="6831"/>
                    <a:pt x="8435" y="6831"/>
                  </a:cubicBezTo>
                  <a:cubicBezTo>
                    <a:pt x="7878" y="6831"/>
                    <a:pt x="6753" y="6081"/>
                    <a:pt x="6753" y="5457"/>
                  </a:cubicBezTo>
                  <a:cubicBezTo>
                    <a:pt x="6753" y="3228"/>
                    <a:pt x="6753" y="3228"/>
                    <a:pt x="6753" y="3228"/>
                  </a:cubicBezTo>
                  <a:cubicBezTo>
                    <a:pt x="6753" y="2594"/>
                    <a:pt x="7878" y="1855"/>
                    <a:pt x="8435" y="1855"/>
                  </a:cubicBezTo>
                  <a:cubicBezTo>
                    <a:pt x="8992" y="1855"/>
                    <a:pt x="10117" y="2584"/>
                    <a:pt x="10117" y="3228"/>
                  </a:cubicBezTo>
                  <a:moveTo>
                    <a:pt x="9194" y="3362"/>
                  </a:moveTo>
                  <a:cubicBezTo>
                    <a:pt x="9194" y="3064"/>
                    <a:pt x="8684" y="2709"/>
                    <a:pt x="8435" y="2709"/>
                  </a:cubicBezTo>
                  <a:cubicBezTo>
                    <a:pt x="8175" y="2709"/>
                    <a:pt x="7676" y="3064"/>
                    <a:pt x="7676" y="3362"/>
                  </a:cubicBezTo>
                  <a:cubicBezTo>
                    <a:pt x="7676" y="5322"/>
                    <a:pt x="7676" y="5322"/>
                    <a:pt x="7676" y="5322"/>
                  </a:cubicBezTo>
                  <a:cubicBezTo>
                    <a:pt x="7676" y="5620"/>
                    <a:pt x="8166" y="5976"/>
                    <a:pt x="8435" y="5976"/>
                  </a:cubicBezTo>
                  <a:cubicBezTo>
                    <a:pt x="8694" y="5976"/>
                    <a:pt x="9194" y="5620"/>
                    <a:pt x="9194" y="5322"/>
                  </a:cubicBezTo>
                  <a:lnTo>
                    <a:pt x="9194" y="3362"/>
                  </a:lnTo>
                  <a:close/>
                  <a:moveTo>
                    <a:pt x="13691" y="211"/>
                  </a:moveTo>
                  <a:cubicBezTo>
                    <a:pt x="13691" y="87"/>
                    <a:pt x="13787" y="0"/>
                    <a:pt x="13902" y="0"/>
                  </a:cubicBezTo>
                  <a:cubicBezTo>
                    <a:pt x="14402" y="0"/>
                    <a:pt x="14402" y="0"/>
                    <a:pt x="14402" y="0"/>
                  </a:cubicBezTo>
                  <a:cubicBezTo>
                    <a:pt x="14526" y="0"/>
                    <a:pt x="14613" y="87"/>
                    <a:pt x="14613" y="211"/>
                  </a:cubicBezTo>
                  <a:cubicBezTo>
                    <a:pt x="14613" y="5466"/>
                    <a:pt x="14613" y="5466"/>
                    <a:pt x="14613" y="5466"/>
                  </a:cubicBezTo>
                  <a:cubicBezTo>
                    <a:pt x="14613" y="6081"/>
                    <a:pt x="13518" y="6831"/>
                    <a:pt x="12941" y="6831"/>
                  </a:cubicBezTo>
                  <a:cubicBezTo>
                    <a:pt x="12374" y="6831"/>
                    <a:pt x="11259" y="6081"/>
                    <a:pt x="11259" y="5457"/>
                  </a:cubicBezTo>
                  <a:cubicBezTo>
                    <a:pt x="11259" y="3218"/>
                    <a:pt x="11259" y="3218"/>
                    <a:pt x="11259" y="3218"/>
                  </a:cubicBezTo>
                  <a:cubicBezTo>
                    <a:pt x="11259" y="2575"/>
                    <a:pt x="12327" y="1855"/>
                    <a:pt x="12826" y="1855"/>
                  </a:cubicBezTo>
                  <a:cubicBezTo>
                    <a:pt x="13105" y="1855"/>
                    <a:pt x="13488" y="2065"/>
                    <a:pt x="13691" y="2276"/>
                  </a:cubicBezTo>
                  <a:lnTo>
                    <a:pt x="13691" y="211"/>
                  </a:lnTo>
                  <a:close/>
                  <a:moveTo>
                    <a:pt x="12183" y="5341"/>
                  </a:moveTo>
                  <a:cubicBezTo>
                    <a:pt x="12183" y="5610"/>
                    <a:pt x="12673" y="5976"/>
                    <a:pt x="12941" y="5976"/>
                  </a:cubicBezTo>
                  <a:cubicBezTo>
                    <a:pt x="13220" y="5976"/>
                    <a:pt x="13691" y="5601"/>
                    <a:pt x="13691" y="5341"/>
                  </a:cubicBezTo>
                  <a:cubicBezTo>
                    <a:pt x="13691" y="3343"/>
                    <a:pt x="13691" y="3343"/>
                    <a:pt x="13691" y="3343"/>
                  </a:cubicBezTo>
                  <a:cubicBezTo>
                    <a:pt x="13691" y="3064"/>
                    <a:pt x="13181" y="2709"/>
                    <a:pt x="12932" y="2709"/>
                  </a:cubicBezTo>
                  <a:cubicBezTo>
                    <a:pt x="12682" y="2709"/>
                    <a:pt x="12183" y="3064"/>
                    <a:pt x="12183" y="3343"/>
                  </a:cubicBezTo>
                  <a:lnTo>
                    <a:pt x="12183" y="5341"/>
                  </a:lnTo>
                  <a:close/>
                  <a:moveTo>
                    <a:pt x="16832" y="2152"/>
                  </a:moveTo>
                  <a:cubicBezTo>
                    <a:pt x="16832" y="2027"/>
                    <a:pt x="16746" y="1940"/>
                    <a:pt x="16622" y="1940"/>
                  </a:cubicBezTo>
                  <a:cubicBezTo>
                    <a:pt x="16122" y="1940"/>
                    <a:pt x="16122" y="1940"/>
                    <a:pt x="16122" y="1940"/>
                  </a:cubicBezTo>
                  <a:cubicBezTo>
                    <a:pt x="15997" y="1940"/>
                    <a:pt x="15910" y="2027"/>
                    <a:pt x="15910" y="2152"/>
                  </a:cubicBezTo>
                  <a:cubicBezTo>
                    <a:pt x="15910" y="6533"/>
                    <a:pt x="15910" y="6533"/>
                    <a:pt x="15910" y="6533"/>
                  </a:cubicBezTo>
                  <a:cubicBezTo>
                    <a:pt x="15910" y="6658"/>
                    <a:pt x="15997" y="6744"/>
                    <a:pt x="16122" y="6744"/>
                  </a:cubicBezTo>
                  <a:cubicBezTo>
                    <a:pt x="16622" y="6744"/>
                    <a:pt x="16622" y="6744"/>
                    <a:pt x="16622" y="6744"/>
                  </a:cubicBezTo>
                  <a:cubicBezTo>
                    <a:pt x="16746" y="6744"/>
                    <a:pt x="16832" y="6658"/>
                    <a:pt x="16832" y="6533"/>
                  </a:cubicBezTo>
                  <a:lnTo>
                    <a:pt x="16832" y="2152"/>
                  </a:lnTo>
                  <a:close/>
                  <a:moveTo>
                    <a:pt x="18841" y="3257"/>
                  </a:moveTo>
                  <a:cubicBezTo>
                    <a:pt x="18841" y="3430"/>
                    <a:pt x="18841" y="3430"/>
                    <a:pt x="18841" y="3430"/>
                  </a:cubicBezTo>
                  <a:cubicBezTo>
                    <a:pt x="18841" y="3612"/>
                    <a:pt x="19023" y="3708"/>
                    <a:pt x="19226" y="3785"/>
                  </a:cubicBezTo>
                  <a:cubicBezTo>
                    <a:pt x="20292" y="4188"/>
                    <a:pt x="20292" y="4188"/>
                    <a:pt x="20292" y="4188"/>
                  </a:cubicBezTo>
                  <a:cubicBezTo>
                    <a:pt x="20705" y="4343"/>
                    <a:pt x="21021" y="4660"/>
                    <a:pt x="21021" y="5102"/>
                  </a:cubicBezTo>
                  <a:cubicBezTo>
                    <a:pt x="21021" y="5591"/>
                    <a:pt x="21021" y="5591"/>
                    <a:pt x="21021" y="5591"/>
                  </a:cubicBezTo>
                  <a:cubicBezTo>
                    <a:pt x="21021" y="6091"/>
                    <a:pt x="20042" y="6831"/>
                    <a:pt x="19436" y="6831"/>
                  </a:cubicBezTo>
                  <a:cubicBezTo>
                    <a:pt x="19052" y="6831"/>
                    <a:pt x="18485" y="6572"/>
                    <a:pt x="18130" y="6398"/>
                  </a:cubicBezTo>
                  <a:cubicBezTo>
                    <a:pt x="17985" y="6321"/>
                    <a:pt x="17928" y="6187"/>
                    <a:pt x="17985" y="6043"/>
                  </a:cubicBezTo>
                  <a:cubicBezTo>
                    <a:pt x="18119" y="5735"/>
                    <a:pt x="18119" y="5735"/>
                    <a:pt x="18119" y="5735"/>
                  </a:cubicBezTo>
                  <a:cubicBezTo>
                    <a:pt x="18178" y="5591"/>
                    <a:pt x="18332" y="5553"/>
                    <a:pt x="18475" y="5620"/>
                  </a:cubicBezTo>
                  <a:cubicBezTo>
                    <a:pt x="18754" y="5755"/>
                    <a:pt x="19215" y="5976"/>
                    <a:pt x="19436" y="5976"/>
                  </a:cubicBezTo>
                  <a:cubicBezTo>
                    <a:pt x="19657" y="5976"/>
                    <a:pt x="20128" y="5668"/>
                    <a:pt x="20128" y="5457"/>
                  </a:cubicBezTo>
                  <a:cubicBezTo>
                    <a:pt x="20128" y="5236"/>
                    <a:pt x="20128" y="5236"/>
                    <a:pt x="20128" y="5236"/>
                  </a:cubicBezTo>
                  <a:cubicBezTo>
                    <a:pt x="20128" y="5015"/>
                    <a:pt x="19908" y="4909"/>
                    <a:pt x="19687" y="4823"/>
                  </a:cubicBezTo>
                  <a:cubicBezTo>
                    <a:pt x="18677" y="4429"/>
                    <a:pt x="18677" y="4429"/>
                    <a:pt x="18677" y="4429"/>
                  </a:cubicBezTo>
                  <a:cubicBezTo>
                    <a:pt x="18303" y="4275"/>
                    <a:pt x="17938" y="3968"/>
                    <a:pt x="17938" y="3554"/>
                  </a:cubicBezTo>
                  <a:cubicBezTo>
                    <a:pt x="17938" y="3122"/>
                    <a:pt x="17938" y="3122"/>
                    <a:pt x="17938" y="3122"/>
                  </a:cubicBezTo>
                  <a:cubicBezTo>
                    <a:pt x="17938" y="2575"/>
                    <a:pt x="19033" y="1855"/>
                    <a:pt x="19523" y="1855"/>
                  </a:cubicBezTo>
                  <a:cubicBezTo>
                    <a:pt x="19879" y="1855"/>
                    <a:pt x="20426" y="2075"/>
                    <a:pt x="20811" y="2267"/>
                  </a:cubicBezTo>
                  <a:cubicBezTo>
                    <a:pt x="20916" y="2325"/>
                    <a:pt x="20964" y="2459"/>
                    <a:pt x="20916" y="2584"/>
                  </a:cubicBezTo>
                  <a:cubicBezTo>
                    <a:pt x="20801" y="2901"/>
                    <a:pt x="20801" y="2901"/>
                    <a:pt x="20801" y="2901"/>
                  </a:cubicBezTo>
                  <a:cubicBezTo>
                    <a:pt x="20752" y="3026"/>
                    <a:pt x="20579" y="3064"/>
                    <a:pt x="20445" y="3016"/>
                  </a:cubicBezTo>
                  <a:cubicBezTo>
                    <a:pt x="20186" y="2901"/>
                    <a:pt x="19744" y="2709"/>
                    <a:pt x="19523" y="2709"/>
                  </a:cubicBezTo>
                  <a:cubicBezTo>
                    <a:pt x="19330" y="2709"/>
                    <a:pt x="18841" y="3026"/>
                    <a:pt x="18841" y="325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CA47E82-86AA-4C42-9D0D-DC882D7AB14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049000" y="357188"/>
              <a:ext cx="103188" cy="103188"/>
            </a:xfrm>
            <a:prstGeom prst="ellipse">
              <a:avLst/>
            </a:prstGeom>
            <a:solidFill>
              <a:srgbClr val="FFB81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7" name="Gruppieren 2">
            <a:extLst>
              <a:ext uri="{FF2B5EF4-FFF2-40B4-BE49-F238E27FC236}">
                <a16:creationId xmlns:a16="http://schemas.microsoft.com/office/drawing/2014/main" id="{CC38AE49-F42A-48D3-9465-C64D9657F38F}"/>
              </a:ext>
            </a:extLst>
          </p:cNvPr>
          <p:cNvGrpSpPr/>
          <p:nvPr userDrawn="1"/>
        </p:nvGrpSpPr>
        <p:grpSpPr>
          <a:xfrm>
            <a:off x="0" y="2463312"/>
            <a:ext cx="4770783" cy="1931376"/>
            <a:chOff x="0" y="2619513"/>
            <a:chExt cx="4770783" cy="1931376"/>
          </a:xfrm>
        </p:grpSpPr>
        <p:sp>
          <p:nvSpPr>
            <p:cNvPr id="8" name="Rounded Rectangle 111">
              <a:extLst>
                <a:ext uri="{FF2B5EF4-FFF2-40B4-BE49-F238E27FC236}">
                  <a16:creationId xmlns:a16="http://schemas.microsoft.com/office/drawing/2014/main" id="{3B8D3ACB-C013-4A5A-94CA-7A51BE7DFD38}"/>
                </a:ext>
              </a:extLst>
            </p:cNvPr>
            <p:cNvSpPr/>
            <p:nvPr/>
          </p:nvSpPr>
          <p:spPr>
            <a:xfrm>
              <a:off x="0" y="2619513"/>
              <a:ext cx="4770783" cy="1931376"/>
            </a:xfrm>
            <a:prstGeom prst="roundRect">
              <a:avLst>
                <a:gd name="adj" fmla="val 0"/>
              </a:avLst>
            </a:prstGeom>
            <a:solidFill>
              <a:schemeClr val="tx2">
                <a:lumMod val="75000"/>
                <a:alpha val="86000"/>
              </a:schemeClr>
            </a:solidFill>
            <a:ln w="25400">
              <a:noFill/>
              <a:round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Ins="180000" rtlCol="0" anchor="t"/>
            <a:lstStyle/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200" b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10" name="Straight Connector 18">
              <a:extLst>
                <a:ext uri="{FF2B5EF4-FFF2-40B4-BE49-F238E27FC236}">
                  <a16:creationId xmlns:a16="http://schemas.microsoft.com/office/drawing/2014/main" id="{538B636E-B808-407E-A65A-477C8D55C5CA}"/>
                </a:ext>
              </a:extLst>
            </p:cNvPr>
            <p:cNvCxnSpPr>
              <a:cxnSpLocks/>
            </p:cNvCxnSpPr>
            <p:nvPr/>
          </p:nvCxnSpPr>
          <p:spPr>
            <a:xfrm>
              <a:off x="568476" y="3197157"/>
              <a:ext cx="1187768" cy="0"/>
            </a:xfrm>
            <a:prstGeom prst="line">
              <a:avLst/>
            </a:prstGeom>
            <a:ln w="12700">
              <a:solidFill>
                <a:srgbClr val="FFB81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itle 12">
            <a:extLst>
              <a:ext uri="{FF2B5EF4-FFF2-40B4-BE49-F238E27FC236}">
                <a16:creationId xmlns:a16="http://schemas.microsoft.com/office/drawing/2014/main" id="{3104B6BE-76CF-4D97-B4CD-69AC77235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477" y="3151752"/>
            <a:ext cx="4146574" cy="385193"/>
          </a:xfrm>
          <a:prstGeom prst="rect">
            <a:avLst/>
          </a:prstGeom>
        </p:spPr>
        <p:txBody>
          <a:bodyPr lIns="0" rIns="0"/>
          <a:lstStyle>
            <a:lvl1pPr algn="l">
              <a:defRPr sz="2800">
                <a:solidFill>
                  <a:schemeClr val="bg1"/>
                </a:solidFill>
                <a:latin typeface="Reso" panose="02000000000000000000" pitchFamily="50" charset="0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4DE9D333-7A19-4F79-839E-B1CDA26766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8477" y="3568468"/>
            <a:ext cx="4146573" cy="316165"/>
          </a:xfrm>
          <a:prstGeom prst="rect">
            <a:avLst/>
          </a:prstGeom>
        </p:spPr>
        <p:txBody>
          <a:bodyPr lIns="0" rIns="0"/>
          <a:lstStyle>
            <a:lvl1pPr marL="0" indent="0" algn="l">
              <a:buNone/>
              <a:defRPr sz="18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9142211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eparato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11495804-DDA8-4540-8F17-334EDBF5BDE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585014B-A796-40F5-9037-3B117E55C5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69641" y="0"/>
            <a:ext cx="2922359" cy="2750148"/>
          </a:xfrm>
          <a:prstGeom prst="rect">
            <a:avLst/>
          </a:prstGeom>
        </p:spPr>
      </p:pic>
      <p:grpSp>
        <p:nvGrpSpPr>
          <p:cNvPr id="4" name="Logo-Pos">
            <a:extLst>
              <a:ext uri="{FF2B5EF4-FFF2-40B4-BE49-F238E27FC236}">
                <a16:creationId xmlns:a16="http://schemas.microsoft.com/office/drawing/2014/main" id="{9F33E1D7-0E14-419C-B5A3-092F4426A78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909377" y="391028"/>
            <a:ext cx="940664" cy="308120"/>
            <a:chOff x="9674225" y="357188"/>
            <a:chExt cx="1831975" cy="600076"/>
          </a:xfrm>
          <a:solidFill>
            <a:sysClr val="window" lastClr="FFFFFF"/>
          </a:solidFill>
        </p:grpSpPr>
        <p:sp>
          <p:nvSpPr>
            <p:cNvPr id="5" name="Freeform 29">
              <a:extLst>
                <a:ext uri="{FF2B5EF4-FFF2-40B4-BE49-F238E27FC236}">
                  <a16:creationId xmlns:a16="http://schemas.microsoft.com/office/drawing/2014/main" id="{0304C40E-6521-4F0A-8DD0-E509CE9709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74225" y="361950"/>
              <a:ext cx="1831975" cy="595314"/>
            </a:xfrm>
            <a:custGeom>
              <a:avLst/>
              <a:gdLst>
                <a:gd name="T0" fmla="*/ 921 w 21021"/>
                <a:gd name="T1" fmla="*/ 3324 h 6831"/>
                <a:gd name="T2" fmla="*/ 711 w 21021"/>
                <a:gd name="T3" fmla="*/ 6744 h 6831"/>
                <a:gd name="T4" fmla="*/ 0 w 21021"/>
                <a:gd name="T5" fmla="*/ 6533 h 6831"/>
                <a:gd name="T6" fmla="*/ 1604 w 21021"/>
                <a:gd name="T7" fmla="*/ 1855 h 6831"/>
                <a:gd name="T8" fmla="*/ 3957 w 21021"/>
                <a:gd name="T9" fmla="*/ 1855 h 6831"/>
                <a:gd name="T10" fmla="*/ 5562 w 21021"/>
                <a:gd name="T11" fmla="*/ 6533 h 6831"/>
                <a:gd name="T12" fmla="*/ 4851 w 21021"/>
                <a:gd name="T13" fmla="*/ 6744 h 6831"/>
                <a:gd name="T14" fmla="*/ 4639 w 21021"/>
                <a:gd name="T15" fmla="*/ 3314 h 6831"/>
                <a:gd name="T16" fmla="*/ 3247 w 21021"/>
                <a:gd name="T17" fmla="*/ 3314 h 6831"/>
                <a:gd name="T18" fmla="*/ 3035 w 21021"/>
                <a:gd name="T19" fmla="*/ 6744 h 6831"/>
                <a:gd name="T20" fmla="*/ 2323 w 21021"/>
                <a:gd name="T21" fmla="*/ 6533 h 6831"/>
                <a:gd name="T22" fmla="*/ 1623 w 21021"/>
                <a:gd name="T23" fmla="*/ 2709 h 6831"/>
                <a:gd name="T24" fmla="*/ 10117 w 21021"/>
                <a:gd name="T25" fmla="*/ 5457 h 6831"/>
                <a:gd name="T26" fmla="*/ 6753 w 21021"/>
                <a:gd name="T27" fmla="*/ 5457 h 6831"/>
                <a:gd name="T28" fmla="*/ 8435 w 21021"/>
                <a:gd name="T29" fmla="*/ 1855 h 6831"/>
                <a:gd name="T30" fmla="*/ 9194 w 21021"/>
                <a:gd name="T31" fmla="*/ 3362 h 6831"/>
                <a:gd name="T32" fmla="*/ 7676 w 21021"/>
                <a:gd name="T33" fmla="*/ 3362 h 6831"/>
                <a:gd name="T34" fmla="*/ 8435 w 21021"/>
                <a:gd name="T35" fmla="*/ 5976 h 6831"/>
                <a:gd name="T36" fmla="*/ 9194 w 21021"/>
                <a:gd name="T37" fmla="*/ 3362 h 6831"/>
                <a:gd name="T38" fmla="*/ 13902 w 21021"/>
                <a:gd name="T39" fmla="*/ 0 h 6831"/>
                <a:gd name="T40" fmla="*/ 14613 w 21021"/>
                <a:gd name="T41" fmla="*/ 211 h 6831"/>
                <a:gd name="T42" fmla="*/ 12941 w 21021"/>
                <a:gd name="T43" fmla="*/ 6831 h 6831"/>
                <a:gd name="T44" fmla="*/ 11259 w 21021"/>
                <a:gd name="T45" fmla="*/ 3218 h 6831"/>
                <a:gd name="T46" fmla="*/ 13691 w 21021"/>
                <a:gd name="T47" fmla="*/ 2276 h 6831"/>
                <a:gd name="T48" fmla="*/ 12183 w 21021"/>
                <a:gd name="T49" fmla="*/ 5341 h 6831"/>
                <a:gd name="T50" fmla="*/ 13691 w 21021"/>
                <a:gd name="T51" fmla="*/ 5341 h 6831"/>
                <a:gd name="T52" fmla="*/ 12932 w 21021"/>
                <a:gd name="T53" fmla="*/ 2709 h 6831"/>
                <a:gd name="T54" fmla="*/ 12183 w 21021"/>
                <a:gd name="T55" fmla="*/ 5341 h 6831"/>
                <a:gd name="T56" fmla="*/ 16622 w 21021"/>
                <a:gd name="T57" fmla="*/ 1940 h 6831"/>
                <a:gd name="T58" fmla="*/ 15910 w 21021"/>
                <a:gd name="T59" fmla="*/ 2152 h 6831"/>
                <a:gd name="T60" fmla="*/ 16122 w 21021"/>
                <a:gd name="T61" fmla="*/ 6744 h 6831"/>
                <a:gd name="T62" fmla="*/ 16832 w 21021"/>
                <a:gd name="T63" fmla="*/ 6533 h 6831"/>
                <a:gd name="T64" fmla="*/ 18841 w 21021"/>
                <a:gd name="T65" fmla="*/ 3257 h 6831"/>
                <a:gd name="T66" fmla="*/ 19226 w 21021"/>
                <a:gd name="T67" fmla="*/ 3785 h 6831"/>
                <a:gd name="T68" fmla="*/ 21021 w 21021"/>
                <a:gd name="T69" fmla="*/ 5102 h 6831"/>
                <a:gd name="T70" fmla="*/ 19436 w 21021"/>
                <a:gd name="T71" fmla="*/ 6831 h 6831"/>
                <a:gd name="T72" fmla="*/ 17985 w 21021"/>
                <a:gd name="T73" fmla="*/ 6043 h 6831"/>
                <a:gd name="T74" fmla="*/ 18475 w 21021"/>
                <a:gd name="T75" fmla="*/ 5620 h 6831"/>
                <a:gd name="T76" fmla="*/ 20128 w 21021"/>
                <a:gd name="T77" fmla="*/ 5457 h 6831"/>
                <a:gd name="T78" fmla="*/ 19687 w 21021"/>
                <a:gd name="T79" fmla="*/ 4823 h 6831"/>
                <a:gd name="T80" fmla="*/ 17938 w 21021"/>
                <a:gd name="T81" fmla="*/ 3554 h 6831"/>
                <a:gd name="T82" fmla="*/ 19523 w 21021"/>
                <a:gd name="T83" fmla="*/ 1855 h 6831"/>
                <a:gd name="T84" fmla="*/ 20916 w 21021"/>
                <a:gd name="T85" fmla="*/ 2584 h 6831"/>
                <a:gd name="T86" fmla="*/ 20445 w 21021"/>
                <a:gd name="T87" fmla="*/ 3016 h 6831"/>
                <a:gd name="T88" fmla="*/ 18841 w 21021"/>
                <a:gd name="T89" fmla="*/ 3257 h 6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1021" h="6831">
                  <a:moveTo>
                    <a:pt x="1623" y="2709"/>
                  </a:moveTo>
                  <a:cubicBezTo>
                    <a:pt x="1393" y="2709"/>
                    <a:pt x="921" y="3046"/>
                    <a:pt x="921" y="3324"/>
                  </a:cubicBezTo>
                  <a:cubicBezTo>
                    <a:pt x="921" y="6533"/>
                    <a:pt x="921" y="6533"/>
                    <a:pt x="921" y="6533"/>
                  </a:cubicBezTo>
                  <a:cubicBezTo>
                    <a:pt x="921" y="6658"/>
                    <a:pt x="835" y="6744"/>
                    <a:pt x="711" y="6744"/>
                  </a:cubicBezTo>
                  <a:cubicBezTo>
                    <a:pt x="210" y="6744"/>
                    <a:pt x="210" y="6744"/>
                    <a:pt x="210" y="6744"/>
                  </a:cubicBezTo>
                  <a:cubicBezTo>
                    <a:pt x="85" y="6744"/>
                    <a:pt x="0" y="6658"/>
                    <a:pt x="0" y="6533"/>
                  </a:cubicBezTo>
                  <a:cubicBezTo>
                    <a:pt x="0" y="3170"/>
                    <a:pt x="0" y="3170"/>
                    <a:pt x="0" y="3170"/>
                  </a:cubicBezTo>
                  <a:cubicBezTo>
                    <a:pt x="0" y="2575"/>
                    <a:pt x="1055" y="1855"/>
                    <a:pt x="1604" y="1855"/>
                  </a:cubicBezTo>
                  <a:cubicBezTo>
                    <a:pt x="1988" y="1855"/>
                    <a:pt x="2506" y="2200"/>
                    <a:pt x="2785" y="2517"/>
                  </a:cubicBezTo>
                  <a:cubicBezTo>
                    <a:pt x="3065" y="2190"/>
                    <a:pt x="3602" y="1855"/>
                    <a:pt x="3957" y="1855"/>
                  </a:cubicBezTo>
                  <a:cubicBezTo>
                    <a:pt x="4506" y="1855"/>
                    <a:pt x="5562" y="2575"/>
                    <a:pt x="5562" y="3170"/>
                  </a:cubicBezTo>
                  <a:cubicBezTo>
                    <a:pt x="5562" y="6533"/>
                    <a:pt x="5562" y="6533"/>
                    <a:pt x="5562" y="6533"/>
                  </a:cubicBezTo>
                  <a:cubicBezTo>
                    <a:pt x="5562" y="6658"/>
                    <a:pt x="5476" y="6744"/>
                    <a:pt x="5350" y="6744"/>
                  </a:cubicBezTo>
                  <a:cubicBezTo>
                    <a:pt x="4851" y="6744"/>
                    <a:pt x="4851" y="6744"/>
                    <a:pt x="4851" y="6744"/>
                  </a:cubicBezTo>
                  <a:cubicBezTo>
                    <a:pt x="4726" y="6744"/>
                    <a:pt x="4639" y="6658"/>
                    <a:pt x="4639" y="6533"/>
                  </a:cubicBezTo>
                  <a:cubicBezTo>
                    <a:pt x="4639" y="3314"/>
                    <a:pt x="4639" y="3314"/>
                    <a:pt x="4639" y="3314"/>
                  </a:cubicBezTo>
                  <a:cubicBezTo>
                    <a:pt x="4639" y="3046"/>
                    <a:pt x="4169" y="2709"/>
                    <a:pt x="3938" y="2709"/>
                  </a:cubicBezTo>
                  <a:cubicBezTo>
                    <a:pt x="3727" y="2709"/>
                    <a:pt x="3247" y="3046"/>
                    <a:pt x="3247" y="3314"/>
                  </a:cubicBezTo>
                  <a:cubicBezTo>
                    <a:pt x="3247" y="6533"/>
                    <a:pt x="3247" y="6533"/>
                    <a:pt x="3247" y="6533"/>
                  </a:cubicBezTo>
                  <a:cubicBezTo>
                    <a:pt x="3247" y="6658"/>
                    <a:pt x="3150" y="6744"/>
                    <a:pt x="3035" y="6744"/>
                  </a:cubicBezTo>
                  <a:cubicBezTo>
                    <a:pt x="2536" y="6744"/>
                    <a:pt x="2536" y="6744"/>
                    <a:pt x="2536" y="6744"/>
                  </a:cubicBezTo>
                  <a:cubicBezTo>
                    <a:pt x="2401" y="6744"/>
                    <a:pt x="2323" y="6658"/>
                    <a:pt x="2323" y="6533"/>
                  </a:cubicBezTo>
                  <a:cubicBezTo>
                    <a:pt x="2323" y="3324"/>
                    <a:pt x="2323" y="3324"/>
                    <a:pt x="2323" y="3324"/>
                  </a:cubicBezTo>
                  <a:cubicBezTo>
                    <a:pt x="2323" y="3055"/>
                    <a:pt x="1834" y="2709"/>
                    <a:pt x="1623" y="2709"/>
                  </a:cubicBezTo>
                  <a:moveTo>
                    <a:pt x="10117" y="3228"/>
                  </a:moveTo>
                  <a:cubicBezTo>
                    <a:pt x="10117" y="5457"/>
                    <a:pt x="10117" y="5457"/>
                    <a:pt x="10117" y="5457"/>
                  </a:cubicBezTo>
                  <a:cubicBezTo>
                    <a:pt x="10117" y="6081"/>
                    <a:pt x="8992" y="6831"/>
                    <a:pt x="8435" y="6831"/>
                  </a:cubicBezTo>
                  <a:cubicBezTo>
                    <a:pt x="7878" y="6831"/>
                    <a:pt x="6753" y="6081"/>
                    <a:pt x="6753" y="5457"/>
                  </a:cubicBezTo>
                  <a:cubicBezTo>
                    <a:pt x="6753" y="3228"/>
                    <a:pt x="6753" y="3228"/>
                    <a:pt x="6753" y="3228"/>
                  </a:cubicBezTo>
                  <a:cubicBezTo>
                    <a:pt x="6753" y="2594"/>
                    <a:pt x="7878" y="1855"/>
                    <a:pt x="8435" y="1855"/>
                  </a:cubicBezTo>
                  <a:cubicBezTo>
                    <a:pt x="8992" y="1855"/>
                    <a:pt x="10117" y="2584"/>
                    <a:pt x="10117" y="3228"/>
                  </a:cubicBezTo>
                  <a:moveTo>
                    <a:pt x="9194" y="3362"/>
                  </a:moveTo>
                  <a:cubicBezTo>
                    <a:pt x="9194" y="3064"/>
                    <a:pt x="8684" y="2709"/>
                    <a:pt x="8435" y="2709"/>
                  </a:cubicBezTo>
                  <a:cubicBezTo>
                    <a:pt x="8175" y="2709"/>
                    <a:pt x="7676" y="3064"/>
                    <a:pt x="7676" y="3362"/>
                  </a:cubicBezTo>
                  <a:cubicBezTo>
                    <a:pt x="7676" y="5322"/>
                    <a:pt x="7676" y="5322"/>
                    <a:pt x="7676" y="5322"/>
                  </a:cubicBezTo>
                  <a:cubicBezTo>
                    <a:pt x="7676" y="5620"/>
                    <a:pt x="8166" y="5976"/>
                    <a:pt x="8435" y="5976"/>
                  </a:cubicBezTo>
                  <a:cubicBezTo>
                    <a:pt x="8694" y="5976"/>
                    <a:pt x="9194" y="5620"/>
                    <a:pt x="9194" y="5322"/>
                  </a:cubicBezTo>
                  <a:lnTo>
                    <a:pt x="9194" y="3362"/>
                  </a:lnTo>
                  <a:close/>
                  <a:moveTo>
                    <a:pt x="13691" y="211"/>
                  </a:moveTo>
                  <a:cubicBezTo>
                    <a:pt x="13691" y="87"/>
                    <a:pt x="13787" y="0"/>
                    <a:pt x="13902" y="0"/>
                  </a:cubicBezTo>
                  <a:cubicBezTo>
                    <a:pt x="14402" y="0"/>
                    <a:pt x="14402" y="0"/>
                    <a:pt x="14402" y="0"/>
                  </a:cubicBezTo>
                  <a:cubicBezTo>
                    <a:pt x="14526" y="0"/>
                    <a:pt x="14613" y="87"/>
                    <a:pt x="14613" y="211"/>
                  </a:cubicBezTo>
                  <a:cubicBezTo>
                    <a:pt x="14613" y="5466"/>
                    <a:pt x="14613" y="5466"/>
                    <a:pt x="14613" y="5466"/>
                  </a:cubicBezTo>
                  <a:cubicBezTo>
                    <a:pt x="14613" y="6081"/>
                    <a:pt x="13518" y="6831"/>
                    <a:pt x="12941" y="6831"/>
                  </a:cubicBezTo>
                  <a:cubicBezTo>
                    <a:pt x="12374" y="6831"/>
                    <a:pt x="11259" y="6081"/>
                    <a:pt x="11259" y="5457"/>
                  </a:cubicBezTo>
                  <a:cubicBezTo>
                    <a:pt x="11259" y="3218"/>
                    <a:pt x="11259" y="3218"/>
                    <a:pt x="11259" y="3218"/>
                  </a:cubicBezTo>
                  <a:cubicBezTo>
                    <a:pt x="11259" y="2575"/>
                    <a:pt x="12327" y="1855"/>
                    <a:pt x="12826" y="1855"/>
                  </a:cubicBezTo>
                  <a:cubicBezTo>
                    <a:pt x="13105" y="1855"/>
                    <a:pt x="13488" y="2065"/>
                    <a:pt x="13691" y="2276"/>
                  </a:cubicBezTo>
                  <a:lnTo>
                    <a:pt x="13691" y="211"/>
                  </a:lnTo>
                  <a:close/>
                  <a:moveTo>
                    <a:pt x="12183" y="5341"/>
                  </a:moveTo>
                  <a:cubicBezTo>
                    <a:pt x="12183" y="5610"/>
                    <a:pt x="12673" y="5976"/>
                    <a:pt x="12941" y="5976"/>
                  </a:cubicBezTo>
                  <a:cubicBezTo>
                    <a:pt x="13220" y="5976"/>
                    <a:pt x="13691" y="5601"/>
                    <a:pt x="13691" y="5341"/>
                  </a:cubicBezTo>
                  <a:cubicBezTo>
                    <a:pt x="13691" y="3343"/>
                    <a:pt x="13691" y="3343"/>
                    <a:pt x="13691" y="3343"/>
                  </a:cubicBezTo>
                  <a:cubicBezTo>
                    <a:pt x="13691" y="3064"/>
                    <a:pt x="13181" y="2709"/>
                    <a:pt x="12932" y="2709"/>
                  </a:cubicBezTo>
                  <a:cubicBezTo>
                    <a:pt x="12682" y="2709"/>
                    <a:pt x="12183" y="3064"/>
                    <a:pt x="12183" y="3343"/>
                  </a:cubicBezTo>
                  <a:lnTo>
                    <a:pt x="12183" y="5341"/>
                  </a:lnTo>
                  <a:close/>
                  <a:moveTo>
                    <a:pt x="16832" y="2152"/>
                  </a:moveTo>
                  <a:cubicBezTo>
                    <a:pt x="16832" y="2027"/>
                    <a:pt x="16746" y="1940"/>
                    <a:pt x="16622" y="1940"/>
                  </a:cubicBezTo>
                  <a:cubicBezTo>
                    <a:pt x="16122" y="1940"/>
                    <a:pt x="16122" y="1940"/>
                    <a:pt x="16122" y="1940"/>
                  </a:cubicBezTo>
                  <a:cubicBezTo>
                    <a:pt x="15997" y="1940"/>
                    <a:pt x="15910" y="2027"/>
                    <a:pt x="15910" y="2152"/>
                  </a:cubicBezTo>
                  <a:cubicBezTo>
                    <a:pt x="15910" y="6533"/>
                    <a:pt x="15910" y="6533"/>
                    <a:pt x="15910" y="6533"/>
                  </a:cubicBezTo>
                  <a:cubicBezTo>
                    <a:pt x="15910" y="6658"/>
                    <a:pt x="15997" y="6744"/>
                    <a:pt x="16122" y="6744"/>
                  </a:cubicBezTo>
                  <a:cubicBezTo>
                    <a:pt x="16622" y="6744"/>
                    <a:pt x="16622" y="6744"/>
                    <a:pt x="16622" y="6744"/>
                  </a:cubicBezTo>
                  <a:cubicBezTo>
                    <a:pt x="16746" y="6744"/>
                    <a:pt x="16832" y="6658"/>
                    <a:pt x="16832" y="6533"/>
                  </a:cubicBezTo>
                  <a:lnTo>
                    <a:pt x="16832" y="2152"/>
                  </a:lnTo>
                  <a:close/>
                  <a:moveTo>
                    <a:pt x="18841" y="3257"/>
                  </a:moveTo>
                  <a:cubicBezTo>
                    <a:pt x="18841" y="3430"/>
                    <a:pt x="18841" y="3430"/>
                    <a:pt x="18841" y="3430"/>
                  </a:cubicBezTo>
                  <a:cubicBezTo>
                    <a:pt x="18841" y="3612"/>
                    <a:pt x="19023" y="3708"/>
                    <a:pt x="19226" y="3785"/>
                  </a:cubicBezTo>
                  <a:cubicBezTo>
                    <a:pt x="20292" y="4188"/>
                    <a:pt x="20292" y="4188"/>
                    <a:pt x="20292" y="4188"/>
                  </a:cubicBezTo>
                  <a:cubicBezTo>
                    <a:pt x="20705" y="4343"/>
                    <a:pt x="21021" y="4660"/>
                    <a:pt x="21021" y="5102"/>
                  </a:cubicBezTo>
                  <a:cubicBezTo>
                    <a:pt x="21021" y="5591"/>
                    <a:pt x="21021" y="5591"/>
                    <a:pt x="21021" y="5591"/>
                  </a:cubicBezTo>
                  <a:cubicBezTo>
                    <a:pt x="21021" y="6091"/>
                    <a:pt x="20042" y="6831"/>
                    <a:pt x="19436" y="6831"/>
                  </a:cubicBezTo>
                  <a:cubicBezTo>
                    <a:pt x="19052" y="6831"/>
                    <a:pt x="18485" y="6572"/>
                    <a:pt x="18130" y="6398"/>
                  </a:cubicBezTo>
                  <a:cubicBezTo>
                    <a:pt x="17985" y="6321"/>
                    <a:pt x="17928" y="6187"/>
                    <a:pt x="17985" y="6043"/>
                  </a:cubicBezTo>
                  <a:cubicBezTo>
                    <a:pt x="18119" y="5735"/>
                    <a:pt x="18119" y="5735"/>
                    <a:pt x="18119" y="5735"/>
                  </a:cubicBezTo>
                  <a:cubicBezTo>
                    <a:pt x="18178" y="5591"/>
                    <a:pt x="18332" y="5553"/>
                    <a:pt x="18475" y="5620"/>
                  </a:cubicBezTo>
                  <a:cubicBezTo>
                    <a:pt x="18754" y="5755"/>
                    <a:pt x="19215" y="5976"/>
                    <a:pt x="19436" y="5976"/>
                  </a:cubicBezTo>
                  <a:cubicBezTo>
                    <a:pt x="19657" y="5976"/>
                    <a:pt x="20128" y="5668"/>
                    <a:pt x="20128" y="5457"/>
                  </a:cubicBezTo>
                  <a:cubicBezTo>
                    <a:pt x="20128" y="5236"/>
                    <a:pt x="20128" y="5236"/>
                    <a:pt x="20128" y="5236"/>
                  </a:cubicBezTo>
                  <a:cubicBezTo>
                    <a:pt x="20128" y="5015"/>
                    <a:pt x="19908" y="4909"/>
                    <a:pt x="19687" y="4823"/>
                  </a:cubicBezTo>
                  <a:cubicBezTo>
                    <a:pt x="18677" y="4429"/>
                    <a:pt x="18677" y="4429"/>
                    <a:pt x="18677" y="4429"/>
                  </a:cubicBezTo>
                  <a:cubicBezTo>
                    <a:pt x="18303" y="4275"/>
                    <a:pt x="17938" y="3968"/>
                    <a:pt x="17938" y="3554"/>
                  </a:cubicBezTo>
                  <a:cubicBezTo>
                    <a:pt x="17938" y="3122"/>
                    <a:pt x="17938" y="3122"/>
                    <a:pt x="17938" y="3122"/>
                  </a:cubicBezTo>
                  <a:cubicBezTo>
                    <a:pt x="17938" y="2575"/>
                    <a:pt x="19033" y="1855"/>
                    <a:pt x="19523" y="1855"/>
                  </a:cubicBezTo>
                  <a:cubicBezTo>
                    <a:pt x="19879" y="1855"/>
                    <a:pt x="20426" y="2075"/>
                    <a:pt x="20811" y="2267"/>
                  </a:cubicBezTo>
                  <a:cubicBezTo>
                    <a:pt x="20916" y="2325"/>
                    <a:pt x="20964" y="2459"/>
                    <a:pt x="20916" y="2584"/>
                  </a:cubicBezTo>
                  <a:cubicBezTo>
                    <a:pt x="20801" y="2901"/>
                    <a:pt x="20801" y="2901"/>
                    <a:pt x="20801" y="2901"/>
                  </a:cubicBezTo>
                  <a:cubicBezTo>
                    <a:pt x="20752" y="3026"/>
                    <a:pt x="20579" y="3064"/>
                    <a:pt x="20445" y="3016"/>
                  </a:cubicBezTo>
                  <a:cubicBezTo>
                    <a:pt x="20186" y="2901"/>
                    <a:pt x="19744" y="2709"/>
                    <a:pt x="19523" y="2709"/>
                  </a:cubicBezTo>
                  <a:cubicBezTo>
                    <a:pt x="19330" y="2709"/>
                    <a:pt x="18841" y="3026"/>
                    <a:pt x="18841" y="325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CA47E82-86AA-4C42-9D0D-DC882D7AB14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049000" y="357188"/>
              <a:ext cx="103188" cy="103188"/>
            </a:xfrm>
            <a:prstGeom prst="ellipse">
              <a:avLst/>
            </a:prstGeom>
            <a:solidFill>
              <a:srgbClr val="FFB81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7" name="Gruppieren 2">
            <a:extLst>
              <a:ext uri="{FF2B5EF4-FFF2-40B4-BE49-F238E27FC236}">
                <a16:creationId xmlns:a16="http://schemas.microsoft.com/office/drawing/2014/main" id="{CC38AE49-F42A-48D3-9465-C64D9657F38F}"/>
              </a:ext>
            </a:extLst>
          </p:cNvPr>
          <p:cNvGrpSpPr/>
          <p:nvPr userDrawn="1"/>
        </p:nvGrpSpPr>
        <p:grpSpPr>
          <a:xfrm>
            <a:off x="0" y="2463312"/>
            <a:ext cx="4770783" cy="1931376"/>
            <a:chOff x="0" y="2619513"/>
            <a:chExt cx="4770783" cy="1931376"/>
          </a:xfrm>
        </p:grpSpPr>
        <p:sp>
          <p:nvSpPr>
            <p:cNvPr id="8" name="Rounded Rectangle 111">
              <a:extLst>
                <a:ext uri="{FF2B5EF4-FFF2-40B4-BE49-F238E27FC236}">
                  <a16:creationId xmlns:a16="http://schemas.microsoft.com/office/drawing/2014/main" id="{3B8D3ACB-C013-4A5A-94CA-7A51BE7DFD38}"/>
                </a:ext>
              </a:extLst>
            </p:cNvPr>
            <p:cNvSpPr/>
            <p:nvPr/>
          </p:nvSpPr>
          <p:spPr>
            <a:xfrm>
              <a:off x="0" y="2619513"/>
              <a:ext cx="4770783" cy="1931376"/>
            </a:xfrm>
            <a:prstGeom prst="roundRect">
              <a:avLst>
                <a:gd name="adj" fmla="val 0"/>
              </a:avLst>
            </a:prstGeom>
            <a:solidFill>
              <a:schemeClr val="tx2">
                <a:lumMod val="75000"/>
                <a:alpha val="86000"/>
              </a:schemeClr>
            </a:solidFill>
            <a:ln w="25400">
              <a:noFill/>
              <a:round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Ins="180000" rtlCol="0" anchor="t"/>
            <a:lstStyle/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200" b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10" name="Straight Connector 18">
              <a:extLst>
                <a:ext uri="{FF2B5EF4-FFF2-40B4-BE49-F238E27FC236}">
                  <a16:creationId xmlns:a16="http://schemas.microsoft.com/office/drawing/2014/main" id="{538B636E-B808-407E-A65A-477C8D55C5CA}"/>
                </a:ext>
              </a:extLst>
            </p:cNvPr>
            <p:cNvCxnSpPr>
              <a:cxnSpLocks/>
            </p:cNvCxnSpPr>
            <p:nvPr/>
          </p:nvCxnSpPr>
          <p:spPr>
            <a:xfrm>
              <a:off x="568476" y="3197157"/>
              <a:ext cx="1187768" cy="0"/>
            </a:xfrm>
            <a:prstGeom prst="line">
              <a:avLst/>
            </a:prstGeom>
            <a:ln w="12700">
              <a:solidFill>
                <a:srgbClr val="FFB81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itle 12">
            <a:extLst>
              <a:ext uri="{FF2B5EF4-FFF2-40B4-BE49-F238E27FC236}">
                <a16:creationId xmlns:a16="http://schemas.microsoft.com/office/drawing/2014/main" id="{3104B6BE-76CF-4D97-B4CD-69AC77235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477" y="3151752"/>
            <a:ext cx="4146574" cy="385193"/>
          </a:xfrm>
          <a:prstGeom prst="rect">
            <a:avLst/>
          </a:prstGeom>
        </p:spPr>
        <p:txBody>
          <a:bodyPr lIns="0" rIns="0"/>
          <a:lstStyle>
            <a:lvl1pPr algn="l">
              <a:defRPr sz="2800">
                <a:solidFill>
                  <a:schemeClr val="bg1"/>
                </a:solidFill>
                <a:latin typeface="Reso" panose="02000000000000000000" pitchFamily="50" charset="0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4DE9D333-7A19-4F79-839E-B1CDA26766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8477" y="3568468"/>
            <a:ext cx="4146573" cy="316165"/>
          </a:xfrm>
          <a:prstGeom prst="rect">
            <a:avLst/>
          </a:prstGeom>
        </p:spPr>
        <p:txBody>
          <a:bodyPr lIns="0" rIns="0"/>
          <a:lstStyle>
            <a:lvl1pPr marL="0" indent="0" algn="l">
              <a:buNone/>
              <a:defRPr sz="18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120449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eparato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3AE897BF-88CB-4797-9C23-10A5ED49902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2D4E43C-CEB8-49C1-80FB-38E361C3075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69641" y="0"/>
            <a:ext cx="2922359" cy="2750148"/>
          </a:xfrm>
          <a:prstGeom prst="rect">
            <a:avLst/>
          </a:prstGeom>
        </p:spPr>
      </p:pic>
      <p:grpSp>
        <p:nvGrpSpPr>
          <p:cNvPr id="4" name="Logo-Pos">
            <a:extLst>
              <a:ext uri="{FF2B5EF4-FFF2-40B4-BE49-F238E27FC236}">
                <a16:creationId xmlns:a16="http://schemas.microsoft.com/office/drawing/2014/main" id="{9F33E1D7-0E14-419C-B5A3-092F4426A78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909377" y="391028"/>
            <a:ext cx="940664" cy="308120"/>
            <a:chOff x="9674225" y="357188"/>
            <a:chExt cx="1831975" cy="600076"/>
          </a:xfrm>
          <a:solidFill>
            <a:sysClr val="window" lastClr="FFFFFF"/>
          </a:solidFill>
        </p:grpSpPr>
        <p:sp>
          <p:nvSpPr>
            <p:cNvPr id="5" name="Freeform 29">
              <a:extLst>
                <a:ext uri="{FF2B5EF4-FFF2-40B4-BE49-F238E27FC236}">
                  <a16:creationId xmlns:a16="http://schemas.microsoft.com/office/drawing/2014/main" id="{0304C40E-6521-4F0A-8DD0-E509CE9709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74225" y="361950"/>
              <a:ext cx="1831975" cy="595314"/>
            </a:xfrm>
            <a:custGeom>
              <a:avLst/>
              <a:gdLst>
                <a:gd name="T0" fmla="*/ 921 w 21021"/>
                <a:gd name="T1" fmla="*/ 3324 h 6831"/>
                <a:gd name="T2" fmla="*/ 711 w 21021"/>
                <a:gd name="T3" fmla="*/ 6744 h 6831"/>
                <a:gd name="T4" fmla="*/ 0 w 21021"/>
                <a:gd name="T5" fmla="*/ 6533 h 6831"/>
                <a:gd name="T6" fmla="*/ 1604 w 21021"/>
                <a:gd name="T7" fmla="*/ 1855 h 6831"/>
                <a:gd name="T8" fmla="*/ 3957 w 21021"/>
                <a:gd name="T9" fmla="*/ 1855 h 6831"/>
                <a:gd name="T10" fmla="*/ 5562 w 21021"/>
                <a:gd name="T11" fmla="*/ 6533 h 6831"/>
                <a:gd name="T12" fmla="*/ 4851 w 21021"/>
                <a:gd name="T13" fmla="*/ 6744 h 6831"/>
                <a:gd name="T14" fmla="*/ 4639 w 21021"/>
                <a:gd name="T15" fmla="*/ 3314 h 6831"/>
                <a:gd name="T16" fmla="*/ 3247 w 21021"/>
                <a:gd name="T17" fmla="*/ 3314 h 6831"/>
                <a:gd name="T18" fmla="*/ 3035 w 21021"/>
                <a:gd name="T19" fmla="*/ 6744 h 6831"/>
                <a:gd name="T20" fmla="*/ 2323 w 21021"/>
                <a:gd name="T21" fmla="*/ 6533 h 6831"/>
                <a:gd name="T22" fmla="*/ 1623 w 21021"/>
                <a:gd name="T23" fmla="*/ 2709 h 6831"/>
                <a:gd name="T24" fmla="*/ 10117 w 21021"/>
                <a:gd name="T25" fmla="*/ 5457 h 6831"/>
                <a:gd name="T26" fmla="*/ 6753 w 21021"/>
                <a:gd name="T27" fmla="*/ 5457 h 6831"/>
                <a:gd name="T28" fmla="*/ 8435 w 21021"/>
                <a:gd name="T29" fmla="*/ 1855 h 6831"/>
                <a:gd name="T30" fmla="*/ 9194 w 21021"/>
                <a:gd name="T31" fmla="*/ 3362 h 6831"/>
                <a:gd name="T32" fmla="*/ 7676 w 21021"/>
                <a:gd name="T33" fmla="*/ 3362 h 6831"/>
                <a:gd name="T34" fmla="*/ 8435 w 21021"/>
                <a:gd name="T35" fmla="*/ 5976 h 6831"/>
                <a:gd name="T36" fmla="*/ 9194 w 21021"/>
                <a:gd name="T37" fmla="*/ 3362 h 6831"/>
                <a:gd name="T38" fmla="*/ 13902 w 21021"/>
                <a:gd name="T39" fmla="*/ 0 h 6831"/>
                <a:gd name="T40" fmla="*/ 14613 w 21021"/>
                <a:gd name="T41" fmla="*/ 211 h 6831"/>
                <a:gd name="T42" fmla="*/ 12941 w 21021"/>
                <a:gd name="T43" fmla="*/ 6831 h 6831"/>
                <a:gd name="T44" fmla="*/ 11259 w 21021"/>
                <a:gd name="T45" fmla="*/ 3218 h 6831"/>
                <a:gd name="T46" fmla="*/ 13691 w 21021"/>
                <a:gd name="T47" fmla="*/ 2276 h 6831"/>
                <a:gd name="T48" fmla="*/ 12183 w 21021"/>
                <a:gd name="T49" fmla="*/ 5341 h 6831"/>
                <a:gd name="T50" fmla="*/ 13691 w 21021"/>
                <a:gd name="T51" fmla="*/ 5341 h 6831"/>
                <a:gd name="T52" fmla="*/ 12932 w 21021"/>
                <a:gd name="T53" fmla="*/ 2709 h 6831"/>
                <a:gd name="T54" fmla="*/ 12183 w 21021"/>
                <a:gd name="T55" fmla="*/ 5341 h 6831"/>
                <a:gd name="T56" fmla="*/ 16622 w 21021"/>
                <a:gd name="T57" fmla="*/ 1940 h 6831"/>
                <a:gd name="T58" fmla="*/ 15910 w 21021"/>
                <a:gd name="T59" fmla="*/ 2152 h 6831"/>
                <a:gd name="T60" fmla="*/ 16122 w 21021"/>
                <a:gd name="T61" fmla="*/ 6744 h 6831"/>
                <a:gd name="T62" fmla="*/ 16832 w 21021"/>
                <a:gd name="T63" fmla="*/ 6533 h 6831"/>
                <a:gd name="T64" fmla="*/ 18841 w 21021"/>
                <a:gd name="T65" fmla="*/ 3257 h 6831"/>
                <a:gd name="T66" fmla="*/ 19226 w 21021"/>
                <a:gd name="T67" fmla="*/ 3785 h 6831"/>
                <a:gd name="T68" fmla="*/ 21021 w 21021"/>
                <a:gd name="T69" fmla="*/ 5102 h 6831"/>
                <a:gd name="T70" fmla="*/ 19436 w 21021"/>
                <a:gd name="T71" fmla="*/ 6831 h 6831"/>
                <a:gd name="T72" fmla="*/ 17985 w 21021"/>
                <a:gd name="T73" fmla="*/ 6043 h 6831"/>
                <a:gd name="T74" fmla="*/ 18475 w 21021"/>
                <a:gd name="T75" fmla="*/ 5620 h 6831"/>
                <a:gd name="T76" fmla="*/ 20128 w 21021"/>
                <a:gd name="T77" fmla="*/ 5457 h 6831"/>
                <a:gd name="T78" fmla="*/ 19687 w 21021"/>
                <a:gd name="T79" fmla="*/ 4823 h 6831"/>
                <a:gd name="T80" fmla="*/ 17938 w 21021"/>
                <a:gd name="T81" fmla="*/ 3554 h 6831"/>
                <a:gd name="T82" fmla="*/ 19523 w 21021"/>
                <a:gd name="T83" fmla="*/ 1855 h 6831"/>
                <a:gd name="T84" fmla="*/ 20916 w 21021"/>
                <a:gd name="T85" fmla="*/ 2584 h 6831"/>
                <a:gd name="T86" fmla="*/ 20445 w 21021"/>
                <a:gd name="T87" fmla="*/ 3016 h 6831"/>
                <a:gd name="T88" fmla="*/ 18841 w 21021"/>
                <a:gd name="T89" fmla="*/ 3257 h 6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1021" h="6831">
                  <a:moveTo>
                    <a:pt x="1623" y="2709"/>
                  </a:moveTo>
                  <a:cubicBezTo>
                    <a:pt x="1393" y="2709"/>
                    <a:pt x="921" y="3046"/>
                    <a:pt x="921" y="3324"/>
                  </a:cubicBezTo>
                  <a:cubicBezTo>
                    <a:pt x="921" y="6533"/>
                    <a:pt x="921" y="6533"/>
                    <a:pt x="921" y="6533"/>
                  </a:cubicBezTo>
                  <a:cubicBezTo>
                    <a:pt x="921" y="6658"/>
                    <a:pt x="835" y="6744"/>
                    <a:pt x="711" y="6744"/>
                  </a:cubicBezTo>
                  <a:cubicBezTo>
                    <a:pt x="210" y="6744"/>
                    <a:pt x="210" y="6744"/>
                    <a:pt x="210" y="6744"/>
                  </a:cubicBezTo>
                  <a:cubicBezTo>
                    <a:pt x="85" y="6744"/>
                    <a:pt x="0" y="6658"/>
                    <a:pt x="0" y="6533"/>
                  </a:cubicBezTo>
                  <a:cubicBezTo>
                    <a:pt x="0" y="3170"/>
                    <a:pt x="0" y="3170"/>
                    <a:pt x="0" y="3170"/>
                  </a:cubicBezTo>
                  <a:cubicBezTo>
                    <a:pt x="0" y="2575"/>
                    <a:pt x="1055" y="1855"/>
                    <a:pt x="1604" y="1855"/>
                  </a:cubicBezTo>
                  <a:cubicBezTo>
                    <a:pt x="1988" y="1855"/>
                    <a:pt x="2506" y="2200"/>
                    <a:pt x="2785" y="2517"/>
                  </a:cubicBezTo>
                  <a:cubicBezTo>
                    <a:pt x="3065" y="2190"/>
                    <a:pt x="3602" y="1855"/>
                    <a:pt x="3957" y="1855"/>
                  </a:cubicBezTo>
                  <a:cubicBezTo>
                    <a:pt x="4506" y="1855"/>
                    <a:pt x="5562" y="2575"/>
                    <a:pt x="5562" y="3170"/>
                  </a:cubicBezTo>
                  <a:cubicBezTo>
                    <a:pt x="5562" y="6533"/>
                    <a:pt x="5562" y="6533"/>
                    <a:pt x="5562" y="6533"/>
                  </a:cubicBezTo>
                  <a:cubicBezTo>
                    <a:pt x="5562" y="6658"/>
                    <a:pt x="5476" y="6744"/>
                    <a:pt x="5350" y="6744"/>
                  </a:cubicBezTo>
                  <a:cubicBezTo>
                    <a:pt x="4851" y="6744"/>
                    <a:pt x="4851" y="6744"/>
                    <a:pt x="4851" y="6744"/>
                  </a:cubicBezTo>
                  <a:cubicBezTo>
                    <a:pt x="4726" y="6744"/>
                    <a:pt x="4639" y="6658"/>
                    <a:pt x="4639" y="6533"/>
                  </a:cubicBezTo>
                  <a:cubicBezTo>
                    <a:pt x="4639" y="3314"/>
                    <a:pt x="4639" y="3314"/>
                    <a:pt x="4639" y="3314"/>
                  </a:cubicBezTo>
                  <a:cubicBezTo>
                    <a:pt x="4639" y="3046"/>
                    <a:pt x="4169" y="2709"/>
                    <a:pt x="3938" y="2709"/>
                  </a:cubicBezTo>
                  <a:cubicBezTo>
                    <a:pt x="3727" y="2709"/>
                    <a:pt x="3247" y="3046"/>
                    <a:pt x="3247" y="3314"/>
                  </a:cubicBezTo>
                  <a:cubicBezTo>
                    <a:pt x="3247" y="6533"/>
                    <a:pt x="3247" y="6533"/>
                    <a:pt x="3247" y="6533"/>
                  </a:cubicBezTo>
                  <a:cubicBezTo>
                    <a:pt x="3247" y="6658"/>
                    <a:pt x="3150" y="6744"/>
                    <a:pt x="3035" y="6744"/>
                  </a:cubicBezTo>
                  <a:cubicBezTo>
                    <a:pt x="2536" y="6744"/>
                    <a:pt x="2536" y="6744"/>
                    <a:pt x="2536" y="6744"/>
                  </a:cubicBezTo>
                  <a:cubicBezTo>
                    <a:pt x="2401" y="6744"/>
                    <a:pt x="2323" y="6658"/>
                    <a:pt x="2323" y="6533"/>
                  </a:cubicBezTo>
                  <a:cubicBezTo>
                    <a:pt x="2323" y="3324"/>
                    <a:pt x="2323" y="3324"/>
                    <a:pt x="2323" y="3324"/>
                  </a:cubicBezTo>
                  <a:cubicBezTo>
                    <a:pt x="2323" y="3055"/>
                    <a:pt x="1834" y="2709"/>
                    <a:pt x="1623" y="2709"/>
                  </a:cubicBezTo>
                  <a:moveTo>
                    <a:pt x="10117" y="3228"/>
                  </a:moveTo>
                  <a:cubicBezTo>
                    <a:pt x="10117" y="5457"/>
                    <a:pt x="10117" y="5457"/>
                    <a:pt x="10117" y="5457"/>
                  </a:cubicBezTo>
                  <a:cubicBezTo>
                    <a:pt x="10117" y="6081"/>
                    <a:pt x="8992" y="6831"/>
                    <a:pt x="8435" y="6831"/>
                  </a:cubicBezTo>
                  <a:cubicBezTo>
                    <a:pt x="7878" y="6831"/>
                    <a:pt x="6753" y="6081"/>
                    <a:pt x="6753" y="5457"/>
                  </a:cubicBezTo>
                  <a:cubicBezTo>
                    <a:pt x="6753" y="3228"/>
                    <a:pt x="6753" y="3228"/>
                    <a:pt x="6753" y="3228"/>
                  </a:cubicBezTo>
                  <a:cubicBezTo>
                    <a:pt x="6753" y="2594"/>
                    <a:pt x="7878" y="1855"/>
                    <a:pt x="8435" y="1855"/>
                  </a:cubicBezTo>
                  <a:cubicBezTo>
                    <a:pt x="8992" y="1855"/>
                    <a:pt x="10117" y="2584"/>
                    <a:pt x="10117" y="3228"/>
                  </a:cubicBezTo>
                  <a:moveTo>
                    <a:pt x="9194" y="3362"/>
                  </a:moveTo>
                  <a:cubicBezTo>
                    <a:pt x="9194" y="3064"/>
                    <a:pt x="8684" y="2709"/>
                    <a:pt x="8435" y="2709"/>
                  </a:cubicBezTo>
                  <a:cubicBezTo>
                    <a:pt x="8175" y="2709"/>
                    <a:pt x="7676" y="3064"/>
                    <a:pt x="7676" y="3362"/>
                  </a:cubicBezTo>
                  <a:cubicBezTo>
                    <a:pt x="7676" y="5322"/>
                    <a:pt x="7676" y="5322"/>
                    <a:pt x="7676" y="5322"/>
                  </a:cubicBezTo>
                  <a:cubicBezTo>
                    <a:pt x="7676" y="5620"/>
                    <a:pt x="8166" y="5976"/>
                    <a:pt x="8435" y="5976"/>
                  </a:cubicBezTo>
                  <a:cubicBezTo>
                    <a:pt x="8694" y="5976"/>
                    <a:pt x="9194" y="5620"/>
                    <a:pt x="9194" y="5322"/>
                  </a:cubicBezTo>
                  <a:lnTo>
                    <a:pt x="9194" y="3362"/>
                  </a:lnTo>
                  <a:close/>
                  <a:moveTo>
                    <a:pt x="13691" y="211"/>
                  </a:moveTo>
                  <a:cubicBezTo>
                    <a:pt x="13691" y="87"/>
                    <a:pt x="13787" y="0"/>
                    <a:pt x="13902" y="0"/>
                  </a:cubicBezTo>
                  <a:cubicBezTo>
                    <a:pt x="14402" y="0"/>
                    <a:pt x="14402" y="0"/>
                    <a:pt x="14402" y="0"/>
                  </a:cubicBezTo>
                  <a:cubicBezTo>
                    <a:pt x="14526" y="0"/>
                    <a:pt x="14613" y="87"/>
                    <a:pt x="14613" y="211"/>
                  </a:cubicBezTo>
                  <a:cubicBezTo>
                    <a:pt x="14613" y="5466"/>
                    <a:pt x="14613" y="5466"/>
                    <a:pt x="14613" y="5466"/>
                  </a:cubicBezTo>
                  <a:cubicBezTo>
                    <a:pt x="14613" y="6081"/>
                    <a:pt x="13518" y="6831"/>
                    <a:pt x="12941" y="6831"/>
                  </a:cubicBezTo>
                  <a:cubicBezTo>
                    <a:pt x="12374" y="6831"/>
                    <a:pt x="11259" y="6081"/>
                    <a:pt x="11259" y="5457"/>
                  </a:cubicBezTo>
                  <a:cubicBezTo>
                    <a:pt x="11259" y="3218"/>
                    <a:pt x="11259" y="3218"/>
                    <a:pt x="11259" y="3218"/>
                  </a:cubicBezTo>
                  <a:cubicBezTo>
                    <a:pt x="11259" y="2575"/>
                    <a:pt x="12327" y="1855"/>
                    <a:pt x="12826" y="1855"/>
                  </a:cubicBezTo>
                  <a:cubicBezTo>
                    <a:pt x="13105" y="1855"/>
                    <a:pt x="13488" y="2065"/>
                    <a:pt x="13691" y="2276"/>
                  </a:cubicBezTo>
                  <a:lnTo>
                    <a:pt x="13691" y="211"/>
                  </a:lnTo>
                  <a:close/>
                  <a:moveTo>
                    <a:pt x="12183" y="5341"/>
                  </a:moveTo>
                  <a:cubicBezTo>
                    <a:pt x="12183" y="5610"/>
                    <a:pt x="12673" y="5976"/>
                    <a:pt x="12941" y="5976"/>
                  </a:cubicBezTo>
                  <a:cubicBezTo>
                    <a:pt x="13220" y="5976"/>
                    <a:pt x="13691" y="5601"/>
                    <a:pt x="13691" y="5341"/>
                  </a:cubicBezTo>
                  <a:cubicBezTo>
                    <a:pt x="13691" y="3343"/>
                    <a:pt x="13691" y="3343"/>
                    <a:pt x="13691" y="3343"/>
                  </a:cubicBezTo>
                  <a:cubicBezTo>
                    <a:pt x="13691" y="3064"/>
                    <a:pt x="13181" y="2709"/>
                    <a:pt x="12932" y="2709"/>
                  </a:cubicBezTo>
                  <a:cubicBezTo>
                    <a:pt x="12682" y="2709"/>
                    <a:pt x="12183" y="3064"/>
                    <a:pt x="12183" y="3343"/>
                  </a:cubicBezTo>
                  <a:lnTo>
                    <a:pt x="12183" y="5341"/>
                  </a:lnTo>
                  <a:close/>
                  <a:moveTo>
                    <a:pt x="16832" y="2152"/>
                  </a:moveTo>
                  <a:cubicBezTo>
                    <a:pt x="16832" y="2027"/>
                    <a:pt x="16746" y="1940"/>
                    <a:pt x="16622" y="1940"/>
                  </a:cubicBezTo>
                  <a:cubicBezTo>
                    <a:pt x="16122" y="1940"/>
                    <a:pt x="16122" y="1940"/>
                    <a:pt x="16122" y="1940"/>
                  </a:cubicBezTo>
                  <a:cubicBezTo>
                    <a:pt x="15997" y="1940"/>
                    <a:pt x="15910" y="2027"/>
                    <a:pt x="15910" y="2152"/>
                  </a:cubicBezTo>
                  <a:cubicBezTo>
                    <a:pt x="15910" y="6533"/>
                    <a:pt x="15910" y="6533"/>
                    <a:pt x="15910" y="6533"/>
                  </a:cubicBezTo>
                  <a:cubicBezTo>
                    <a:pt x="15910" y="6658"/>
                    <a:pt x="15997" y="6744"/>
                    <a:pt x="16122" y="6744"/>
                  </a:cubicBezTo>
                  <a:cubicBezTo>
                    <a:pt x="16622" y="6744"/>
                    <a:pt x="16622" y="6744"/>
                    <a:pt x="16622" y="6744"/>
                  </a:cubicBezTo>
                  <a:cubicBezTo>
                    <a:pt x="16746" y="6744"/>
                    <a:pt x="16832" y="6658"/>
                    <a:pt x="16832" y="6533"/>
                  </a:cubicBezTo>
                  <a:lnTo>
                    <a:pt x="16832" y="2152"/>
                  </a:lnTo>
                  <a:close/>
                  <a:moveTo>
                    <a:pt x="18841" y="3257"/>
                  </a:moveTo>
                  <a:cubicBezTo>
                    <a:pt x="18841" y="3430"/>
                    <a:pt x="18841" y="3430"/>
                    <a:pt x="18841" y="3430"/>
                  </a:cubicBezTo>
                  <a:cubicBezTo>
                    <a:pt x="18841" y="3612"/>
                    <a:pt x="19023" y="3708"/>
                    <a:pt x="19226" y="3785"/>
                  </a:cubicBezTo>
                  <a:cubicBezTo>
                    <a:pt x="20292" y="4188"/>
                    <a:pt x="20292" y="4188"/>
                    <a:pt x="20292" y="4188"/>
                  </a:cubicBezTo>
                  <a:cubicBezTo>
                    <a:pt x="20705" y="4343"/>
                    <a:pt x="21021" y="4660"/>
                    <a:pt x="21021" y="5102"/>
                  </a:cubicBezTo>
                  <a:cubicBezTo>
                    <a:pt x="21021" y="5591"/>
                    <a:pt x="21021" y="5591"/>
                    <a:pt x="21021" y="5591"/>
                  </a:cubicBezTo>
                  <a:cubicBezTo>
                    <a:pt x="21021" y="6091"/>
                    <a:pt x="20042" y="6831"/>
                    <a:pt x="19436" y="6831"/>
                  </a:cubicBezTo>
                  <a:cubicBezTo>
                    <a:pt x="19052" y="6831"/>
                    <a:pt x="18485" y="6572"/>
                    <a:pt x="18130" y="6398"/>
                  </a:cubicBezTo>
                  <a:cubicBezTo>
                    <a:pt x="17985" y="6321"/>
                    <a:pt x="17928" y="6187"/>
                    <a:pt x="17985" y="6043"/>
                  </a:cubicBezTo>
                  <a:cubicBezTo>
                    <a:pt x="18119" y="5735"/>
                    <a:pt x="18119" y="5735"/>
                    <a:pt x="18119" y="5735"/>
                  </a:cubicBezTo>
                  <a:cubicBezTo>
                    <a:pt x="18178" y="5591"/>
                    <a:pt x="18332" y="5553"/>
                    <a:pt x="18475" y="5620"/>
                  </a:cubicBezTo>
                  <a:cubicBezTo>
                    <a:pt x="18754" y="5755"/>
                    <a:pt x="19215" y="5976"/>
                    <a:pt x="19436" y="5976"/>
                  </a:cubicBezTo>
                  <a:cubicBezTo>
                    <a:pt x="19657" y="5976"/>
                    <a:pt x="20128" y="5668"/>
                    <a:pt x="20128" y="5457"/>
                  </a:cubicBezTo>
                  <a:cubicBezTo>
                    <a:pt x="20128" y="5236"/>
                    <a:pt x="20128" y="5236"/>
                    <a:pt x="20128" y="5236"/>
                  </a:cubicBezTo>
                  <a:cubicBezTo>
                    <a:pt x="20128" y="5015"/>
                    <a:pt x="19908" y="4909"/>
                    <a:pt x="19687" y="4823"/>
                  </a:cubicBezTo>
                  <a:cubicBezTo>
                    <a:pt x="18677" y="4429"/>
                    <a:pt x="18677" y="4429"/>
                    <a:pt x="18677" y="4429"/>
                  </a:cubicBezTo>
                  <a:cubicBezTo>
                    <a:pt x="18303" y="4275"/>
                    <a:pt x="17938" y="3968"/>
                    <a:pt x="17938" y="3554"/>
                  </a:cubicBezTo>
                  <a:cubicBezTo>
                    <a:pt x="17938" y="3122"/>
                    <a:pt x="17938" y="3122"/>
                    <a:pt x="17938" y="3122"/>
                  </a:cubicBezTo>
                  <a:cubicBezTo>
                    <a:pt x="17938" y="2575"/>
                    <a:pt x="19033" y="1855"/>
                    <a:pt x="19523" y="1855"/>
                  </a:cubicBezTo>
                  <a:cubicBezTo>
                    <a:pt x="19879" y="1855"/>
                    <a:pt x="20426" y="2075"/>
                    <a:pt x="20811" y="2267"/>
                  </a:cubicBezTo>
                  <a:cubicBezTo>
                    <a:pt x="20916" y="2325"/>
                    <a:pt x="20964" y="2459"/>
                    <a:pt x="20916" y="2584"/>
                  </a:cubicBezTo>
                  <a:cubicBezTo>
                    <a:pt x="20801" y="2901"/>
                    <a:pt x="20801" y="2901"/>
                    <a:pt x="20801" y="2901"/>
                  </a:cubicBezTo>
                  <a:cubicBezTo>
                    <a:pt x="20752" y="3026"/>
                    <a:pt x="20579" y="3064"/>
                    <a:pt x="20445" y="3016"/>
                  </a:cubicBezTo>
                  <a:cubicBezTo>
                    <a:pt x="20186" y="2901"/>
                    <a:pt x="19744" y="2709"/>
                    <a:pt x="19523" y="2709"/>
                  </a:cubicBezTo>
                  <a:cubicBezTo>
                    <a:pt x="19330" y="2709"/>
                    <a:pt x="18841" y="3026"/>
                    <a:pt x="18841" y="325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CA47E82-86AA-4C42-9D0D-DC882D7AB14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049000" y="357188"/>
              <a:ext cx="103188" cy="103188"/>
            </a:xfrm>
            <a:prstGeom prst="ellipse">
              <a:avLst/>
            </a:prstGeom>
            <a:solidFill>
              <a:srgbClr val="FFB81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7" name="Gruppieren 2">
            <a:extLst>
              <a:ext uri="{FF2B5EF4-FFF2-40B4-BE49-F238E27FC236}">
                <a16:creationId xmlns:a16="http://schemas.microsoft.com/office/drawing/2014/main" id="{CC38AE49-F42A-48D3-9465-C64D9657F38F}"/>
              </a:ext>
            </a:extLst>
          </p:cNvPr>
          <p:cNvGrpSpPr/>
          <p:nvPr userDrawn="1"/>
        </p:nvGrpSpPr>
        <p:grpSpPr>
          <a:xfrm>
            <a:off x="0" y="2463312"/>
            <a:ext cx="4770783" cy="1931376"/>
            <a:chOff x="0" y="2619513"/>
            <a:chExt cx="4770783" cy="1931376"/>
          </a:xfrm>
        </p:grpSpPr>
        <p:sp>
          <p:nvSpPr>
            <p:cNvPr id="8" name="Rounded Rectangle 111">
              <a:extLst>
                <a:ext uri="{FF2B5EF4-FFF2-40B4-BE49-F238E27FC236}">
                  <a16:creationId xmlns:a16="http://schemas.microsoft.com/office/drawing/2014/main" id="{3B8D3ACB-C013-4A5A-94CA-7A51BE7DFD38}"/>
                </a:ext>
              </a:extLst>
            </p:cNvPr>
            <p:cNvSpPr/>
            <p:nvPr/>
          </p:nvSpPr>
          <p:spPr>
            <a:xfrm>
              <a:off x="0" y="2619513"/>
              <a:ext cx="4770783" cy="1931376"/>
            </a:xfrm>
            <a:prstGeom prst="roundRect">
              <a:avLst>
                <a:gd name="adj" fmla="val 0"/>
              </a:avLst>
            </a:prstGeom>
            <a:solidFill>
              <a:schemeClr val="tx2">
                <a:lumMod val="75000"/>
                <a:alpha val="86000"/>
              </a:schemeClr>
            </a:solidFill>
            <a:ln w="25400">
              <a:noFill/>
              <a:round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Ins="180000" rtlCol="0" anchor="t"/>
            <a:lstStyle/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200" b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10" name="Straight Connector 18">
              <a:extLst>
                <a:ext uri="{FF2B5EF4-FFF2-40B4-BE49-F238E27FC236}">
                  <a16:creationId xmlns:a16="http://schemas.microsoft.com/office/drawing/2014/main" id="{538B636E-B808-407E-A65A-477C8D55C5CA}"/>
                </a:ext>
              </a:extLst>
            </p:cNvPr>
            <p:cNvCxnSpPr>
              <a:cxnSpLocks/>
            </p:cNvCxnSpPr>
            <p:nvPr/>
          </p:nvCxnSpPr>
          <p:spPr>
            <a:xfrm>
              <a:off x="568476" y="3197157"/>
              <a:ext cx="1187768" cy="0"/>
            </a:xfrm>
            <a:prstGeom prst="line">
              <a:avLst/>
            </a:prstGeom>
            <a:ln w="12700">
              <a:solidFill>
                <a:srgbClr val="FFB81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itle 12">
            <a:extLst>
              <a:ext uri="{FF2B5EF4-FFF2-40B4-BE49-F238E27FC236}">
                <a16:creationId xmlns:a16="http://schemas.microsoft.com/office/drawing/2014/main" id="{3104B6BE-76CF-4D97-B4CD-69AC77235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477" y="3151752"/>
            <a:ext cx="4146574" cy="385193"/>
          </a:xfrm>
          <a:prstGeom prst="rect">
            <a:avLst/>
          </a:prstGeom>
        </p:spPr>
        <p:txBody>
          <a:bodyPr lIns="0" rIns="0"/>
          <a:lstStyle>
            <a:lvl1pPr algn="l">
              <a:defRPr sz="2800">
                <a:solidFill>
                  <a:schemeClr val="bg1"/>
                </a:solidFill>
                <a:latin typeface="Reso" panose="02000000000000000000" pitchFamily="50" charset="0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4DE9D333-7A19-4F79-839E-B1CDA26766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8477" y="3568468"/>
            <a:ext cx="4146573" cy="316165"/>
          </a:xfrm>
          <a:prstGeom prst="rect">
            <a:avLst/>
          </a:prstGeom>
        </p:spPr>
        <p:txBody>
          <a:bodyPr lIns="0" rIns="0"/>
          <a:lstStyle>
            <a:lvl1pPr marL="0" indent="0" algn="l">
              <a:buNone/>
              <a:defRPr sz="18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80913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eparato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B5B5212E-F4BB-4F69-9884-B2346A2276E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4" name="Logo-Pos">
            <a:extLst>
              <a:ext uri="{FF2B5EF4-FFF2-40B4-BE49-F238E27FC236}">
                <a16:creationId xmlns:a16="http://schemas.microsoft.com/office/drawing/2014/main" id="{9F33E1D7-0E14-419C-B5A3-092F4426A78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909377" y="391028"/>
            <a:ext cx="940664" cy="308120"/>
            <a:chOff x="9674225" y="357188"/>
            <a:chExt cx="1831975" cy="600076"/>
          </a:xfrm>
          <a:solidFill>
            <a:sysClr val="window" lastClr="FFFFFF"/>
          </a:solidFill>
        </p:grpSpPr>
        <p:sp>
          <p:nvSpPr>
            <p:cNvPr id="5" name="Freeform 29">
              <a:extLst>
                <a:ext uri="{FF2B5EF4-FFF2-40B4-BE49-F238E27FC236}">
                  <a16:creationId xmlns:a16="http://schemas.microsoft.com/office/drawing/2014/main" id="{0304C40E-6521-4F0A-8DD0-E509CE9709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74225" y="361950"/>
              <a:ext cx="1831975" cy="595314"/>
            </a:xfrm>
            <a:custGeom>
              <a:avLst/>
              <a:gdLst>
                <a:gd name="T0" fmla="*/ 921 w 21021"/>
                <a:gd name="T1" fmla="*/ 3324 h 6831"/>
                <a:gd name="T2" fmla="*/ 711 w 21021"/>
                <a:gd name="T3" fmla="*/ 6744 h 6831"/>
                <a:gd name="T4" fmla="*/ 0 w 21021"/>
                <a:gd name="T5" fmla="*/ 6533 h 6831"/>
                <a:gd name="T6" fmla="*/ 1604 w 21021"/>
                <a:gd name="T7" fmla="*/ 1855 h 6831"/>
                <a:gd name="T8" fmla="*/ 3957 w 21021"/>
                <a:gd name="T9" fmla="*/ 1855 h 6831"/>
                <a:gd name="T10" fmla="*/ 5562 w 21021"/>
                <a:gd name="T11" fmla="*/ 6533 h 6831"/>
                <a:gd name="T12" fmla="*/ 4851 w 21021"/>
                <a:gd name="T13" fmla="*/ 6744 h 6831"/>
                <a:gd name="T14" fmla="*/ 4639 w 21021"/>
                <a:gd name="T15" fmla="*/ 3314 h 6831"/>
                <a:gd name="T16" fmla="*/ 3247 w 21021"/>
                <a:gd name="T17" fmla="*/ 3314 h 6831"/>
                <a:gd name="T18" fmla="*/ 3035 w 21021"/>
                <a:gd name="T19" fmla="*/ 6744 h 6831"/>
                <a:gd name="T20" fmla="*/ 2323 w 21021"/>
                <a:gd name="T21" fmla="*/ 6533 h 6831"/>
                <a:gd name="T22" fmla="*/ 1623 w 21021"/>
                <a:gd name="T23" fmla="*/ 2709 h 6831"/>
                <a:gd name="T24" fmla="*/ 10117 w 21021"/>
                <a:gd name="T25" fmla="*/ 5457 h 6831"/>
                <a:gd name="T26" fmla="*/ 6753 w 21021"/>
                <a:gd name="T27" fmla="*/ 5457 h 6831"/>
                <a:gd name="T28" fmla="*/ 8435 w 21021"/>
                <a:gd name="T29" fmla="*/ 1855 h 6831"/>
                <a:gd name="T30" fmla="*/ 9194 w 21021"/>
                <a:gd name="T31" fmla="*/ 3362 h 6831"/>
                <a:gd name="T32" fmla="*/ 7676 w 21021"/>
                <a:gd name="T33" fmla="*/ 3362 h 6831"/>
                <a:gd name="T34" fmla="*/ 8435 w 21021"/>
                <a:gd name="T35" fmla="*/ 5976 h 6831"/>
                <a:gd name="T36" fmla="*/ 9194 w 21021"/>
                <a:gd name="T37" fmla="*/ 3362 h 6831"/>
                <a:gd name="T38" fmla="*/ 13902 w 21021"/>
                <a:gd name="T39" fmla="*/ 0 h 6831"/>
                <a:gd name="T40" fmla="*/ 14613 w 21021"/>
                <a:gd name="T41" fmla="*/ 211 h 6831"/>
                <a:gd name="T42" fmla="*/ 12941 w 21021"/>
                <a:gd name="T43" fmla="*/ 6831 h 6831"/>
                <a:gd name="T44" fmla="*/ 11259 w 21021"/>
                <a:gd name="T45" fmla="*/ 3218 h 6831"/>
                <a:gd name="T46" fmla="*/ 13691 w 21021"/>
                <a:gd name="T47" fmla="*/ 2276 h 6831"/>
                <a:gd name="T48" fmla="*/ 12183 w 21021"/>
                <a:gd name="T49" fmla="*/ 5341 h 6831"/>
                <a:gd name="T50" fmla="*/ 13691 w 21021"/>
                <a:gd name="T51" fmla="*/ 5341 h 6831"/>
                <a:gd name="T52" fmla="*/ 12932 w 21021"/>
                <a:gd name="T53" fmla="*/ 2709 h 6831"/>
                <a:gd name="T54" fmla="*/ 12183 w 21021"/>
                <a:gd name="T55" fmla="*/ 5341 h 6831"/>
                <a:gd name="T56" fmla="*/ 16622 w 21021"/>
                <a:gd name="T57" fmla="*/ 1940 h 6831"/>
                <a:gd name="T58" fmla="*/ 15910 w 21021"/>
                <a:gd name="T59" fmla="*/ 2152 h 6831"/>
                <a:gd name="T60" fmla="*/ 16122 w 21021"/>
                <a:gd name="T61" fmla="*/ 6744 h 6831"/>
                <a:gd name="T62" fmla="*/ 16832 w 21021"/>
                <a:gd name="T63" fmla="*/ 6533 h 6831"/>
                <a:gd name="T64" fmla="*/ 18841 w 21021"/>
                <a:gd name="T65" fmla="*/ 3257 h 6831"/>
                <a:gd name="T66" fmla="*/ 19226 w 21021"/>
                <a:gd name="T67" fmla="*/ 3785 h 6831"/>
                <a:gd name="T68" fmla="*/ 21021 w 21021"/>
                <a:gd name="T69" fmla="*/ 5102 h 6831"/>
                <a:gd name="T70" fmla="*/ 19436 w 21021"/>
                <a:gd name="T71" fmla="*/ 6831 h 6831"/>
                <a:gd name="T72" fmla="*/ 17985 w 21021"/>
                <a:gd name="T73" fmla="*/ 6043 h 6831"/>
                <a:gd name="T74" fmla="*/ 18475 w 21021"/>
                <a:gd name="T75" fmla="*/ 5620 h 6831"/>
                <a:gd name="T76" fmla="*/ 20128 w 21021"/>
                <a:gd name="T77" fmla="*/ 5457 h 6831"/>
                <a:gd name="T78" fmla="*/ 19687 w 21021"/>
                <a:gd name="T79" fmla="*/ 4823 h 6831"/>
                <a:gd name="T80" fmla="*/ 17938 w 21021"/>
                <a:gd name="T81" fmla="*/ 3554 h 6831"/>
                <a:gd name="T82" fmla="*/ 19523 w 21021"/>
                <a:gd name="T83" fmla="*/ 1855 h 6831"/>
                <a:gd name="T84" fmla="*/ 20916 w 21021"/>
                <a:gd name="T85" fmla="*/ 2584 h 6831"/>
                <a:gd name="T86" fmla="*/ 20445 w 21021"/>
                <a:gd name="T87" fmla="*/ 3016 h 6831"/>
                <a:gd name="T88" fmla="*/ 18841 w 21021"/>
                <a:gd name="T89" fmla="*/ 3257 h 6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1021" h="6831">
                  <a:moveTo>
                    <a:pt x="1623" y="2709"/>
                  </a:moveTo>
                  <a:cubicBezTo>
                    <a:pt x="1393" y="2709"/>
                    <a:pt x="921" y="3046"/>
                    <a:pt x="921" y="3324"/>
                  </a:cubicBezTo>
                  <a:cubicBezTo>
                    <a:pt x="921" y="6533"/>
                    <a:pt x="921" y="6533"/>
                    <a:pt x="921" y="6533"/>
                  </a:cubicBezTo>
                  <a:cubicBezTo>
                    <a:pt x="921" y="6658"/>
                    <a:pt x="835" y="6744"/>
                    <a:pt x="711" y="6744"/>
                  </a:cubicBezTo>
                  <a:cubicBezTo>
                    <a:pt x="210" y="6744"/>
                    <a:pt x="210" y="6744"/>
                    <a:pt x="210" y="6744"/>
                  </a:cubicBezTo>
                  <a:cubicBezTo>
                    <a:pt x="85" y="6744"/>
                    <a:pt x="0" y="6658"/>
                    <a:pt x="0" y="6533"/>
                  </a:cubicBezTo>
                  <a:cubicBezTo>
                    <a:pt x="0" y="3170"/>
                    <a:pt x="0" y="3170"/>
                    <a:pt x="0" y="3170"/>
                  </a:cubicBezTo>
                  <a:cubicBezTo>
                    <a:pt x="0" y="2575"/>
                    <a:pt x="1055" y="1855"/>
                    <a:pt x="1604" y="1855"/>
                  </a:cubicBezTo>
                  <a:cubicBezTo>
                    <a:pt x="1988" y="1855"/>
                    <a:pt x="2506" y="2200"/>
                    <a:pt x="2785" y="2517"/>
                  </a:cubicBezTo>
                  <a:cubicBezTo>
                    <a:pt x="3065" y="2190"/>
                    <a:pt x="3602" y="1855"/>
                    <a:pt x="3957" y="1855"/>
                  </a:cubicBezTo>
                  <a:cubicBezTo>
                    <a:pt x="4506" y="1855"/>
                    <a:pt x="5562" y="2575"/>
                    <a:pt x="5562" y="3170"/>
                  </a:cubicBezTo>
                  <a:cubicBezTo>
                    <a:pt x="5562" y="6533"/>
                    <a:pt x="5562" y="6533"/>
                    <a:pt x="5562" y="6533"/>
                  </a:cubicBezTo>
                  <a:cubicBezTo>
                    <a:pt x="5562" y="6658"/>
                    <a:pt x="5476" y="6744"/>
                    <a:pt x="5350" y="6744"/>
                  </a:cubicBezTo>
                  <a:cubicBezTo>
                    <a:pt x="4851" y="6744"/>
                    <a:pt x="4851" y="6744"/>
                    <a:pt x="4851" y="6744"/>
                  </a:cubicBezTo>
                  <a:cubicBezTo>
                    <a:pt x="4726" y="6744"/>
                    <a:pt x="4639" y="6658"/>
                    <a:pt x="4639" y="6533"/>
                  </a:cubicBezTo>
                  <a:cubicBezTo>
                    <a:pt x="4639" y="3314"/>
                    <a:pt x="4639" y="3314"/>
                    <a:pt x="4639" y="3314"/>
                  </a:cubicBezTo>
                  <a:cubicBezTo>
                    <a:pt x="4639" y="3046"/>
                    <a:pt x="4169" y="2709"/>
                    <a:pt x="3938" y="2709"/>
                  </a:cubicBezTo>
                  <a:cubicBezTo>
                    <a:pt x="3727" y="2709"/>
                    <a:pt x="3247" y="3046"/>
                    <a:pt x="3247" y="3314"/>
                  </a:cubicBezTo>
                  <a:cubicBezTo>
                    <a:pt x="3247" y="6533"/>
                    <a:pt x="3247" y="6533"/>
                    <a:pt x="3247" y="6533"/>
                  </a:cubicBezTo>
                  <a:cubicBezTo>
                    <a:pt x="3247" y="6658"/>
                    <a:pt x="3150" y="6744"/>
                    <a:pt x="3035" y="6744"/>
                  </a:cubicBezTo>
                  <a:cubicBezTo>
                    <a:pt x="2536" y="6744"/>
                    <a:pt x="2536" y="6744"/>
                    <a:pt x="2536" y="6744"/>
                  </a:cubicBezTo>
                  <a:cubicBezTo>
                    <a:pt x="2401" y="6744"/>
                    <a:pt x="2323" y="6658"/>
                    <a:pt x="2323" y="6533"/>
                  </a:cubicBezTo>
                  <a:cubicBezTo>
                    <a:pt x="2323" y="3324"/>
                    <a:pt x="2323" y="3324"/>
                    <a:pt x="2323" y="3324"/>
                  </a:cubicBezTo>
                  <a:cubicBezTo>
                    <a:pt x="2323" y="3055"/>
                    <a:pt x="1834" y="2709"/>
                    <a:pt x="1623" y="2709"/>
                  </a:cubicBezTo>
                  <a:moveTo>
                    <a:pt x="10117" y="3228"/>
                  </a:moveTo>
                  <a:cubicBezTo>
                    <a:pt x="10117" y="5457"/>
                    <a:pt x="10117" y="5457"/>
                    <a:pt x="10117" y="5457"/>
                  </a:cubicBezTo>
                  <a:cubicBezTo>
                    <a:pt x="10117" y="6081"/>
                    <a:pt x="8992" y="6831"/>
                    <a:pt x="8435" y="6831"/>
                  </a:cubicBezTo>
                  <a:cubicBezTo>
                    <a:pt x="7878" y="6831"/>
                    <a:pt x="6753" y="6081"/>
                    <a:pt x="6753" y="5457"/>
                  </a:cubicBezTo>
                  <a:cubicBezTo>
                    <a:pt x="6753" y="3228"/>
                    <a:pt x="6753" y="3228"/>
                    <a:pt x="6753" y="3228"/>
                  </a:cubicBezTo>
                  <a:cubicBezTo>
                    <a:pt x="6753" y="2594"/>
                    <a:pt x="7878" y="1855"/>
                    <a:pt x="8435" y="1855"/>
                  </a:cubicBezTo>
                  <a:cubicBezTo>
                    <a:pt x="8992" y="1855"/>
                    <a:pt x="10117" y="2584"/>
                    <a:pt x="10117" y="3228"/>
                  </a:cubicBezTo>
                  <a:moveTo>
                    <a:pt x="9194" y="3362"/>
                  </a:moveTo>
                  <a:cubicBezTo>
                    <a:pt x="9194" y="3064"/>
                    <a:pt x="8684" y="2709"/>
                    <a:pt x="8435" y="2709"/>
                  </a:cubicBezTo>
                  <a:cubicBezTo>
                    <a:pt x="8175" y="2709"/>
                    <a:pt x="7676" y="3064"/>
                    <a:pt x="7676" y="3362"/>
                  </a:cubicBezTo>
                  <a:cubicBezTo>
                    <a:pt x="7676" y="5322"/>
                    <a:pt x="7676" y="5322"/>
                    <a:pt x="7676" y="5322"/>
                  </a:cubicBezTo>
                  <a:cubicBezTo>
                    <a:pt x="7676" y="5620"/>
                    <a:pt x="8166" y="5976"/>
                    <a:pt x="8435" y="5976"/>
                  </a:cubicBezTo>
                  <a:cubicBezTo>
                    <a:pt x="8694" y="5976"/>
                    <a:pt x="9194" y="5620"/>
                    <a:pt x="9194" y="5322"/>
                  </a:cubicBezTo>
                  <a:lnTo>
                    <a:pt x="9194" y="3362"/>
                  </a:lnTo>
                  <a:close/>
                  <a:moveTo>
                    <a:pt x="13691" y="211"/>
                  </a:moveTo>
                  <a:cubicBezTo>
                    <a:pt x="13691" y="87"/>
                    <a:pt x="13787" y="0"/>
                    <a:pt x="13902" y="0"/>
                  </a:cubicBezTo>
                  <a:cubicBezTo>
                    <a:pt x="14402" y="0"/>
                    <a:pt x="14402" y="0"/>
                    <a:pt x="14402" y="0"/>
                  </a:cubicBezTo>
                  <a:cubicBezTo>
                    <a:pt x="14526" y="0"/>
                    <a:pt x="14613" y="87"/>
                    <a:pt x="14613" y="211"/>
                  </a:cubicBezTo>
                  <a:cubicBezTo>
                    <a:pt x="14613" y="5466"/>
                    <a:pt x="14613" y="5466"/>
                    <a:pt x="14613" y="5466"/>
                  </a:cubicBezTo>
                  <a:cubicBezTo>
                    <a:pt x="14613" y="6081"/>
                    <a:pt x="13518" y="6831"/>
                    <a:pt x="12941" y="6831"/>
                  </a:cubicBezTo>
                  <a:cubicBezTo>
                    <a:pt x="12374" y="6831"/>
                    <a:pt x="11259" y="6081"/>
                    <a:pt x="11259" y="5457"/>
                  </a:cubicBezTo>
                  <a:cubicBezTo>
                    <a:pt x="11259" y="3218"/>
                    <a:pt x="11259" y="3218"/>
                    <a:pt x="11259" y="3218"/>
                  </a:cubicBezTo>
                  <a:cubicBezTo>
                    <a:pt x="11259" y="2575"/>
                    <a:pt x="12327" y="1855"/>
                    <a:pt x="12826" y="1855"/>
                  </a:cubicBezTo>
                  <a:cubicBezTo>
                    <a:pt x="13105" y="1855"/>
                    <a:pt x="13488" y="2065"/>
                    <a:pt x="13691" y="2276"/>
                  </a:cubicBezTo>
                  <a:lnTo>
                    <a:pt x="13691" y="211"/>
                  </a:lnTo>
                  <a:close/>
                  <a:moveTo>
                    <a:pt x="12183" y="5341"/>
                  </a:moveTo>
                  <a:cubicBezTo>
                    <a:pt x="12183" y="5610"/>
                    <a:pt x="12673" y="5976"/>
                    <a:pt x="12941" y="5976"/>
                  </a:cubicBezTo>
                  <a:cubicBezTo>
                    <a:pt x="13220" y="5976"/>
                    <a:pt x="13691" y="5601"/>
                    <a:pt x="13691" y="5341"/>
                  </a:cubicBezTo>
                  <a:cubicBezTo>
                    <a:pt x="13691" y="3343"/>
                    <a:pt x="13691" y="3343"/>
                    <a:pt x="13691" y="3343"/>
                  </a:cubicBezTo>
                  <a:cubicBezTo>
                    <a:pt x="13691" y="3064"/>
                    <a:pt x="13181" y="2709"/>
                    <a:pt x="12932" y="2709"/>
                  </a:cubicBezTo>
                  <a:cubicBezTo>
                    <a:pt x="12682" y="2709"/>
                    <a:pt x="12183" y="3064"/>
                    <a:pt x="12183" y="3343"/>
                  </a:cubicBezTo>
                  <a:lnTo>
                    <a:pt x="12183" y="5341"/>
                  </a:lnTo>
                  <a:close/>
                  <a:moveTo>
                    <a:pt x="16832" y="2152"/>
                  </a:moveTo>
                  <a:cubicBezTo>
                    <a:pt x="16832" y="2027"/>
                    <a:pt x="16746" y="1940"/>
                    <a:pt x="16622" y="1940"/>
                  </a:cubicBezTo>
                  <a:cubicBezTo>
                    <a:pt x="16122" y="1940"/>
                    <a:pt x="16122" y="1940"/>
                    <a:pt x="16122" y="1940"/>
                  </a:cubicBezTo>
                  <a:cubicBezTo>
                    <a:pt x="15997" y="1940"/>
                    <a:pt x="15910" y="2027"/>
                    <a:pt x="15910" y="2152"/>
                  </a:cubicBezTo>
                  <a:cubicBezTo>
                    <a:pt x="15910" y="6533"/>
                    <a:pt x="15910" y="6533"/>
                    <a:pt x="15910" y="6533"/>
                  </a:cubicBezTo>
                  <a:cubicBezTo>
                    <a:pt x="15910" y="6658"/>
                    <a:pt x="15997" y="6744"/>
                    <a:pt x="16122" y="6744"/>
                  </a:cubicBezTo>
                  <a:cubicBezTo>
                    <a:pt x="16622" y="6744"/>
                    <a:pt x="16622" y="6744"/>
                    <a:pt x="16622" y="6744"/>
                  </a:cubicBezTo>
                  <a:cubicBezTo>
                    <a:pt x="16746" y="6744"/>
                    <a:pt x="16832" y="6658"/>
                    <a:pt x="16832" y="6533"/>
                  </a:cubicBezTo>
                  <a:lnTo>
                    <a:pt x="16832" y="2152"/>
                  </a:lnTo>
                  <a:close/>
                  <a:moveTo>
                    <a:pt x="18841" y="3257"/>
                  </a:moveTo>
                  <a:cubicBezTo>
                    <a:pt x="18841" y="3430"/>
                    <a:pt x="18841" y="3430"/>
                    <a:pt x="18841" y="3430"/>
                  </a:cubicBezTo>
                  <a:cubicBezTo>
                    <a:pt x="18841" y="3612"/>
                    <a:pt x="19023" y="3708"/>
                    <a:pt x="19226" y="3785"/>
                  </a:cubicBezTo>
                  <a:cubicBezTo>
                    <a:pt x="20292" y="4188"/>
                    <a:pt x="20292" y="4188"/>
                    <a:pt x="20292" y="4188"/>
                  </a:cubicBezTo>
                  <a:cubicBezTo>
                    <a:pt x="20705" y="4343"/>
                    <a:pt x="21021" y="4660"/>
                    <a:pt x="21021" y="5102"/>
                  </a:cubicBezTo>
                  <a:cubicBezTo>
                    <a:pt x="21021" y="5591"/>
                    <a:pt x="21021" y="5591"/>
                    <a:pt x="21021" y="5591"/>
                  </a:cubicBezTo>
                  <a:cubicBezTo>
                    <a:pt x="21021" y="6091"/>
                    <a:pt x="20042" y="6831"/>
                    <a:pt x="19436" y="6831"/>
                  </a:cubicBezTo>
                  <a:cubicBezTo>
                    <a:pt x="19052" y="6831"/>
                    <a:pt x="18485" y="6572"/>
                    <a:pt x="18130" y="6398"/>
                  </a:cubicBezTo>
                  <a:cubicBezTo>
                    <a:pt x="17985" y="6321"/>
                    <a:pt x="17928" y="6187"/>
                    <a:pt x="17985" y="6043"/>
                  </a:cubicBezTo>
                  <a:cubicBezTo>
                    <a:pt x="18119" y="5735"/>
                    <a:pt x="18119" y="5735"/>
                    <a:pt x="18119" y="5735"/>
                  </a:cubicBezTo>
                  <a:cubicBezTo>
                    <a:pt x="18178" y="5591"/>
                    <a:pt x="18332" y="5553"/>
                    <a:pt x="18475" y="5620"/>
                  </a:cubicBezTo>
                  <a:cubicBezTo>
                    <a:pt x="18754" y="5755"/>
                    <a:pt x="19215" y="5976"/>
                    <a:pt x="19436" y="5976"/>
                  </a:cubicBezTo>
                  <a:cubicBezTo>
                    <a:pt x="19657" y="5976"/>
                    <a:pt x="20128" y="5668"/>
                    <a:pt x="20128" y="5457"/>
                  </a:cubicBezTo>
                  <a:cubicBezTo>
                    <a:pt x="20128" y="5236"/>
                    <a:pt x="20128" y="5236"/>
                    <a:pt x="20128" y="5236"/>
                  </a:cubicBezTo>
                  <a:cubicBezTo>
                    <a:pt x="20128" y="5015"/>
                    <a:pt x="19908" y="4909"/>
                    <a:pt x="19687" y="4823"/>
                  </a:cubicBezTo>
                  <a:cubicBezTo>
                    <a:pt x="18677" y="4429"/>
                    <a:pt x="18677" y="4429"/>
                    <a:pt x="18677" y="4429"/>
                  </a:cubicBezTo>
                  <a:cubicBezTo>
                    <a:pt x="18303" y="4275"/>
                    <a:pt x="17938" y="3968"/>
                    <a:pt x="17938" y="3554"/>
                  </a:cubicBezTo>
                  <a:cubicBezTo>
                    <a:pt x="17938" y="3122"/>
                    <a:pt x="17938" y="3122"/>
                    <a:pt x="17938" y="3122"/>
                  </a:cubicBezTo>
                  <a:cubicBezTo>
                    <a:pt x="17938" y="2575"/>
                    <a:pt x="19033" y="1855"/>
                    <a:pt x="19523" y="1855"/>
                  </a:cubicBezTo>
                  <a:cubicBezTo>
                    <a:pt x="19879" y="1855"/>
                    <a:pt x="20426" y="2075"/>
                    <a:pt x="20811" y="2267"/>
                  </a:cubicBezTo>
                  <a:cubicBezTo>
                    <a:pt x="20916" y="2325"/>
                    <a:pt x="20964" y="2459"/>
                    <a:pt x="20916" y="2584"/>
                  </a:cubicBezTo>
                  <a:cubicBezTo>
                    <a:pt x="20801" y="2901"/>
                    <a:pt x="20801" y="2901"/>
                    <a:pt x="20801" y="2901"/>
                  </a:cubicBezTo>
                  <a:cubicBezTo>
                    <a:pt x="20752" y="3026"/>
                    <a:pt x="20579" y="3064"/>
                    <a:pt x="20445" y="3016"/>
                  </a:cubicBezTo>
                  <a:cubicBezTo>
                    <a:pt x="20186" y="2901"/>
                    <a:pt x="19744" y="2709"/>
                    <a:pt x="19523" y="2709"/>
                  </a:cubicBezTo>
                  <a:cubicBezTo>
                    <a:pt x="19330" y="2709"/>
                    <a:pt x="18841" y="3026"/>
                    <a:pt x="18841" y="325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CA47E82-86AA-4C42-9D0D-DC882D7AB14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049000" y="357188"/>
              <a:ext cx="103188" cy="103188"/>
            </a:xfrm>
            <a:prstGeom prst="ellipse">
              <a:avLst/>
            </a:prstGeom>
            <a:solidFill>
              <a:srgbClr val="FFB81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7" name="Gruppieren 2">
            <a:extLst>
              <a:ext uri="{FF2B5EF4-FFF2-40B4-BE49-F238E27FC236}">
                <a16:creationId xmlns:a16="http://schemas.microsoft.com/office/drawing/2014/main" id="{CC38AE49-F42A-48D3-9465-C64D9657F38F}"/>
              </a:ext>
            </a:extLst>
          </p:cNvPr>
          <p:cNvGrpSpPr/>
          <p:nvPr userDrawn="1"/>
        </p:nvGrpSpPr>
        <p:grpSpPr>
          <a:xfrm>
            <a:off x="0" y="2463312"/>
            <a:ext cx="4770783" cy="1931376"/>
            <a:chOff x="0" y="2619513"/>
            <a:chExt cx="4770783" cy="1931376"/>
          </a:xfrm>
        </p:grpSpPr>
        <p:sp>
          <p:nvSpPr>
            <p:cNvPr id="8" name="Rounded Rectangle 111">
              <a:extLst>
                <a:ext uri="{FF2B5EF4-FFF2-40B4-BE49-F238E27FC236}">
                  <a16:creationId xmlns:a16="http://schemas.microsoft.com/office/drawing/2014/main" id="{3B8D3ACB-C013-4A5A-94CA-7A51BE7DFD38}"/>
                </a:ext>
              </a:extLst>
            </p:cNvPr>
            <p:cNvSpPr/>
            <p:nvPr/>
          </p:nvSpPr>
          <p:spPr>
            <a:xfrm>
              <a:off x="0" y="2619513"/>
              <a:ext cx="4770783" cy="1931376"/>
            </a:xfrm>
            <a:prstGeom prst="roundRect">
              <a:avLst>
                <a:gd name="adj" fmla="val 0"/>
              </a:avLst>
            </a:prstGeom>
            <a:solidFill>
              <a:schemeClr val="tx2">
                <a:lumMod val="75000"/>
                <a:alpha val="86000"/>
              </a:schemeClr>
            </a:solidFill>
            <a:ln w="25400">
              <a:noFill/>
              <a:round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Ins="180000" rtlCol="0" anchor="t"/>
            <a:lstStyle/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200" b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10" name="Straight Connector 18">
              <a:extLst>
                <a:ext uri="{FF2B5EF4-FFF2-40B4-BE49-F238E27FC236}">
                  <a16:creationId xmlns:a16="http://schemas.microsoft.com/office/drawing/2014/main" id="{538B636E-B808-407E-A65A-477C8D55C5CA}"/>
                </a:ext>
              </a:extLst>
            </p:cNvPr>
            <p:cNvCxnSpPr>
              <a:cxnSpLocks/>
            </p:cNvCxnSpPr>
            <p:nvPr/>
          </p:nvCxnSpPr>
          <p:spPr>
            <a:xfrm>
              <a:off x="568476" y="3197157"/>
              <a:ext cx="1187768" cy="0"/>
            </a:xfrm>
            <a:prstGeom prst="line">
              <a:avLst/>
            </a:prstGeom>
            <a:ln w="12700">
              <a:solidFill>
                <a:srgbClr val="FFB81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itle 12">
            <a:extLst>
              <a:ext uri="{FF2B5EF4-FFF2-40B4-BE49-F238E27FC236}">
                <a16:creationId xmlns:a16="http://schemas.microsoft.com/office/drawing/2014/main" id="{3104B6BE-76CF-4D97-B4CD-69AC77235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477" y="3151752"/>
            <a:ext cx="4146574" cy="385193"/>
          </a:xfrm>
          <a:prstGeom prst="rect">
            <a:avLst/>
          </a:prstGeom>
        </p:spPr>
        <p:txBody>
          <a:bodyPr lIns="0" rIns="0"/>
          <a:lstStyle>
            <a:lvl1pPr algn="l">
              <a:defRPr sz="2800">
                <a:solidFill>
                  <a:schemeClr val="bg1"/>
                </a:solidFill>
                <a:latin typeface="Reso" panose="02000000000000000000" pitchFamily="50" charset="0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4DE9D333-7A19-4F79-839E-B1CDA26766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8477" y="3568468"/>
            <a:ext cx="4146573" cy="316165"/>
          </a:xfrm>
          <a:prstGeom prst="rect">
            <a:avLst/>
          </a:prstGeom>
        </p:spPr>
        <p:txBody>
          <a:bodyPr lIns="0" rIns="0"/>
          <a:lstStyle>
            <a:lvl1pPr marL="0" indent="0" algn="l">
              <a:buNone/>
              <a:defRPr sz="18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4871063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Separato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CA01A758-3F4D-413E-8795-A37287BC8EC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58BAE01-914E-48D8-9997-9B787AB01E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69641" y="0"/>
            <a:ext cx="2922359" cy="2750148"/>
          </a:xfrm>
          <a:prstGeom prst="rect">
            <a:avLst/>
          </a:prstGeom>
        </p:spPr>
      </p:pic>
      <p:grpSp>
        <p:nvGrpSpPr>
          <p:cNvPr id="4" name="Logo-Pos">
            <a:extLst>
              <a:ext uri="{FF2B5EF4-FFF2-40B4-BE49-F238E27FC236}">
                <a16:creationId xmlns:a16="http://schemas.microsoft.com/office/drawing/2014/main" id="{9F33E1D7-0E14-419C-B5A3-092F4426A78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909377" y="391028"/>
            <a:ext cx="940664" cy="308120"/>
            <a:chOff x="9674225" y="357188"/>
            <a:chExt cx="1831975" cy="600076"/>
          </a:xfrm>
          <a:solidFill>
            <a:sysClr val="window" lastClr="FFFFFF"/>
          </a:solidFill>
        </p:grpSpPr>
        <p:sp>
          <p:nvSpPr>
            <p:cNvPr id="5" name="Freeform 29">
              <a:extLst>
                <a:ext uri="{FF2B5EF4-FFF2-40B4-BE49-F238E27FC236}">
                  <a16:creationId xmlns:a16="http://schemas.microsoft.com/office/drawing/2014/main" id="{0304C40E-6521-4F0A-8DD0-E509CE9709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74225" y="361950"/>
              <a:ext cx="1831975" cy="595314"/>
            </a:xfrm>
            <a:custGeom>
              <a:avLst/>
              <a:gdLst>
                <a:gd name="T0" fmla="*/ 921 w 21021"/>
                <a:gd name="T1" fmla="*/ 3324 h 6831"/>
                <a:gd name="T2" fmla="*/ 711 w 21021"/>
                <a:gd name="T3" fmla="*/ 6744 h 6831"/>
                <a:gd name="T4" fmla="*/ 0 w 21021"/>
                <a:gd name="T5" fmla="*/ 6533 h 6831"/>
                <a:gd name="T6" fmla="*/ 1604 w 21021"/>
                <a:gd name="T7" fmla="*/ 1855 h 6831"/>
                <a:gd name="T8" fmla="*/ 3957 w 21021"/>
                <a:gd name="T9" fmla="*/ 1855 h 6831"/>
                <a:gd name="T10" fmla="*/ 5562 w 21021"/>
                <a:gd name="T11" fmla="*/ 6533 h 6831"/>
                <a:gd name="T12" fmla="*/ 4851 w 21021"/>
                <a:gd name="T13" fmla="*/ 6744 h 6831"/>
                <a:gd name="T14" fmla="*/ 4639 w 21021"/>
                <a:gd name="T15" fmla="*/ 3314 h 6831"/>
                <a:gd name="T16" fmla="*/ 3247 w 21021"/>
                <a:gd name="T17" fmla="*/ 3314 h 6831"/>
                <a:gd name="T18" fmla="*/ 3035 w 21021"/>
                <a:gd name="T19" fmla="*/ 6744 h 6831"/>
                <a:gd name="T20" fmla="*/ 2323 w 21021"/>
                <a:gd name="T21" fmla="*/ 6533 h 6831"/>
                <a:gd name="T22" fmla="*/ 1623 w 21021"/>
                <a:gd name="T23" fmla="*/ 2709 h 6831"/>
                <a:gd name="T24" fmla="*/ 10117 w 21021"/>
                <a:gd name="T25" fmla="*/ 5457 h 6831"/>
                <a:gd name="T26" fmla="*/ 6753 w 21021"/>
                <a:gd name="T27" fmla="*/ 5457 h 6831"/>
                <a:gd name="T28" fmla="*/ 8435 w 21021"/>
                <a:gd name="T29" fmla="*/ 1855 h 6831"/>
                <a:gd name="T30" fmla="*/ 9194 w 21021"/>
                <a:gd name="T31" fmla="*/ 3362 h 6831"/>
                <a:gd name="T32" fmla="*/ 7676 w 21021"/>
                <a:gd name="T33" fmla="*/ 3362 h 6831"/>
                <a:gd name="T34" fmla="*/ 8435 w 21021"/>
                <a:gd name="T35" fmla="*/ 5976 h 6831"/>
                <a:gd name="T36" fmla="*/ 9194 w 21021"/>
                <a:gd name="T37" fmla="*/ 3362 h 6831"/>
                <a:gd name="T38" fmla="*/ 13902 w 21021"/>
                <a:gd name="T39" fmla="*/ 0 h 6831"/>
                <a:gd name="T40" fmla="*/ 14613 w 21021"/>
                <a:gd name="T41" fmla="*/ 211 h 6831"/>
                <a:gd name="T42" fmla="*/ 12941 w 21021"/>
                <a:gd name="T43" fmla="*/ 6831 h 6831"/>
                <a:gd name="T44" fmla="*/ 11259 w 21021"/>
                <a:gd name="T45" fmla="*/ 3218 h 6831"/>
                <a:gd name="T46" fmla="*/ 13691 w 21021"/>
                <a:gd name="T47" fmla="*/ 2276 h 6831"/>
                <a:gd name="T48" fmla="*/ 12183 w 21021"/>
                <a:gd name="T49" fmla="*/ 5341 h 6831"/>
                <a:gd name="T50" fmla="*/ 13691 w 21021"/>
                <a:gd name="T51" fmla="*/ 5341 h 6831"/>
                <a:gd name="T52" fmla="*/ 12932 w 21021"/>
                <a:gd name="T53" fmla="*/ 2709 h 6831"/>
                <a:gd name="T54" fmla="*/ 12183 w 21021"/>
                <a:gd name="T55" fmla="*/ 5341 h 6831"/>
                <a:gd name="T56" fmla="*/ 16622 w 21021"/>
                <a:gd name="T57" fmla="*/ 1940 h 6831"/>
                <a:gd name="T58" fmla="*/ 15910 w 21021"/>
                <a:gd name="T59" fmla="*/ 2152 h 6831"/>
                <a:gd name="T60" fmla="*/ 16122 w 21021"/>
                <a:gd name="T61" fmla="*/ 6744 h 6831"/>
                <a:gd name="T62" fmla="*/ 16832 w 21021"/>
                <a:gd name="T63" fmla="*/ 6533 h 6831"/>
                <a:gd name="T64" fmla="*/ 18841 w 21021"/>
                <a:gd name="T65" fmla="*/ 3257 h 6831"/>
                <a:gd name="T66" fmla="*/ 19226 w 21021"/>
                <a:gd name="T67" fmla="*/ 3785 h 6831"/>
                <a:gd name="T68" fmla="*/ 21021 w 21021"/>
                <a:gd name="T69" fmla="*/ 5102 h 6831"/>
                <a:gd name="T70" fmla="*/ 19436 w 21021"/>
                <a:gd name="T71" fmla="*/ 6831 h 6831"/>
                <a:gd name="T72" fmla="*/ 17985 w 21021"/>
                <a:gd name="T73" fmla="*/ 6043 h 6831"/>
                <a:gd name="T74" fmla="*/ 18475 w 21021"/>
                <a:gd name="T75" fmla="*/ 5620 h 6831"/>
                <a:gd name="T76" fmla="*/ 20128 w 21021"/>
                <a:gd name="T77" fmla="*/ 5457 h 6831"/>
                <a:gd name="T78" fmla="*/ 19687 w 21021"/>
                <a:gd name="T79" fmla="*/ 4823 h 6831"/>
                <a:gd name="T80" fmla="*/ 17938 w 21021"/>
                <a:gd name="T81" fmla="*/ 3554 h 6831"/>
                <a:gd name="T82" fmla="*/ 19523 w 21021"/>
                <a:gd name="T83" fmla="*/ 1855 h 6831"/>
                <a:gd name="T84" fmla="*/ 20916 w 21021"/>
                <a:gd name="T85" fmla="*/ 2584 h 6831"/>
                <a:gd name="T86" fmla="*/ 20445 w 21021"/>
                <a:gd name="T87" fmla="*/ 3016 h 6831"/>
                <a:gd name="T88" fmla="*/ 18841 w 21021"/>
                <a:gd name="T89" fmla="*/ 3257 h 6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1021" h="6831">
                  <a:moveTo>
                    <a:pt x="1623" y="2709"/>
                  </a:moveTo>
                  <a:cubicBezTo>
                    <a:pt x="1393" y="2709"/>
                    <a:pt x="921" y="3046"/>
                    <a:pt x="921" y="3324"/>
                  </a:cubicBezTo>
                  <a:cubicBezTo>
                    <a:pt x="921" y="6533"/>
                    <a:pt x="921" y="6533"/>
                    <a:pt x="921" y="6533"/>
                  </a:cubicBezTo>
                  <a:cubicBezTo>
                    <a:pt x="921" y="6658"/>
                    <a:pt x="835" y="6744"/>
                    <a:pt x="711" y="6744"/>
                  </a:cubicBezTo>
                  <a:cubicBezTo>
                    <a:pt x="210" y="6744"/>
                    <a:pt x="210" y="6744"/>
                    <a:pt x="210" y="6744"/>
                  </a:cubicBezTo>
                  <a:cubicBezTo>
                    <a:pt x="85" y="6744"/>
                    <a:pt x="0" y="6658"/>
                    <a:pt x="0" y="6533"/>
                  </a:cubicBezTo>
                  <a:cubicBezTo>
                    <a:pt x="0" y="3170"/>
                    <a:pt x="0" y="3170"/>
                    <a:pt x="0" y="3170"/>
                  </a:cubicBezTo>
                  <a:cubicBezTo>
                    <a:pt x="0" y="2575"/>
                    <a:pt x="1055" y="1855"/>
                    <a:pt x="1604" y="1855"/>
                  </a:cubicBezTo>
                  <a:cubicBezTo>
                    <a:pt x="1988" y="1855"/>
                    <a:pt x="2506" y="2200"/>
                    <a:pt x="2785" y="2517"/>
                  </a:cubicBezTo>
                  <a:cubicBezTo>
                    <a:pt x="3065" y="2190"/>
                    <a:pt x="3602" y="1855"/>
                    <a:pt x="3957" y="1855"/>
                  </a:cubicBezTo>
                  <a:cubicBezTo>
                    <a:pt x="4506" y="1855"/>
                    <a:pt x="5562" y="2575"/>
                    <a:pt x="5562" y="3170"/>
                  </a:cubicBezTo>
                  <a:cubicBezTo>
                    <a:pt x="5562" y="6533"/>
                    <a:pt x="5562" y="6533"/>
                    <a:pt x="5562" y="6533"/>
                  </a:cubicBezTo>
                  <a:cubicBezTo>
                    <a:pt x="5562" y="6658"/>
                    <a:pt x="5476" y="6744"/>
                    <a:pt x="5350" y="6744"/>
                  </a:cubicBezTo>
                  <a:cubicBezTo>
                    <a:pt x="4851" y="6744"/>
                    <a:pt x="4851" y="6744"/>
                    <a:pt x="4851" y="6744"/>
                  </a:cubicBezTo>
                  <a:cubicBezTo>
                    <a:pt x="4726" y="6744"/>
                    <a:pt x="4639" y="6658"/>
                    <a:pt x="4639" y="6533"/>
                  </a:cubicBezTo>
                  <a:cubicBezTo>
                    <a:pt x="4639" y="3314"/>
                    <a:pt x="4639" y="3314"/>
                    <a:pt x="4639" y="3314"/>
                  </a:cubicBezTo>
                  <a:cubicBezTo>
                    <a:pt x="4639" y="3046"/>
                    <a:pt x="4169" y="2709"/>
                    <a:pt x="3938" y="2709"/>
                  </a:cubicBezTo>
                  <a:cubicBezTo>
                    <a:pt x="3727" y="2709"/>
                    <a:pt x="3247" y="3046"/>
                    <a:pt x="3247" y="3314"/>
                  </a:cubicBezTo>
                  <a:cubicBezTo>
                    <a:pt x="3247" y="6533"/>
                    <a:pt x="3247" y="6533"/>
                    <a:pt x="3247" y="6533"/>
                  </a:cubicBezTo>
                  <a:cubicBezTo>
                    <a:pt x="3247" y="6658"/>
                    <a:pt x="3150" y="6744"/>
                    <a:pt x="3035" y="6744"/>
                  </a:cubicBezTo>
                  <a:cubicBezTo>
                    <a:pt x="2536" y="6744"/>
                    <a:pt x="2536" y="6744"/>
                    <a:pt x="2536" y="6744"/>
                  </a:cubicBezTo>
                  <a:cubicBezTo>
                    <a:pt x="2401" y="6744"/>
                    <a:pt x="2323" y="6658"/>
                    <a:pt x="2323" y="6533"/>
                  </a:cubicBezTo>
                  <a:cubicBezTo>
                    <a:pt x="2323" y="3324"/>
                    <a:pt x="2323" y="3324"/>
                    <a:pt x="2323" y="3324"/>
                  </a:cubicBezTo>
                  <a:cubicBezTo>
                    <a:pt x="2323" y="3055"/>
                    <a:pt x="1834" y="2709"/>
                    <a:pt x="1623" y="2709"/>
                  </a:cubicBezTo>
                  <a:moveTo>
                    <a:pt x="10117" y="3228"/>
                  </a:moveTo>
                  <a:cubicBezTo>
                    <a:pt x="10117" y="5457"/>
                    <a:pt x="10117" y="5457"/>
                    <a:pt x="10117" y="5457"/>
                  </a:cubicBezTo>
                  <a:cubicBezTo>
                    <a:pt x="10117" y="6081"/>
                    <a:pt x="8992" y="6831"/>
                    <a:pt x="8435" y="6831"/>
                  </a:cubicBezTo>
                  <a:cubicBezTo>
                    <a:pt x="7878" y="6831"/>
                    <a:pt x="6753" y="6081"/>
                    <a:pt x="6753" y="5457"/>
                  </a:cubicBezTo>
                  <a:cubicBezTo>
                    <a:pt x="6753" y="3228"/>
                    <a:pt x="6753" y="3228"/>
                    <a:pt x="6753" y="3228"/>
                  </a:cubicBezTo>
                  <a:cubicBezTo>
                    <a:pt x="6753" y="2594"/>
                    <a:pt x="7878" y="1855"/>
                    <a:pt x="8435" y="1855"/>
                  </a:cubicBezTo>
                  <a:cubicBezTo>
                    <a:pt x="8992" y="1855"/>
                    <a:pt x="10117" y="2584"/>
                    <a:pt x="10117" y="3228"/>
                  </a:cubicBezTo>
                  <a:moveTo>
                    <a:pt x="9194" y="3362"/>
                  </a:moveTo>
                  <a:cubicBezTo>
                    <a:pt x="9194" y="3064"/>
                    <a:pt x="8684" y="2709"/>
                    <a:pt x="8435" y="2709"/>
                  </a:cubicBezTo>
                  <a:cubicBezTo>
                    <a:pt x="8175" y="2709"/>
                    <a:pt x="7676" y="3064"/>
                    <a:pt x="7676" y="3362"/>
                  </a:cubicBezTo>
                  <a:cubicBezTo>
                    <a:pt x="7676" y="5322"/>
                    <a:pt x="7676" y="5322"/>
                    <a:pt x="7676" y="5322"/>
                  </a:cubicBezTo>
                  <a:cubicBezTo>
                    <a:pt x="7676" y="5620"/>
                    <a:pt x="8166" y="5976"/>
                    <a:pt x="8435" y="5976"/>
                  </a:cubicBezTo>
                  <a:cubicBezTo>
                    <a:pt x="8694" y="5976"/>
                    <a:pt x="9194" y="5620"/>
                    <a:pt x="9194" y="5322"/>
                  </a:cubicBezTo>
                  <a:lnTo>
                    <a:pt x="9194" y="3362"/>
                  </a:lnTo>
                  <a:close/>
                  <a:moveTo>
                    <a:pt x="13691" y="211"/>
                  </a:moveTo>
                  <a:cubicBezTo>
                    <a:pt x="13691" y="87"/>
                    <a:pt x="13787" y="0"/>
                    <a:pt x="13902" y="0"/>
                  </a:cubicBezTo>
                  <a:cubicBezTo>
                    <a:pt x="14402" y="0"/>
                    <a:pt x="14402" y="0"/>
                    <a:pt x="14402" y="0"/>
                  </a:cubicBezTo>
                  <a:cubicBezTo>
                    <a:pt x="14526" y="0"/>
                    <a:pt x="14613" y="87"/>
                    <a:pt x="14613" y="211"/>
                  </a:cubicBezTo>
                  <a:cubicBezTo>
                    <a:pt x="14613" y="5466"/>
                    <a:pt x="14613" y="5466"/>
                    <a:pt x="14613" y="5466"/>
                  </a:cubicBezTo>
                  <a:cubicBezTo>
                    <a:pt x="14613" y="6081"/>
                    <a:pt x="13518" y="6831"/>
                    <a:pt x="12941" y="6831"/>
                  </a:cubicBezTo>
                  <a:cubicBezTo>
                    <a:pt x="12374" y="6831"/>
                    <a:pt x="11259" y="6081"/>
                    <a:pt x="11259" y="5457"/>
                  </a:cubicBezTo>
                  <a:cubicBezTo>
                    <a:pt x="11259" y="3218"/>
                    <a:pt x="11259" y="3218"/>
                    <a:pt x="11259" y="3218"/>
                  </a:cubicBezTo>
                  <a:cubicBezTo>
                    <a:pt x="11259" y="2575"/>
                    <a:pt x="12327" y="1855"/>
                    <a:pt x="12826" y="1855"/>
                  </a:cubicBezTo>
                  <a:cubicBezTo>
                    <a:pt x="13105" y="1855"/>
                    <a:pt x="13488" y="2065"/>
                    <a:pt x="13691" y="2276"/>
                  </a:cubicBezTo>
                  <a:lnTo>
                    <a:pt x="13691" y="211"/>
                  </a:lnTo>
                  <a:close/>
                  <a:moveTo>
                    <a:pt x="12183" y="5341"/>
                  </a:moveTo>
                  <a:cubicBezTo>
                    <a:pt x="12183" y="5610"/>
                    <a:pt x="12673" y="5976"/>
                    <a:pt x="12941" y="5976"/>
                  </a:cubicBezTo>
                  <a:cubicBezTo>
                    <a:pt x="13220" y="5976"/>
                    <a:pt x="13691" y="5601"/>
                    <a:pt x="13691" y="5341"/>
                  </a:cubicBezTo>
                  <a:cubicBezTo>
                    <a:pt x="13691" y="3343"/>
                    <a:pt x="13691" y="3343"/>
                    <a:pt x="13691" y="3343"/>
                  </a:cubicBezTo>
                  <a:cubicBezTo>
                    <a:pt x="13691" y="3064"/>
                    <a:pt x="13181" y="2709"/>
                    <a:pt x="12932" y="2709"/>
                  </a:cubicBezTo>
                  <a:cubicBezTo>
                    <a:pt x="12682" y="2709"/>
                    <a:pt x="12183" y="3064"/>
                    <a:pt x="12183" y="3343"/>
                  </a:cubicBezTo>
                  <a:lnTo>
                    <a:pt x="12183" y="5341"/>
                  </a:lnTo>
                  <a:close/>
                  <a:moveTo>
                    <a:pt x="16832" y="2152"/>
                  </a:moveTo>
                  <a:cubicBezTo>
                    <a:pt x="16832" y="2027"/>
                    <a:pt x="16746" y="1940"/>
                    <a:pt x="16622" y="1940"/>
                  </a:cubicBezTo>
                  <a:cubicBezTo>
                    <a:pt x="16122" y="1940"/>
                    <a:pt x="16122" y="1940"/>
                    <a:pt x="16122" y="1940"/>
                  </a:cubicBezTo>
                  <a:cubicBezTo>
                    <a:pt x="15997" y="1940"/>
                    <a:pt x="15910" y="2027"/>
                    <a:pt x="15910" y="2152"/>
                  </a:cubicBezTo>
                  <a:cubicBezTo>
                    <a:pt x="15910" y="6533"/>
                    <a:pt x="15910" y="6533"/>
                    <a:pt x="15910" y="6533"/>
                  </a:cubicBezTo>
                  <a:cubicBezTo>
                    <a:pt x="15910" y="6658"/>
                    <a:pt x="15997" y="6744"/>
                    <a:pt x="16122" y="6744"/>
                  </a:cubicBezTo>
                  <a:cubicBezTo>
                    <a:pt x="16622" y="6744"/>
                    <a:pt x="16622" y="6744"/>
                    <a:pt x="16622" y="6744"/>
                  </a:cubicBezTo>
                  <a:cubicBezTo>
                    <a:pt x="16746" y="6744"/>
                    <a:pt x="16832" y="6658"/>
                    <a:pt x="16832" y="6533"/>
                  </a:cubicBezTo>
                  <a:lnTo>
                    <a:pt x="16832" y="2152"/>
                  </a:lnTo>
                  <a:close/>
                  <a:moveTo>
                    <a:pt x="18841" y="3257"/>
                  </a:moveTo>
                  <a:cubicBezTo>
                    <a:pt x="18841" y="3430"/>
                    <a:pt x="18841" y="3430"/>
                    <a:pt x="18841" y="3430"/>
                  </a:cubicBezTo>
                  <a:cubicBezTo>
                    <a:pt x="18841" y="3612"/>
                    <a:pt x="19023" y="3708"/>
                    <a:pt x="19226" y="3785"/>
                  </a:cubicBezTo>
                  <a:cubicBezTo>
                    <a:pt x="20292" y="4188"/>
                    <a:pt x="20292" y="4188"/>
                    <a:pt x="20292" y="4188"/>
                  </a:cubicBezTo>
                  <a:cubicBezTo>
                    <a:pt x="20705" y="4343"/>
                    <a:pt x="21021" y="4660"/>
                    <a:pt x="21021" y="5102"/>
                  </a:cubicBezTo>
                  <a:cubicBezTo>
                    <a:pt x="21021" y="5591"/>
                    <a:pt x="21021" y="5591"/>
                    <a:pt x="21021" y="5591"/>
                  </a:cubicBezTo>
                  <a:cubicBezTo>
                    <a:pt x="21021" y="6091"/>
                    <a:pt x="20042" y="6831"/>
                    <a:pt x="19436" y="6831"/>
                  </a:cubicBezTo>
                  <a:cubicBezTo>
                    <a:pt x="19052" y="6831"/>
                    <a:pt x="18485" y="6572"/>
                    <a:pt x="18130" y="6398"/>
                  </a:cubicBezTo>
                  <a:cubicBezTo>
                    <a:pt x="17985" y="6321"/>
                    <a:pt x="17928" y="6187"/>
                    <a:pt x="17985" y="6043"/>
                  </a:cubicBezTo>
                  <a:cubicBezTo>
                    <a:pt x="18119" y="5735"/>
                    <a:pt x="18119" y="5735"/>
                    <a:pt x="18119" y="5735"/>
                  </a:cubicBezTo>
                  <a:cubicBezTo>
                    <a:pt x="18178" y="5591"/>
                    <a:pt x="18332" y="5553"/>
                    <a:pt x="18475" y="5620"/>
                  </a:cubicBezTo>
                  <a:cubicBezTo>
                    <a:pt x="18754" y="5755"/>
                    <a:pt x="19215" y="5976"/>
                    <a:pt x="19436" y="5976"/>
                  </a:cubicBezTo>
                  <a:cubicBezTo>
                    <a:pt x="19657" y="5976"/>
                    <a:pt x="20128" y="5668"/>
                    <a:pt x="20128" y="5457"/>
                  </a:cubicBezTo>
                  <a:cubicBezTo>
                    <a:pt x="20128" y="5236"/>
                    <a:pt x="20128" y="5236"/>
                    <a:pt x="20128" y="5236"/>
                  </a:cubicBezTo>
                  <a:cubicBezTo>
                    <a:pt x="20128" y="5015"/>
                    <a:pt x="19908" y="4909"/>
                    <a:pt x="19687" y="4823"/>
                  </a:cubicBezTo>
                  <a:cubicBezTo>
                    <a:pt x="18677" y="4429"/>
                    <a:pt x="18677" y="4429"/>
                    <a:pt x="18677" y="4429"/>
                  </a:cubicBezTo>
                  <a:cubicBezTo>
                    <a:pt x="18303" y="4275"/>
                    <a:pt x="17938" y="3968"/>
                    <a:pt x="17938" y="3554"/>
                  </a:cubicBezTo>
                  <a:cubicBezTo>
                    <a:pt x="17938" y="3122"/>
                    <a:pt x="17938" y="3122"/>
                    <a:pt x="17938" y="3122"/>
                  </a:cubicBezTo>
                  <a:cubicBezTo>
                    <a:pt x="17938" y="2575"/>
                    <a:pt x="19033" y="1855"/>
                    <a:pt x="19523" y="1855"/>
                  </a:cubicBezTo>
                  <a:cubicBezTo>
                    <a:pt x="19879" y="1855"/>
                    <a:pt x="20426" y="2075"/>
                    <a:pt x="20811" y="2267"/>
                  </a:cubicBezTo>
                  <a:cubicBezTo>
                    <a:pt x="20916" y="2325"/>
                    <a:pt x="20964" y="2459"/>
                    <a:pt x="20916" y="2584"/>
                  </a:cubicBezTo>
                  <a:cubicBezTo>
                    <a:pt x="20801" y="2901"/>
                    <a:pt x="20801" y="2901"/>
                    <a:pt x="20801" y="2901"/>
                  </a:cubicBezTo>
                  <a:cubicBezTo>
                    <a:pt x="20752" y="3026"/>
                    <a:pt x="20579" y="3064"/>
                    <a:pt x="20445" y="3016"/>
                  </a:cubicBezTo>
                  <a:cubicBezTo>
                    <a:pt x="20186" y="2901"/>
                    <a:pt x="19744" y="2709"/>
                    <a:pt x="19523" y="2709"/>
                  </a:cubicBezTo>
                  <a:cubicBezTo>
                    <a:pt x="19330" y="2709"/>
                    <a:pt x="18841" y="3026"/>
                    <a:pt x="18841" y="325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CA47E82-86AA-4C42-9D0D-DC882D7AB14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049000" y="357188"/>
              <a:ext cx="103188" cy="103188"/>
            </a:xfrm>
            <a:prstGeom prst="ellipse">
              <a:avLst/>
            </a:prstGeom>
            <a:solidFill>
              <a:srgbClr val="FFB81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7" name="Gruppieren 2">
            <a:extLst>
              <a:ext uri="{FF2B5EF4-FFF2-40B4-BE49-F238E27FC236}">
                <a16:creationId xmlns:a16="http://schemas.microsoft.com/office/drawing/2014/main" id="{CC38AE49-F42A-48D3-9465-C64D9657F38F}"/>
              </a:ext>
            </a:extLst>
          </p:cNvPr>
          <p:cNvGrpSpPr/>
          <p:nvPr userDrawn="1"/>
        </p:nvGrpSpPr>
        <p:grpSpPr>
          <a:xfrm>
            <a:off x="0" y="2463312"/>
            <a:ext cx="4770783" cy="1931376"/>
            <a:chOff x="0" y="2619513"/>
            <a:chExt cx="4770783" cy="1931376"/>
          </a:xfrm>
        </p:grpSpPr>
        <p:sp>
          <p:nvSpPr>
            <p:cNvPr id="8" name="Rounded Rectangle 111">
              <a:extLst>
                <a:ext uri="{FF2B5EF4-FFF2-40B4-BE49-F238E27FC236}">
                  <a16:creationId xmlns:a16="http://schemas.microsoft.com/office/drawing/2014/main" id="{3B8D3ACB-C013-4A5A-94CA-7A51BE7DFD38}"/>
                </a:ext>
              </a:extLst>
            </p:cNvPr>
            <p:cNvSpPr/>
            <p:nvPr/>
          </p:nvSpPr>
          <p:spPr>
            <a:xfrm>
              <a:off x="0" y="2619513"/>
              <a:ext cx="4770783" cy="1931376"/>
            </a:xfrm>
            <a:prstGeom prst="roundRect">
              <a:avLst>
                <a:gd name="adj" fmla="val 0"/>
              </a:avLst>
            </a:prstGeom>
            <a:solidFill>
              <a:srgbClr val="262626">
                <a:alpha val="86000"/>
              </a:srgbClr>
            </a:solidFill>
            <a:ln w="25400">
              <a:noFill/>
              <a:round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Ins="180000" rtlCol="0" anchor="t"/>
            <a:lstStyle/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200" b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10" name="Straight Connector 18">
              <a:extLst>
                <a:ext uri="{FF2B5EF4-FFF2-40B4-BE49-F238E27FC236}">
                  <a16:creationId xmlns:a16="http://schemas.microsoft.com/office/drawing/2014/main" id="{538B636E-B808-407E-A65A-477C8D55C5CA}"/>
                </a:ext>
              </a:extLst>
            </p:cNvPr>
            <p:cNvCxnSpPr>
              <a:cxnSpLocks/>
            </p:cNvCxnSpPr>
            <p:nvPr/>
          </p:nvCxnSpPr>
          <p:spPr>
            <a:xfrm>
              <a:off x="568476" y="3197157"/>
              <a:ext cx="1187768" cy="0"/>
            </a:xfrm>
            <a:prstGeom prst="line">
              <a:avLst/>
            </a:prstGeom>
            <a:ln w="12700">
              <a:solidFill>
                <a:srgbClr val="FFB81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itle 12">
            <a:extLst>
              <a:ext uri="{FF2B5EF4-FFF2-40B4-BE49-F238E27FC236}">
                <a16:creationId xmlns:a16="http://schemas.microsoft.com/office/drawing/2014/main" id="{3104B6BE-76CF-4D97-B4CD-69AC77235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477" y="3151752"/>
            <a:ext cx="4146574" cy="385193"/>
          </a:xfrm>
          <a:prstGeom prst="rect">
            <a:avLst/>
          </a:prstGeom>
        </p:spPr>
        <p:txBody>
          <a:bodyPr lIns="0" rIns="0"/>
          <a:lstStyle>
            <a:lvl1pPr algn="l">
              <a:defRPr sz="2800">
                <a:solidFill>
                  <a:schemeClr val="bg1"/>
                </a:solidFill>
                <a:latin typeface="Reso" panose="02000000000000000000" pitchFamily="50" charset="0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4DE9D333-7A19-4F79-839E-B1CDA26766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8477" y="3568468"/>
            <a:ext cx="4146573" cy="316165"/>
          </a:xfrm>
          <a:prstGeom prst="rect">
            <a:avLst/>
          </a:prstGeom>
        </p:spPr>
        <p:txBody>
          <a:bodyPr lIns="0" rIns="0"/>
          <a:lstStyle>
            <a:lvl1pPr marL="0" indent="0" algn="l">
              <a:buNone/>
              <a:defRPr sz="18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763959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 Separato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A9F2D4A7-E501-4188-8121-C56B2F4989E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58BAE01-914E-48D8-9997-9B787AB01E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69641" y="0"/>
            <a:ext cx="2922359" cy="2750148"/>
          </a:xfrm>
          <a:prstGeom prst="rect">
            <a:avLst/>
          </a:prstGeom>
        </p:spPr>
      </p:pic>
      <p:grpSp>
        <p:nvGrpSpPr>
          <p:cNvPr id="4" name="Logo-Pos">
            <a:extLst>
              <a:ext uri="{FF2B5EF4-FFF2-40B4-BE49-F238E27FC236}">
                <a16:creationId xmlns:a16="http://schemas.microsoft.com/office/drawing/2014/main" id="{9F33E1D7-0E14-419C-B5A3-092F4426A78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909377" y="391028"/>
            <a:ext cx="940664" cy="308120"/>
            <a:chOff x="9674225" y="357188"/>
            <a:chExt cx="1831975" cy="600076"/>
          </a:xfrm>
          <a:solidFill>
            <a:sysClr val="window" lastClr="FFFFFF"/>
          </a:solidFill>
        </p:grpSpPr>
        <p:sp>
          <p:nvSpPr>
            <p:cNvPr id="5" name="Freeform 29">
              <a:extLst>
                <a:ext uri="{FF2B5EF4-FFF2-40B4-BE49-F238E27FC236}">
                  <a16:creationId xmlns:a16="http://schemas.microsoft.com/office/drawing/2014/main" id="{0304C40E-6521-4F0A-8DD0-E509CE9709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74225" y="361950"/>
              <a:ext cx="1831975" cy="595314"/>
            </a:xfrm>
            <a:custGeom>
              <a:avLst/>
              <a:gdLst>
                <a:gd name="T0" fmla="*/ 921 w 21021"/>
                <a:gd name="T1" fmla="*/ 3324 h 6831"/>
                <a:gd name="T2" fmla="*/ 711 w 21021"/>
                <a:gd name="T3" fmla="*/ 6744 h 6831"/>
                <a:gd name="T4" fmla="*/ 0 w 21021"/>
                <a:gd name="T5" fmla="*/ 6533 h 6831"/>
                <a:gd name="T6" fmla="*/ 1604 w 21021"/>
                <a:gd name="T7" fmla="*/ 1855 h 6831"/>
                <a:gd name="T8" fmla="*/ 3957 w 21021"/>
                <a:gd name="T9" fmla="*/ 1855 h 6831"/>
                <a:gd name="T10" fmla="*/ 5562 w 21021"/>
                <a:gd name="T11" fmla="*/ 6533 h 6831"/>
                <a:gd name="T12" fmla="*/ 4851 w 21021"/>
                <a:gd name="T13" fmla="*/ 6744 h 6831"/>
                <a:gd name="T14" fmla="*/ 4639 w 21021"/>
                <a:gd name="T15" fmla="*/ 3314 h 6831"/>
                <a:gd name="T16" fmla="*/ 3247 w 21021"/>
                <a:gd name="T17" fmla="*/ 3314 h 6831"/>
                <a:gd name="T18" fmla="*/ 3035 w 21021"/>
                <a:gd name="T19" fmla="*/ 6744 h 6831"/>
                <a:gd name="T20" fmla="*/ 2323 w 21021"/>
                <a:gd name="T21" fmla="*/ 6533 h 6831"/>
                <a:gd name="T22" fmla="*/ 1623 w 21021"/>
                <a:gd name="T23" fmla="*/ 2709 h 6831"/>
                <a:gd name="T24" fmla="*/ 10117 w 21021"/>
                <a:gd name="T25" fmla="*/ 5457 h 6831"/>
                <a:gd name="T26" fmla="*/ 6753 w 21021"/>
                <a:gd name="T27" fmla="*/ 5457 h 6831"/>
                <a:gd name="T28" fmla="*/ 8435 w 21021"/>
                <a:gd name="T29" fmla="*/ 1855 h 6831"/>
                <a:gd name="T30" fmla="*/ 9194 w 21021"/>
                <a:gd name="T31" fmla="*/ 3362 h 6831"/>
                <a:gd name="T32" fmla="*/ 7676 w 21021"/>
                <a:gd name="T33" fmla="*/ 3362 h 6831"/>
                <a:gd name="T34" fmla="*/ 8435 w 21021"/>
                <a:gd name="T35" fmla="*/ 5976 h 6831"/>
                <a:gd name="T36" fmla="*/ 9194 w 21021"/>
                <a:gd name="T37" fmla="*/ 3362 h 6831"/>
                <a:gd name="T38" fmla="*/ 13902 w 21021"/>
                <a:gd name="T39" fmla="*/ 0 h 6831"/>
                <a:gd name="T40" fmla="*/ 14613 w 21021"/>
                <a:gd name="T41" fmla="*/ 211 h 6831"/>
                <a:gd name="T42" fmla="*/ 12941 w 21021"/>
                <a:gd name="T43" fmla="*/ 6831 h 6831"/>
                <a:gd name="T44" fmla="*/ 11259 w 21021"/>
                <a:gd name="T45" fmla="*/ 3218 h 6831"/>
                <a:gd name="T46" fmla="*/ 13691 w 21021"/>
                <a:gd name="T47" fmla="*/ 2276 h 6831"/>
                <a:gd name="T48" fmla="*/ 12183 w 21021"/>
                <a:gd name="T49" fmla="*/ 5341 h 6831"/>
                <a:gd name="T50" fmla="*/ 13691 w 21021"/>
                <a:gd name="T51" fmla="*/ 5341 h 6831"/>
                <a:gd name="T52" fmla="*/ 12932 w 21021"/>
                <a:gd name="T53" fmla="*/ 2709 h 6831"/>
                <a:gd name="T54" fmla="*/ 12183 w 21021"/>
                <a:gd name="T55" fmla="*/ 5341 h 6831"/>
                <a:gd name="T56" fmla="*/ 16622 w 21021"/>
                <a:gd name="T57" fmla="*/ 1940 h 6831"/>
                <a:gd name="T58" fmla="*/ 15910 w 21021"/>
                <a:gd name="T59" fmla="*/ 2152 h 6831"/>
                <a:gd name="T60" fmla="*/ 16122 w 21021"/>
                <a:gd name="T61" fmla="*/ 6744 h 6831"/>
                <a:gd name="T62" fmla="*/ 16832 w 21021"/>
                <a:gd name="T63" fmla="*/ 6533 h 6831"/>
                <a:gd name="T64" fmla="*/ 18841 w 21021"/>
                <a:gd name="T65" fmla="*/ 3257 h 6831"/>
                <a:gd name="T66" fmla="*/ 19226 w 21021"/>
                <a:gd name="T67" fmla="*/ 3785 h 6831"/>
                <a:gd name="T68" fmla="*/ 21021 w 21021"/>
                <a:gd name="T69" fmla="*/ 5102 h 6831"/>
                <a:gd name="T70" fmla="*/ 19436 w 21021"/>
                <a:gd name="T71" fmla="*/ 6831 h 6831"/>
                <a:gd name="T72" fmla="*/ 17985 w 21021"/>
                <a:gd name="T73" fmla="*/ 6043 h 6831"/>
                <a:gd name="T74" fmla="*/ 18475 w 21021"/>
                <a:gd name="T75" fmla="*/ 5620 h 6831"/>
                <a:gd name="T76" fmla="*/ 20128 w 21021"/>
                <a:gd name="T77" fmla="*/ 5457 h 6831"/>
                <a:gd name="T78" fmla="*/ 19687 w 21021"/>
                <a:gd name="T79" fmla="*/ 4823 h 6831"/>
                <a:gd name="T80" fmla="*/ 17938 w 21021"/>
                <a:gd name="T81" fmla="*/ 3554 h 6831"/>
                <a:gd name="T82" fmla="*/ 19523 w 21021"/>
                <a:gd name="T83" fmla="*/ 1855 h 6831"/>
                <a:gd name="T84" fmla="*/ 20916 w 21021"/>
                <a:gd name="T85" fmla="*/ 2584 h 6831"/>
                <a:gd name="T86" fmla="*/ 20445 w 21021"/>
                <a:gd name="T87" fmla="*/ 3016 h 6831"/>
                <a:gd name="T88" fmla="*/ 18841 w 21021"/>
                <a:gd name="T89" fmla="*/ 3257 h 6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1021" h="6831">
                  <a:moveTo>
                    <a:pt x="1623" y="2709"/>
                  </a:moveTo>
                  <a:cubicBezTo>
                    <a:pt x="1393" y="2709"/>
                    <a:pt x="921" y="3046"/>
                    <a:pt x="921" y="3324"/>
                  </a:cubicBezTo>
                  <a:cubicBezTo>
                    <a:pt x="921" y="6533"/>
                    <a:pt x="921" y="6533"/>
                    <a:pt x="921" y="6533"/>
                  </a:cubicBezTo>
                  <a:cubicBezTo>
                    <a:pt x="921" y="6658"/>
                    <a:pt x="835" y="6744"/>
                    <a:pt x="711" y="6744"/>
                  </a:cubicBezTo>
                  <a:cubicBezTo>
                    <a:pt x="210" y="6744"/>
                    <a:pt x="210" y="6744"/>
                    <a:pt x="210" y="6744"/>
                  </a:cubicBezTo>
                  <a:cubicBezTo>
                    <a:pt x="85" y="6744"/>
                    <a:pt x="0" y="6658"/>
                    <a:pt x="0" y="6533"/>
                  </a:cubicBezTo>
                  <a:cubicBezTo>
                    <a:pt x="0" y="3170"/>
                    <a:pt x="0" y="3170"/>
                    <a:pt x="0" y="3170"/>
                  </a:cubicBezTo>
                  <a:cubicBezTo>
                    <a:pt x="0" y="2575"/>
                    <a:pt x="1055" y="1855"/>
                    <a:pt x="1604" y="1855"/>
                  </a:cubicBezTo>
                  <a:cubicBezTo>
                    <a:pt x="1988" y="1855"/>
                    <a:pt x="2506" y="2200"/>
                    <a:pt x="2785" y="2517"/>
                  </a:cubicBezTo>
                  <a:cubicBezTo>
                    <a:pt x="3065" y="2190"/>
                    <a:pt x="3602" y="1855"/>
                    <a:pt x="3957" y="1855"/>
                  </a:cubicBezTo>
                  <a:cubicBezTo>
                    <a:pt x="4506" y="1855"/>
                    <a:pt x="5562" y="2575"/>
                    <a:pt x="5562" y="3170"/>
                  </a:cubicBezTo>
                  <a:cubicBezTo>
                    <a:pt x="5562" y="6533"/>
                    <a:pt x="5562" y="6533"/>
                    <a:pt x="5562" y="6533"/>
                  </a:cubicBezTo>
                  <a:cubicBezTo>
                    <a:pt x="5562" y="6658"/>
                    <a:pt x="5476" y="6744"/>
                    <a:pt x="5350" y="6744"/>
                  </a:cubicBezTo>
                  <a:cubicBezTo>
                    <a:pt x="4851" y="6744"/>
                    <a:pt x="4851" y="6744"/>
                    <a:pt x="4851" y="6744"/>
                  </a:cubicBezTo>
                  <a:cubicBezTo>
                    <a:pt x="4726" y="6744"/>
                    <a:pt x="4639" y="6658"/>
                    <a:pt x="4639" y="6533"/>
                  </a:cubicBezTo>
                  <a:cubicBezTo>
                    <a:pt x="4639" y="3314"/>
                    <a:pt x="4639" y="3314"/>
                    <a:pt x="4639" y="3314"/>
                  </a:cubicBezTo>
                  <a:cubicBezTo>
                    <a:pt x="4639" y="3046"/>
                    <a:pt x="4169" y="2709"/>
                    <a:pt x="3938" y="2709"/>
                  </a:cubicBezTo>
                  <a:cubicBezTo>
                    <a:pt x="3727" y="2709"/>
                    <a:pt x="3247" y="3046"/>
                    <a:pt x="3247" y="3314"/>
                  </a:cubicBezTo>
                  <a:cubicBezTo>
                    <a:pt x="3247" y="6533"/>
                    <a:pt x="3247" y="6533"/>
                    <a:pt x="3247" y="6533"/>
                  </a:cubicBezTo>
                  <a:cubicBezTo>
                    <a:pt x="3247" y="6658"/>
                    <a:pt x="3150" y="6744"/>
                    <a:pt x="3035" y="6744"/>
                  </a:cubicBezTo>
                  <a:cubicBezTo>
                    <a:pt x="2536" y="6744"/>
                    <a:pt x="2536" y="6744"/>
                    <a:pt x="2536" y="6744"/>
                  </a:cubicBezTo>
                  <a:cubicBezTo>
                    <a:pt x="2401" y="6744"/>
                    <a:pt x="2323" y="6658"/>
                    <a:pt x="2323" y="6533"/>
                  </a:cubicBezTo>
                  <a:cubicBezTo>
                    <a:pt x="2323" y="3324"/>
                    <a:pt x="2323" y="3324"/>
                    <a:pt x="2323" y="3324"/>
                  </a:cubicBezTo>
                  <a:cubicBezTo>
                    <a:pt x="2323" y="3055"/>
                    <a:pt x="1834" y="2709"/>
                    <a:pt x="1623" y="2709"/>
                  </a:cubicBezTo>
                  <a:moveTo>
                    <a:pt x="10117" y="3228"/>
                  </a:moveTo>
                  <a:cubicBezTo>
                    <a:pt x="10117" y="5457"/>
                    <a:pt x="10117" y="5457"/>
                    <a:pt x="10117" y="5457"/>
                  </a:cubicBezTo>
                  <a:cubicBezTo>
                    <a:pt x="10117" y="6081"/>
                    <a:pt x="8992" y="6831"/>
                    <a:pt x="8435" y="6831"/>
                  </a:cubicBezTo>
                  <a:cubicBezTo>
                    <a:pt x="7878" y="6831"/>
                    <a:pt x="6753" y="6081"/>
                    <a:pt x="6753" y="5457"/>
                  </a:cubicBezTo>
                  <a:cubicBezTo>
                    <a:pt x="6753" y="3228"/>
                    <a:pt x="6753" y="3228"/>
                    <a:pt x="6753" y="3228"/>
                  </a:cubicBezTo>
                  <a:cubicBezTo>
                    <a:pt x="6753" y="2594"/>
                    <a:pt x="7878" y="1855"/>
                    <a:pt x="8435" y="1855"/>
                  </a:cubicBezTo>
                  <a:cubicBezTo>
                    <a:pt x="8992" y="1855"/>
                    <a:pt x="10117" y="2584"/>
                    <a:pt x="10117" y="3228"/>
                  </a:cubicBezTo>
                  <a:moveTo>
                    <a:pt x="9194" y="3362"/>
                  </a:moveTo>
                  <a:cubicBezTo>
                    <a:pt x="9194" y="3064"/>
                    <a:pt x="8684" y="2709"/>
                    <a:pt x="8435" y="2709"/>
                  </a:cubicBezTo>
                  <a:cubicBezTo>
                    <a:pt x="8175" y="2709"/>
                    <a:pt x="7676" y="3064"/>
                    <a:pt x="7676" y="3362"/>
                  </a:cubicBezTo>
                  <a:cubicBezTo>
                    <a:pt x="7676" y="5322"/>
                    <a:pt x="7676" y="5322"/>
                    <a:pt x="7676" y="5322"/>
                  </a:cubicBezTo>
                  <a:cubicBezTo>
                    <a:pt x="7676" y="5620"/>
                    <a:pt x="8166" y="5976"/>
                    <a:pt x="8435" y="5976"/>
                  </a:cubicBezTo>
                  <a:cubicBezTo>
                    <a:pt x="8694" y="5976"/>
                    <a:pt x="9194" y="5620"/>
                    <a:pt x="9194" y="5322"/>
                  </a:cubicBezTo>
                  <a:lnTo>
                    <a:pt x="9194" y="3362"/>
                  </a:lnTo>
                  <a:close/>
                  <a:moveTo>
                    <a:pt x="13691" y="211"/>
                  </a:moveTo>
                  <a:cubicBezTo>
                    <a:pt x="13691" y="87"/>
                    <a:pt x="13787" y="0"/>
                    <a:pt x="13902" y="0"/>
                  </a:cubicBezTo>
                  <a:cubicBezTo>
                    <a:pt x="14402" y="0"/>
                    <a:pt x="14402" y="0"/>
                    <a:pt x="14402" y="0"/>
                  </a:cubicBezTo>
                  <a:cubicBezTo>
                    <a:pt x="14526" y="0"/>
                    <a:pt x="14613" y="87"/>
                    <a:pt x="14613" y="211"/>
                  </a:cubicBezTo>
                  <a:cubicBezTo>
                    <a:pt x="14613" y="5466"/>
                    <a:pt x="14613" y="5466"/>
                    <a:pt x="14613" y="5466"/>
                  </a:cubicBezTo>
                  <a:cubicBezTo>
                    <a:pt x="14613" y="6081"/>
                    <a:pt x="13518" y="6831"/>
                    <a:pt x="12941" y="6831"/>
                  </a:cubicBezTo>
                  <a:cubicBezTo>
                    <a:pt x="12374" y="6831"/>
                    <a:pt x="11259" y="6081"/>
                    <a:pt x="11259" y="5457"/>
                  </a:cubicBezTo>
                  <a:cubicBezTo>
                    <a:pt x="11259" y="3218"/>
                    <a:pt x="11259" y="3218"/>
                    <a:pt x="11259" y="3218"/>
                  </a:cubicBezTo>
                  <a:cubicBezTo>
                    <a:pt x="11259" y="2575"/>
                    <a:pt x="12327" y="1855"/>
                    <a:pt x="12826" y="1855"/>
                  </a:cubicBezTo>
                  <a:cubicBezTo>
                    <a:pt x="13105" y="1855"/>
                    <a:pt x="13488" y="2065"/>
                    <a:pt x="13691" y="2276"/>
                  </a:cubicBezTo>
                  <a:lnTo>
                    <a:pt x="13691" y="211"/>
                  </a:lnTo>
                  <a:close/>
                  <a:moveTo>
                    <a:pt x="12183" y="5341"/>
                  </a:moveTo>
                  <a:cubicBezTo>
                    <a:pt x="12183" y="5610"/>
                    <a:pt x="12673" y="5976"/>
                    <a:pt x="12941" y="5976"/>
                  </a:cubicBezTo>
                  <a:cubicBezTo>
                    <a:pt x="13220" y="5976"/>
                    <a:pt x="13691" y="5601"/>
                    <a:pt x="13691" y="5341"/>
                  </a:cubicBezTo>
                  <a:cubicBezTo>
                    <a:pt x="13691" y="3343"/>
                    <a:pt x="13691" y="3343"/>
                    <a:pt x="13691" y="3343"/>
                  </a:cubicBezTo>
                  <a:cubicBezTo>
                    <a:pt x="13691" y="3064"/>
                    <a:pt x="13181" y="2709"/>
                    <a:pt x="12932" y="2709"/>
                  </a:cubicBezTo>
                  <a:cubicBezTo>
                    <a:pt x="12682" y="2709"/>
                    <a:pt x="12183" y="3064"/>
                    <a:pt x="12183" y="3343"/>
                  </a:cubicBezTo>
                  <a:lnTo>
                    <a:pt x="12183" y="5341"/>
                  </a:lnTo>
                  <a:close/>
                  <a:moveTo>
                    <a:pt x="16832" y="2152"/>
                  </a:moveTo>
                  <a:cubicBezTo>
                    <a:pt x="16832" y="2027"/>
                    <a:pt x="16746" y="1940"/>
                    <a:pt x="16622" y="1940"/>
                  </a:cubicBezTo>
                  <a:cubicBezTo>
                    <a:pt x="16122" y="1940"/>
                    <a:pt x="16122" y="1940"/>
                    <a:pt x="16122" y="1940"/>
                  </a:cubicBezTo>
                  <a:cubicBezTo>
                    <a:pt x="15997" y="1940"/>
                    <a:pt x="15910" y="2027"/>
                    <a:pt x="15910" y="2152"/>
                  </a:cubicBezTo>
                  <a:cubicBezTo>
                    <a:pt x="15910" y="6533"/>
                    <a:pt x="15910" y="6533"/>
                    <a:pt x="15910" y="6533"/>
                  </a:cubicBezTo>
                  <a:cubicBezTo>
                    <a:pt x="15910" y="6658"/>
                    <a:pt x="15997" y="6744"/>
                    <a:pt x="16122" y="6744"/>
                  </a:cubicBezTo>
                  <a:cubicBezTo>
                    <a:pt x="16622" y="6744"/>
                    <a:pt x="16622" y="6744"/>
                    <a:pt x="16622" y="6744"/>
                  </a:cubicBezTo>
                  <a:cubicBezTo>
                    <a:pt x="16746" y="6744"/>
                    <a:pt x="16832" y="6658"/>
                    <a:pt x="16832" y="6533"/>
                  </a:cubicBezTo>
                  <a:lnTo>
                    <a:pt x="16832" y="2152"/>
                  </a:lnTo>
                  <a:close/>
                  <a:moveTo>
                    <a:pt x="18841" y="3257"/>
                  </a:moveTo>
                  <a:cubicBezTo>
                    <a:pt x="18841" y="3430"/>
                    <a:pt x="18841" y="3430"/>
                    <a:pt x="18841" y="3430"/>
                  </a:cubicBezTo>
                  <a:cubicBezTo>
                    <a:pt x="18841" y="3612"/>
                    <a:pt x="19023" y="3708"/>
                    <a:pt x="19226" y="3785"/>
                  </a:cubicBezTo>
                  <a:cubicBezTo>
                    <a:pt x="20292" y="4188"/>
                    <a:pt x="20292" y="4188"/>
                    <a:pt x="20292" y="4188"/>
                  </a:cubicBezTo>
                  <a:cubicBezTo>
                    <a:pt x="20705" y="4343"/>
                    <a:pt x="21021" y="4660"/>
                    <a:pt x="21021" y="5102"/>
                  </a:cubicBezTo>
                  <a:cubicBezTo>
                    <a:pt x="21021" y="5591"/>
                    <a:pt x="21021" y="5591"/>
                    <a:pt x="21021" y="5591"/>
                  </a:cubicBezTo>
                  <a:cubicBezTo>
                    <a:pt x="21021" y="6091"/>
                    <a:pt x="20042" y="6831"/>
                    <a:pt x="19436" y="6831"/>
                  </a:cubicBezTo>
                  <a:cubicBezTo>
                    <a:pt x="19052" y="6831"/>
                    <a:pt x="18485" y="6572"/>
                    <a:pt x="18130" y="6398"/>
                  </a:cubicBezTo>
                  <a:cubicBezTo>
                    <a:pt x="17985" y="6321"/>
                    <a:pt x="17928" y="6187"/>
                    <a:pt x="17985" y="6043"/>
                  </a:cubicBezTo>
                  <a:cubicBezTo>
                    <a:pt x="18119" y="5735"/>
                    <a:pt x="18119" y="5735"/>
                    <a:pt x="18119" y="5735"/>
                  </a:cubicBezTo>
                  <a:cubicBezTo>
                    <a:pt x="18178" y="5591"/>
                    <a:pt x="18332" y="5553"/>
                    <a:pt x="18475" y="5620"/>
                  </a:cubicBezTo>
                  <a:cubicBezTo>
                    <a:pt x="18754" y="5755"/>
                    <a:pt x="19215" y="5976"/>
                    <a:pt x="19436" y="5976"/>
                  </a:cubicBezTo>
                  <a:cubicBezTo>
                    <a:pt x="19657" y="5976"/>
                    <a:pt x="20128" y="5668"/>
                    <a:pt x="20128" y="5457"/>
                  </a:cubicBezTo>
                  <a:cubicBezTo>
                    <a:pt x="20128" y="5236"/>
                    <a:pt x="20128" y="5236"/>
                    <a:pt x="20128" y="5236"/>
                  </a:cubicBezTo>
                  <a:cubicBezTo>
                    <a:pt x="20128" y="5015"/>
                    <a:pt x="19908" y="4909"/>
                    <a:pt x="19687" y="4823"/>
                  </a:cubicBezTo>
                  <a:cubicBezTo>
                    <a:pt x="18677" y="4429"/>
                    <a:pt x="18677" y="4429"/>
                    <a:pt x="18677" y="4429"/>
                  </a:cubicBezTo>
                  <a:cubicBezTo>
                    <a:pt x="18303" y="4275"/>
                    <a:pt x="17938" y="3968"/>
                    <a:pt x="17938" y="3554"/>
                  </a:cubicBezTo>
                  <a:cubicBezTo>
                    <a:pt x="17938" y="3122"/>
                    <a:pt x="17938" y="3122"/>
                    <a:pt x="17938" y="3122"/>
                  </a:cubicBezTo>
                  <a:cubicBezTo>
                    <a:pt x="17938" y="2575"/>
                    <a:pt x="19033" y="1855"/>
                    <a:pt x="19523" y="1855"/>
                  </a:cubicBezTo>
                  <a:cubicBezTo>
                    <a:pt x="19879" y="1855"/>
                    <a:pt x="20426" y="2075"/>
                    <a:pt x="20811" y="2267"/>
                  </a:cubicBezTo>
                  <a:cubicBezTo>
                    <a:pt x="20916" y="2325"/>
                    <a:pt x="20964" y="2459"/>
                    <a:pt x="20916" y="2584"/>
                  </a:cubicBezTo>
                  <a:cubicBezTo>
                    <a:pt x="20801" y="2901"/>
                    <a:pt x="20801" y="2901"/>
                    <a:pt x="20801" y="2901"/>
                  </a:cubicBezTo>
                  <a:cubicBezTo>
                    <a:pt x="20752" y="3026"/>
                    <a:pt x="20579" y="3064"/>
                    <a:pt x="20445" y="3016"/>
                  </a:cubicBezTo>
                  <a:cubicBezTo>
                    <a:pt x="20186" y="2901"/>
                    <a:pt x="19744" y="2709"/>
                    <a:pt x="19523" y="2709"/>
                  </a:cubicBezTo>
                  <a:cubicBezTo>
                    <a:pt x="19330" y="2709"/>
                    <a:pt x="18841" y="3026"/>
                    <a:pt x="18841" y="325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CA47E82-86AA-4C42-9D0D-DC882D7AB14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049000" y="357188"/>
              <a:ext cx="103188" cy="103188"/>
            </a:xfrm>
            <a:prstGeom prst="ellipse">
              <a:avLst/>
            </a:prstGeom>
            <a:solidFill>
              <a:srgbClr val="FFB81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7" name="Gruppieren 2">
            <a:extLst>
              <a:ext uri="{FF2B5EF4-FFF2-40B4-BE49-F238E27FC236}">
                <a16:creationId xmlns:a16="http://schemas.microsoft.com/office/drawing/2014/main" id="{CC38AE49-F42A-48D3-9465-C64D9657F38F}"/>
              </a:ext>
            </a:extLst>
          </p:cNvPr>
          <p:cNvGrpSpPr/>
          <p:nvPr userDrawn="1"/>
        </p:nvGrpSpPr>
        <p:grpSpPr>
          <a:xfrm>
            <a:off x="0" y="2463312"/>
            <a:ext cx="4770783" cy="1931376"/>
            <a:chOff x="0" y="2619513"/>
            <a:chExt cx="4770783" cy="1931376"/>
          </a:xfrm>
        </p:grpSpPr>
        <p:sp>
          <p:nvSpPr>
            <p:cNvPr id="8" name="Rounded Rectangle 111">
              <a:extLst>
                <a:ext uri="{FF2B5EF4-FFF2-40B4-BE49-F238E27FC236}">
                  <a16:creationId xmlns:a16="http://schemas.microsoft.com/office/drawing/2014/main" id="{3B8D3ACB-C013-4A5A-94CA-7A51BE7DFD38}"/>
                </a:ext>
              </a:extLst>
            </p:cNvPr>
            <p:cNvSpPr/>
            <p:nvPr/>
          </p:nvSpPr>
          <p:spPr>
            <a:xfrm>
              <a:off x="0" y="2619513"/>
              <a:ext cx="4770783" cy="1931376"/>
            </a:xfrm>
            <a:prstGeom prst="roundRect">
              <a:avLst>
                <a:gd name="adj" fmla="val 0"/>
              </a:avLst>
            </a:prstGeom>
            <a:solidFill>
              <a:srgbClr val="262626">
                <a:alpha val="86000"/>
              </a:srgbClr>
            </a:solidFill>
            <a:ln w="25400">
              <a:noFill/>
              <a:round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Ins="180000" rtlCol="0" anchor="t"/>
            <a:lstStyle/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200" b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10" name="Straight Connector 18">
              <a:extLst>
                <a:ext uri="{FF2B5EF4-FFF2-40B4-BE49-F238E27FC236}">
                  <a16:creationId xmlns:a16="http://schemas.microsoft.com/office/drawing/2014/main" id="{538B636E-B808-407E-A65A-477C8D55C5CA}"/>
                </a:ext>
              </a:extLst>
            </p:cNvPr>
            <p:cNvCxnSpPr>
              <a:cxnSpLocks/>
            </p:cNvCxnSpPr>
            <p:nvPr/>
          </p:nvCxnSpPr>
          <p:spPr>
            <a:xfrm>
              <a:off x="568476" y="3197157"/>
              <a:ext cx="1187768" cy="0"/>
            </a:xfrm>
            <a:prstGeom prst="line">
              <a:avLst/>
            </a:prstGeom>
            <a:ln w="12700">
              <a:solidFill>
                <a:srgbClr val="FFB81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itle 12">
            <a:extLst>
              <a:ext uri="{FF2B5EF4-FFF2-40B4-BE49-F238E27FC236}">
                <a16:creationId xmlns:a16="http://schemas.microsoft.com/office/drawing/2014/main" id="{3104B6BE-76CF-4D97-B4CD-69AC77235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477" y="3151752"/>
            <a:ext cx="4146574" cy="385193"/>
          </a:xfrm>
          <a:prstGeom prst="rect">
            <a:avLst/>
          </a:prstGeom>
        </p:spPr>
        <p:txBody>
          <a:bodyPr lIns="0" rIns="0"/>
          <a:lstStyle>
            <a:lvl1pPr algn="l">
              <a:defRPr sz="2800">
                <a:solidFill>
                  <a:schemeClr val="bg1"/>
                </a:solidFill>
                <a:latin typeface="Reso" panose="02000000000000000000" pitchFamily="50" charset="0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4DE9D333-7A19-4F79-839E-B1CDA26766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8477" y="3568468"/>
            <a:ext cx="4146573" cy="316165"/>
          </a:xfrm>
          <a:prstGeom prst="rect">
            <a:avLst/>
          </a:prstGeom>
        </p:spPr>
        <p:txBody>
          <a:bodyPr lIns="0" rIns="0"/>
          <a:lstStyle>
            <a:lvl1pPr marL="0" indent="0" algn="l">
              <a:buNone/>
              <a:defRPr sz="18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7504978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lide Separato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0C3CA481-26E5-4EB1-8E81-98C2EC7B0E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58BAE01-914E-48D8-9997-9B787AB01E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69641" y="0"/>
            <a:ext cx="2922359" cy="2750148"/>
          </a:xfrm>
          <a:prstGeom prst="rect">
            <a:avLst/>
          </a:prstGeom>
        </p:spPr>
      </p:pic>
      <p:grpSp>
        <p:nvGrpSpPr>
          <p:cNvPr id="4" name="Logo-Pos">
            <a:extLst>
              <a:ext uri="{FF2B5EF4-FFF2-40B4-BE49-F238E27FC236}">
                <a16:creationId xmlns:a16="http://schemas.microsoft.com/office/drawing/2014/main" id="{9F33E1D7-0E14-419C-B5A3-092F4426A78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909377" y="391028"/>
            <a:ext cx="940664" cy="308120"/>
            <a:chOff x="9674225" y="357188"/>
            <a:chExt cx="1831975" cy="600076"/>
          </a:xfrm>
          <a:solidFill>
            <a:sysClr val="window" lastClr="FFFFFF"/>
          </a:solidFill>
        </p:grpSpPr>
        <p:sp>
          <p:nvSpPr>
            <p:cNvPr id="5" name="Freeform 29">
              <a:extLst>
                <a:ext uri="{FF2B5EF4-FFF2-40B4-BE49-F238E27FC236}">
                  <a16:creationId xmlns:a16="http://schemas.microsoft.com/office/drawing/2014/main" id="{0304C40E-6521-4F0A-8DD0-E509CE9709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74225" y="361950"/>
              <a:ext cx="1831975" cy="595314"/>
            </a:xfrm>
            <a:custGeom>
              <a:avLst/>
              <a:gdLst>
                <a:gd name="T0" fmla="*/ 921 w 21021"/>
                <a:gd name="T1" fmla="*/ 3324 h 6831"/>
                <a:gd name="T2" fmla="*/ 711 w 21021"/>
                <a:gd name="T3" fmla="*/ 6744 h 6831"/>
                <a:gd name="T4" fmla="*/ 0 w 21021"/>
                <a:gd name="T5" fmla="*/ 6533 h 6831"/>
                <a:gd name="T6" fmla="*/ 1604 w 21021"/>
                <a:gd name="T7" fmla="*/ 1855 h 6831"/>
                <a:gd name="T8" fmla="*/ 3957 w 21021"/>
                <a:gd name="T9" fmla="*/ 1855 h 6831"/>
                <a:gd name="T10" fmla="*/ 5562 w 21021"/>
                <a:gd name="T11" fmla="*/ 6533 h 6831"/>
                <a:gd name="T12" fmla="*/ 4851 w 21021"/>
                <a:gd name="T13" fmla="*/ 6744 h 6831"/>
                <a:gd name="T14" fmla="*/ 4639 w 21021"/>
                <a:gd name="T15" fmla="*/ 3314 h 6831"/>
                <a:gd name="T16" fmla="*/ 3247 w 21021"/>
                <a:gd name="T17" fmla="*/ 3314 h 6831"/>
                <a:gd name="T18" fmla="*/ 3035 w 21021"/>
                <a:gd name="T19" fmla="*/ 6744 h 6831"/>
                <a:gd name="T20" fmla="*/ 2323 w 21021"/>
                <a:gd name="T21" fmla="*/ 6533 h 6831"/>
                <a:gd name="T22" fmla="*/ 1623 w 21021"/>
                <a:gd name="T23" fmla="*/ 2709 h 6831"/>
                <a:gd name="T24" fmla="*/ 10117 w 21021"/>
                <a:gd name="T25" fmla="*/ 5457 h 6831"/>
                <a:gd name="T26" fmla="*/ 6753 w 21021"/>
                <a:gd name="T27" fmla="*/ 5457 h 6831"/>
                <a:gd name="T28" fmla="*/ 8435 w 21021"/>
                <a:gd name="T29" fmla="*/ 1855 h 6831"/>
                <a:gd name="T30" fmla="*/ 9194 w 21021"/>
                <a:gd name="T31" fmla="*/ 3362 h 6831"/>
                <a:gd name="T32" fmla="*/ 7676 w 21021"/>
                <a:gd name="T33" fmla="*/ 3362 h 6831"/>
                <a:gd name="T34" fmla="*/ 8435 w 21021"/>
                <a:gd name="T35" fmla="*/ 5976 h 6831"/>
                <a:gd name="T36" fmla="*/ 9194 w 21021"/>
                <a:gd name="T37" fmla="*/ 3362 h 6831"/>
                <a:gd name="T38" fmla="*/ 13902 w 21021"/>
                <a:gd name="T39" fmla="*/ 0 h 6831"/>
                <a:gd name="T40" fmla="*/ 14613 w 21021"/>
                <a:gd name="T41" fmla="*/ 211 h 6831"/>
                <a:gd name="T42" fmla="*/ 12941 w 21021"/>
                <a:gd name="T43" fmla="*/ 6831 h 6831"/>
                <a:gd name="T44" fmla="*/ 11259 w 21021"/>
                <a:gd name="T45" fmla="*/ 3218 h 6831"/>
                <a:gd name="T46" fmla="*/ 13691 w 21021"/>
                <a:gd name="T47" fmla="*/ 2276 h 6831"/>
                <a:gd name="T48" fmla="*/ 12183 w 21021"/>
                <a:gd name="T49" fmla="*/ 5341 h 6831"/>
                <a:gd name="T50" fmla="*/ 13691 w 21021"/>
                <a:gd name="T51" fmla="*/ 5341 h 6831"/>
                <a:gd name="T52" fmla="*/ 12932 w 21021"/>
                <a:gd name="T53" fmla="*/ 2709 h 6831"/>
                <a:gd name="T54" fmla="*/ 12183 w 21021"/>
                <a:gd name="T55" fmla="*/ 5341 h 6831"/>
                <a:gd name="T56" fmla="*/ 16622 w 21021"/>
                <a:gd name="T57" fmla="*/ 1940 h 6831"/>
                <a:gd name="T58" fmla="*/ 15910 w 21021"/>
                <a:gd name="T59" fmla="*/ 2152 h 6831"/>
                <a:gd name="T60" fmla="*/ 16122 w 21021"/>
                <a:gd name="T61" fmla="*/ 6744 h 6831"/>
                <a:gd name="T62" fmla="*/ 16832 w 21021"/>
                <a:gd name="T63" fmla="*/ 6533 h 6831"/>
                <a:gd name="T64" fmla="*/ 18841 w 21021"/>
                <a:gd name="T65" fmla="*/ 3257 h 6831"/>
                <a:gd name="T66" fmla="*/ 19226 w 21021"/>
                <a:gd name="T67" fmla="*/ 3785 h 6831"/>
                <a:gd name="T68" fmla="*/ 21021 w 21021"/>
                <a:gd name="T69" fmla="*/ 5102 h 6831"/>
                <a:gd name="T70" fmla="*/ 19436 w 21021"/>
                <a:gd name="T71" fmla="*/ 6831 h 6831"/>
                <a:gd name="T72" fmla="*/ 17985 w 21021"/>
                <a:gd name="T73" fmla="*/ 6043 h 6831"/>
                <a:gd name="T74" fmla="*/ 18475 w 21021"/>
                <a:gd name="T75" fmla="*/ 5620 h 6831"/>
                <a:gd name="T76" fmla="*/ 20128 w 21021"/>
                <a:gd name="T77" fmla="*/ 5457 h 6831"/>
                <a:gd name="T78" fmla="*/ 19687 w 21021"/>
                <a:gd name="T79" fmla="*/ 4823 h 6831"/>
                <a:gd name="T80" fmla="*/ 17938 w 21021"/>
                <a:gd name="T81" fmla="*/ 3554 h 6831"/>
                <a:gd name="T82" fmla="*/ 19523 w 21021"/>
                <a:gd name="T83" fmla="*/ 1855 h 6831"/>
                <a:gd name="T84" fmla="*/ 20916 w 21021"/>
                <a:gd name="T85" fmla="*/ 2584 h 6831"/>
                <a:gd name="T86" fmla="*/ 20445 w 21021"/>
                <a:gd name="T87" fmla="*/ 3016 h 6831"/>
                <a:gd name="T88" fmla="*/ 18841 w 21021"/>
                <a:gd name="T89" fmla="*/ 3257 h 6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1021" h="6831">
                  <a:moveTo>
                    <a:pt x="1623" y="2709"/>
                  </a:moveTo>
                  <a:cubicBezTo>
                    <a:pt x="1393" y="2709"/>
                    <a:pt x="921" y="3046"/>
                    <a:pt x="921" y="3324"/>
                  </a:cubicBezTo>
                  <a:cubicBezTo>
                    <a:pt x="921" y="6533"/>
                    <a:pt x="921" y="6533"/>
                    <a:pt x="921" y="6533"/>
                  </a:cubicBezTo>
                  <a:cubicBezTo>
                    <a:pt x="921" y="6658"/>
                    <a:pt x="835" y="6744"/>
                    <a:pt x="711" y="6744"/>
                  </a:cubicBezTo>
                  <a:cubicBezTo>
                    <a:pt x="210" y="6744"/>
                    <a:pt x="210" y="6744"/>
                    <a:pt x="210" y="6744"/>
                  </a:cubicBezTo>
                  <a:cubicBezTo>
                    <a:pt x="85" y="6744"/>
                    <a:pt x="0" y="6658"/>
                    <a:pt x="0" y="6533"/>
                  </a:cubicBezTo>
                  <a:cubicBezTo>
                    <a:pt x="0" y="3170"/>
                    <a:pt x="0" y="3170"/>
                    <a:pt x="0" y="3170"/>
                  </a:cubicBezTo>
                  <a:cubicBezTo>
                    <a:pt x="0" y="2575"/>
                    <a:pt x="1055" y="1855"/>
                    <a:pt x="1604" y="1855"/>
                  </a:cubicBezTo>
                  <a:cubicBezTo>
                    <a:pt x="1988" y="1855"/>
                    <a:pt x="2506" y="2200"/>
                    <a:pt x="2785" y="2517"/>
                  </a:cubicBezTo>
                  <a:cubicBezTo>
                    <a:pt x="3065" y="2190"/>
                    <a:pt x="3602" y="1855"/>
                    <a:pt x="3957" y="1855"/>
                  </a:cubicBezTo>
                  <a:cubicBezTo>
                    <a:pt x="4506" y="1855"/>
                    <a:pt x="5562" y="2575"/>
                    <a:pt x="5562" y="3170"/>
                  </a:cubicBezTo>
                  <a:cubicBezTo>
                    <a:pt x="5562" y="6533"/>
                    <a:pt x="5562" y="6533"/>
                    <a:pt x="5562" y="6533"/>
                  </a:cubicBezTo>
                  <a:cubicBezTo>
                    <a:pt x="5562" y="6658"/>
                    <a:pt x="5476" y="6744"/>
                    <a:pt x="5350" y="6744"/>
                  </a:cubicBezTo>
                  <a:cubicBezTo>
                    <a:pt x="4851" y="6744"/>
                    <a:pt x="4851" y="6744"/>
                    <a:pt x="4851" y="6744"/>
                  </a:cubicBezTo>
                  <a:cubicBezTo>
                    <a:pt x="4726" y="6744"/>
                    <a:pt x="4639" y="6658"/>
                    <a:pt x="4639" y="6533"/>
                  </a:cubicBezTo>
                  <a:cubicBezTo>
                    <a:pt x="4639" y="3314"/>
                    <a:pt x="4639" y="3314"/>
                    <a:pt x="4639" y="3314"/>
                  </a:cubicBezTo>
                  <a:cubicBezTo>
                    <a:pt x="4639" y="3046"/>
                    <a:pt x="4169" y="2709"/>
                    <a:pt x="3938" y="2709"/>
                  </a:cubicBezTo>
                  <a:cubicBezTo>
                    <a:pt x="3727" y="2709"/>
                    <a:pt x="3247" y="3046"/>
                    <a:pt x="3247" y="3314"/>
                  </a:cubicBezTo>
                  <a:cubicBezTo>
                    <a:pt x="3247" y="6533"/>
                    <a:pt x="3247" y="6533"/>
                    <a:pt x="3247" y="6533"/>
                  </a:cubicBezTo>
                  <a:cubicBezTo>
                    <a:pt x="3247" y="6658"/>
                    <a:pt x="3150" y="6744"/>
                    <a:pt x="3035" y="6744"/>
                  </a:cubicBezTo>
                  <a:cubicBezTo>
                    <a:pt x="2536" y="6744"/>
                    <a:pt x="2536" y="6744"/>
                    <a:pt x="2536" y="6744"/>
                  </a:cubicBezTo>
                  <a:cubicBezTo>
                    <a:pt x="2401" y="6744"/>
                    <a:pt x="2323" y="6658"/>
                    <a:pt x="2323" y="6533"/>
                  </a:cubicBezTo>
                  <a:cubicBezTo>
                    <a:pt x="2323" y="3324"/>
                    <a:pt x="2323" y="3324"/>
                    <a:pt x="2323" y="3324"/>
                  </a:cubicBezTo>
                  <a:cubicBezTo>
                    <a:pt x="2323" y="3055"/>
                    <a:pt x="1834" y="2709"/>
                    <a:pt x="1623" y="2709"/>
                  </a:cubicBezTo>
                  <a:moveTo>
                    <a:pt x="10117" y="3228"/>
                  </a:moveTo>
                  <a:cubicBezTo>
                    <a:pt x="10117" y="5457"/>
                    <a:pt x="10117" y="5457"/>
                    <a:pt x="10117" y="5457"/>
                  </a:cubicBezTo>
                  <a:cubicBezTo>
                    <a:pt x="10117" y="6081"/>
                    <a:pt x="8992" y="6831"/>
                    <a:pt x="8435" y="6831"/>
                  </a:cubicBezTo>
                  <a:cubicBezTo>
                    <a:pt x="7878" y="6831"/>
                    <a:pt x="6753" y="6081"/>
                    <a:pt x="6753" y="5457"/>
                  </a:cubicBezTo>
                  <a:cubicBezTo>
                    <a:pt x="6753" y="3228"/>
                    <a:pt x="6753" y="3228"/>
                    <a:pt x="6753" y="3228"/>
                  </a:cubicBezTo>
                  <a:cubicBezTo>
                    <a:pt x="6753" y="2594"/>
                    <a:pt x="7878" y="1855"/>
                    <a:pt x="8435" y="1855"/>
                  </a:cubicBezTo>
                  <a:cubicBezTo>
                    <a:pt x="8992" y="1855"/>
                    <a:pt x="10117" y="2584"/>
                    <a:pt x="10117" y="3228"/>
                  </a:cubicBezTo>
                  <a:moveTo>
                    <a:pt x="9194" y="3362"/>
                  </a:moveTo>
                  <a:cubicBezTo>
                    <a:pt x="9194" y="3064"/>
                    <a:pt x="8684" y="2709"/>
                    <a:pt x="8435" y="2709"/>
                  </a:cubicBezTo>
                  <a:cubicBezTo>
                    <a:pt x="8175" y="2709"/>
                    <a:pt x="7676" y="3064"/>
                    <a:pt x="7676" y="3362"/>
                  </a:cubicBezTo>
                  <a:cubicBezTo>
                    <a:pt x="7676" y="5322"/>
                    <a:pt x="7676" y="5322"/>
                    <a:pt x="7676" y="5322"/>
                  </a:cubicBezTo>
                  <a:cubicBezTo>
                    <a:pt x="7676" y="5620"/>
                    <a:pt x="8166" y="5976"/>
                    <a:pt x="8435" y="5976"/>
                  </a:cubicBezTo>
                  <a:cubicBezTo>
                    <a:pt x="8694" y="5976"/>
                    <a:pt x="9194" y="5620"/>
                    <a:pt x="9194" y="5322"/>
                  </a:cubicBezTo>
                  <a:lnTo>
                    <a:pt x="9194" y="3362"/>
                  </a:lnTo>
                  <a:close/>
                  <a:moveTo>
                    <a:pt x="13691" y="211"/>
                  </a:moveTo>
                  <a:cubicBezTo>
                    <a:pt x="13691" y="87"/>
                    <a:pt x="13787" y="0"/>
                    <a:pt x="13902" y="0"/>
                  </a:cubicBezTo>
                  <a:cubicBezTo>
                    <a:pt x="14402" y="0"/>
                    <a:pt x="14402" y="0"/>
                    <a:pt x="14402" y="0"/>
                  </a:cubicBezTo>
                  <a:cubicBezTo>
                    <a:pt x="14526" y="0"/>
                    <a:pt x="14613" y="87"/>
                    <a:pt x="14613" y="211"/>
                  </a:cubicBezTo>
                  <a:cubicBezTo>
                    <a:pt x="14613" y="5466"/>
                    <a:pt x="14613" y="5466"/>
                    <a:pt x="14613" y="5466"/>
                  </a:cubicBezTo>
                  <a:cubicBezTo>
                    <a:pt x="14613" y="6081"/>
                    <a:pt x="13518" y="6831"/>
                    <a:pt x="12941" y="6831"/>
                  </a:cubicBezTo>
                  <a:cubicBezTo>
                    <a:pt x="12374" y="6831"/>
                    <a:pt x="11259" y="6081"/>
                    <a:pt x="11259" y="5457"/>
                  </a:cubicBezTo>
                  <a:cubicBezTo>
                    <a:pt x="11259" y="3218"/>
                    <a:pt x="11259" y="3218"/>
                    <a:pt x="11259" y="3218"/>
                  </a:cubicBezTo>
                  <a:cubicBezTo>
                    <a:pt x="11259" y="2575"/>
                    <a:pt x="12327" y="1855"/>
                    <a:pt x="12826" y="1855"/>
                  </a:cubicBezTo>
                  <a:cubicBezTo>
                    <a:pt x="13105" y="1855"/>
                    <a:pt x="13488" y="2065"/>
                    <a:pt x="13691" y="2276"/>
                  </a:cubicBezTo>
                  <a:lnTo>
                    <a:pt x="13691" y="211"/>
                  </a:lnTo>
                  <a:close/>
                  <a:moveTo>
                    <a:pt x="12183" y="5341"/>
                  </a:moveTo>
                  <a:cubicBezTo>
                    <a:pt x="12183" y="5610"/>
                    <a:pt x="12673" y="5976"/>
                    <a:pt x="12941" y="5976"/>
                  </a:cubicBezTo>
                  <a:cubicBezTo>
                    <a:pt x="13220" y="5976"/>
                    <a:pt x="13691" y="5601"/>
                    <a:pt x="13691" y="5341"/>
                  </a:cubicBezTo>
                  <a:cubicBezTo>
                    <a:pt x="13691" y="3343"/>
                    <a:pt x="13691" y="3343"/>
                    <a:pt x="13691" y="3343"/>
                  </a:cubicBezTo>
                  <a:cubicBezTo>
                    <a:pt x="13691" y="3064"/>
                    <a:pt x="13181" y="2709"/>
                    <a:pt x="12932" y="2709"/>
                  </a:cubicBezTo>
                  <a:cubicBezTo>
                    <a:pt x="12682" y="2709"/>
                    <a:pt x="12183" y="3064"/>
                    <a:pt x="12183" y="3343"/>
                  </a:cubicBezTo>
                  <a:lnTo>
                    <a:pt x="12183" y="5341"/>
                  </a:lnTo>
                  <a:close/>
                  <a:moveTo>
                    <a:pt x="16832" y="2152"/>
                  </a:moveTo>
                  <a:cubicBezTo>
                    <a:pt x="16832" y="2027"/>
                    <a:pt x="16746" y="1940"/>
                    <a:pt x="16622" y="1940"/>
                  </a:cubicBezTo>
                  <a:cubicBezTo>
                    <a:pt x="16122" y="1940"/>
                    <a:pt x="16122" y="1940"/>
                    <a:pt x="16122" y="1940"/>
                  </a:cubicBezTo>
                  <a:cubicBezTo>
                    <a:pt x="15997" y="1940"/>
                    <a:pt x="15910" y="2027"/>
                    <a:pt x="15910" y="2152"/>
                  </a:cubicBezTo>
                  <a:cubicBezTo>
                    <a:pt x="15910" y="6533"/>
                    <a:pt x="15910" y="6533"/>
                    <a:pt x="15910" y="6533"/>
                  </a:cubicBezTo>
                  <a:cubicBezTo>
                    <a:pt x="15910" y="6658"/>
                    <a:pt x="15997" y="6744"/>
                    <a:pt x="16122" y="6744"/>
                  </a:cubicBezTo>
                  <a:cubicBezTo>
                    <a:pt x="16622" y="6744"/>
                    <a:pt x="16622" y="6744"/>
                    <a:pt x="16622" y="6744"/>
                  </a:cubicBezTo>
                  <a:cubicBezTo>
                    <a:pt x="16746" y="6744"/>
                    <a:pt x="16832" y="6658"/>
                    <a:pt x="16832" y="6533"/>
                  </a:cubicBezTo>
                  <a:lnTo>
                    <a:pt x="16832" y="2152"/>
                  </a:lnTo>
                  <a:close/>
                  <a:moveTo>
                    <a:pt x="18841" y="3257"/>
                  </a:moveTo>
                  <a:cubicBezTo>
                    <a:pt x="18841" y="3430"/>
                    <a:pt x="18841" y="3430"/>
                    <a:pt x="18841" y="3430"/>
                  </a:cubicBezTo>
                  <a:cubicBezTo>
                    <a:pt x="18841" y="3612"/>
                    <a:pt x="19023" y="3708"/>
                    <a:pt x="19226" y="3785"/>
                  </a:cubicBezTo>
                  <a:cubicBezTo>
                    <a:pt x="20292" y="4188"/>
                    <a:pt x="20292" y="4188"/>
                    <a:pt x="20292" y="4188"/>
                  </a:cubicBezTo>
                  <a:cubicBezTo>
                    <a:pt x="20705" y="4343"/>
                    <a:pt x="21021" y="4660"/>
                    <a:pt x="21021" y="5102"/>
                  </a:cubicBezTo>
                  <a:cubicBezTo>
                    <a:pt x="21021" y="5591"/>
                    <a:pt x="21021" y="5591"/>
                    <a:pt x="21021" y="5591"/>
                  </a:cubicBezTo>
                  <a:cubicBezTo>
                    <a:pt x="21021" y="6091"/>
                    <a:pt x="20042" y="6831"/>
                    <a:pt x="19436" y="6831"/>
                  </a:cubicBezTo>
                  <a:cubicBezTo>
                    <a:pt x="19052" y="6831"/>
                    <a:pt x="18485" y="6572"/>
                    <a:pt x="18130" y="6398"/>
                  </a:cubicBezTo>
                  <a:cubicBezTo>
                    <a:pt x="17985" y="6321"/>
                    <a:pt x="17928" y="6187"/>
                    <a:pt x="17985" y="6043"/>
                  </a:cubicBezTo>
                  <a:cubicBezTo>
                    <a:pt x="18119" y="5735"/>
                    <a:pt x="18119" y="5735"/>
                    <a:pt x="18119" y="5735"/>
                  </a:cubicBezTo>
                  <a:cubicBezTo>
                    <a:pt x="18178" y="5591"/>
                    <a:pt x="18332" y="5553"/>
                    <a:pt x="18475" y="5620"/>
                  </a:cubicBezTo>
                  <a:cubicBezTo>
                    <a:pt x="18754" y="5755"/>
                    <a:pt x="19215" y="5976"/>
                    <a:pt x="19436" y="5976"/>
                  </a:cubicBezTo>
                  <a:cubicBezTo>
                    <a:pt x="19657" y="5976"/>
                    <a:pt x="20128" y="5668"/>
                    <a:pt x="20128" y="5457"/>
                  </a:cubicBezTo>
                  <a:cubicBezTo>
                    <a:pt x="20128" y="5236"/>
                    <a:pt x="20128" y="5236"/>
                    <a:pt x="20128" y="5236"/>
                  </a:cubicBezTo>
                  <a:cubicBezTo>
                    <a:pt x="20128" y="5015"/>
                    <a:pt x="19908" y="4909"/>
                    <a:pt x="19687" y="4823"/>
                  </a:cubicBezTo>
                  <a:cubicBezTo>
                    <a:pt x="18677" y="4429"/>
                    <a:pt x="18677" y="4429"/>
                    <a:pt x="18677" y="4429"/>
                  </a:cubicBezTo>
                  <a:cubicBezTo>
                    <a:pt x="18303" y="4275"/>
                    <a:pt x="17938" y="3968"/>
                    <a:pt x="17938" y="3554"/>
                  </a:cubicBezTo>
                  <a:cubicBezTo>
                    <a:pt x="17938" y="3122"/>
                    <a:pt x="17938" y="3122"/>
                    <a:pt x="17938" y="3122"/>
                  </a:cubicBezTo>
                  <a:cubicBezTo>
                    <a:pt x="17938" y="2575"/>
                    <a:pt x="19033" y="1855"/>
                    <a:pt x="19523" y="1855"/>
                  </a:cubicBezTo>
                  <a:cubicBezTo>
                    <a:pt x="19879" y="1855"/>
                    <a:pt x="20426" y="2075"/>
                    <a:pt x="20811" y="2267"/>
                  </a:cubicBezTo>
                  <a:cubicBezTo>
                    <a:pt x="20916" y="2325"/>
                    <a:pt x="20964" y="2459"/>
                    <a:pt x="20916" y="2584"/>
                  </a:cubicBezTo>
                  <a:cubicBezTo>
                    <a:pt x="20801" y="2901"/>
                    <a:pt x="20801" y="2901"/>
                    <a:pt x="20801" y="2901"/>
                  </a:cubicBezTo>
                  <a:cubicBezTo>
                    <a:pt x="20752" y="3026"/>
                    <a:pt x="20579" y="3064"/>
                    <a:pt x="20445" y="3016"/>
                  </a:cubicBezTo>
                  <a:cubicBezTo>
                    <a:pt x="20186" y="2901"/>
                    <a:pt x="19744" y="2709"/>
                    <a:pt x="19523" y="2709"/>
                  </a:cubicBezTo>
                  <a:cubicBezTo>
                    <a:pt x="19330" y="2709"/>
                    <a:pt x="18841" y="3026"/>
                    <a:pt x="18841" y="325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CA47E82-86AA-4C42-9D0D-DC882D7AB14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049000" y="357188"/>
              <a:ext cx="103188" cy="103188"/>
            </a:xfrm>
            <a:prstGeom prst="ellipse">
              <a:avLst/>
            </a:prstGeom>
            <a:solidFill>
              <a:srgbClr val="FFB81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7" name="Gruppieren 2">
            <a:extLst>
              <a:ext uri="{FF2B5EF4-FFF2-40B4-BE49-F238E27FC236}">
                <a16:creationId xmlns:a16="http://schemas.microsoft.com/office/drawing/2014/main" id="{CC38AE49-F42A-48D3-9465-C64D9657F38F}"/>
              </a:ext>
            </a:extLst>
          </p:cNvPr>
          <p:cNvGrpSpPr/>
          <p:nvPr userDrawn="1"/>
        </p:nvGrpSpPr>
        <p:grpSpPr>
          <a:xfrm>
            <a:off x="0" y="2463312"/>
            <a:ext cx="4770783" cy="1931376"/>
            <a:chOff x="0" y="2619513"/>
            <a:chExt cx="4770783" cy="1931376"/>
          </a:xfrm>
        </p:grpSpPr>
        <p:sp>
          <p:nvSpPr>
            <p:cNvPr id="8" name="Rounded Rectangle 111">
              <a:extLst>
                <a:ext uri="{FF2B5EF4-FFF2-40B4-BE49-F238E27FC236}">
                  <a16:creationId xmlns:a16="http://schemas.microsoft.com/office/drawing/2014/main" id="{3B8D3ACB-C013-4A5A-94CA-7A51BE7DFD38}"/>
                </a:ext>
              </a:extLst>
            </p:cNvPr>
            <p:cNvSpPr/>
            <p:nvPr/>
          </p:nvSpPr>
          <p:spPr>
            <a:xfrm>
              <a:off x="0" y="2619513"/>
              <a:ext cx="4770783" cy="1931376"/>
            </a:xfrm>
            <a:prstGeom prst="roundRect">
              <a:avLst>
                <a:gd name="adj" fmla="val 0"/>
              </a:avLst>
            </a:prstGeom>
            <a:solidFill>
              <a:srgbClr val="262626">
                <a:alpha val="86000"/>
              </a:srgbClr>
            </a:solidFill>
            <a:ln w="25400">
              <a:noFill/>
              <a:round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Ins="180000" rtlCol="0" anchor="t"/>
            <a:lstStyle/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200" b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10" name="Straight Connector 18">
              <a:extLst>
                <a:ext uri="{FF2B5EF4-FFF2-40B4-BE49-F238E27FC236}">
                  <a16:creationId xmlns:a16="http://schemas.microsoft.com/office/drawing/2014/main" id="{538B636E-B808-407E-A65A-477C8D55C5CA}"/>
                </a:ext>
              </a:extLst>
            </p:cNvPr>
            <p:cNvCxnSpPr>
              <a:cxnSpLocks/>
            </p:cNvCxnSpPr>
            <p:nvPr/>
          </p:nvCxnSpPr>
          <p:spPr>
            <a:xfrm>
              <a:off x="568476" y="3197157"/>
              <a:ext cx="1187768" cy="0"/>
            </a:xfrm>
            <a:prstGeom prst="line">
              <a:avLst/>
            </a:prstGeom>
            <a:ln w="12700">
              <a:solidFill>
                <a:srgbClr val="FFB81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itle 12">
            <a:extLst>
              <a:ext uri="{FF2B5EF4-FFF2-40B4-BE49-F238E27FC236}">
                <a16:creationId xmlns:a16="http://schemas.microsoft.com/office/drawing/2014/main" id="{3104B6BE-76CF-4D97-B4CD-69AC77235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477" y="3151752"/>
            <a:ext cx="4146574" cy="385193"/>
          </a:xfrm>
          <a:prstGeom prst="rect">
            <a:avLst/>
          </a:prstGeom>
        </p:spPr>
        <p:txBody>
          <a:bodyPr lIns="0" rIns="0"/>
          <a:lstStyle>
            <a:lvl1pPr algn="l">
              <a:defRPr sz="2800">
                <a:solidFill>
                  <a:schemeClr val="bg1"/>
                </a:solidFill>
                <a:latin typeface="Reso" panose="02000000000000000000" pitchFamily="50" charset="0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4DE9D333-7A19-4F79-839E-B1CDA26766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8477" y="3568468"/>
            <a:ext cx="4146573" cy="316165"/>
          </a:xfrm>
          <a:prstGeom prst="rect">
            <a:avLst/>
          </a:prstGeom>
        </p:spPr>
        <p:txBody>
          <a:bodyPr lIns="0" rIns="0"/>
          <a:lstStyle>
            <a:lvl1pPr marL="0" indent="0" algn="l">
              <a:buNone/>
              <a:defRPr sz="18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981939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lide Separato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F5E0DD0C-125B-4C91-B279-6E39F147776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58BAE01-914E-48D8-9997-9B787AB01E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69641" y="0"/>
            <a:ext cx="2922359" cy="2750148"/>
          </a:xfrm>
          <a:prstGeom prst="rect">
            <a:avLst/>
          </a:prstGeom>
        </p:spPr>
      </p:pic>
      <p:grpSp>
        <p:nvGrpSpPr>
          <p:cNvPr id="4" name="Logo-Pos">
            <a:extLst>
              <a:ext uri="{FF2B5EF4-FFF2-40B4-BE49-F238E27FC236}">
                <a16:creationId xmlns:a16="http://schemas.microsoft.com/office/drawing/2014/main" id="{9F33E1D7-0E14-419C-B5A3-092F4426A78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909377" y="391028"/>
            <a:ext cx="940664" cy="308120"/>
            <a:chOff x="9674225" y="357188"/>
            <a:chExt cx="1831975" cy="600076"/>
          </a:xfrm>
          <a:solidFill>
            <a:sysClr val="window" lastClr="FFFFFF"/>
          </a:solidFill>
        </p:grpSpPr>
        <p:sp>
          <p:nvSpPr>
            <p:cNvPr id="5" name="Freeform 29">
              <a:extLst>
                <a:ext uri="{FF2B5EF4-FFF2-40B4-BE49-F238E27FC236}">
                  <a16:creationId xmlns:a16="http://schemas.microsoft.com/office/drawing/2014/main" id="{0304C40E-6521-4F0A-8DD0-E509CE9709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74225" y="361950"/>
              <a:ext cx="1831975" cy="595314"/>
            </a:xfrm>
            <a:custGeom>
              <a:avLst/>
              <a:gdLst>
                <a:gd name="T0" fmla="*/ 921 w 21021"/>
                <a:gd name="T1" fmla="*/ 3324 h 6831"/>
                <a:gd name="T2" fmla="*/ 711 w 21021"/>
                <a:gd name="T3" fmla="*/ 6744 h 6831"/>
                <a:gd name="T4" fmla="*/ 0 w 21021"/>
                <a:gd name="T5" fmla="*/ 6533 h 6831"/>
                <a:gd name="T6" fmla="*/ 1604 w 21021"/>
                <a:gd name="T7" fmla="*/ 1855 h 6831"/>
                <a:gd name="T8" fmla="*/ 3957 w 21021"/>
                <a:gd name="T9" fmla="*/ 1855 h 6831"/>
                <a:gd name="T10" fmla="*/ 5562 w 21021"/>
                <a:gd name="T11" fmla="*/ 6533 h 6831"/>
                <a:gd name="T12" fmla="*/ 4851 w 21021"/>
                <a:gd name="T13" fmla="*/ 6744 h 6831"/>
                <a:gd name="T14" fmla="*/ 4639 w 21021"/>
                <a:gd name="T15" fmla="*/ 3314 h 6831"/>
                <a:gd name="T16" fmla="*/ 3247 w 21021"/>
                <a:gd name="T17" fmla="*/ 3314 h 6831"/>
                <a:gd name="T18" fmla="*/ 3035 w 21021"/>
                <a:gd name="T19" fmla="*/ 6744 h 6831"/>
                <a:gd name="T20" fmla="*/ 2323 w 21021"/>
                <a:gd name="T21" fmla="*/ 6533 h 6831"/>
                <a:gd name="T22" fmla="*/ 1623 w 21021"/>
                <a:gd name="T23" fmla="*/ 2709 h 6831"/>
                <a:gd name="T24" fmla="*/ 10117 w 21021"/>
                <a:gd name="T25" fmla="*/ 5457 h 6831"/>
                <a:gd name="T26" fmla="*/ 6753 w 21021"/>
                <a:gd name="T27" fmla="*/ 5457 h 6831"/>
                <a:gd name="T28" fmla="*/ 8435 w 21021"/>
                <a:gd name="T29" fmla="*/ 1855 h 6831"/>
                <a:gd name="T30" fmla="*/ 9194 w 21021"/>
                <a:gd name="T31" fmla="*/ 3362 h 6831"/>
                <a:gd name="T32" fmla="*/ 7676 w 21021"/>
                <a:gd name="T33" fmla="*/ 3362 h 6831"/>
                <a:gd name="T34" fmla="*/ 8435 w 21021"/>
                <a:gd name="T35" fmla="*/ 5976 h 6831"/>
                <a:gd name="T36" fmla="*/ 9194 w 21021"/>
                <a:gd name="T37" fmla="*/ 3362 h 6831"/>
                <a:gd name="T38" fmla="*/ 13902 w 21021"/>
                <a:gd name="T39" fmla="*/ 0 h 6831"/>
                <a:gd name="T40" fmla="*/ 14613 w 21021"/>
                <a:gd name="T41" fmla="*/ 211 h 6831"/>
                <a:gd name="T42" fmla="*/ 12941 w 21021"/>
                <a:gd name="T43" fmla="*/ 6831 h 6831"/>
                <a:gd name="T44" fmla="*/ 11259 w 21021"/>
                <a:gd name="T45" fmla="*/ 3218 h 6831"/>
                <a:gd name="T46" fmla="*/ 13691 w 21021"/>
                <a:gd name="T47" fmla="*/ 2276 h 6831"/>
                <a:gd name="T48" fmla="*/ 12183 w 21021"/>
                <a:gd name="T49" fmla="*/ 5341 h 6831"/>
                <a:gd name="T50" fmla="*/ 13691 w 21021"/>
                <a:gd name="T51" fmla="*/ 5341 h 6831"/>
                <a:gd name="T52" fmla="*/ 12932 w 21021"/>
                <a:gd name="T53" fmla="*/ 2709 h 6831"/>
                <a:gd name="T54" fmla="*/ 12183 w 21021"/>
                <a:gd name="T55" fmla="*/ 5341 h 6831"/>
                <a:gd name="T56" fmla="*/ 16622 w 21021"/>
                <a:gd name="T57" fmla="*/ 1940 h 6831"/>
                <a:gd name="T58" fmla="*/ 15910 w 21021"/>
                <a:gd name="T59" fmla="*/ 2152 h 6831"/>
                <a:gd name="T60" fmla="*/ 16122 w 21021"/>
                <a:gd name="T61" fmla="*/ 6744 h 6831"/>
                <a:gd name="T62" fmla="*/ 16832 w 21021"/>
                <a:gd name="T63" fmla="*/ 6533 h 6831"/>
                <a:gd name="T64" fmla="*/ 18841 w 21021"/>
                <a:gd name="T65" fmla="*/ 3257 h 6831"/>
                <a:gd name="T66" fmla="*/ 19226 w 21021"/>
                <a:gd name="T67" fmla="*/ 3785 h 6831"/>
                <a:gd name="T68" fmla="*/ 21021 w 21021"/>
                <a:gd name="T69" fmla="*/ 5102 h 6831"/>
                <a:gd name="T70" fmla="*/ 19436 w 21021"/>
                <a:gd name="T71" fmla="*/ 6831 h 6831"/>
                <a:gd name="T72" fmla="*/ 17985 w 21021"/>
                <a:gd name="T73" fmla="*/ 6043 h 6831"/>
                <a:gd name="T74" fmla="*/ 18475 w 21021"/>
                <a:gd name="T75" fmla="*/ 5620 h 6831"/>
                <a:gd name="T76" fmla="*/ 20128 w 21021"/>
                <a:gd name="T77" fmla="*/ 5457 h 6831"/>
                <a:gd name="T78" fmla="*/ 19687 w 21021"/>
                <a:gd name="T79" fmla="*/ 4823 h 6831"/>
                <a:gd name="T80" fmla="*/ 17938 w 21021"/>
                <a:gd name="T81" fmla="*/ 3554 h 6831"/>
                <a:gd name="T82" fmla="*/ 19523 w 21021"/>
                <a:gd name="T83" fmla="*/ 1855 h 6831"/>
                <a:gd name="T84" fmla="*/ 20916 w 21021"/>
                <a:gd name="T85" fmla="*/ 2584 h 6831"/>
                <a:gd name="T86" fmla="*/ 20445 w 21021"/>
                <a:gd name="T87" fmla="*/ 3016 h 6831"/>
                <a:gd name="T88" fmla="*/ 18841 w 21021"/>
                <a:gd name="T89" fmla="*/ 3257 h 6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1021" h="6831">
                  <a:moveTo>
                    <a:pt x="1623" y="2709"/>
                  </a:moveTo>
                  <a:cubicBezTo>
                    <a:pt x="1393" y="2709"/>
                    <a:pt x="921" y="3046"/>
                    <a:pt x="921" y="3324"/>
                  </a:cubicBezTo>
                  <a:cubicBezTo>
                    <a:pt x="921" y="6533"/>
                    <a:pt x="921" y="6533"/>
                    <a:pt x="921" y="6533"/>
                  </a:cubicBezTo>
                  <a:cubicBezTo>
                    <a:pt x="921" y="6658"/>
                    <a:pt x="835" y="6744"/>
                    <a:pt x="711" y="6744"/>
                  </a:cubicBezTo>
                  <a:cubicBezTo>
                    <a:pt x="210" y="6744"/>
                    <a:pt x="210" y="6744"/>
                    <a:pt x="210" y="6744"/>
                  </a:cubicBezTo>
                  <a:cubicBezTo>
                    <a:pt x="85" y="6744"/>
                    <a:pt x="0" y="6658"/>
                    <a:pt x="0" y="6533"/>
                  </a:cubicBezTo>
                  <a:cubicBezTo>
                    <a:pt x="0" y="3170"/>
                    <a:pt x="0" y="3170"/>
                    <a:pt x="0" y="3170"/>
                  </a:cubicBezTo>
                  <a:cubicBezTo>
                    <a:pt x="0" y="2575"/>
                    <a:pt x="1055" y="1855"/>
                    <a:pt x="1604" y="1855"/>
                  </a:cubicBezTo>
                  <a:cubicBezTo>
                    <a:pt x="1988" y="1855"/>
                    <a:pt x="2506" y="2200"/>
                    <a:pt x="2785" y="2517"/>
                  </a:cubicBezTo>
                  <a:cubicBezTo>
                    <a:pt x="3065" y="2190"/>
                    <a:pt x="3602" y="1855"/>
                    <a:pt x="3957" y="1855"/>
                  </a:cubicBezTo>
                  <a:cubicBezTo>
                    <a:pt x="4506" y="1855"/>
                    <a:pt x="5562" y="2575"/>
                    <a:pt x="5562" y="3170"/>
                  </a:cubicBezTo>
                  <a:cubicBezTo>
                    <a:pt x="5562" y="6533"/>
                    <a:pt x="5562" y="6533"/>
                    <a:pt x="5562" y="6533"/>
                  </a:cubicBezTo>
                  <a:cubicBezTo>
                    <a:pt x="5562" y="6658"/>
                    <a:pt x="5476" y="6744"/>
                    <a:pt x="5350" y="6744"/>
                  </a:cubicBezTo>
                  <a:cubicBezTo>
                    <a:pt x="4851" y="6744"/>
                    <a:pt x="4851" y="6744"/>
                    <a:pt x="4851" y="6744"/>
                  </a:cubicBezTo>
                  <a:cubicBezTo>
                    <a:pt x="4726" y="6744"/>
                    <a:pt x="4639" y="6658"/>
                    <a:pt x="4639" y="6533"/>
                  </a:cubicBezTo>
                  <a:cubicBezTo>
                    <a:pt x="4639" y="3314"/>
                    <a:pt x="4639" y="3314"/>
                    <a:pt x="4639" y="3314"/>
                  </a:cubicBezTo>
                  <a:cubicBezTo>
                    <a:pt x="4639" y="3046"/>
                    <a:pt x="4169" y="2709"/>
                    <a:pt x="3938" y="2709"/>
                  </a:cubicBezTo>
                  <a:cubicBezTo>
                    <a:pt x="3727" y="2709"/>
                    <a:pt x="3247" y="3046"/>
                    <a:pt x="3247" y="3314"/>
                  </a:cubicBezTo>
                  <a:cubicBezTo>
                    <a:pt x="3247" y="6533"/>
                    <a:pt x="3247" y="6533"/>
                    <a:pt x="3247" y="6533"/>
                  </a:cubicBezTo>
                  <a:cubicBezTo>
                    <a:pt x="3247" y="6658"/>
                    <a:pt x="3150" y="6744"/>
                    <a:pt x="3035" y="6744"/>
                  </a:cubicBezTo>
                  <a:cubicBezTo>
                    <a:pt x="2536" y="6744"/>
                    <a:pt x="2536" y="6744"/>
                    <a:pt x="2536" y="6744"/>
                  </a:cubicBezTo>
                  <a:cubicBezTo>
                    <a:pt x="2401" y="6744"/>
                    <a:pt x="2323" y="6658"/>
                    <a:pt x="2323" y="6533"/>
                  </a:cubicBezTo>
                  <a:cubicBezTo>
                    <a:pt x="2323" y="3324"/>
                    <a:pt x="2323" y="3324"/>
                    <a:pt x="2323" y="3324"/>
                  </a:cubicBezTo>
                  <a:cubicBezTo>
                    <a:pt x="2323" y="3055"/>
                    <a:pt x="1834" y="2709"/>
                    <a:pt x="1623" y="2709"/>
                  </a:cubicBezTo>
                  <a:moveTo>
                    <a:pt x="10117" y="3228"/>
                  </a:moveTo>
                  <a:cubicBezTo>
                    <a:pt x="10117" y="5457"/>
                    <a:pt x="10117" y="5457"/>
                    <a:pt x="10117" y="5457"/>
                  </a:cubicBezTo>
                  <a:cubicBezTo>
                    <a:pt x="10117" y="6081"/>
                    <a:pt x="8992" y="6831"/>
                    <a:pt x="8435" y="6831"/>
                  </a:cubicBezTo>
                  <a:cubicBezTo>
                    <a:pt x="7878" y="6831"/>
                    <a:pt x="6753" y="6081"/>
                    <a:pt x="6753" y="5457"/>
                  </a:cubicBezTo>
                  <a:cubicBezTo>
                    <a:pt x="6753" y="3228"/>
                    <a:pt x="6753" y="3228"/>
                    <a:pt x="6753" y="3228"/>
                  </a:cubicBezTo>
                  <a:cubicBezTo>
                    <a:pt x="6753" y="2594"/>
                    <a:pt x="7878" y="1855"/>
                    <a:pt x="8435" y="1855"/>
                  </a:cubicBezTo>
                  <a:cubicBezTo>
                    <a:pt x="8992" y="1855"/>
                    <a:pt x="10117" y="2584"/>
                    <a:pt x="10117" y="3228"/>
                  </a:cubicBezTo>
                  <a:moveTo>
                    <a:pt x="9194" y="3362"/>
                  </a:moveTo>
                  <a:cubicBezTo>
                    <a:pt x="9194" y="3064"/>
                    <a:pt x="8684" y="2709"/>
                    <a:pt x="8435" y="2709"/>
                  </a:cubicBezTo>
                  <a:cubicBezTo>
                    <a:pt x="8175" y="2709"/>
                    <a:pt x="7676" y="3064"/>
                    <a:pt x="7676" y="3362"/>
                  </a:cubicBezTo>
                  <a:cubicBezTo>
                    <a:pt x="7676" y="5322"/>
                    <a:pt x="7676" y="5322"/>
                    <a:pt x="7676" y="5322"/>
                  </a:cubicBezTo>
                  <a:cubicBezTo>
                    <a:pt x="7676" y="5620"/>
                    <a:pt x="8166" y="5976"/>
                    <a:pt x="8435" y="5976"/>
                  </a:cubicBezTo>
                  <a:cubicBezTo>
                    <a:pt x="8694" y="5976"/>
                    <a:pt x="9194" y="5620"/>
                    <a:pt x="9194" y="5322"/>
                  </a:cubicBezTo>
                  <a:lnTo>
                    <a:pt x="9194" y="3362"/>
                  </a:lnTo>
                  <a:close/>
                  <a:moveTo>
                    <a:pt x="13691" y="211"/>
                  </a:moveTo>
                  <a:cubicBezTo>
                    <a:pt x="13691" y="87"/>
                    <a:pt x="13787" y="0"/>
                    <a:pt x="13902" y="0"/>
                  </a:cubicBezTo>
                  <a:cubicBezTo>
                    <a:pt x="14402" y="0"/>
                    <a:pt x="14402" y="0"/>
                    <a:pt x="14402" y="0"/>
                  </a:cubicBezTo>
                  <a:cubicBezTo>
                    <a:pt x="14526" y="0"/>
                    <a:pt x="14613" y="87"/>
                    <a:pt x="14613" y="211"/>
                  </a:cubicBezTo>
                  <a:cubicBezTo>
                    <a:pt x="14613" y="5466"/>
                    <a:pt x="14613" y="5466"/>
                    <a:pt x="14613" y="5466"/>
                  </a:cubicBezTo>
                  <a:cubicBezTo>
                    <a:pt x="14613" y="6081"/>
                    <a:pt x="13518" y="6831"/>
                    <a:pt x="12941" y="6831"/>
                  </a:cubicBezTo>
                  <a:cubicBezTo>
                    <a:pt x="12374" y="6831"/>
                    <a:pt x="11259" y="6081"/>
                    <a:pt x="11259" y="5457"/>
                  </a:cubicBezTo>
                  <a:cubicBezTo>
                    <a:pt x="11259" y="3218"/>
                    <a:pt x="11259" y="3218"/>
                    <a:pt x="11259" y="3218"/>
                  </a:cubicBezTo>
                  <a:cubicBezTo>
                    <a:pt x="11259" y="2575"/>
                    <a:pt x="12327" y="1855"/>
                    <a:pt x="12826" y="1855"/>
                  </a:cubicBezTo>
                  <a:cubicBezTo>
                    <a:pt x="13105" y="1855"/>
                    <a:pt x="13488" y="2065"/>
                    <a:pt x="13691" y="2276"/>
                  </a:cubicBezTo>
                  <a:lnTo>
                    <a:pt x="13691" y="211"/>
                  </a:lnTo>
                  <a:close/>
                  <a:moveTo>
                    <a:pt x="12183" y="5341"/>
                  </a:moveTo>
                  <a:cubicBezTo>
                    <a:pt x="12183" y="5610"/>
                    <a:pt x="12673" y="5976"/>
                    <a:pt x="12941" y="5976"/>
                  </a:cubicBezTo>
                  <a:cubicBezTo>
                    <a:pt x="13220" y="5976"/>
                    <a:pt x="13691" y="5601"/>
                    <a:pt x="13691" y="5341"/>
                  </a:cubicBezTo>
                  <a:cubicBezTo>
                    <a:pt x="13691" y="3343"/>
                    <a:pt x="13691" y="3343"/>
                    <a:pt x="13691" y="3343"/>
                  </a:cubicBezTo>
                  <a:cubicBezTo>
                    <a:pt x="13691" y="3064"/>
                    <a:pt x="13181" y="2709"/>
                    <a:pt x="12932" y="2709"/>
                  </a:cubicBezTo>
                  <a:cubicBezTo>
                    <a:pt x="12682" y="2709"/>
                    <a:pt x="12183" y="3064"/>
                    <a:pt x="12183" y="3343"/>
                  </a:cubicBezTo>
                  <a:lnTo>
                    <a:pt x="12183" y="5341"/>
                  </a:lnTo>
                  <a:close/>
                  <a:moveTo>
                    <a:pt x="16832" y="2152"/>
                  </a:moveTo>
                  <a:cubicBezTo>
                    <a:pt x="16832" y="2027"/>
                    <a:pt x="16746" y="1940"/>
                    <a:pt x="16622" y="1940"/>
                  </a:cubicBezTo>
                  <a:cubicBezTo>
                    <a:pt x="16122" y="1940"/>
                    <a:pt x="16122" y="1940"/>
                    <a:pt x="16122" y="1940"/>
                  </a:cubicBezTo>
                  <a:cubicBezTo>
                    <a:pt x="15997" y="1940"/>
                    <a:pt x="15910" y="2027"/>
                    <a:pt x="15910" y="2152"/>
                  </a:cubicBezTo>
                  <a:cubicBezTo>
                    <a:pt x="15910" y="6533"/>
                    <a:pt x="15910" y="6533"/>
                    <a:pt x="15910" y="6533"/>
                  </a:cubicBezTo>
                  <a:cubicBezTo>
                    <a:pt x="15910" y="6658"/>
                    <a:pt x="15997" y="6744"/>
                    <a:pt x="16122" y="6744"/>
                  </a:cubicBezTo>
                  <a:cubicBezTo>
                    <a:pt x="16622" y="6744"/>
                    <a:pt x="16622" y="6744"/>
                    <a:pt x="16622" y="6744"/>
                  </a:cubicBezTo>
                  <a:cubicBezTo>
                    <a:pt x="16746" y="6744"/>
                    <a:pt x="16832" y="6658"/>
                    <a:pt x="16832" y="6533"/>
                  </a:cubicBezTo>
                  <a:lnTo>
                    <a:pt x="16832" y="2152"/>
                  </a:lnTo>
                  <a:close/>
                  <a:moveTo>
                    <a:pt x="18841" y="3257"/>
                  </a:moveTo>
                  <a:cubicBezTo>
                    <a:pt x="18841" y="3430"/>
                    <a:pt x="18841" y="3430"/>
                    <a:pt x="18841" y="3430"/>
                  </a:cubicBezTo>
                  <a:cubicBezTo>
                    <a:pt x="18841" y="3612"/>
                    <a:pt x="19023" y="3708"/>
                    <a:pt x="19226" y="3785"/>
                  </a:cubicBezTo>
                  <a:cubicBezTo>
                    <a:pt x="20292" y="4188"/>
                    <a:pt x="20292" y="4188"/>
                    <a:pt x="20292" y="4188"/>
                  </a:cubicBezTo>
                  <a:cubicBezTo>
                    <a:pt x="20705" y="4343"/>
                    <a:pt x="21021" y="4660"/>
                    <a:pt x="21021" y="5102"/>
                  </a:cubicBezTo>
                  <a:cubicBezTo>
                    <a:pt x="21021" y="5591"/>
                    <a:pt x="21021" y="5591"/>
                    <a:pt x="21021" y="5591"/>
                  </a:cubicBezTo>
                  <a:cubicBezTo>
                    <a:pt x="21021" y="6091"/>
                    <a:pt x="20042" y="6831"/>
                    <a:pt x="19436" y="6831"/>
                  </a:cubicBezTo>
                  <a:cubicBezTo>
                    <a:pt x="19052" y="6831"/>
                    <a:pt x="18485" y="6572"/>
                    <a:pt x="18130" y="6398"/>
                  </a:cubicBezTo>
                  <a:cubicBezTo>
                    <a:pt x="17985" y="6321"/>
                    <a:pt x="17928" y="6187"/>
                    <a:pt x="17985" y="6043"/>
                  </a:cubicBezTo>
                  <a:cubicBezTo>
                    <a:pt x="18119" y="5735"/>
                    <a:pt x="18119" y="5735"/>
                    <a:pt x="18119" y="5735"/>
                  </a:cubicBezTo>
                  <a:cubicBezTo>
                    <a:pt x="18178" y="5591"/>
                    <a:pt x="18332" y="5553"/>
                    <a:pt x="18475" y="5620"/>
                  </a:cubicBezTo>
                  <a:cubicBezTo>
                    <a:pt x="18754" y="5755"/>
                    <a:pt x="19215" y="5976"/>
                    <a:pt x="19436" y="5976"/>
                  </a:cubicBezTo>
                  <a:cubicBezTo>
                    <a:pt x="19657" y="5976"/>
                    <a:pt x="20128" y="5668"/>
                    <a:pt x="20128" y="5457"/>
                  </a:cubicBezTo>
                  <a:cubicBezTo>
                    <a:pt x="20128" y="5236"/>
                    <a:pt x="20128" y="5236"/>
                    <a:pt x="20128" y="5236"/>
                  </a:cubicBezTo>
                  <a:cubicBezTo>
                    <a:pt x="20128" y="5015"/>
                    <a:pt x="19908" y="4909"/>
                    <a:pt x="19687" y="4823"/>
                  </a:cubicBezTo>
                  <a:cubicBezTo>
                    <a:pt x="18677" y="4429"/>
                    <a:pt x="18677" y="4429"/>
                    <a:pt x="18677" y="4429"/>
                  </a:cubicBezTo>
                  <a:cubicBezTo>
                    <a:pt x="18303" y="4275"/>
                    <a:pt x="17938" y="3968"/>
                    <a:pt x="17938" y="3554"/>
                  </a:cubicBezTo>
                  <a:cubicBezTo>
                    <a:pt x="17938" y="3122"/>
                    <a:pt x="17938" y="3122"/>
                    <a:pt x="17938" y="3122"/>
                  </a:cubicBezTo>
                  <a:cubicBezTo>
                    <a:pt x="17938" y="2575"/>
                    <a:pt x="19033" y="1855"/>
                    <a:pt x="19523" y="1855"/>
                  </a:cubicBezTo>
                  <a:cubicBezTo>
                    <a:pt x="19879" y="1855"/>
                    <a:pt x="20426" y="2075"/>
                    <a:pt x="20811" y="2267"/>
                  </a:cubicBezTo>
                  <a:cubicBezTo>
                    <a:pt x="20916" y="2325"/>
                    <a:pt x="20964" y="2459"/>
                    <a:pt x="20916" y="2584"/>
                  </a:cubicBezTo>
                  <a:cubicBezTo>
                    <a:pt x="20801" y="2901"/>
                    <a:pt x="20801" y="2901"/>
                    <a:pt x="20801" y="2901"/>
                  </a:cubicBezTo>
                  <a:cubicBezTo>
                    <a:pt x="20752" y="3026"/>
                    <a:pt x="20579" y="3064"/>
                    <a:pt x="20445" y="3016"/>
                  </a:cubicBezTo>
                  <a:cubicBezTo>
                    <a:pt x="20186" y="2901"/>
                    <a:pt x="19744" y="2709"/>
                    <a:pt x="19523" y="2709"/>
                  </a:cubicBezTo>
                  <a:cubicBezTo>
                    <a:pt x="19330" y="2709"/>
                    <a:pt x="18841" y="3026"/>
                    <a:pt x="18841" y="325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CA47E82-86AA-4C42-9D0D-DC882D7AB14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049000" y="357188"/>
              <a:ext cx="103188" cy="103188"/>
            </a:xfrm>
            <a:prstGeom prst="ellipse">
              <a:avLst/>
            </a:prstGeom>
            <a:solidFill>
              <a:srgbClr val="FFB81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7" name="Gruppieren 2">
            <a:extLst>
              <a:ext uri="{FF2B5EF4-FFF2-40B4-BE49-F238E27FC236}">
                <a16:creationId xmlns:a16="http://schemas.microsoft.com/office/drawing/2014/main" id="{CC38AE49-F42A-48D3-9465-C64D9657F38F}"/>
              </a:ext>
            </a:extLst>
          </p:cNvPr>
          <p:cNvGrpSpPr/>
          <p:nvPr userDrawn="1"/>
        </p:nvGrpSpPr>
        <p:grpSpPr>
          <a:xfrm>
            <a:off x="0" y="2463312"/>
            <a:ext cx="4770783" cy="1931376"/>
            <a:chOff x="0" y="2619513"/>
            <a:chExt cx="4770783" cy="1931376"/>
          </a:xfrm>
        </p:grpSpPr>
        <p:sp>
          <p:nvSpPr>
            <p:cNvPr id="8" name="Rounded Rectangle 111">
              <a:extLst>
                <a:ext uri="{FF2B5EF4-FFF2-40B4-BE49-F238E27FC236}">
                  <a16:creationId xmlns:a16="http://schemas.microsoft.com/office/drawing/2014/main" id="{3B8D3ACB-C013-4A5A-94CA-7A51BE7DFD38}"/>
                </a:ext>
              </a:extLst>
            </p:cNvPr>
            <p:cNvSpPr/>
            <p:nvPr/>
          </p:nvSpPr>
          <p:spPr>
            <a:xfrm>
              <a:off x="0" y="2619513"/>
              <a:ext cx="4770783" cy="1931376"/>
            </a:xfrm>
            <a:prstGeom prst="roundRect">
              <a:avLst>
                <a:gd name="adj" fmla="val 0"/>
              </a:avLst>
            </a:prstGeom>
            <a:solidFill>
              <a:srgbClr val="262626">
                <a:alpha val="86000"/>
              </a:srgbClr>
            </a:solidFill>
            <a:ln w="25400">
              <a:noFill/>
              <a:round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Ins="180000" rtlCol="0" anchor="t"/>
            <a:lstStyle/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200" b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10" name="Straight Connector 18">
              <a:extLst>
                <a:ext uri="{FF2B5EF4-FFF2-40B4-BE49-F238E27FC236}">
                  <a16:creationId xmlns:a16="http://schemas.microsoft.com/office/drawing/2014/main" id="{538B636E-B808-407E-A65A-477C8D55C5CA}"/>
                </a:ext>
              </a:extLst>
            </p:cNvPr>
            <p:cNvCxnSpPr>
              <a:cxnSpLocks/>
            </p:cNvCxnSpPr>
            <p:nvPr/>
          </p:nvCxnSpPr>
          <p:spPr>
            <a:xfrm>
              <a:off x="568476" y="3197157"/>
              <a:ext cx="1187768" cy="0"/>
            </a:xfrm>
            <a:prstGeom prst="line">
              <a:avLst/>
            </a:prstGeom>
            <a:ln w="12700">
              <a:solidFill>
                <a:srgbClr val="FFB81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itle 12">
            <a:extLst>
              <a:ext uri="{FF2B5EF4-FFF2-40B4-BE49-F238E27FC236}">
                <a16:creationId xmlns:a16="http://schemas.microsoft.com/office/drawing/2014/main" id="{3104B6BE-76CF-4D97-B4CD-69AC77235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477" y="3151752"/>
            <a:ext cx="4146574" cy="385193"/>
          </a:xfrm>
          <a:prstGeom prst="rect">
            <a:avLst/>
          </a:prstGeom>
        </p:spPr>
        <p:txBody>
          <a:bodyPr lIns="0" rIns="0"/>
          <a:lstStyle>
            <a:lvl1pPr algn="l">
              <a:defRPr sz="2800">
                <a:solidFill>
                  <a:schemeClr val="bg1"/>
                </a:solidFill>
                <a:latin typeface="Reso" panose="02000000000000000000" pitchFamily="50" charset="0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4DE9D333-7A19-4F79-839E-B1CDA26766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8477" y="3568468"/>
            <a:ext cx="4146573" cy="316165"/>
          </a:xfrm>
          <a:prstGeom prst="rect">
            <a:avLst/>
          </a:prstGeom>
        </p:spPr>
        <p:txBody>
          <a:bodyPr lIns="0" rIns="0"/>
          <a:lstStyle>
            <a:lvl1pPr marL="0" indent="0" algn="l">
              <a:buNone/>
              <a:defRPr sz="18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510627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lide Separato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48FD598B-FA63-4437-881E-EFD505142C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58BAE01-914E-48D8-9997-9B787AB01E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69641" y="0"/>
            <a:ext cx="2922359" cy="2750148"/>
          </a:xfrm>
          <a:prstGeom prst="rect">
            <a:avLst/>
          </a:prstGeom>
        </p:spPr>
      </p:pic>
      <p:grpSp>
        <p:nvGrpSpPr>
          <p:cNvPr id="4" name="Logo-Pos">
            <a:extLst>
              <a:ext uri="{FF2B5EF4-FFF2-40B4-BE49-F238E27FC236}">
                <a16:creationId xmlns:a16="http://schemas.microsoft.com/office/drawing/2014/main" id="{9F33E1D7-0E14-419C-B5A3-092F4426A78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909377" y="391028"/>
            <a:ext cx="940664" cy="308120"/>
            <a:chOff x="9674225" y="357188"/>
            <a:chExt cx="1831975" cy="600076"/>
          </a:xfrm>
          <a:solidFill>
            <a:sysClr val="window" lastClr="FFFFFF"/>
          </a:solidFill>
        </p:grpSpPr>
        <p:sp>
          <p:nvSpPr>
            <p:cNvPr id="5" name="Freeform 29">
              <a:extLst>
                <a:ext uri="{FF2B5EF4-FFF2-40B4-BE49-F238E27FC236}">
                  <a16:creationId xmlns:a16="http://schemas.microsoft.com/office/drawing/2014/main" id="{0304C40E-6521-4F0A-8DD0-E509CE9709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74225" y="361950"/>
              <a:ext cx="1831975" cy="595314"/>
            </a:xfrm>
            <a:custGeom>
              <a:avLst/>
              <a:gdLst>
                <a:gd name="T0" fmla="*/ 921 w 21021"/>
                <a:gd name="T1" fmla="*/ 3324 h 6831"/>
                <a:gd name="T2" fmla="*/ 711 w 21021"/>
                <a:gd name="T3" fmla="*/ 6744 h 6831"/>
                <a:gd name="T4" fmla="*/ 0 w 21021"/>
                <a:gd name="T5" fmla="*/ 6533 h 6831"/>
                <a:gd name="T6" fmla="*/ 1604 w 21021"/>
                <a:gd name="T7" fmla="*/ 1855 h 6831"/>
                <a:gd name="T8" fmla="*/ 3957 w 21021"/>
                <a:gd name="T9" fmla="*/ 1855 h 6831"/>
                <a:gd name="T10" fmla="*/ 5562 w 21021"/>
                <a:gd name="T11" fmla="*/ 6533 h 6831"/>
                <a:gd name="T12" fmla="*/ 4851 w 21021"/>
                <a:gd name="T13" fmla="*/ 6744 h 6831"/>
                <a:gd name="T14" fmla="*/ 4639 w 21021"/>
                <a:gd name="T15" fmla="*/ 3314 h 6831"/>
                <a:gd name="T16" fmla="*/ 3247 w 21021"/>
                <a:gd name="T17" fmla="*/ 3314 h 6831"/>
                <a:gd name="T18" fmla="*/ 3035 w 21021"/>
                <a:gd name="T19" fmla="*/ 6744 h 6831"/>
                <a:gd name="T20" fmla="*/ 2323 w 21021"/>
                <a:gd name="T21" fmla="*/ 6533 h 6831"/>
                <a:gd name="T22" fmla="*/ 1623 w 21021"/>
                <a:gd name="T23" fmla="*/ 2709 h 6831"/>
                <a:gd name="T24" fmla="*/ 10117 w 21021"/>
                <a:gd name="T25" fmla="*/ 5457 h 6831"/>
                <a:gd name="T26" fmla="*/ 6753 w 21021"/>
                <a:gd name="T27" fmla="*/ 5457 h 6831"/>
                <a:gd name="T28" fmla="*/ 8435 w 21021"/>
                <a:gd name="T29" fmla="*/ 1855 h 6831"/>
                <a:gd name="T30" fmla="*/ 9194 w 21021"/>
                <a:gd name="T31" fmla="*/ 3362 h 6831"/>
                <a:gd name="T32" fmla="*/ 7676 w 21021"/>
                <a:gd name="T33" fmla="*/ 3362 h 6831"/>
                <a:gd name="T34" fmla="*/ 8435 w 21021"/>
                <a:gd name="T35" fmla="*/ 5976 h 6831"/>
                <a:gd name="T36" fmla="*/ 9194 w 21021"/>
                <a:gd name="T37" fmla="*/ 3362 h 6831"/>
                <a:gd name="T38" fmla="*/ 13902 w 21021"/>
                <a:gd name="T39" fmla="*/ 0 h 6831"/>
                <a:gd name="T40" fmla="*/ 14613 w 21021"/>
                <a:gd name="T41" fmla="*/ 211 h 6831"/>
                <a:gd name="T42" fmla="*/ 12941 w 21021"/>
                <a:gd name="T43" fmla="*/ 6831 h 6831"/>
                <a:gd name="T44" fmla="*/ 11259 w 21021"/>
                <a:gd name="T45" fmla="*/ 3218 h 6831"/>
                <a:gd name="T46" fmla="*/ 13691 w 21021"/>
                <a:gd name="T47" fmla="*/ 2276 h 6831"/>
                <a:gd name="T48" fmla="*/ 12183 w 21021"/>
                <a:gd name="T49" fmla="*/ 5341 h 6831"/>
                <a:gd name="T50" fmla="*/ 13691 w 21021"/>
                <a:gd name="T51" fmla="*/ 5341 h 6831"/>
                <a:gd name="T52" fmla="*/ 12932 w 21021"/>
                <a:gd name="T53" fmla="*/ 2709 h 6831"/>
                <a:gd name="T54" fmla="*/ 12183 w 21021"/>
                <a:gd name="T55" fmla="*/ 5341 h 6831"/>
                <a:gd name="T56" fmla="*/ 16622 w 21021"/>
                <a:gd name="T57" fmla="*/ 1940 h 6831"/>
                <a:gd name="T58" fmla="*/ 15910 w 21021"/>
                <a:gd name="T59" fmla="*/ 2152 h 6831"/>
                <a:gd name="T60" fmla="*/ 16122 w 21021"/>
                <a:gd name="T61" fmla="*/ 6744 h 6831"/>
                <a:gd name="T62" fmla="*/ 16832 w 21021"/>
                <a:gd name="T63" fmla="*/ 6533 h 6831"/>
                <a:gd name="T64" fmla="*/ 18841 w 21021"/>
                <a:gd name="T65" fmla="*/ 3257 h 6831"/>
                <a:gd name="T66" fmla="*/ 19226 w 21021"/>
                <a:gd name="T67" fmla="*/ 3785 h 6831"/>
                <a:gd name="T68" fmla="*/ 21021 w 21021"/>
                <a:gd name="T69" fmla="*/ 5102 h 6831"/>
                <a:gd name="T70" fmla="*/ 19436 w 21021"/>
                <a:gd name="T71" fmla="*/ 6831 h 6831"/>
                <a:gd name="T72" fmla="*/ 17985 w 21021"/>
                <a:gd name="T73" fmla="*/ 6043 h 6831"/>
                <a:gd name="T74" fmla="*/ 18475 w 21021"/>
                <a:gd name="T75" fmla="*/ 5620 h 6831"/>
                <a:gd name="T76" fmla="*/ 20128 w 21021"/>
                <a:gd name="T77" fmla="*/ 5457 h 6831"/>
                <a:gd name="T78" fmla="*/ 19687 w 21021"/>
                <a:gd name="T79" fmla="*/ 4823 h 6831"/>
                <a:gd name="T80" fmla="*/ 17938 w 21021"/>
                <a:gd name="T81" fmla="*/ 3554 h 6831"/>
                <a:gd name="T82" fmla="*/ 19523 w 21021"/>
                <a:gd name="T83" fmla="*/ 1855 h 6831"/>
                <a:gd name="T84" fmla="*/ 20916 w 21021"/>
                <a:gd name="T85" fmla="*/ 2584 h 6831"/>
                <a:gd name="T86" fmla="*/ 20445 w 21021"/>
                <a:gd name="T87" fmla="*/ 3016 h 6831"/>
                <a:gd name="T88" fmla="*/ 18841 w 21021"/>
                <a:gd name="T89" fmla="*/ 3257 h 6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1021" h="6831">
                  <a:moveTo>
                    <a:pt x="1623" y="2709"/>
                  </a:moveTo>
                  <a:cubicBezTo>
                    <a:pt x="1393" y="2709"/>
                    <a:pt x="921" y="3046"/>
                    <a:pt x="921" y="3324"/>
                  </a:cubicBezTo>
                  <a:cubicBezTo>
                    <a:pt x="921" y="6533"/>
                    <a:pt x="921" y="6533"/>
                    <a:pt x="921" y="6533"/>
                  </a:cubicBezTo>
                  <a:cubicBezTo>
                    <a:pt x="921" y="6658"/>
                    <a:pt x="835" y="6744"/>
                    <a:pt x="711" y="6744"/>
                  </a:cubicBezTo>
                  <a:cubicBezTo>
                    <a:pt x="210" y="6744"/>
                    <a:pt x="210" y="6744"/>
                    <a:pt x="210" y="6744"/>
                  </a:cubicBezTo>
                  <a:cubicBezTo>
                    <a:pt x="85" y="6744"/>
                    <a:pt x="0" y="6658"/>
                    <a:pt x="0" y="6533"/>
                  </a:cubicBezTo>
                  <a:cubicBezTo>
                    <a:pt x="0" y="3170"/>
                    <a:pt x="0" y="3170"/>
                    <a:pt x="0" y="3170"/>
                  </a:cubicBezTo>
                  <a:cubicBezTo>
                    <a:pt x="0" y="2575"/>
                    <a:pt x="1055" y="1855"/>
                    <a:pt x="1604" y="1855"/>
                  </a:cubicBezTo>
                  <a:cubicBezTo>
                    <a:pt x="1988" y="1855"/>
                    <a:pt x="2506" y="2200"/>
                    <a:pt x="2785" y="2517"/>
                  </a:cubicBezTo>
                  <a:cubicBezTo>
                    <a:pt x="3065" y="2190"/>
                    <a:pt x="3602" y="1855"/>
                    <a:pt x="3957" y="1855"/>
                  </a:cubicBezTo>
                  <a:cubicBezTo>
                    <a:pt x="4506" y="1855"/>
                    <a:pt x="5562" y="2575"/>
                    <a:pt x="5562" y="3170"/>
                  </a:cubicBezTo>
                  <a:cubicBezTo>
                    <a:pt x="5562" y="6533"/>
                    <a:pt x="5562" y="6533"/>
                    <a:pt x="5562" y="6533"/>
                  </a:cubicBezTo>
                  <a:cubicBezTo>
                    <a:pt x="5562" y="6658"/>
                    <a:pt x="5476" y="6744"/>
                    <a:pt x="5350" y="6744"/>
                  </a:cubicBezTo>
                  <a:cubicBezTo>
                    <a:pt x="4851" y="6744"/>
                    <a:pt x="4851" y="6744"/>
                    <a:pt x="4851" y="6744"/>
                  </a:cubicBezTo>
                  <a:cubicBezTo>
                    <a:pt x="4726" y="6744"/>
                    <a:pt x="4639" y="6658"/>
                    <a:pt x="4639" y="6533"/>
                  </a:cubicBezTo>
                  <a:cubicBezTo>
                    <a:pt x="4639" y="3314"/>
                    <a:pt x="4639" y="3314"/>
                    <a:pt x="4639" y="3314"/>
                  </a:cubicBezTo>
                  <a:cubicBezTo>
                    <a:pt x="4639" y="3046"/>
                    <a:pt x="4169" y="2709"/>
                    <a:pt x="3938" y="2709"/>
                  </a:cubicBezTo>
                  <a:cubicBezTo>
                    <a:pt x="3727" y="2709"/>
                    <a:pt x="3247" y="3046"/>
                    <a:pt x="3247" y="3314"/>
                  </a:cubicBezTo>
                  <a:cubicBezTo>
                    <a:pt x="3247" y="6533"/>
                    <a:pt x="3247" y="6533"/>
                    <a:pt x="3247" y="6533"/>
                  </a:cubicBezTo>
                  <a:cubicBezTo>
                    <a:pt x="3247" y="6658"/>
                    <a:pt x="3150" y="6744"/>
                    <a:pt x="3035" y="6744"/>
                  </a:cubicBezTo>
                  <a:cubicBezTo>
                    <a:pt x="2536" y="6744"/>
                    <a:pt x="2536" y="6744"/>
                    <a:pt x="2536" y="6744"/>
                  </a:cubicBezTo>
                  <a:cubicBezTo>
                    <a:pt x="2401" y="6744"/>
                    <a:pt x="2323" y="6658"/>
                    <a:pt x="2323" y="6533"/>
                  </a:cubicBezTo>
                  <a:cubicBezTo>
                    <a:pt x="2323" y="3324"/>
                    <a:pt x="2323" y="3324"/>
                    <a:pt x="2323" y="3324"/>
                  </a:cubicBezTo>
                  <a:cubicBezTo>
                    <a:pt x="2323" y="3055"/>
                    <a:pt x="1834" y="2709"/>
                    <a:pt x="1623" y="2709"/>
                  </a:cubicBezTo>
                  <a:moveTo>
                    <a:pt x="10117" y="3228"/>
                  </a:moveTo>
                  <a:cubicBezTo>
                    <a:pt x="10117" y="5457"/>
                    <a:pt x="10117" y="5457"/>
                    <a:pt x="10117" y="5457"/>
                  </a:cubicBezTo>
                  <a:cubicBezTo>
                    <a:pt x="10117" y="6081"/>
                    <a:pt x="8992" y="6831"/>
                    <a:pt x="8435" y="6831"/>
                  </a:cubicBezTo>
                  <a:cubicBezTo>
                    <a:pt x="7878" y="6831"/>
                    <a:pt x="6753" y="6081"/>
                    <a:pt x="6753" y="5457"/>
                  </a:cubicBezTo>
                  <a:cubicBezTo>
                    <a:pt x="6753" y="3228"/>
                    <a:pt x="6753" y="3228"/>
                    <a:pt x="6753" y="3228"/>
                  </a:cubicBezTo>
                  <a:cubicBezTo>
                    <a:pt x="6753" y="2594"/>
                    <a:pt x="7878" y="1855"/>
                    <a:pt x="8435" y="1855"/>
                  </a:cubicBezTo>
                  <a:cubicBezTo>
                    <a:pt x="8992" y="1855"/>
                    <a:pt x="10117" y="2584"/>
                    <a:pt x="10117" y="3228"/>
                  </a:cubicBezTo>
                  <a:moveTo>
                    <a:pt x="9194" y="3362"/>
                  </a:moveTo>
                  <a:cubicBezTo>
                    <a:pt x="9194" y="3064"/>
                    <a:pt x="8684" y="2709"/>
                    <a:pt x="8435" y="2709"/>
                  </a:cubicBezTo>
                  <a:cubicBezTo>
                    <a:pt x="8175" y="2709"/>
                    <a:pt x="7676" y="3064"/>
                    <a:pt x="7676" y="3362"/>
                  </a:cubicBezTo>
                  <a:cubicBezTo>
                    <a:pt x="7676" y="5322"/>
                    <a:pt x="7676" y="5322"/>
                    <a:pt x="7676" y="5322"/>
                  </a:cubicBezTo>
                  <a:cubicBezTo>
                    <a:pt x="7676" y="5620"/>
                    <a:pt x="8166" y="5976"/>
                    <a:pt x="8435" y="5976"/>
                  </a:cubicBezTo>
                  <a:cubicBezTo>
                    <a:pt x="8694" y="5976"/>
                    <a:pt x="9194" y="5620"/>
                    <a:pt x="9194" y="5322"/>
                  </a:cubicBezTo>
                  <a:lnTo>
                    <a:pt x="9194" y="3362"/>
                  </a:lnTo>
                  <a:close/>
                  <a:moveTo>
                    <a:pt x="13691" y="211"/>
                  </a:moveTo>
                  <a:cubicBezTo>
                    <a:pt x="13691" y="87"/>
                    <a:pt x="13787" y="0"/>
                    <a:pt x="13902" y="0"/>
                  </a:cubicBezTo>
                  <a:cubicBezTo>
                    <a:pt x="14402" y="0"/>
                    <a:pt x="14402" y="0"/>
                    <a:pt x="14402" y="0"/>
                  </a:cubicBezTo>
                  <a:cubicBezTo>
                    <a:pt x="14526" y="0"/>
                    <a:pt x="14613" y="87"/>
                    <a:pt x="14613" y="211"/>
                  </a:cubicBezTo>
                  <a:cubicBezTo>
                    <a:pt x="14613" y="5466"/>
                    <a:pt x="14613" y="5466"/>
                    <a:pt x="14613" y="5466"/>
                  </a:cubicBezTo>
                  <a:cubicBezTo>
                    <a:pt x="14613" y="6081"/>
                    <a:pt x="13518" y="6831"/>
                    <a:pt x="12941" y="6831"/>
                  </a:cubicBezTo>
                  <a:cubicBezTo>
                    <a:pt x="12374" y="6831"/>
                    <a:pt x="11259" y="6081"/>
                    <a:pt x="11259" y="5457"/>
                  </a:cubicBezTo>
                  <a:cubicBezTo>
                    <a:pt x="11259" y="3218"/>
                    <a:pt x="11259" y="3218"/>
                    <a:pt x="11259" y="3218"/>
                  </a:cubicBezTo>
                  <a:cubicBezTo>
                    <a:pt x="11259" y="2575"/>
                    <a:pt x="12327" y="1855"/>
                    <a:pt x="12826" y="1855"/>
                  </a:cubicBezTo>
                  <a:cubicBezTo>
                    <a:pt x="13105" y="1855"/>
                    <a:pt x="13488" y="2065"/>
                    <a:pt x="13691" y="2276"/>
                  </a:cubicBezTo>
                  <a:lnTo>
                    <a:pt x="13691" y="211"/>
                  </a:lnTo>
                  <a:close/>
                  <a:moveTo>
                    <a:pt x="12183" y="5341"/>
                  </a:moveTo>
                  <a:cubicBezTo>
                    <a:pt x="12183" y="5610"/>
                    <a:pt x="12673" y="5976"/>
                    <a:pt x="12941" y="5976"/>
                  </a:cubicBezTo>
                  <a:cubicBezTo>
                    <a:pt x="13220" y="5976"/>
                    <a:pt x="13691" y="5601"/>
                    <a:pt x="13691" y="5341"/>
                  </a:cubicBezTo>
                  <a:cubicBezTo>
                    <a:pt x="13691" y="3343"/>
                    <a:pt x="13691" y="3343"/>
                    <a:pt x="13691" y="3343"/>
                  </a:cubicBezTo>
                  <a:cubicBezTo>
                    <a:pt x="13691" y="3064"/>
                    <a:pt x="13181" y="2709"/>
                    <a:pt x="12932" y="2709"/>
                  </a:cubicBezTo>
                  <a:cubicBezTo>
                    <a:pt x="12682" y="2709"/>
                    <a:pt x="12183" y="3064"/>
                    <a:pt x="12183" y="3343"/>
                  </a:cubicBezTo>
                  <a:lnTo>
                    <a:pt x="12183" y="5341"/>
                  </a:lnTo>
                  <a:close/>
                  <a:moveTo>
                    <a:pt x="16832" y="2152"/>
                  </a:moveTo>
                  <a:cubicBezTo>
                    <a:pt x="16832" y="2027"/>
                    <a:pt x="16746" y="1940"/>
                    <a:pt x="16622" y="1940"/>
                  </a:cubicBezTo>
                  <a:cubicBezTo>
                    <a:pt x="16122" y="1940"/>
                    <a:pt x="16122" y="1940"/>
                    <a:pt x="16122" y="1940"/>
                  </a:cubicBezTo>
                  <a:cubicBezTo>
                    <a:pt x="15997" y="1940"/>
                    <a:pt x="15910" y="2027"/>
                    <a:pt x="15910" y="2152"/>
                  </a:cubicBezTo>
                  <a:cubicBezTo>
                    <a:pt x="15910" y="6533"/>
                    <a:pt x="15910" y="6533"/>
                    <a:pt x="15910" y="6533"/>
                  </a:cubicBezTo>
                  <a:cubicBezTo>
                    <a:pt x="15910" y="6658"/>
                    <a:pt x="15997" y="6744"/>
                    <a:pt x="16122" y="6744"/>
                  </a:cubicBezTo>
                  <a:cubicBezTo>
                    <a:pt x="16622" y="6744"/>
                    <a:pt x="16622" y="6744"/>
                    <a:pt x="16622" y="6744"/>
                  </a:cubicBezTo>
                  <a:cubicBezTo>
                    <a:pt x="16746" y="6744"/>
                    <a:pt x="16832" y="6658"/>
                    <a:pt x="16832" y="6533"/>
                  </a:cubicBezTo>
                  <a:lnTo>
                    <a:pt x="16832" y="2152"/>
                  </a:lnTo>
                  <a:close/>
                  <a:moveTo>
                    <a:pt x="18841" y="3257"/>
                  </a:moveTo>
                  <a:cubicBezTo>
                    <a:pt x="18841" y="3430"/>
                    <a:pt x="18841" y="3430"/>
                    <a:pt x="18841" y="3430"/>
                  </a:cubicBezTo>
                  <a:cubicBezTo>
                    <a:pt x="18841" y="3612"/>
                    <a:pt x="19023" y="3708"/>
                    <a:pt x="19226" y="3785"/>
                  </a:cubicBezTo>
                  <a:cubicBezTo>
                    <a:pt x="20292" y="4188"/>
                    <a:pt x="20292" y="4188"/>
                    <a:pt x="20292" y="4188"/>
                  </a:cubicBezTo>
                  <a:cubicBezTo>
                    <a:pt x="20705" y="4343"/>
                    <a:pt x="21021" y="4660"/>
                    <a:pt x="21021" y="5102"/>
                  </a:cubicBezTo>
                  <a:cubicBezTo>
                    <a:pt x="21021" y="5591"/>
                    <a:pt x="21021" y="5591"/>
                    <a:pt x="21021" y="5591"/>
                  </a:cubicBezTo>
                  <a:cubicBezTo>
                    <a:pt x="21021" y="6091"/>
                    <a:pt x="20042" y="6831"/>
                    <a:pt x="19436" y="6831"/>
                  </a:cubicBezTo>
                  <a:cubicBezTo>
                    <a:pt x="19052" y="6831"/>
                    <a:pt x="18485" y="6572"/>
                    <a:pt x="18130" y="6398"/>
                  </a:cubicBezTo>
                  <a:cubicBezTo>
                    <a:pt x="17985" y="6321"/>
                    <a:pt x="17928" y="6187"/>
                    <a:pt x="17985" y="6043"/>
                  </a:cubicBezTo>
                  <a:cubicBezTo>
                    <a:pt x="18119" y="5735"/>
                    <a:pt x="18119" y="5735"/>
                    <a:pt x="18119" y="5735"/>
                  </a:cubicBezTo>
                  <a:cubicBezTo>
                    <a:pt x="18178" y="5591"/>
                    <a:pt x="18332" y="5553"/>
                    <a:pt x="18475" y="5620"/>
                  </a:cubicBezTo>
                  <a:cubicBezTo>
                    <a:pt x="18754" y="5755"/>
                    <a:pt x="19215" y="5976"/>
                    <a:pt x="19436" y="5976"/>
                  </a:cubicBezTo>
                  <a:cubicBezTo>
                    <a:pt x="19657" y="5976"/>
                    <a:pt x="20128" y="5668"/>
                    <a:pt x="20128" y="5457"/>
                  </a:cubicBezTo>
                  <a:cubicBezTo>
                    <a:pt x="20128" y="5236"/>
                    <a:pt x="20128" y="5236"/>
                    <a:pt x="20128" y="5236"/>
                  </a:cubicBezTo>
                  <a:cubicBezTo>
                    <a:pt x="20128" y="5015"/>
                    <a:pt x="19908" y="4909"/>
                    <a:pt x="19687" y="4823"/>
                  </a:cubicBezTo>
                  <a:cubicBezTo>
                    <a:pt x="18677" y="4429"/>
                    <a:pt x="18677" y="4429"/>
                    <a:pt x="18677" y="4429"/>
                  </a:cubicBezTo>
                  <a:cubicBezTo>
                    <a:pt x="18303" y="4275"/>
                    <a:pt x="17938" y="3968"/>
                    <a:pt x="17938" y="3554"/>
                  </a:cubicBezTo>
                  <a:cubicBezTo>
                    <a:pt x="17938" y="3122"/>
                    <a:pt x="17938" y="3122"/>
                    <a:pt x="17938" y="3122"/>
                  </a:cubicBezTo>
                  <a:cubicBezTo>
                    <a:pt x="17938" y="2575"/>
                    <a:pt x="19033" y="1855"/>
                    <a:pt x="19523" y="1855"/>
                  </a:cubicBezTo>
                  <a:cubicBezTo>
                    <a:pt x="19879" y="1855"/>
                    <a:pt x="20426" y="2075"/>
                    <a:pt x="20811" y="2267"/>
                  </a:cubicBezTo>
                  <a:cubicBezTo>
                    <a:pt x="20916" y="2325"/>
                    <a:pt x="20964" y="2459"/>
                    <a:pt x="20916" y="2584"/>
                  </a:cubicBezTo>
                  <a:cubicBezTo>
                    <a:pt x="20801" y="2901"/>
                    <a:pt x="20801" y="2901"/>
                    <a:pt x="20801" y="2901"/>
                  </a:cubicBezTo>
                  <a:cubicBezTo>
                    <a:pt x="20752" y="3026"/>
                    <a:pt x="20579" y="3064"/>
                    <a:pt x="20445" y="3016"/>
                  </a:cubicBezTo>
                  <a:cubicBezTo>
                    <a:pt x="20186" y="2901"/>
                    <a:pt x="19744" y="2709"/>
                    <a:pt x="19523" y="2709"/>
                  </a:cubicBezTo>
                  <a:cubicBezTo>
                    <a:pt x="19330" y="2709"/>
                    <a:pt x="18841" y="3026"/>
                    <a:pt x="18841" y="325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CA47E82-86AA-4C42-9D0D-DC882D7AB14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049000" y="357188"/>
              <a:ext cx="103188" cy="103188"/>
            </a:xfrm>
            <a:prstGeom prst="ellipse">
              <a:avLst/>
            </a:prstGeom>
            <a:solidFill>
              <a:srgbClr val="FFB81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7" name="Gruppieren 2">
            <a:extLst>
              <a:ext uri="{FF2B5EF4-FFF2-40B4-BE49-F238E27FC236}">
                <a16:creationId xmlns:a16="http://schemas.microsoft.com/office/drawing/2014/main" id="{CC38AE49-F42A-48D3-9465-C64D9657F38F}"/>
              </a:ext>
            </a:extLst>
          </p:cNvPr>
          <p:cNvGrpSpPr/>
          <p:nvPr userDrawn="1"/>
        </p:nvGrpSpPr>
        <p:grpSpPr>
          <a:xfrm>
            <a:off x="0" y="2463312"/>
            <a:ext cx="4770783" cy="1931376"/>
            <a:chOff x="0" y="2619513"/>
            <a:chExt cx="4770783" cy="1931376"/>
          </a:xfrm>
        </p:grpSpPr>
        <p:sp>
          <p:nvSpPr>
            <p:cNvPr id="8" name="Rounded Rectangle 111">
              <a:extLst>
                <a:ext uri="{FF2B5EF4-FFF2-40B4-BE49-F238E27FC236}">
                  <a16:creationId xmlns:a16="http://schemas.microsoft.com/office/drawing/2014/main" id="{3B8D3ACB-C013-4A5A-94CA-7A51BE7DFD38}"/>
                </a:ext>
              </a:extLst>
            </p:cNvPr>
            <p:cNvSpPr/>
            <p:nvPr/>
          </p:nvSpPr>
          <p:spPr>
            <a:xfrm>
              <a:off x="0" y="2619513"/>
              <a:ext cx="4770783" cy="1931376"/>
            </a:xfrm>
            <a:prstGeom prst="roundRect">
              <a:avLst>
                <a:gd name="adj" fmla="val 0"/>
              </a:avLst>
            </a:prstGeom>
            <a:solidFill>
              <a:srgbClr val="262626">
                <a:alpha val="86000"/>
              </a:srgbClr>
            </a:solidFill>
            <a:ln w="25400">
              <a:noFill/>
              <a:round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Ins="180000" rtlCol="0" anchor="t"/>
            <a:lstStyle/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200" b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10" name="Straight Connector 18">
              <a:extLst>
                <a:ext uri="{FF2B5EF4-FFF2-40B4-BE49-F238E27FC236}">
                  <a16:creationId xmlns:a16="http://schemas.microsoft.com/office/drawing/2014/main" id="{538B636E-B808-407E-A65A-477C8D55C5CA}"/>
                </a:ext>
              </a:extLst>
            </p:cNvPr>
            <p:cNvCxnSpPr>
              <a:cxnSpLocks/>
            </p:cNvCxnSpPr>
            <p:nvPr/>
          </p:nvCxnSpPr>
          <p:spPr>
            <a:xfrm>
              <a:off x="568476" y="3197157"/>
              <a:ext cx="1187768" cy="0"/>
            </a:xfrm>
            <a:prstGeom prst="line">
              <a:avLst/>
            </a:prstGeom>
            <a:ln w="12700">
              <a:solidFill>
                <a:srgbClr val="FFB81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itle 12">
            <a:extLst>
              <a:ext uri="{FF2B5EF4-FFF2-40B4-BE49-F238E27FC236}">
                <a16:creationId xmlns:a16="http://schemas.microsoft.com/office/drawing/2014/main" id="{3104B6BE-76CF-4D97-B4CD-69AC77235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477" y="3151752"/>
            <a:ext cx="4146574" cy="385193"/>
          </a:xfrm>
          <a:prstGeom prst="rect">
            <a:avLst/>
          </a:prstGeom>
        </p:spPr>
        <p:txBody>
          <a:bodyPr lIns="0" rIns="0"/>
          <a:lstStyle>
            <a:lvl1pPr algn="l">
              <a:defRPr sz="2800">
                <a:solidFill>
                  <a:schemeClr val="bg1"/>
                </a:solidFill>
                <a:latin typeface="Reso" panose="02000000000000000000" pitchFamily="50" charset="0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4DE9D333-7A19-4F79-839E-B1CDA26766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8477" y="3568468"/>
            <a:ext cx="4146573" cy="316165"/>
          </a:xfrm>
          <a:prstGeom prst="rect">
            <a:avLst/>
          </a:prstGeom>
        </p:spPr>
        <p:txBody>
          <a:bodyPr lIns="0" rIns="0"/>
          <a:lstStyle>
            <a:lvl1pPr marL="0" indent="0" algn="l">
              <a:buNone/>
              <a:defRPr sz="18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5027123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eparator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80AB43-D485-4091-B80D-3F927A81D34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grpSp>
        <p:nvGrpSpPr>
          <p:cNvPr id="4" name="Logo-Pos">
            <a:extLst>
              <a:ext uri="{FF2B5EF4-FFF2-40B4-BE49-F238E27FC236}">
                <a16:creationId xmlns:a16="http://schemas.microsoft.com/office/drawing/2014/main" id="{9F33E1D7-0E14-419C-B5A3-092F4426A78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909377" y="391028"/>
            <a:ext cx="940664" cy="308120"/>
            <a:chOff x="9674225" y="357188"/>
            <a:chExt cx="1831975" cy="600076"/>
          </a:xfrm>
          <a:solidFill>
            <a:sysClr val="window" lastClr="FFFFFF"/>
          </a:solidFill>
        </p:grpSpPr>
        <p:sp>
          <p:nvSpPr>
            <p:cNvPr id="5" name="Freeform 29">
              <a:extLst>
                <a:ext uri="{FF2B5EF4-FFF2-40B4-BE49-F238E27FC236}">
                  <a16:creationId xmlns:a16="http://schemas.microsoft.com/office/drawing/2014/main" id="{0304C40E-6521-4F0A-8DD0-E509CE9709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74225" y="361950"/>
              <a:ext cx="1831975" cy="595314"/>
            </a:xfrm>
            <a:custGeom>
              <a:avLst/>
              <a:gdLst>
                <a:gd name="T0" fmla="*/ 921 w 21021"/>
                <a:gd name="T1" fmla="*/ 3324 h 6831"/>
                <a:gd name="T2" fmla="*/ 711 w 21021"/>
                <a:gd name="T3" fmla="*/ 6744 h 6831"/>
                <a:gd name="T4" fmla="*/ 0 w 21021"/>
                <a:gd name="T5" fmla="*/ 6533 h 6831"/>
                <a:gd name="T6" fmla="*/ 1604 w 21021"/>
                <a:gd name="T7" fmla="*/ 1855 h 6831"/>
                <a:gd name="T8" fmla="*/ 3957 w 21021"/>
                <a:gd name="T9" fmla="*/ 1855 h 6831"/>
                <a:gd name="T10" fmla="*/ 5562 w 21021"/>
                <a:gd name="T11" fmla="*/ 6533 h 6831"/>
                <a:gd name="T12" fmla="*/ 4851 w 21021"/>
                <a:gd name="T13" fmla="*/ 6744 h 6831"/>
                <a:gd name="T14" fmla="*/ 4639 w 21021"/>
                <a:gd name="T15" fmla="*/ 3314 h 6831"/>
                <a:gd name="T16" fmla="*/ 3247 w 21021"/>
                <a:gd name="T17" fmla="*/ 3314 h 6831"/>
                <a:gd name="T18" fmla="*/ 3035 w 21021"/>
                <a:gd name="T19" fmla="*/ 6744 h 6831"/>
                <a:gd name="T20" fmla="*/ 2323 w 21021"/>
                <a:gd name="T21" fmla="*/ 6533 h 6831"/>
                <a:gd name="T22" fmla="*/ 1623 w 21021"/>
                <a:gd name="T23" fmla="*/ 2709 h 6831"/>
                <a:gd name="T24" fmla="*/ 10117 w 21021"/>
                <a:gd name="T25" fmla="*/ 5457 h 6831"/>
                <a:gd name="T26" fmla="*/ 6753 w 21021"/>
                <a:gd name="T27" fmla="*/ 5457 h 6831"/>
                <a:gd name="T28" fmla="*/ 8435 w 21021"/>
                <a:gd name="T29" fmla="*/ 1855 h 6831"/>
                <a:gd name="T30" fmla="*/ 9194 w 21021"/>
                <a:gd name="T31" fmla="*/ 3362 h 6831"/>
                <a:gd name="T32" fmla="*/ 7676 w 21021"/>
                <a:gd name="T33" fmla="*/ 3362 h 6831"/>
                <a:gd name="T34" fmla="*/ 8435 w 21021"/>
                <a:gd name="T35" fmla="*/ 5976 h 6831"/>
                <a:gd name="T36" fmla="*/ 9194 w 21021"/>
                <a:gd name="T37" fmla="*/ 3362 h 6831"/>
                <a:gd name="T38" fmla="*/ 13902 w 21021"/>
                <a:gd name="T39" fmla="*/ 0 h 6831"/>
                <a:gd name="T40" fmla="*/ 14613 w 21021"/>
                <a:gd name="T41" fmla="*/ 211 h 6831"/>
                <a:gd name="T42" fmla="*/ 12941 w 21021"/>
                <a:gd name="T43" fmla="*/ 6831 h 6831"/>
                <a:gd name="T44" fmla="*/ 11259 w 21021"/>
                <a:gd name="T45" fmla="*/ 3218 h 6831"/>
                <a:gd name="T46" fmla="*/ 13691 w 21021"/>
                <a:gd name="T47" fmla="*/ 2276 h 6831"/>
                <a:gd name="T48" fmla="*/ 12183 w 21021"/>
                <a:gd name="T49" fmla="*/ 5341 h 6831"/>
                <a:gd name="T50" fmla="*/ 13691 w 21021"/>
                <a:gd name="T51" fmla="*/ 5341 h 6831"/>
                <a:gd name="T52" fmla="*/ 12932 w 21021"/>
                <a:gd name="T53" fmla="*/ 2709 h 6831"/>
                <a:gd name="T54" fmla="*/ 12183 w 21021"/>
                <a:gd name="T55" fmla="*/ 5341 h 6831"/>
                <a:gd name="T56" fmla="*/ 16622 w 21021"/>
                <a:gd name="T57" fmla="*/ 1940 h 6831"/>
                <a:gd name="T58" fmla="*/ 15910 w 21021"/>
                <a:gd name="T59" fmla="*/ 2152 h 6831"/>
                <a:gd name="T60" fmla="*/ 16122 w 21021"/>
                <a:gd name="T61" fmla="*/ 6744 h 6831"/>
                <a:gd name="T62" fmla="*/ 16832 w 21021"/>
                <a:gd name="T63" fmla="*/ 6533 h 6831"/>
                <a:gd name="T64" fmla="*/ 18841 w 21021"/>
                <a:gd name="T65" fmla="*/ 3257 h 6831"/>
                <a:gd name="T66" fmla="*/ 19226 w 21021"/>
                <a:gd name="T67" fmla="*/ 3785 h 6831"/>
                <a:gd name="T68" fmla="*/ 21021 w 21021"/>
                <a:gd name="T69" fmla="*/ 5102 h 6831"/>
                <a:gd name="T70" fmla="*/ 19436 w 21021"/>
                <a:gd name="T71" fmla="*/ 6831 h 6831"/>
                <a:gd name="T72" fmla="*/ 17985 w 21021"/>
                <a:gd name="T73" fmla="*/ 6043 h 6831"/>
                <a:gd name="T74" fmla="*/ 18475 w 21021"/>
                <a:gd name="T75" fmla="*/ 5620 h 6831"/>
                <a:gd name="T76" fmla="*/ 20128 w 21021"/>
                <a:gd name="T77" fmla="*/ 5457 h 6831"/>
                <a:gd name="T78" fmla="*/ 19687 w 21021"/>
                <a:gd name="T79" fmla="*/ 4823 h 6831"/>
                <a:gd name="T80" fmla="*/ 17938 w 21021"/>
                <a:gd name="T81" fmla="*/ 3554 h 6831"/>
                <a:gd name="T82" fmla="*/ 19523 w 21021"/>
                <a:gd name="T83" fmla="*/ 1855 h 6831"/>
                <a:gd name="T84" fmla="*/ 20916 w 21021"/>
                <a:gd name="T85" fmla="*/ 2584 h 6831"/>
                <a:gd name="T86" fmla="*/ 20445 w 21021"/>
                <a:gd name="T87" fmla="*/ 3016 h 6831"/>
                <a:gd name="T88" fmla="*/ 18841 w 21021"/>
                <a:gd name="T89" fmla="*/ 3257 h 6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1021" h="6831">
                  <a:moveTo>
                    <a:pt x="1623" y="2709"/>
                  </a:moveTo>
                  <a:cubicBezTo>
                    <a:pt x="1393" y="2709"/>
                    <a:pt x="921" y="3046"/>
                    <a:pt x="921" y="3324"/>
                  </a:cubicBezTo>
                  <a:cubicBezTo>
                    <a:pt x="921" y="6533"/>
                    <a:pt x="921" y="6533"/>
                    <a:pt x="921" y="6533"/>
                  </a:cubicBezTo>
                  <a:cubicBezTo>
                    <a:pt x="921" y="6658"/>
                    <a:pt x="835" y="6744"/>
                    <a:pt x="711" y="6744"/>
                  </a:cubicBezTo>
                  <a:cubicBezTo>
                    <a:pt x="210" y="6744"/>
                    <a:pt x="210" y="6744"/>
                    <a:pt x="210" y="6744"/>
                  </a:cubicBezTo>
                  <a:cubicBezTo>
                    <a:pt x="85" y="6744"/>
                    <a:pt x="0" y="6658"/>
                    <a:pt x="0" y="6533"/>
                  </a:cubicBezTo>
                  <a:cubicBezTo>
                    <a:pt x="0" y="3170"/>
                    <a:pt x="0" y="3170"/>
                    <a:pt x="0" y="3170"/>
                  </a:cubicBezTo>
                  <a:cubicBezTo>
                    <a:pt x="0" y="2575"/>
                    <a:pt x="1055" y="1855"/>
                    <a:pt x="1604" y="1855"/>
                  </a:cubicBezTo>
                  <a:cubicBezTo>
                    <a:pt x="1988" y="1855"/>
                    <a:pt x="2506" y="2200"/>
                    <a:pt x="2785" y="2517"/>
                  </a:cubicBezTo>
                  <a:cubicBezTo>
                    <a:pt x="3065" y="2190"/>
                    <a:pt x="3602" y="1855"/>
                    <a:pt x="3957" y="1855"/>
                  </a:cubicBezTo>
                  <a:cubicBezTo>
                    <a:pt x="4506" y="1855"/>
                    <a:pt x="5562" y="2575"/>
                    <a:pt x="5562" y="3170"/>
                  </a:cubicBezTo>
                  <a:cubicBezTo>
                    <a:pt x="5562" y="6533"/>
                    <a:pt x="5562" y="6533"/>
                    <a:pt x="5562" y="6533"/>
                  </a:cubicBezTo>
                  <a:cubicBezTo>
                    <a:pt x="5562" y="6658"/>
                    <a:pt x="5476" y="6744"/>
                    <a:pt x="5350" y="6744"/>
                  </a:cubicBezTo>
                  <a:cubicBezTo>
                    <a:pt x="4851" y="6744"/>
                    <a:pt x="4851" y="6744"/>
                    <a:pt x="4851" y="6744"/>
                  </a:cubicBezTo>
                  <a:cubicBezTo>
                    <a:pt x="4726" y="6744"/>
                    <a:pt x="4639" y="6658"/>
                    <a:pt x="4639" y="6533"/>
                  </a:cubicBezTo>
                  <a:cubicBezTo>
                    <a:pt x="4639" y="3314"/>
                    <a:pt x="4639" y="3314"/>
                    <a:pt x="4639" y="3314"/>
                  </a:cubicBezTo>
                  <a:cubicBezTo>
                    <a:pt x="4639" y="3046"/>
                    <a:pt x="4169" y="2709"/>
                    <a:pt x="3938" y="2709"/>
                  </a:cubicBezTo>
                  <a:cubicBezTo>
                    <a:pt x="3727" y="2709"/>
                    <a:pt x="3247" y="3046"/>
                    <a:pt x="3247" y="3314"/>
                  </a:cubicBezTo>
                  <a:cubicBezTo>
                    <a:pt x="3247" y="6533"/>
                    <a:pt x="3247" y="6533"/>
                    <a:pt x="3247" y="6533"/>
                  </a:cubicBezTo>
                  <a:cubicBezTo>
                    <a:pt x="3247" y="6658"/>
                    <a:pt x="3150" y="6744"/>
                    <a:pt x="3035" y="6744"/>
                  </a:cubicBezTo>
                  <a:cubicBezTo>
                    <a:pt x="2536" y="6744"/>
                    <a:pt x="2536" y="6744"/>
                    <a:pt x="2536" y="6744"/>
                  </a:cubicBezTo>
                  <a:cubicBezTo>
                    <a:pt x="2401" y="6744"/>
                    <a:pt x="2323" y="6658"/>
                    <a:pt x="2323" y="6533"/>
                  </a:cubicBezTo>
                  <a:cubicBezTo>
                    <a:pt x="2323" y="3324"/>
                    <a:pt x="2323" y="3324"/>
                    <a:pt x="2323" y="3324"/>
                  </a:cubicBezTo>
                  <a:cubicBezTo>
                    <a:pt x="2323" y="3055"/>
                    <a:pt x="1834" y="2709"/>
                    <a:pt x="1623" y="2709"/>
                  </a:cubicBezTo>
                  <a:moveTo>
                    <a:pt x="10117" y="3228"/>
                  </a:moveTo>
                  <a:cubicBezTo>
                    <a:pt x="10117" y="5457"/>
                    <a:pt x="10117" y="5457"/>
                    <a:pt x="10117" y="5457"/>
                  </a:cubicBezTo>
                  <a:cubicBezTo>
                    <a:pt x="10117" y="6081"/>
                    <a:pt x="8992" y="6831"/>
                    <a:pt x="8435" y="6831"/>
                  </a:cubicBezTo>
                  <a:cubicBezTo>
                    <a:pt x="7878" y="6831"/>
                    <a:pt x="6753" y="6081"/>
                    <a:pt x="6753" y="5457"/>
                  </a:cubicBezTo>
                  <a:cubicBezTo>
                    <a:pt x="6753" y="3228"/>
                    <a:pt x="6753" y="3228"/>
                    <a:pt x="6753" y="3228"/>
                  </a:cubicBezTo>
                  <a:cubicBezTo>
                    <a:pt x="6753" y="2594"/>
                    <a:pt x="7878" y="1855"/>
                    <a:pt x="8435" y="1855"/>
                  </a:cubicBezTo>
                  <a:cubicBezTo>
                    <a:pt x="8992" y="1855"/>
                    <a:pt x="10117" y="2584"/>
                    <a:pt x="10117" y="3228"/>
                  </a:cubicBezTo>
                  <a:moveTo>
                    <a:pt x="9194" y="3362"/>
                  </a:moveTo>
                  <a:cubicBezTo>
                    <a:pt x="9194" y="3064"/>
                    <a:pt x="8684" y="2709"/>
                    <a:pt x="8435" y="2709"/>
                  </a:cubicBezTo>
                  <a:cubicBezTo>
                    <a:pt x="8175" y="2709"/>
                    <a:pt x="7676" y="3064"/>
                    <a:pt x="7676" y="3362"/>
                  </a:cubicBezTo>
                  <a:cubicBezTo>
                    <a:pt x="7676" y="5322"/>
                    <a:pt x="7676" y="5322"/>
                    <a:pt x="7676" y="5322"/>
                  </a:cubicBezTo>
                  <a:cubicBezTo>
                    <a:pt x="7676" y="5620"/>
                    <a:pt x="8166" y="5976"/>
                    <a:pt x="8435" y="5976"/>
                  </a:cubicBezTo>
                  <a:cubicBezTo>
                    <a:pt x="8694" y="5976"/>
                    <a:pt x="9194" y="5620"/>
                    <a:pt x="9194" y="5322"/>
                  </a:cubicBezTo>
                  <a:lnTo>
                    <a:pt x="9194" y="3362"/>
                  </a:lnTo>
                  <a:close/>
                  <a:moveTo>
                    <a:pt x="13691" y="211"/>
                  </a:moveTo>
                  <a:cubicBezTo>
                    <a:pt x="13691" y="87"/>
                    <a:pt x="13787" y="0"/>
                    <a:pt x="13902" y="0"/>
                  </a:cubicBezTo>
                  <a:cubicBezTo>
                    <a:pt x="14402" y="0"/>
                    <a:pt x="14402" y="0"/>
                    <a:pt x="14402" y="0"/>
                  </a:cubicBezTo>
                  <a:cubicBezTo>
                    <a:pt x="14526" y="0"/>
                    <a:pt x="14613" y="87"/>
                    <a:pt x="14613" y="211"/>
                  </a:cubicBezTo>
                  <a:cubicBezTo>
                    <a:pt x="14613" y="5466"/>
                    <a:pt x="14613" y="5466"/>
                    <a:pt x="14613" y="5466"/>
                  </a:cubicBezTo>
                  <a:cubicBezTo>
                    <a:pt x="14613" y="6081"/>
                    <a:pt x="13518" y="6831"/>
                    <a:pt x="12941" y="6831"/>
                  </a:cubicBezTo>
                  <a:cubicBezTo>
                    <a:pt x="12374" y="6831"/>
                    <a:pt x="11259" y="6081"/>
                    <a:pt x="11259" y="5457"/>
                  </a:cubicBezTo>
                  <a:cubicBezTo>
                    <a:pt x="11259" y="3218"/>
                    <a:pt x="11259" y="3218"/>
                    <a:pt x="11259" y="3218"/>
                  </a:cubicBezTo>
                  <a:cubicBezTo>
                    <a:pt x="11259" y="2575"/>
                    <a:pt x="12327" y="1855"/>
                    <a:pt x="12826" y="1855"/>
                  </a:cubicBezTo>
                  <a:cubicBezTo>
                    <a:pt x="13105" y="1855"/>
                    <a:pt x="13488" y="2065"/>
                    <a:pt x="13691" y="2276"/>
                  </a:cubicBezTo>
                  <a:lnTo>
                    <a:pt x="13691" y="211"/>
                  </a:lnTo>
                  <a:close/>
                  <a:moveTo>
                    <a:pt x="12183" y="5341"/>
                  </a:moveTo>
                  <a:cubicBezTo>
                    <a:pt x="12183" y="5610"/>
                    <a:pt x="12673" y="5976"/>
                    <a:pt x="12941" y="5976"/>
                  </a:cubicBezTo>
                  <a:cubicBezTo>
                    <a:pt x="13220" y="5976"/>
                    <a:pt x="13691" y="5601"/>
                    <a:pt x="13691" y="5341"/>
                  </a:cubicBezTo>
                  <a:cubicBezTo>
                    <a:pt x="13691" y="3343"/>
                    <a:pt x="13691" y="3343"/>
                    <a:pt x="13691" y="3343"/>
                  </a:cubicBezTo>
                  <a:cubicBezTo>
                    <a:pt x="13691" y="3064"/>
                    <a:pt x="13181" y="2709"/>
                    <a:pt x="12932" y="2709"/>
                  </a:cubicBezTo>
                  <a:cubicBezTo>
                    <a:pt x="12682" y="2709"/>
                    <a:pt x="12183" y="3064"/>
                    <a:pt x="12183" y="3343"/>
                  </a:cubicBezTo>
                  <a:lnTo>
                    <a:pt x="12183" y="5341"/>
                  </a:lnTo>
                  <a:close/>
                  <a:moveTo>
                    <a:pt x="16832" y="2152"/>
                  </a:moveTo>
                  <a:cubicBezTo>
                    <a:pt x="16832" y="2027"/>
                    <a:pt x="16746" y="1940"/>
                    <a:pt x="16622" y="1940"/>
                  </a:cubicBezTo>
                  <a:cubicBezTo>
                    <a:pt x="16122" y="1940"/>
                    <a:pt x="16122" y="1940"/>
                    <a:pt x="16122" y="1940"/>
                  </a:cubicBezTo>
                  <a:cubicBezTo>
                    <a:pt x="15997" y="1940"/>
                    <a:pt x="15910" y="2027"/>
                    <a:pt x="15910" y="2152"/>
                  </a:cubicBezTo>
                  <a:cubicBezTo>
                    <a:pt x="15910" y="6533"/>
                    <a:pt x="15910" y="6533"/>
                    <a:pt x="15910" y="6533"/>
                  </a:cubicBezTo>
                  <a:cubicBezTo>
                    <a:pt x="15910" y="6658"/>
                    <a:pt x="15997" y="6744"/>
                    <a:pt x="16122" y="6744"/>
                  </a:cubicBezTo>
                  <a:cubicBezTo>
                    <a:pt x="16622" y="6744"/>
                    <a:pt x="16622" y="6744"/>
                    <a:pt x="16622" y="6744"/>
                  </a:cubicBezTo>
                  <a:cubicBezTo>
                    <a:pt x="16746" y="6744"/>
                    <a:pt x="16832" y="6658"/>
                    <a:pt x="16832" y="6533"/>
                  </a:cubicBezTo>
                  <a:lnTo>
                    <a:pt x="16832" y="2152"/>
                  </a:lnTo>
                  <a:close/>
                  <a:moveTo>
                    <a:pt x="18841" y="3257"/>
                  </a:moveTo>
                  <a:cubicBezTo>
                    <a:pt x="18841" y="3430"/>
                    <a:pt x="18841" y="3430"/>
                    <a:pt x="18841" y="3430"/>
                  </a:cubicBezTo>
                  <a:cubicBezTo>
                    <a:pt x="18841" y="3612"/>
                    <a:pt x="19023" y="3708"/>
                    <a:pt x="19226" y="3785"/>
                  </a:cubicBezTo>
                  <a:cubicBezTo>
                    <a:pt x="20292" y="4188"/>
                    <a:pt x="20292" y="4188"/>
                    <a:pt x="20292" y="4188"/>
                  </a:cubicBezTo>
                  <a:cubicBezTo>
                    <a:pt x="20705" y="4343"/>
                    <a:pt x="21021" y="4660"/>
                    <a:pt x="21021" y="5102"/>
                  </a:cubicBezTo>
                  <a:cubicBezTo>
                    <a:pt x="21021" y="5591"/>
                    <a:pt x="21021" y="5591"/>
                    <a:pt x="21021" y="5591"/>
                  </a:cubicBezTo>
                  <a:cubicBezTo>
                    <a:pt x="21021" y="6091"/>
                    <a:pt x="20042" y="6831"/>
                    <a:pt x="19436" y="6831"/>
                  </a:cubicBezTo>
                  <a:cubicBezTo>
                    <a:pt x="19052" y="6831"/>
                    <a:pt x="18485" y="6572"/>
                    <a:pt x="18130" y="6398"/>
                  </a:cubicBezTo>
                  <a:cubicBezTo>
                    <a:pt x="17985" y="6321"/>
                    <a:pt x="17928" y="6187"/>
                    <a:pt x="17985" y="6043"/>
                  </a:cubicBezTo>
                  <a:cubicBezTo>
                    <a:pt x="18119" y="5735"/>
                    <a:pt x="18119" y="5735"/>
                    <a:pt x="18119" y="5735"/>
                  </a:cubicBezTo>
                  <a:cubicBezTo>
                    <a:pt x="18178" y="5591"/>
                    <a:pt x="18332" y="5553"/>
                    <a:pt x="18475" y="5620"/>
                  </a:cubicBezTo>
                  <a:cubicBezTo>
                    <a:pt x="18754" y="5755"/>
                    <a:pt x="19215" y="5976"/>
                    <a:pt x="19436" y="5976"/>
                  </a:cubicBezTo>
                  <a:cubicBezTo>
                    <a:pt x="19657" y="5976"/>
                    <a:pt x="20128" y="5668"/>
                    <a:pt x="20128" y="5457"/>
                  </a:cubicBezTo>
                  <a:cubicBezTo>
                    <a:pt x="20128" y="5236"/>
                    <a:pt x="20128" y="5236"/>
                    <a:pt x="20128" y="5236"/>
                  </a:cubicBezTo>
                  <a:cubicBezTo>
                    <a:pt x="20128" y="5015"/>
                    <a:pt x="19908" y="4909"/>
                    <a:pt x="19687" y="4823"/>
                  </a:cubicBezTo>
                  <a:cubicBezTo>
                    <a:pt x="18677" y="4429"/>
                    <a:pt x="18677" y="4429"/>
                    <a:pt x="18677" y="4429"/>
                  </a:cubicBezTo>
                  <a:cubicBezTo>
                    <a:pt x="18303" y="4275"/>
                    <a:pt x="17938" y="3968"/>
                    <a:pt x="17938" y="3554"/>
                  </a:cubicBezTo>
                  <a:cubicBezTo>
                    <a:pt x="17938" y="3122"/>
                    <a:pt x="17938" y="3122"/>
                    <a:pt x="17938" y="3122"/>
                  </a:cubicBezTo>
                  <a:cubicBezTo>
                    <a:pt x="17938" y="2575"/>
                    <a:pt x="19033" y="1855"/>
                    <a:pt x="19523" y="1855"/>
                  </a:cubicBezTo>
                  <a:cubicBezTo>
                    <a:pt x="19879" y="1855"/>
                    <a:pt x="20426" y="2075"/>
                    <a:pt x="20811" y="2267"/>
                  </a:cubicBezTo>
                  <a:cubicBezTo>
                    <a:pt x="20916" y="2325"/>
                    <a:pt x="20964" y="2459"/>
                    <a:pt x="20916" y="2584"/>
                  </a:cubicBezTo>
                  <a:cubicBezTo>
                    <a:pt x="20801" y="2901"/>
                    <a:pt x="20801" y="2901"/>
                    <a:pt x="20801" y="2901"/>
                  </a:cubicBezTo>
                  <a:cubicBezTo>
                    <a:pt x="20752" y="3026"/>
                    <a:pt x="20579" y="3064"/>
                    <a:pt x="20445" y="3016"/>
                  </a:cubicBezTo>
                  <a:cubicBezTo>
                    <a:pt x="20186" y="2901"/>
                    <a:pt x="19744" y="2709"/>
                    <a:pt x="19523" y="2709"/>
                  </a:cubicBezTo>
                  <a:cubicBezTo>
                    <a:pt x="19330" y="2709"/>
                    <a:pt x="18841" y="3026"/>
                    <a:pt x="18841" y="325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CA47E82-86AA-4C42-9D0D-DC882D7AB14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049000" y="357188"/>
              <a:ext cx="103188" cy="103188"/>
            </a:xfrm>
            <a:prstGeom prst="ellipse">
              <a:avLst/>
            </a:prstGeom>
            <a:solidFill>
              <a:srgbClr val="FFB81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7" name="Gruppieren 2">
            <a:extLst>
              <a:ext uri="{FF2B5EF4-FFF2-40B4-BE49-F238E27FC236}">
                <a16:creationId xmlns:a16="http://schemas.microsoft.com/office/drawing/2014/main" id="{CC38AE49-F42A-48D3-9465-C64D9657F38F}"/>
              </a:ext>
            </a:extLst>
          </p:cNvPr>
          <p:cNvGrpSpPr/>
          <p:nvPr userDrawn="1"/>
        </p:nvGrpSpPr>
        <p:grpSpPr>
          <a:xfrm>
            <a:off x="0" y="2463312"/>
            <a:ext cx="4770783" cy="1931376"/>
            <a:chOff x="0" y="2619513"/>
            <a:chExt cx="4770783" cy="1931376"/>
          </a:xfrm>
        </p:grpSpPr>
        <p:sp>
          <p:nvSpPr>
            <p:cNvPr id="8" name="Rounded Rectangle 111">
              <a:extLst>
                <a:ext uri="{FF2B5EF4-FFF2-40B4-BE49-F238E27FC236}">
                  <a16:creationId xmlns:a16="http://schemas.microsoft.com/office/drawing/2014/main" id="{3B8D3ACB-C013-4A5A-94CA-7A51BE7DFD38}"/>
                </a:ext>
              </a:extLst>
            </p:cNvPr>
            <p:cNvSpPr/>
            <p:nvPr/>
          </p:nvSpPr>
          <p:spPr>
            <a:xfrm>
              <a:off x="0" y="2619513"/>
              <a:ext cx="4770783" cy="1931376"/>
            </a:xfrm>
            <a:prstGeom prst="roundRect">
              <a:avLst>
                <a:gd name="adj" fmla="val 0"/>
              </a:avLst>
            </a:prstGeom>
            <a:solidFill>
              <a:schemeClr val="tx2">
                <a:lumMod val="75000"/>
                <a:alpha val="86000"/>
              </a:schemeClr>
            </a:solidFill>
            <a:ln w="25400">
              <a:noFill/>
              <a:round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Ins="180000" rtlCol="0" anchor="t"/>
            <a:lstStyle/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200" b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10" name="Straight Connector 18">
              <a:extLst>
                <a:ext uri="{FF2B5EF4-FFF2-40B4-BE49-F238E27FC236}">
                  <a16:creationId xmlns:a16="http://schemas.microsoft.com/office/drawing/2014/main" id="{538B636E-B808-407E-A65A-477C8D55C5CA}"/>
                </a:ext>
              </a:extLst>
            </p:cNvPr>
            <p:cNvCxnSpPr>
              <a:cxnSpLocks/>
            </p:cNvCxnSpPr>
            <p:nvPr/>
          </p:nvCxnSpPr>
          <p:spPr>
            <a:xfrm>
              <a:off x="568476" y="3197157"/>
              <a:ext cx="1187768" cy="0"/>
            </a:xfrm>
            <a:prstGeom prst="line">
              <a:avLst/>
            </a:prstGeom>
            <a:ln w="12700">
              <a:solidFill>
                <a:srgbClr val="FFB81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itle 12">
            <a:extLst>
              <a:ext uri="{FF2B5EF4-FFF2-40B4-BE49-F238E27FC236}">
                <a16:creationId xmlns:a16="http://schemas.microsoft.com/office/drawing/2014/main" id="{3104B6BE-76CF-4D97-B4CD-69AC77235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477" y="3151752"/>
            <a:ext cx="4146574" cy="385193"/>
          </a:xfrm>
          <a:prstGeom prst="rect">
            <a:avLst/>
          </a:prstGeom>
        </p:spPr>
        <p:txBody>
          <a:bodyPr lIns="0" rIns="0"/>
          <a:lstStyle>
            <a:lvl1pPr algn="l">
              <a:defRPr sz="2800">
                <a:solidFill>
                  <a:schemeClr val="bg1"/>
                </a:solidFill>
                <a:latin typeface="Reso" panose="02000000000000000000" pitchFamily="50" charset="0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4DE9D333-7A19-4F79-839E-B1CDA26766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8477" y="3568468"/>
            <a:ext cx="4146573" cy="316165"/>
          </a:xfrm>
          <a:prstGeom prst="rect">
            <a:avLst/>
          </a:prstGeom>
        </p:spPr>
        <p:txBody>
          <a:bodyPr lIns="0" rIns="0"/>
          <a:lstStyle>
            <a:lvl1pPr marL="0" indent="0" algn="l">
              <a:buNone/>
              <a:defRPr sz="18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2408031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eparator 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ounded Rectangle 111">
            <a:extLst>
              <a:ext uri="{FF2B5EF4-FFF2-40B4-BE49-F238E27FC236}">
                <a16:creationId xmlns:a16="http://schemas.microsoft.com/office/drawing/2014/main" id="{56E4C35C-859F-4E3C-BC1B-2502FECC0DAF}"/>
              </a:ext>
            </a:extLst>
          </p:cNvPr>
          <p:cNvSpPr/>
          <p:nvPr userDrawn="1"/>
        </p:nvSpPr>
        <p:spPr>
          <a:xfrm>
            <a:off x="0" y="2183970"/>
            <a:ext cx="6661150" cy="2490060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72000" bIns="72000" rtlCol="0" anchor="t"/>
          <a:lstStyle/>
          <a:p>
            <a:endParaRPr lang="en-US" sz="1200" b="1">
              <a:solidFill>
                <a:schemeClr val="tx2"/>
              </a:solidFill>
              <a:latin typeface="+mj-lt"/>
              <a:ea typeface="Roboto" panose="02000000000000000000" pitchFamily="2" charset="0"/>
            </a:endParaRPr>
          </a:p>
        </p:txBody>
      </p:sp>
      <p:cxnSp>
        <p:nvCxnSpPr>
          <p:cNvPr id="10" name="Straight Connector 18">
            <a:extLst>
              <a:ext uri="{FF2B5EF4-FFF2-40B4-BE49-F238E27FC236}">
                <a16:creationId xmlns:a16="http://schemas.microsoft.com/office/drawing/2014/main" id="{538B636E-B808-407E-A65A-477C8D55C5CA}"/>
              </a:ext>
            </a:extLst>
          </p:cNvPr>
          <p:cNvCxnSpPr>
            <a:cxnSpLocks/>
          </p:cNvCxnSpPr>
          <p:nvPr/>
        </p:nvCxnSpPr>
        <p:spPr>
          <a:xfrm>
            <a:off x="568476" y="2819138"/>
            <a:ext cx="1187768" cy="0"/>
          </a:xfrm>
          <a:prstGeom prst="line">
            <a:avLst/>
          </a:prstGeom>
          <a:ln w="12700">
            <a:solidFill>
              <a:srgbClr val="FFB81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2">
            <a:extLst>
              <a:ext uri="{FF2B5EF4-FFF2-40B4-BE49-F238E27FC236}">
                <a16:creationId xmlns:a16="http://schemas.microsoft.com/office/drawing/2014/main" id="{3104B6BE-76CF-4D97-B4CD-69AC772358C6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568476" y="2929934"/>
            <a:ext cx="5527523" cy="385193"/>
          </a:xfrm>
          <a:prstGeom prst="rect">
            <a:avLst/>
          </a:prstGeom>
        </p:spPr>
        <p:txBody>
          <a:bodyPr lIns="0" rIns="0"/>
          <a:lstStyle>
            <a:lvl1pPr algn="l">
              <a:defRPr sz="2800">
                <a:solidFill>
                  <a:schemeClr val="bg1"/>
                </a:solidFill>
                <a:latin typeface="Reso" panose="02000000000000000000" pitchFamily="50" charset="0"/>
              </a:defRPr>
            </a:lvl1pPr>
          </a:lstStyle>
          <a:p>
            <a:r>
              <a:rPr lang="en-US"/>
              <a:t>TITLE TEXT</a:t>
            </a:r>
            <a:br>
              <a:rPr lang="en-US"/>
            </a:br>
            <a:endParaRPr lang="en-US"/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4DE9D333-7A19-4F79-839E-B1CDA26766FD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568477" y="3731185"/>
            <a:ext cx="5527522" cy="549146"/>
          </a:xfrm>
          <a:prstGeom prst="rect">
            <a:avLst/>
          </a:prstGeom>
        </p:spPr>
        <p:txBody>
          <a:bodyPr lIns="0" rIns="0"/>
          <a:lstStyle>
            <a:lvl1pPr marL="0" indent="0" algn="l">
              <a:buNone/>
              <a:defRPr sz="1800">
                <a:solidFill>
                  <a:srgbClr val="FFB81C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BD03E32-641A-4C50-AE72-D3390E7058CB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Picture Placeholder 4">
            <a:extLst>
              <a:ext uri="{FF2B5EF4-FFF2-40B4-BE49-F238E27FC236}">
                <a16:creationId xmlns:a16="http://schemas.microsoft.com/office/drawing/2014/main" id="{FD85BFAD-B0CE-4E53-8CC2-12CCF9D744AC}"/>
              </a:ext>
            </a:extLst>
          </p:cNvPr>
          <p:cNvSpPr>
            <a:spLocks noGrp="1"/>
          </p:cNvSpPr>
          <p:nvPr userDrawn="1">
            <p:ph type="pic" sz="quarter" idx="19"/>
          </p:nvPr>
        </p:nvSpPr>
        <p:spPr>
          <a:xfrm>
            <a:off x="7177088" y="0"/>
            <a:ext cx="5014912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5AB9A70-14F0-48FB-9E15-21C480714C55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6304F1F-8979-4250-BB2D-276C4B7D75AB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80FE56EA-22FE-4969-B43C-FB6EA92589D0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43703264-0BD3-41F0-82BC-6FF50C5FB7F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5480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0C8E39CA-8F1E-4F13-A728-7374A599FCC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48546" y="2112598"/>
            <a:ext cx="2889620" cy="949592"/>
          </a:xfrm>
          <a:prstGeom prst="rect">
            <a:avLst/>
          </a:prstGeom>
        </p:spPr>
      </p:pic>
      <p:sp>
        <p:nvSpPr>
          <p:cNvPr id="3" name="직사각형 3">
            <a:extLst>
              <a:ext uri="{FF2B5EF4-FFF2-40B4-BE49-F238E27FC236}">
                <a16:creationId xmlns:a16="http://schemas.microsoft.com/office/drawing/2014/main" id="{99128600-F61E-4F4F-8B29-F3474D2F76FA}"/>
              </a:ext>
            </a:extLst>
          </p:cNvPr>
          <p:cNvSpPr/>
          <p:nvPr userDrawn="1"/>
        </p:nvSpPr>
        <p:spPr>
          <a:xfrm>
            <a:off x="0" y="3816029"/>
            <a:ext cx="1219199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3200" kern="0">
                <a:solidFill>
                  <a:srgbClr val="FAB117"/>
                </a:solidFill>
                <a:latin typeface="Reso" panose="02000000000000000000" pitchFamily="50" charset="0"/>
                <a:cs typeface="Arial" pitchFamily="34" charset="0"/>
              </a:rPr>
              <a:t>Thank you!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53AD8F-F9C8-4D9E-9B70-B1657349BE59}"/>
              </a:ext>
            </a:extLst>
          </p:cNvPr>
          <p:cNvSpPr txBox="1"/>
          <p:nvPr userDrawn="1"/>
        </p:nvSpPr>
        <p:spPr>
          <a:xfrm>
            <a:off x="0" y="3100875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>
                <a:solidFill>
                  <a:schemeClr val="bg1"/>
                </a:solidFill>
                <a:latin typeface="Reso" panose="02000000000000000000" pitchFamily="50" charset="0"/>
              </a:rPr>
              <a:t>Engineering a Smarter Future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E702E95-14EE-4D86-B55D-40E434C91037}"/>
              </a:ext>
            </a:extLst>
          </p:cNvPr>
          <p:cNvGrpSpPr/>
          <p:nvPr userDrawn="1"/>
        </p:nvGrpSpPr>
        <p:grpSpPr>
          <a:xfrm>
            <a:off x="4794658" y="5019606"/>
            <a:ext cx="2597396" cy="695394"/>
            <a:chOff x="5141666" y="5019606"/>
            <a:chExt cx="2597396" cy="695394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D9C8D96-1F44-4A5D-B862-F7E104B311EA}"/>
                </a:ext>
              </a:extLst>
            </p:cNvPr>
            <p:cNvSpPr txBox="1"/>
            <p:nvPr userDrawn="1"/>
          </p:nvSpPr>
          <p:spPr>
            <a:xfrm>
              <a:off x="5141666" y="5323687"/>
              <a:ext cx="180109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200">
                  <a:solidFill>
                    <a:schemeClr val="tx2"/>
                  </a:solidFill>
                  <a:latin typeface="Reso" panose="02000000000000000000" pitchFamily="50" charset="0"/>
                </a:rPr>
                <a:t>Modis is part of  </a:t>
              </a:r>
            </a:p>
          </p:txBody>
        </p: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BF0356C8-EC91-4A94-9CB5-9EBDFE26DBE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262687" y="5019606"/>
              <a:ext cx="1476375" cy="69539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583334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asic Dark BG No Title With Foot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B99AA9B-46D6-4AAA-B038-0B8350754EB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0" imgH="469" progId="TCLayout.ActiveDocument.1">
                  <p:embed/>
                </p:oleObj>
              </mc:Choice>
              <mc:Fallback>
                <p:oleObj name="think-cell Slide" r:id="rId3" imgW="470" imgH="46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B99AA9B-46D6-4AAA-B038-0B8350754E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5F2CA1B-3939-4DCE-9E10-F3B5F0CD37F0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1DF24D9-3A02-4259-938B-03F9408BCA00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bg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bg2"/>
              </a:solidFill>
              <a:latin typeface="+mj-lt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EB0ECE49-23F5-410F-9E0A-6214BBE2361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sp>
        <p:nvSpPr>
          <p:cNvPr id="9" name="TextBox 28">
            <a:extLst>
              <a:ext uri="{FF2B5EF4-FFF2-40B4-BE49-F238E27FC236}">
                <a16:creationId xmlns:a16="http://schemas.microsoft.com/office/drawing/2014/main" id="{057E85A9-0D41-43B1-8584-B09F9CE18E9F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bg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bg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30796719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355">
          <p15:clr>
            <a:srgbClr val="FBAE40"/>
          </p15:clr>
        </p15:guide>
        <p15:guide id="2" pos="325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(6)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964" y="260648"/>
            <a:ext cx="9720000" cy="432000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BB9C485B-48FC-4781-AB48-BD096DFB32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4964" y="6570175"/>
            <a:ext cx="4989286" cy="180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Roboto" panose="02000000000000000000" pitchFamily="2" charset="0"/>
              </a:defRPr>
            </a:lvl1pPr>
          </a:lstStyle>
          <a:p>
            <a:r>
              <a:rPr lang="en-GB">
                <a:ea typeface="Roboto" panose="02000000000000000000" pitchFamily="2" charset="0"/>
              </a:rPr>
              <a:t>Copyright Adecco, 2021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A119120-1422-4241-935E-F66E8617D2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88150" y="6577911"/>
            <a:ext cx="1080000" cy="18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>
            <a:lvl1pPr algn="r">
              <a:defRPr lang="en-GB" sz="1200" smtClean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fld id="{85B56425-9F48-4C68-B59F-46680DC73BBC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1039892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図 11">
            <a:extLst>
              <a:ext uri="{FF2B5EF4-FFF2-40B4-BE49-F238E27FC236}">
                <a16:creationId xmlns:a16="http://schemas.microsoft.com/office/drawing/2014/main" id="{0551F157-7CEA-4655-B69C-8CAE8087F2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1601" y="6525640"/>
            <a:ext cx="2466183" cy="177649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DA2936B1-5A45-4907-80CA-04A89CBBE93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372805" y="6594391"/>
            <a:ext cx="1619739" cy="96662"/>
          </a:xfrm>
          <a:prstGeom prst="rect">
            <a:avLst/>
          </a:prstGeom>
        </p:spPr>
      </p:pic>
      <p:sp>
        <p:nvSpPr>
          <p:cNvPr id="20" name="スライド番号プレースホルダー 13">
            <a:extLst>
              <a:ext uri="{FF2B5EF4-FFF2-40B4-BE49-F238E27FC236}">
                <a16:creationId xmlns:a16="http://schemas.microsoft.com/office/drawing/2014/main" id="{6E9C6D79-C1EC-41A8-9981-36E3893235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34307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73C70A-7240-47FD-9BB0-DD521E8F3CF2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177468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hart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CFFEC54-538B-488D-AE07-416CD019925B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B37455B-BB4C-474E-AB10-83741BFAB4A8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2732314-6370-4BF7-8ED0-0905156A3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10026118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1" name="Chart Placeholder 10">
            <a:extLst>
              <a:ext uri="{FF2B5EF4-FFF2-40B4-BE49-F238E27FC236}">
                <a16:creationId xmlns:a16="http://schemas.microsoft.com/office/drawing/2014/main" id="{78074BD2-5227-46EC-A80E-2A5DF04B8C62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491412" y="909638"/>
            <a:ext cx="11184652" cy="527843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BFE6DD1F-2286-4A14-B93A-2301CD3296F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5374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6">
            <a:extLst>
              <a:ext uri="{FF2B5EF4-FFF2-40B4-BE49-F238E27FC236}">
                <a16:creationId xmlns:a16="http://schemas.microsoft.com/office/drawing/2014/main" id="{BD2E496F-424A-49E2-A165-2B48E3A95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6" name="テキスト プレースホルダー 3">
            <a:extLst>
              <a:ext uri="{FF2B5EF4-FFF2-40B4-BE49-F238E27FC236}">
                <a16:creationId xmlns:a16="http://schemas.microsoft.com/office/drawing/2014/main" id="{3E83551B-BF90-41F2-A46D-DE4A6AF7C44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0000" y="1079999"/>
            <a:ext cx="11520000" cy="5256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en-US" altLang="ja-JP"/>
          </a:p>
          <a:p>
            <a:pPr lvl="5"/>
            <a:r>
              <a:rPr kumimoji="1" lang="ja-JP" altLang="en-US"/>
              <a:t>第 </a:t>
            </a:r>
            <a:r>
              <a:rPr kumimoji="1" lang="en-US" altLang="ja-JP"/>
              <a:t>6</a:t>
            </a:r>
            <a:r>
              <a:rPr kumimoji="1" lang="ja-JP" altLang="en-US"/>
              <a:t> レベル</a:t>
            </a:r>
          </a:p>
        </p:txBody>
      </p:sp>
    </p:spTree>
    <p:extLst>
      <p:ext uri="{BB962C8B-B14F-4D97-AF65-F5344CB8AC3E}">
        <p14:creationId xmlns:p14="http://schemas.microsoft.com/office/powerpoint/2010/main" val="28654612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ection Header N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921613BA-A147-4285-AAC9-6546E202FE30}"/>
              </a:ext>
            </a:extLst>
          </p:cNvPr>
          <p:cNvSpPr/>
          <p:nvPr userDrawn="1"/>
        </p:nvSpPr>
        <p:spPr>
          <a:xfrm>
            <a:off x="0" y="2340000"/>
            <a:ext cx="12192000" cy="3168000"/>
          </a:xfrm>
          <a:prstGeom prst="rect">
            <a:avLst/>
          </a:prstGeom>
          <a:solidFill>
            <a:srgbClr val="373A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Meiryo UI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0000" y="2700000"/>
            <a:ext cx="11520000" cy="1800000"/>
          </a:xfrm>
        </p:spPr>
        <p:txBody>
          <a:bodyPr anchor="b">
            <a:noAutofit/>
          </a:bodyPr>
          <a:lstStyle>
            <a:lvl1pPr algn="l">
              <a:defRPr sz="36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0000" y="4608000"/>
            <a:ext cx="9720000" cy="540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600" b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GB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FE0A95F-547C-462D-B935-17FD016B233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6000" y="324000"/>
            <a:ext cx="912327" cy="299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3753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242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(4)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buClr>
                <a:schemeClr val="tx1"/>
              </a:buCl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AE57FF7B-B613-4D07-B1D8-2C21F0E6A9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4964" y="6570175"/>
            <a:ext cx="4989286" cy="180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Roboto" panose="02000000000000000000" pitchFamily="2" charset="0"/>
              </a:defRPr>
            </a:lvl1pPr>
          </a:lstStyle>
          <a:p>
            <a:r>
              <a:rPr lang="en-GB">
                <a:ea typeface="Roboto" panose="02000000000000000000" pitchFamily="2" charset="0"/>
              </a:rPr>
              <a:t>The Adecco Group © 2021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CD15FA-ADF7-4F8D-BE32-630C846A2E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88150" y="6577911"/>
            <a:ext cx="1080000" cy="18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>
            <a:lvl1pPr algn="r">
              <a:defRPr lang="en-GB" sz="1200" smtClean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fld id="{85B56425-9F48-4C68-B59F-46680DC73BBC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49167101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Dark BG Blan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B99AA9B-46D6-4AAA-B038-0B8350754EB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0" imgH="469" progId="TCLayout.ActiveDocument.1">
                  <p:embed/>
                </p:oleObj>
              </mc:Choice>
              <mc:Fallback>
                <p:oleObj name="think-cell Slide" r:id="rId3" imgW="470" imgH="46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B99AA9B-46D6-4AAA-B038-0B8350754E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8">
            <a:extLst>
              <a:ext uri="{FF2B5EF4-FFF2-40B4-BE49-F238E27FC236}">
                <a16:creationId xmlns:a16="http://schemas.microsoft.com/office/drawing/2014/main" id="{B64DA9FF-CD1E-4F22-B496-5687ADC3CC9D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bg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bg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  <p:sp>
        <p:nvSpPr>
          <p:cNvPr id="4" name="TextBox 10">
            <a:extLst>
              <a:ext uri="{FF2B5EF4-FFF2-40B4-BE49-F238E27FC236}">
                <a16:creationId xmlns:a16="http://schemas.microsoft.com/office/drawing/2014/main" id="{8F07D95F-5D31-4D37-A1A8-09DDC4029166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bg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bg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73808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355">
          <p15:clr>
            <a:srgbClr val="FBAE40"/>
          </p15:clr>
        </p15:guide>
        <p15:guide id="2" pos="325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Dark BG No Title With Foot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B99AA9B-46D6-4AAA-B038-0B8350754EB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0" imgH="469" progId="TCLayout.ActiveDocument.1">
                  <p:embed/>
                </p:oleObj>
              </mc:Choice>
              <mc:Fallback>
                <p:oleObj name="think-cell Slide" r:id="rId3" imgW="470" imgH="46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B99AA9B-46D6-4AAA-B038-0B8350754E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5F2CA1B-3939-4DCE-9E10-F3B5F0CD37F0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1DF24D9-3A02-4259-938B-03F9408BCA00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bg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bg2"/>
              </a:solidFill>
              <a:latin typeface="+mj-lt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EB0ECE49-23F5-410F-9E0A-6214BBE2361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sp>
        <p:nvSpPr>
          <p:cNvPr id="8" name="TextBox 28">
            <a:extLst>
              <a:ext uri="{FF2B5EF4-FFF2-40B4-BE49-F238E27FC236}">
                <a16:creationId xmlns:a16="http://schemas.microsoft.com/office/drawing/2014/main" id="{8CEB199E-5694-4F2F-8E79-66EC415EA41A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bg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bg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35468663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355" userDrawn="1">
          <p15:clr>
            <a:srgbClr val="FBAE40"/>
          </p15:clr>
        </p15:guide>
        <p15:guide id="2" pos="325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Dark BG Foot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B99AA9B-46D6-4AAA-B038-0B8350754EB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0" imgH="469" progId="TCLayout.ActiveDocument.1">
                  <p:embed/>
                </p:oleObj>
              </mc:Choice>
              <mc:Fallback>
                <p:oleObj name="think-cell Slide" r:id="rId3" imgW="470" imgH="46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B99AA9B-46D6-4AAA-B038-0B8350754E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5F2CA1B-3939-4DCE-9E10-F3B5F0CD37F0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1DF24D9-3A02-4259-938B-03F9408BCA00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bg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0513E609-7EE6-4C3D-94A8-329472A3A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1" y="351698"/>
            <a:ext cx="9975961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7B8B3EF7-18EA-47D0-A905-EFCFDD741DF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sp>
        <p:nvSpPr>
          <p:cNvPr id="8" name="TextBox 28">
            <a:extLst>
              <a:ext uri="{FF2B5EF4-FFF2-40B4-BE49-F238E27FC236}">
                <a16:creationId xmlns:a16="http://schemas.microsoft.com/office/drawing/2014/main" id="{E83F65B1-DE9E-4AE4-B2F6-2513BB228541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bg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bg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9988156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355" userDrawn="1">
          <p15:clr>
            <a:srgbClr val="FBAE40"/>
          </p15:clr>
        </p15:guide>
        <p15:guide id="2" pos="325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Dark BG Foot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B99AA9B-46D6-4AAA-B038-0B8350754EB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0" imgH="469" progId="TCLayout.ActiveDocument.1">
                  <p:embed/>
                </p:oleObj>
              </mc:Choice>
              <mc:Fallback>
                <p:oleObj name="think-cell Slide" r:id="rId3" imgW="470" imgH="46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B99AA9B-46D6-4AAA-B038-0B8350754E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5F2CA1B-3939-4DCE-9E10-F3B5F0CD37F0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1DF24D9-3A02-4259-938B-03F9408BCA00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bg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0513E609-7EE6-4C3D-94A8-329472A3A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1" y="351698"/>
            <a:ext cx="9867931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D9FE6159-0173-4AA8-8AA2-07A074EA1C2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1259947"/>
            <a:ext cx="11160124" cy="477618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>
                <a:solidFill>
                  <a:schemeClr val="bg2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CD95A1F-5DC0-47CA-B75A-C4B69CA966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308" y="850218"/>
            <a:ext cx="11160123" cy="3077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342CD176-39BC-40E9-B7E3-198E8B6F43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sp>
        <p:nvSpPr>
          <p:cNvPr id="10" name="TextBox 28">
            <a:extLst>
              <a:ext uri="{FF2B5EF4-FFF2-40B4-BE49-F238E27FC236}">
                <a16:creationId xmlns:a16="http://schemas.microsoft.com/office/drawing/2014/main" id="{A9506423-FA88-4F5C-AD65-4C580604F76C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bg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bg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16441186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355" userDrawn="1">
          <p15:clr>
            <a:srgbClr val="FBAE40"/>
          </p15:clr>
        </p15:guide>
        <p15:guide id="2" pos="325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B99AA9B-46D6-4AAA-B038-0B8350754EB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0" imgH="469" progId="TCLayout.ActiveDocument.1">
                  <p:embed/>
                </p:oleObj>
              </mc:Choice>
              <mc:Fallback>
                <p:oleObj name="think-cell Slide" r:id="rId3" imgW="470" imgH="46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B99AA9B-46D6-4AAA-B038-0B8350754E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5F2CA1B-3939-4DCE-9E10-F3B5F0CD37F0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id="{0513E609-7EE6-4C3D-94A8-329472A3A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1" y="351698"/>
            <a:ext cx="6544389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E38CD2-96BE-46C4-AD79-D8C3B8ABA7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309" y="850218"/>
            <a:ext cx="6477000" cy="3077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6902168C-6D6A-48E7-8B61-34CE7BFD567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1259948"/>
            <a:ext cx="6477000" cy="62936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>
                <a:solidFill>
                  <a:schemeClr val="bg2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33" name="Picture Placeholder 4">
            <a:extLst>
              <a:ext uri="{FF2B5EF4-FFF2-40B4-BE49-F238E27FC236}">
                <a16:creationId xmlns:a16="http://schemas.microsoft.com/office/drawing/2014/main" id="{F33B0751-6FFB-47F9-9126-24650E8F08E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177088" y="0"/>
            <a:ext cx="5014912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C8B55BE5-AFB6-4D30-935F-1C5F55FD8DC4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sp>
        <p:nvSpPr>
          <p:cNvPr id="10" name="TextBox 28">
            <a:extLst>
              <a:ext uri="{FF2B5EF4-FFF2-40B4-BE49-F238E27FC236}">
                <a16:creationId xmlns:a16="http://schemas.microsoft.com/office/drawing/2014/main" id="{5207D812-A740-4620-80AE-C37400F696A8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bg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bg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27127247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355" userDrawn="1">
          <p15:clr>
            <a:srgbClr val="FBAE40"/>
          </p15:clr>
        </p15:guide>
        <p15:guide id="2" pos="325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 3 Colum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17324B8-69C3-463E-A0B1-99F09D577E3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177088" y="0"/>
            <a:ext cx="5014912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B99AA9B-46D6-4AAA-B038-0B8350754EB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0" imgH="469" progId="TCLayout.ActiveDocument.1">
                  <p:embed/>
                </p:oleObj>
              </mc:Choice>
              <mc:Fallback>
                <p:oleObj name="think-cell Slide" r:id="rId3" imgW="470" imgH="46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B99AA9B-46D6-4AAA-B038-0B8350754E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5F2CA1B-3939-4DCE-9E10-F3B5F0CD37F0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id="{0513E609-7EE6-4C3D-94A8-329472A3A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1" y="351698"/>
            <a:ext cx="6503701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9" name="Rounded Rectangle 111">
            <a:extLst>
              <a:ext uri="{FF2B5EF4-FFF2-40B4-BE49-F238E27FC236}">
                <a16:creationId xmlns:a16="http://schemas.microsoft.com/office/drawing/2014/main" id="{5D1BAE57-91D0-48D2-AA63-0F1937968B24}"/>
              </a:ext>
            </a:extLst>
          </p:cNvPr>
          <p:cNvSpPr/>
          <p:nvPr userDrawn="1"/>
        </p:nvSpPr>
        <p:spPr>
          <a:xfrm>
            <a:off x="512309" y="2517222"/>
            <a:ext cx="2102400" cy="2896885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72000" bIns="72000" rtlCol="0" anchor="t"/>
          <a:lstStyle/>
          <a:p>
            <a:pPr algn="ctr"/>
            <a:endParaRPr lang="en-US" sz="1200">
              <a:solidFill>
                <a:schemeClr val="bg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0" name="Rounded Rectangle 111">
            <a:extLst>
              <a:ext uri="{FF2B5EF4-FFF2-40B4-BE49-F238E27FC236}">
                <a16:creationId xmlns:a16="http://schemas.microsoft.com/office/drawing/2014/main" id="{DBC95EC5-A213-470E-A445-373F85EE5410}"/>
              </a:ext>
            </a:extLst>
          </p:cNvPr>
          <p:cNvSpPr/>
          <p:nvPr userDrawn="1"/>
        </p:nvSpPr>
        <p:spPr>
          <a:xfrm>
            <a:off x="2722336" y="2519845"/>
            <a:ext cx="2102400" cy="2896885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72000" rtlCol="0" anchor="t"/>
          <a:lstStyle/>
          <a:p>
            <a:endParaRPr lang="en-US" sz="1200">
              <a:solidFill>
                <a:schemeClr val="bg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1" name="Rounded Rectangle 111">
            <a:extLst>
              <a:ext uri="{FF2B5EF4-FFF2-40B4-BE49-F238E27FC236}">
                <a16:creationId xmlns:a16="http://schemas.microsoft.com/office/drawing/2014/main" id="{DE57801E-D558-4C2F-9460-E231F33C42DD}"/>
              </a:ext>
            </a:extLst>
          </p:cNvPr>
          <p:cNvSpPr/>
          <p:nvPr userDrawn="1"/>
        </p:nvSpPr>
        <p:spPr>
          <a:xfrm>
            <a:off x="4932363" y="2517223"/>
            <a:ext cx="2102400" cy="2896884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72000" bIns="72000" rtlCol="0" anchor="t"/>
          <a:lstStyle/>
          <a:p>
            <a:endParaRPr lang="en-US" sz="1200">
              <a:solidFill>
                <a:schemeClr val="bg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E38CD2-96BE-46C4-AD79-D8C3B8ABA7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309" y="850218"/>
            <a:ext cx="6477000" cy="3077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6902168C-6D6A-48E7-8B61-34CE7BFD567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1259948"/>
            <a:ext cx="6477000" cy="62936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>
                <a:solidFill>
                  <a:schemeClr val="bg2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E3D379F1-059D-44C0-BF17-00DB32DD9BB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8112" y="2147551"/>
            <a:ext cx="6477000" cy="3077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tx2"/>
                </a:solidFill>
                <a:latin typeface="+mj-lt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6B54181-0D5C-4068-8D50-03CF4FD85F3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8566" y="2650468"/>
            <a:ext cx="1940858" cy="247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96F9994B-1921-4626-A2F2-5F877B1173D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4897" y="3015518"/>
            <a:ext cx="1934528" cy="226917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4353AEB-602B-4DB0-B4A0-8FBD46D5476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96775" y="2650468"/>
            <a:ext cx="1940858" cy="247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16C6BFDF-0ABF-4B00-8D68-D700EF1C3E2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03106" y="3015518"/>
            <a:ext cx="1934528" cy="226917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3DE5E15D-CCCE-4147-9FE2-C2286703400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00476" y="2647383"/>
            <a:ext cx="1940858" cy="247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10914F34-C1A3-4AE6-98CB-FBC4727E0BE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06807" y="3012433"/>
            <a:ext cx="1934528" cy="226917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pic>
        <p:nvPicPr>
          <p:cNvPr id="34" name="Graphic 33">
            <a:extLst>
              <a:ext uri="{FF2B5EF4-FFF2-40B4-BE49-F238E27FC236}">
                <a16:creationId xmlns:a16="http://schemas.microsoft.com/office/drawing/2014/main" id="{E222B5B4-9058-49E2-AB70-6CC9C410CE95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sp>
        <p:nvSpPr>
          <p:cNvPr id="22" name="TextBox 28">
            <a:extLst>
              <a:ext uri="{FF2B5EF4-FFF2-40B4-BE49-F238E27FC236}">
                <a16:creationId xmlns:a16="http://schemas.microsoft.com/office/drawing/2014/main" id="{088885D7-789B-4BC0-B189-81900CCE0817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bg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bg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33206554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355" userDrawn="1">
          <p15:clr>
            <a:srgbClr val="FBAE40"/>
          </p15:clr>
        </p15:guide>
        <p15:guide id="2" pos="325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 4 gri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17324B8-69C3-463E-A0B1-99F09D577E3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177088" y="0"/>
            <a:ext cx="5014912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B99AA9B-46D6-4AAA-B038-0B8350754EB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0" imgH="469" progId="TCLayout.ActiveDocument.1">
                  <p:embed/>
                </p:oleObj>
              </mc:Choice>
              <mc:Fallback>
                <p:oleObj name="think-cell Slide" r:id="rId3" imgW="470" imgH="46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B99AA9B-46D6-4AAA-B038-0B8350754E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5F2CA1B-3939-4DCE-9E10-F3B5F0CD37F0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id="{0513E609-7EE6-4C3D-94A8-329472A3A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1" y="351698"/>
            <a:ext cx="6503701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E38CD2-96BE-46C4-AD79-D8C3B8ABA7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309" y="850218"/>
            <a:ext cx="6477000" cy="3077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6902168C-6D6A-48E7-8B61-34CE7BFD567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1259948"/>
            <a:ext cx="6477000" cy="62936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>
                <a:solidFill>
                  <a:schemeClr val="bg2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E3D379F1-059D-44C0-BF17-00DB32DD9BB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8112" y="2304817"/>
            <a:ext cx="6477000" cy="3077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tx2"/>
                </a:solidFill>
                <a:latin typeface="+mj-lt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22" name="Rounded Rectangle 111">
            <a:extLst>
              <a:ext uri="{FF2B5EF4-FFF2-40B4-BE49-F238E27FC236}">
                <a16:creationId xmlns:a16="http://schemas.microsoft.com/office/drawing/2014/main" id="{4FBE25D7-658C-4254-BB45-30A96DD32B5E}"/>
              </a:ext>
            </a:extLst>
          </p:cNvPr>
          <p:cNvSpPr/>
          <p:nvPr userDrawn="1"/>
        </p:nvSpPr>
        <p:spPr>
          <a:xfrm>
            <a:off x="512309" y="4487225"/>
            <a:ext cx="3208564" cy="1708868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72000" bIns="72000" rtlCol="0" anchor="t"/>
          <a:lstStyle/>
          <a:p>
            <a:pPr algn="ctr"/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3" name="Rounded Rectangle 111">
            <a:extLst>
              <a:ext uri="{FF2B5EF4-FFF2-40B4-BE49-F238E27FC236}">
                <a16:creationId xmlns:a16="http://schemas.microsoft.com/office/drawing/2014/main" id="{472F6D4D-900A-4E70-9D1E-7ACBC0C2BFA3}"/>
              </a:ext>
            </a:extLst>
          </p:cNvPr>
          <p:cNvSpPr/>
          <p:nvPr userDrawn="1"/>
        </p:nvSpPr>
        <p:spPr>
          <a:xfrm>
            <a:off x="3827130" y="4489848"/>
            <a:ext cx="3208564" cy="1708868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72000" rtlCol="0" anchor="t"/>
          <a:lstStyle/>
          <a:p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37D604E-6DE5-40C2-9302-C8314EBD1BC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8566" y="4599187"/>
            <a:ext cx="2962028" cy="19602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9E600B75-6F03-4B97-9C9D-B884F2E7542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4896" y="5039025"/>
            <a:ext cx="2952367" cy="83349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DBC750A4-E249-4FF5-873C-9CA4461E757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901569" y="4599187"/>
            <a:ext cx="2962028" cy="19602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DCE60B2F-6895-4B3D-B8A7-007CAF9E42A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907899" y="5039025"/>
            <a:ext cx="2952367" cy="83349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36" name="Rounded Rectangle 111">
            <a:extLst>
              <a:ext uri="{FF2B5EF4-FFF2-40B4-BE49-F238E27FC236}">
                <a16:creationId xmlns:a16="http://schemas.microsoft.com/office/drawing/2014/main" id="{1C3DBE9C-1B4B-41EF-B05E-A0E6329E82C8}"/>
              </a:ext>
            </a:extLst>
          </p:cNvPr>
          <p:cNvSpPr/>
          <p:nvPr userDrawn="1"/>
        </p:nvSpPr>
        <p:spPr>
          <a:xfrm>
            <a:off x="512309" y="2652516"/>
            <a:ext cx="3208564" cy="1708868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72000" bIns="72000" rtlCol="0" anchor="t"/>
          <a:lstStyle/>
          <a:p>
            <a:pPr algn="ctr"/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37" name="Rounded Rectangle 111">
            <a:extLst>
              <a:ext uri="{FF2B5EF4-FFF2-40B4-BE49-F238E27FC236}">
                <a16:creationId xmlns:a16="http://schemas.microsoft.com/office/drawing/2014/main" id="{AB26CC72-453A-4ED9-BB30-72EAC0CAE6CA}"/>
              </a:ext>
            </a:extLst>
          </p:cNvPr>
          <p:cNvSpPr/>
          <p:nvPr userDrawn="1"/>
        </p:nvSpPr>
        <p:spPr>
          <a:xfrm>
            <a:off x="3827130" y="2655139"/>
            <a:ext cx="3208564" cy="1708868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72000" rtlCol="0" anchor="t"/>
          <a:lstStyle/>
          <a:p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CCD334EE-C24E-42AA-975D-49EAC7BF7CA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8566" y="2764478"/>
            <a:ext cx="2962028" cy="19602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B48749EF-B915-4F18-9CC0-3E8B0A22038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4896" y="3204316"/>
            <a:ext cx="2952367" cy="83349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177F1F5B-A9EC-4F23-BFF2-904D5180A71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901569" y="2764478"/>
            <a:ext cx="2962028" cy="19602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AB66D0CA-C614-4989-A459-4C5C2CB6BE5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907899" y="3204316"/>
            <a:ext cx="2952367" cy="83349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pic>
        <p:nvPicPr>
          <p:cNvPr id="27" name="Graphic 26">
            <a:extLst>
              <a:ext uri="{FF2B5EF4-FFF2-40B4-BE49-F238E27FC236}">
                <a16:creationId xmlns:a16="http://schemas.microsoft.com/office/drawing/2014/main" id="{C6A942AD-88BE-487F-AFFE-F99DD745C3F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sp>
        <p:nvSpPr>
          <p:cNvPr id="28" name="TextBox 28">
            <a:extLst>
              <a:ext uri="{FF2B5EF4-FFF2-40B4-BE49-F238E27FC236}">
                <a16:creationId xmlns:a16="http://schemas.microsoft.com/office/drawing/2014/main" id="{49A76F04-511B-4D00-B04F-CF0F6EC02EF0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bg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bg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29345576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355" userDrawn="1">
          <p15:clr>
            <a:srgbClr val="FBAE40"/>
          </p15:clr>
        </p15:guide>
        <p15:guide id="2" pos="325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x Large Number Sta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itle 1">
            <a:extLst>
              <a:ext uri="{FF2B5EF4-FFF2-40B4-BE49-F238E27FC236}">
                <a16:creationId xmlns:a16="http://schemas.microsoft.com/office/drawing/2014/main" id="{1833EBAB-5D94-4C53-822E-CDD810EDE80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491411" y="351698"/>
            <a:ext cx="9751419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  <a:ea typeface="Roboto" panose="02000000000000000000" pitchFamily="2" charset="0"/>
              </a:defRPr>
            </a:lvl1pPr>
          </a:lstStyle>
          <a:p>
            <a:endParaRPr lang="en-US"/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7D5AA081-B814-42BC-9178-4289F6BD8D80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3DB28997-F44E-449A-A63F-8E41503DC299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92" name="Text Placeholder 54">
            <a:extLst>
              <a:ext uri="{FF2B5EF4-FFF2-40B4-BE49-F238E27FC236}">
                <a16:creationId xmlns:a16="http://schemas.microsoft.com/office/drawing/2014/main" id="{0319A3D5-9C50-49A9-93D6-AA19076A9F23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1887664" y="2537549"/>
            <a:ext cx="2718673" cy="113638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88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93" name="Text Placeholder 54">
            <a:extLst>
              <a:ext uri="{FF2B5EF4-FFF2-40B4-BE49-F238E27FC236}">
                <a16:creationId xmlns:a16="http://schemas.microsoft.com/office/drawing/2014/main" id="{10A0EFE4-B0AF-42C8-92BE-DA468C0FE365}"/>
              </a:ext>
            </a:extLst>
          </p:cNvPr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4724400" y="2537548"/>
            <a:ext cx="2743200" cy="113638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88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94" name="Text Placeholder 54">
            <a:extLst>
              <a:ext uri="{FF2B5EF4-FFF2-40B4-BE49-F238E27FC236}">
                <a16:creationId xmlns:a16="http://schemas.microsoft.com/office/drawing/2014/main" id="{9D342EBF-558E-4C25-BA75-9E7822115C5B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7585918" y="2537547"/>
            <a:ext cx="2743200" cy="113638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88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95" name="Text Placeholder 16">
            <a:extLst>
              <a:ext uri="{FF2B5EF4-FFF2-40B4-BE49-F238E27FC236}">
                <a16:creationId xmlns:a16="http://schemas.microsoft.com/office/drawing/2014/main" id="{D175233D-43B9-47C0-80AA-73CA31D13796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1887665" y="3796090"/>
            <a:ext cx="2718673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96" name="Text Placeholder 16">
            <a:extLst>
              <a:ext uri="{FF2B5EF4-FFF2-40B4-BE49-F238E27FC236}">
                <a16:creationId xmlns:a16="http://schemas.microsoft.com/office/drawing/2014/main" id="{1D118F4E-6A33-4487-8644-B1757253D1C7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4724400" y="3800858"/>
            <a:ext cx="2743200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97" name="Text Placeholder 16">
            <a:extLst>
              <a:ext uri="{FF2B5EF4-FFF2-40B4-BE49-F238E27FC236}">
                <a16:creationId xmlns:a16="http://schemas.microsoft.com/office/drawing/2014/main" id="{C6AF4C3A-0580-4E98-81EC-ACFF4CF024C5}"/>
              </a:ext>
            </a:extLst>
          </p:cNvPr>
          <p:cNvSpPr>
            <a:spLocks noGrp="1"/>
          </p:cNvSpPr>
          <p:nvPr userDrawn="1">
            <p:ph type="body" sz="quarter" idx="20" hasCustomPrompt="1"/>
          </p:nvPr>
        </p:nvSpPr>
        <p:spPr>
          <a:xfrm>
            <a:off x="7610445" y="3796090"/>
            <a:ext cx="2718673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ECF9B753-5868-48D4-B13F-F5C8A63C01C8}"/>
              </a:ext>
            </a:extLst>
          </p:cNvPr>
          <p:cNvSpPr txBox="1"/>
          <p:nvPr userDrawn="1"/>
        </p:nvSpPr>
        <p:spPr>
          <a:xfrm>
            <a:off x="11285833" y="6493746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A59A86E9-A349-486C-8F00-3AEF0E123CC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22467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 userDrawn="1">
          <p15:clr>
            <a:srgbClr val="FBAE40"/>
          </p15:clr>
        </p15:guide>
        <p15:guide id="2" pos="7355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B99AA9B-46D6-4AAA-B038-0B8350754EB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0" imgH="469" progId="TCLayout.ActiveDocument.1">
                  <p:embed/>
                </p:oleObj>
              </mc:Choice>
              <mc:Fallback>
                <p:oleObj name="think-cell Slide" r:id="rId3" imgW="470" imgH="46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B99AA9B-46D6-4AAA-B038-0B8350754E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07E7A435-4DCD-497E-933A-8F5952A11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9682736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C73861-A94D-477C-A32B-C02043418DDA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3F706507-7B2C-4DE2-9AE1-BAD128880691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bg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32" name="Text Placeholder 16">
            <a:extLst>
              <a:ext uri="{FF2B5EF4-FFF2-40B4-BE49-F238E27FC236}">
                <a16:creationId xmlns:a16="http://schemas.microsoft.com/office/drawing/2014/main" id="{2CE0895B-686E-4870-BA32-8B5789243D9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06152" y="1867395"/>
            <a:ext cx="2743959" cy="1755377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</p:txBody>
      </p:sp>
      <p:sp>
        <p:nvSpPr>
          <p:cNvPr id="39" name="Text Placeholder 16">
            <a:extLst>
              <a:ext uri="{FF2B5EF4-FFF2-40B4-BE49-F238E27FC236}">
                <a16:creationId xmlns:a16="http://schemas.microsoft.com/office/drawing/2014/main" id="{BFC51114-644B-49DB-BB94-074B8A8C1F7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06152" y="4401102"/>
            <a:ext cx="2743959" cy="1755377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</p:txBody>
      </p:sp>
      <p:sp>
        <p:nvSpPr>
          <p:cNvPr id="42" name="Text Placeholder 16">
            <a:extLst>
              <a:ext uri="{FF2B5EF4-FFF2-40B4-BE49-F238E27FC236}">
                <a16:creationId xmlns:a16="http://schemas.microsoft.com/office/drawing/2014/main" id="{E5A7DDC4-351D-4062-80E6-4251B7E7201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932104" y="1867395"/>
            <a:ext cx="2743959" cy="1755377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</p:txBody>
      </p:sp>
      <p:sp>
        <p:nvSpPr>
          <p:cNvPr id="45" name="Text Placeholder 16">
            <a:extLst>
              <a:ext uri="{FF2B5EF4-FFF2-40B4-BE49-F238E27FC236}">
                <a16:creationId xmlns:a16="http://schemas.microsoft.com/office/drawing/2014/main" id="{1B3A23B7-A010-42CE-9589-44C683BB147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932104" y="4401102"/>
            <a:ext cx="2743959" cy="1755377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</p:txBody>
      </p:sp>
      <p:sp>
        <p:nvSpPr>
          <p:cNvPr id="48" name="Text Placeholder 16">
            <a:extLst>
              <a:ext uri="{FF2B5EF4-FFF2-40B4-BE49-F238E27FC236}">
                <a16:creationId xmlns:a16="http://schemas.microsoft.com/office/drawing/2014/main" id="{8147B2AA-7C11-45BE-A1F9-0A9586D9827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9348" y="1867395"/>
            <a:ext cx="2743959" cy="1755377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</p:txBody>
      </p:sp>
      <p:sp>
        <p:nvSpPr>
          <p:cNvPr id="51" name="Text Placeholder 16">
            <a:extLst>
              <a:ext uri="{FF2B5EF4-FFF2-40B4-BE49-F238E27FC236}">
                <a16:creationId xmlns:a16="http://schemas.microsoft.com/office/drawing/2014/main" id="{D119508F-B3BD-4B02-9FCA-9257E83D66B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9348" y="4401102"/>
            <a:ext cx="2743959" cy="1755377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247B2379-72E1-4BB0-A9E2-548ADB68A1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06488" y="1257300"/>
            <a:ext cx="2743200" cy="6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AGENDA TITLE TEXT LOREM IPSUM</a:t>
            </a:r>
          </a:p>
        </p:txBody>
      </p:sp>
      <p:sp>
        <p:nvSpPr>
          <p:cNvPr id="56" name="Text Placeholder 54">
            <a:extLst>
              <a:ext uri="{FF2B5EF4-FFF2-40B4-BE49-F238E27FC236}">
                <a16:creationId xmlns:a16="http://schemas.microsoft.com/office/drawing/2014/main" id="{8C8BDA19-0131-4D0E-A0B2-E07FA91BA8D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06488" y="3775667"/>
            <a:ext cx="2743200" cy="6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AGENDA TITLE TEXT LOREM IPSUM</a:t>
            </a:r>
          </a:p>
        </p:txBody>
      </p:sp>
      <p:sp>
        <p:nvSpPr>
          <p:cNvPr id="57" name="Text Placeholder 54">
            <a:extLst>
              <a:ext uri="{FF2B5EF4-FFF2-40B4-BE49-F238E27FC236}">
                <a16:creationId xmlns:a16="http://schemas.microsoft.com/office/drawing/2014/main" id="{BD3BF168-EEBF-4E73-99DD-BD32BB2CE13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10107" y="1257300"/>
            <a:ext cx="2743200" cy="6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AGENDA TITLE TEXT LOREM IPSUM</a:t>
            </a:r>
          </a:p>
        </p:txBody>
      </p:sp>
      <p:sp>
        <p:nvSpPr>
          <p:cNvPr id="58" name="Text Placeholder 54">
            <a:extLst>
              <a:ext uri="{FF2B5EF4-FFF2-40B4-BE49-F238E27FC236}">
                <a16:creationId xmlns:a16="http://schemas.microsoft.com/office/drawing/2014/main" id="{35638724-89B4-40FD-8F06-B32CE8FEA3A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010107" y="3775667"/>
            <a:ext cx="2743200" cy="6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AGENDA TITLE TEXT LOREM IPSUM</a:t>
            </a:r>
          </a:p>
        </p:txBody>
      </p:sp>
      <p:sp>
        <p:nvSpPr>
          <p:cNvPr id="59" name="Text Placeholder 54">
            <a:extLst>
              <a:ext uri="{FF2B5EF4-FFF2-40B4-BE49-F238E27FC236}">
                <a16:creationId xmlns:a16="http://schemas.microsoft.com/office/drawing/2014/main" id="{F7C30755-898E-4418-8E0D-A1DD98F7CA9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912544" y="1257300"/>
            <a:ext cx="2743200" cy="6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AGENDA TITLE TEXT LOREM IPSUM</a:t>
            </a:r>
          </a:p>
        </p:txBody>
      </p:sp>
      <p:sp>
        <p:nvSpPr>
          <p:cNvPr id="60" name="Text Placeholder 54">
            <a:extLst>
              <a:ext uri="{FF2B5EF4-FFF2-40B4-BE49-F238E27FC236}">
                <a16:creationId xmlns:a16="http://schemas.microsoft.com/office/drawing/2014/main" id="{75EBAAB8-2A67-4975-963E-8EF119D24F2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912544" y="3775667"/>
            <a:ext cx="2743200" cy="6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AGENDA TITLE TEXT LOREM IPSUM</a:t>
            </a:r>
          </a:p>
        </p:txBody>
      </p:sp>
      <p:sp>
        <p:nvSpPr>
          <p:cNvPr id="62" name="Text Placeholder 61">
            <a:extLst>
              <a:ext uri="{FF2B5EF4-FFF2-40B4-BE49-F238E27FC236}">
                <a16:creationId xmlns:a16="http://schemas.microsoft.com/office/drawing/2014/main" id="{8759F59D-6024-432D-A054-18929B337AA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124" y="1242758"/>
            <a:ext cx="590045" cy="62414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5400">
                <a:solidFill>
                  <a:schemeClr val="bg2"/>
                </a:solidFill>
                <a:latin typeface="+mj-lt"/>
              </a:defRPr>
            </a:lvl1pPr>
            <a:lvl2pPr>
              <a:defRPr sz="4000">
                <a:solidFill>
                  <a:schemeClr val="tx1"/>
                </a:solidFill>
                <a:latin typeface="+mj-lt"/>
              </a:defRPr>
            </a:lvl2pPr>
            <a:lvl3pPr>
              <a:defRPr sz="4000">
                <a:solidFill>
                  <a:schemeClr val="tx1"/>
                </a:solidFill>
                <a:latin typeface="+mj-lt"/>
              </a:defRPr>
            </a:lvl3pPr>
            <a:lvl4pPr>
              <a:defRPr sz="4000">
                <a:solidFill>
                  <a:schemeClr val="tx1"/>
                </a:solidFill>
                <a:latin typeface="+mj-lt"/>
              </a:defRPr>
            </a:lvl4pPr>
            <a:lvl5pPr>
              <a:defRPr sz="40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63" name="Text Placeholder 61">
            <a:extLst>
              <a:ext uri="{FF2B5EF4-FFF2-40B4-BE49-F238E27FC236}">
                <a16:creationId xmlns:a16="http://schemas.microsoft.com/office/drawing/2014/main" id="{FA7043CE-B151-49AE-8A63-69DCBE788AF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91412" y="3778514"/>
            <a:ext cx="614740" cy="606753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5400">
                <a:solidFill>
                  <a:schemeClr val="bg2"/>
                </a:solidFill>
                <a:latin typeface="+mj-lt"/>
              </a:defRPr>
            </a:lvl1pPr>
            <a:lvl2pPr>
              <a:defRPr sz="4000">
                <a:solidFill>
                  <a:schemeClr val="tx1"/>
                </a:solidFill>
                <a:latin typeface="+mj-lt"/>
              </a:defRPr>
            </a:lvl2pPr>
            <a:lvl3pPr>
              <a:defRPr sz="4000">
                <a:solidFill>
                  <a:schemeClr val="tx1"/>
                </a:solidFill>
                <a:latin typeface="+mj-lt"/>
              </a:defRPr>
            </a:lvl3pPr>
            <a:lvl4pPr>
              <a:defRPr sz="4000">
                <a:solidFill>
                  <a:schemeClr val="tx1"/>
                </a:solidFill>
                <a:latin typeface="+mj-lt"/>
              </a:defRPr>
            </a:lvl4pPr>
            <a:lvl5pPr>
              <a:defRPr sz="40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2</a:t>
            </a:r>
          </a:p>
        </p:txBody>
      </p:sp>
      <p:sp>
        <p:nvSpPr>
          <p:cNvPr id="64" name="Text Placeholder 61">
            <a:extLst>
              <a:ext uri="{FF2B5EF4-FFF2-40B4-BE49-F238E27FC236}">
                <a16:creationId xmlns:a16="http://schemas.microsoft.com/office/drawing/2014/main" id="{DAF5DAA5-2650-4AC1-A86E-CAA6DB4ED17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374289" y="1260147"/>
            <a:ext cx="614740" cy="606753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5400">
                <a:solidFill>
                  <a:schemeClr val="bg2"/>
                </a:solidFill>
                <a:latin typeface="+mj-lt"/>
              </a:defRPr>
            </a:lvl1pPr>
            <a:lvl2pPr>
              <a:defRPr sz="4000">
                <a:solidFill>
                  <a:schemeClr val="tx1"/>
                </a:solidFill>
                <a:latin typeface="+mj-lt"/>
              </a:defRPr>
            </a:lvl2pPr>
            <a:lvl3pPr>
              <a:defRPr sz="4000">
                <a:solidFill>
                  <a:schemeClr val="tx1"/>
                </a:solidFill>
                <a:latin typeface="+mj-lt"/>
              </a:defRPr>
            </a:lvl3pPr>
            <a:lvl4pPr>
              <a:defRPr sz="4000">
                <a:solidFill>
                  <a:schemeClr val="tx1"/>
                </a:solidFill>
                <a:latin typeface="+mj-lt"/>
              </a:defRPr>
            </a:lvl4pPr>
            <a:lvl5pPr>
              <a:defRPr sz="40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3</a:t>
            </a:r>
          </a:p>
        </p:txBody>
      </p:sp>
      <p:sp>
        <p:nvSpPr>
          <p:cNvPr id="65" name="Text Placeholder 61">
            <a:extLst>
              <a:ext uri="{FF2B5EF4-FFF2-40B4-BE49-F238E27FC236}">
                <a16:creationId xmlns:a16="http://schemas.microsoft.com/office/drawing/2014/main" id="{BF962EF4-32A5-4099-BCD8-1D757E5FE30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85454" y="3778514"/>
            <a:ext cx="614740" cy="606753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5400">
                <a:solidFill>
                  <a:schemeClr val="bg2"/>
                </a:solidFill>
                <a:latin typeface="+mj-lt"/>
              </a:defRPr>
            </a:lvl1pPr>
            <a:lvl2pPr>
              <a:defRPr sz="4000">
                <a:solidFill>
                  <a:schemeClr val="tx1"/>
                </a:solidFill>
                <a:latin typeface="+mj-lt"/>
              </a:defRPr>
            </a:lvl2pPr>
            <a:lvl3pPr>
              <a:defRPr sz="4000">
                <a:solidFill>
                  <a:schemeClr val="tx1"/>
                </a:solidFill>
                <a:latin typeface="+mj-lt"/>
              </a:defRPr>
            </a:lvl3pPr>
            <a:lvl4pPr>
              <a:defRPr sz="4000">
                <a:solidFill>
                  <a:schemeClr val="tx1"/>
                </a:solidFill>
                <a:latin typeface="+mj-lt"/>
              </a:defRPr>
            </a:lvl4pPr>
            <a:lvl5pPr>
              <a:defRPr sz="40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4</a:t>
            </a:r>
          </a:p>
        </p:txBody>
      </p:sp>
      <p:sp>
        <p:nvSpPr>
          <p:cNvPr id="66" name="Text Placeholder 61">
            <a:extLst>
              <a:ext uri="{FF2B5EF4-FFF2-40B4-BE49-F238E27FC236}">
                <a16:creationId xmlns:a16="http://schemas.microsoft.com/office/drawing/2014/main" id="{817AF89B-941E-4261-82AC-55070301AC5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294104" y="1260831"/>
            <a:ext cx="614740" cy="606753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5400">
                <a:solidFill>
                  <a:schemeClr val="bg2"/>
                </a:solidFill>
                <a:latin typeface="+mj-lt"/>
              </a:defRPr>
            </a:lvl1pPr>
            <a:lvl2pPr>
              <a:defRPr sz="4000">
                <a:solidFill>
                  <a:schemeClr val="tx1"/>
                </a:solidFill>
                <a:latin typeface="+mj-lt"/>
              </a:defRPr>
            </a:lvl2pPr>
            <a:lvl3pPr>
              <a:defRPr sz="4000">
                <a:solidFill>
                  <a:schemeClr val="tx1"/>
                </a:solidFill>
                <a:latin typeface="+mj-lt"/>
              </a:defRPr>
            </a:lvl3pPr>
            <a:lvl4pPr>
              <a:defRPr sz="4000">
                <a:solidFill>
                  <a:schemeClr val="tx1"/>
                </a:solidFill>
                <a:latin typeface="+mj-lt"/>
              </a:defRPr>
            </a:lvl4pPr>
            <a:lvl5pPr>
              <a:defRPr sz="40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5</a:t>
            </a:r>
          </a:p>
        </p:txBody>
      </p:sp>
      <p:sp>
        <p:nvSpPr>
          <p:cNvPr id="67" name="Text Placeholder 61">
            <a:extLst>
              <a:ext uri="{FF2B5EF4-FFF2-40B4-BE49-F238E27FC236}">
                <a16:creationId xmlns:a16="http://schemas.microsoft.com/office/drawing/2014/main" id="{669B1C84-F860-449F-AE54-22579B25D00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305269" y="3779198"/>
            <a:ext cx="614740" cy="606753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5400">
                <a:solidFill>
                  <a:schemeClr val="bg2"/>
                </a:solidFill>
                <a:latin typeface="+mj-lt"/>
              </a:defRPr>
            </a:lvl1pPr>
            <a:lvl2pPr>
              <a:defRPr sz="4000">
                <a:solidFill>
                  <a:schemeClr val="tx1"/>
                </a:solidFill>
                <a:latin typeface="+mj-lt"/>
              </a:defRPr>
            </a:lvl2pPr>
            <a:lvl3pPr>
              <a:defRPr sz="4000">
                <a:solidFill>
                  <a:schemeClr val="tx1"/>
                </a:solidFill>
                <a:latin typeface="+mj-lt"/>
              </a:defRPr>
            </a:lvl3pPr>
            <a:lvl4pPr>
              <a:defRPr sz="4000">
                <a:solidFill>
                  <a:schemeClr val="tx1"/>
                </a:solidFill>
                <a:latin typeface="+mj-lt"/>
              </a:defRPr>
            </a:lvl4pPr>
            <a:lvl5pPr>
              <a:defRPr sz="40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6</a:t>
            </a:r>
          </a:p>
        </p:txBody>
      </p:sp>
      <p:pic>
        <p:nvPicPr>
          <p:cNvPr id="31" name="Graphic 30">
            <a:extLst>
              <a:ext uri="{FF2B5EF4-FFF2-40B4-BE49-F238E27FC236}">
                <a16:creationId xmlns:a16="http://schemas.microsoft.com/office/drawing/2014/main" id="{7E82871B-F4D1-4472-886F-1225E223C564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sp>
        <p:nvSpPr>
          <p:cNvPr id="26" name="TextBox 28">
            <a:extLst>
              <a:ext uri="{FF2B5EF4-FFF2-40B4-BE49-F238E27FC236}">
                <a16:creationId xmlns:a16="http://schemas.microsoft.com/office/drawing/2014/main" id="{D9775E31-69D4-4EC7-B6AF-945F5DB1BF6F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bg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bg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32320470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25" userDrawn="1">
          <p15:clr>
            <a:srgbClr val="FBAE40"/>
          </p15:clr>
        </p15:guide>
        <p15:guide id="2" pos="7355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3-1 Conten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icture Placeholder 60">
            <a:extLst>
              <a:ext uri="{FF2B5EF4-FFF2-40B4-BE49-F238E27FC236}">
                <a16:creationId xmlns:a16="http://schemas.microsoft.com/office/drawing/2014/main" id="{4E75F9EB-634C-4FFF-BA03-C2EE9089BD87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522547" y="2085975"/>
            <a:ext cx="2376488" cy="1343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A1130AE-1115-44D1-8ABE-5D6B8DCFDD69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682B5C5-2011-4E30-B563-78A1CB1B3DDF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7CAA319-4F6B-470B-B739-AB2588C02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10118716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Rounded Rectangle 111">
            <a:extLst>
              <a:ext uri="{FF2B5EF4-FFF2-40B4-BE49-F238E27FC236}">
                <a16:creationId xmlns:a16="http://schemas.microsoft.com/office/drawing/2014/main" id="{FB9C0CF5-CFAD-4867-98B6-79E4B21954BD}"/>
              </a:ext>
            </a:extLst>
          </p:cNvPr>
          <p:cNvSpPr/>
          <p:nvPr userDrawn="1"/>
        </p:nvSpPr>
        <p:spPr>
          <a:xfrm>
            <a:off x="5449590" y="2099590"/>
            <a:ext cx="3010176" cy="1105687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5" name="Text Placeholder 16">
            <a:extLst>
              <a:ext uri="{FF2B5EF4-FFF2-40B4-BE49-F238E27FC236}">
                <a16:creationId xmlns:a16="http://schemas.microsoft.com/office/drawing/2014/main" id="{ECCA4AFF-B232-45D8-8A74-E2C71FB9976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566252" y="2463367"/>
            <a:ext cx="2771631" cy="62874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Aft>
                <a:spcPts val="600"/>
              </a:spcAft>
              <a:buClr>
                <a:schemeClr val="accent4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8" name="Text Placeholder 54">
            <a:extLst>
              <a:ext uri="{FF2B5EF4-FFF2-40B4-BE49-F238E27FC236}">
                <a16:creationId xmlns:a16="http://schemas.microsoft.com/office/drawing/2014/main" id="{8D2EBB65-791E-4BB0-99DB-F752601C79B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566252" y="2220245"/>
            <a:ext cx="2771631" cy="20095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C74D4F88-B32E-4200-A4E1-857D8D425EF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309" y="850218"/>
            <a:ext cx="11160124" cy="3077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bg2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097C24A8-D954-459B-9F76-52054EF8798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1259948"/>
            <a:ext cx="11160124" cy="62936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33" name="Rechteck 26">
            <a:extLst>
              <a:ext uri="{FF2B5EF4-FFF2-40B4-BE49-F238E27FC236}">
                <a16:creationId xmlns:a16="http://schemas.microsoft.com/office/drawing/2014/main" id="{C78B707D-2160-4419-920F-A1649BD1C934}"/>
              </a:ext>
            </a:extLst>
          </p:cNvPr>
          <p:cNvSpPr/>
          <p:nvPr/>
        </p:nvSpPr>
        <p:spPr>
          <a:xfrm>
            <a:off x="523486" y="3431529"/>
            <a:ext cx="2377904" cy="26243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BA3D65EC-2C8D-4FCC-98B4-003897878BDF}"/>
              </a:ext>
            </a:extLst>
          </p:cNvPr>
          <p:cNvSpPr/>
          <p:nvPr userDrawn="1"/>
        </p:nvSpPr>
        <p:spPr>
          <a:xfrm>
            <a:off x="9290610" y="3431529"/>
            <a:ext cx="2377904" cy="26243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54" name="Gruppieren 62">
            <a:extLst>
              <a:ext uri="{FF2B5EF4-FFF2-40B4-BE49-F238E27FC236}">
                <a16:creationId xmlns:a16="http://schemas.microsoft.com/office/drawing/2014/main" id="{23F418B9-B5FB-419D-9377-C2A53F69AB76}"/>
              </a:ext>
            </a:extLst>
          </p:cNvPr>
          <p:cNvGrpSpPr/>
          <p:nvPr userDrawn="1"/>
        </p:nvGrpSpPr>
        <p:grpSpPr>
          <a:xfrm>
            <a:off x="3056588" y="3836658"/>
            <a:ext cx="489344" cy="489344"/>
            <a:chOff x="4234157" y="4026187"/>
            <a:chExt cx="489344" cy="489344"/>
          </a:xfrm>
        </p:grpSpPr>
        <p:sp>
          <p:nvSpPr>
            <p:cNvPr id="55" name="Isosceles Triangle 30">
              <a:extLst>
                <a:ext uri="{FF2B5EF4-FFF2-40B4-BE49-F238E27FC236}">
                  <a16:creationId xmlns:a16="http://schemas.microsoft.com/office/drawing/2014/main" id="{34D8B561-5E47-4935-A3F0-9A4BA22AF8AC}"/>
                </a:ext>
              </a:extLst>
            </p:cNvPr>
            <p:cNvSpPr/>
            <p:nvPr/>
          </p:nvSpPr>
          <p:spPr>
            <a:xfrm rot="16200000" flipV="1">
              <a:off x="4234157" y="4026187"/>
              <a:ext cx="489344" cy="489344"/>
            </a:xfrm>
            <a:prstGeom prst="triangle">
              <a:avLst/>
            </a:prstGeom>
            <a:solidFill>
              <a:srgbClr val="FAB117">
                <a:alpha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56" name="Isosceles Triangle 30">
              <a:extLst>
                <a:ext uri="{FF2B5EF4-FFF2-40B4-BE49-F238E27FC236}">
                  <a16:creationId xmlns:a16="http://schemas.microsoft.com/office/drawing/2014/main" id="{9AC89772-CE4A-4E2E-9C9B-272F839DF84E}"/>
                </a:ext>
              </a:extLst>
            </p:cNvPr>
            <p:cNvSpPr/>
            <p:nvPr/>
          </p:nvSpPr>
          <p:spPr>
            <a:xfrm rot="16200000" flipV="1">
              <a:off x="4234157" y="4144860"/>
              <a:ext cx="252000" cy="252000"/>
            </a:xfrm>
            <a:prstGeom prst="triangle">
              <a:avLst/>
            </a:prstGeom>
            <a:solidFill>
              <a:srgbClr val="FAB11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</p:grpSp>
      <p:grpSp>
        <p:nvGrpSpPr>
          <p:cNvPr id="57" name="Gruppieren 65">
            <a:extLst>
              <a:ext uri="{FF2B5EF4-FFF2-40B4-BE49-F238E27FC236}">
                <a16:creationId xmlns:a16="http://schemas.microsoft.com/office/drawing/2014/main" id="{6316EB0E-6D65-487D-ACB5-676DCAF4D97A}"/>
              </a:ext>
            </a:extLst>
          </p:cNvPr>
          <p:cNvGrpSpPr/>
          <p:nvPr userDrawn="1"/>
        </p:nvGrpSpPr>
        <p:grpSpPr>
          <a:xfrm flipH="1">
            <a:off x="8630515" y="3845372"/>
            <a:ext cx="489344" cy="489344"/>
            <a:chOff x="4234157" y="4026187"/>
            <a:chExt cx="489344" cy="489344"/>
          </a:xfrm>
        </p:grpSpPr>
        <p:sp>
          <p:nvSpPr>
            <p:cNvPr id="58" name="Isosceles Triangle 30">
              <a:extLst>
                <a:ext uri="{FF2B5EF4-FFF2-40B4-BE49-F238E27FC236}">
                  <a16:creationId xmlns:a16="http://schemas.microsoft.com/office/drawing/2014/main" id="{86AF28ED-1B16-4EC7-9F6B-F5CE6A6D5355}"/>
                </a:ext>
              </a:extLst>
            </p:cNvPr>
            <p:cNvSpPr/>
            <p:nvPr/>
          </p:nvSpPr>
          <p:spPr>
            <a:xfrm rot="16200000" flipV="1">
              <a:off x="4234157" y="4026187"/>
              <a:ext cx="489344" cy="489344"/>
            </a:xfrm>
            <a:prstGeom prst="triangle">
              <a:avLst/>
            </a:prstGeom>
            <a:solidFill>
              <a:srgbClr val="FAB117">
                <a:alpha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59" name="Isosceles Triangle 30">
              <a:extLst>
                <a:ext uri="{FF2B5EF4-FFF2-40B4-BE49-F238E27FC236}">
                  <a16:creationId xmlns:a16="http://schemas.microsoft.com/office/drawing/2014/main" id="{01FD35DE-10BF-4BDC-8FC2-F18429CB6F33}"/>
                </a:ext>
              </a:extLst>
            </p:cNvPr>
            <p:cNvSpPr/>
            <p:nvPr/>
          </p:nvSpPr>
          <p:spPr>
            <a:xfrm rot="16200000" flipV="1">
              <a:off x="4234157" y="4144860"/>
              <a:ext cx="252000" cy="252000"/>
            </a:xfrm>
            <a:prstGeom prst="triangle">
              <a:avLst/>
            </a:prstGeom>
            <a:solidFill>
              <a:srgbClr val="FAB11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</p:grpSp>
      <p:sp>
        <p:nvSpPr>
          <p:cNvPr id="62" name="Picture Placeholder 60">
            <a:extLst>
              <a:ext uri="{FF2B5EF4-FFF2-40B4-BE49-F238E27FC236}">
                <a16:creationId xmlns:a16="http://schemas.microsoft.com/office/drawing/2014/main" id="{F1249313-47E3-4872-8405-517C15B9C479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9292026" y="2082100"/>
            <a:ext cx="2376488" cy="1343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6" name="Picture Placeholder 65">
            <a:extLst>
              <a:ext uri="{FF2B5EF4-FFF2-40B4-BE49-F238E27FC236}">
                <a16:creationId xmlns:a16="http://schemas.microsoft.com/office/drawing/2014/main" id="{DBBC89A5-D3F5-45EC-AAF3-59225981EEF6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3688264" y="2099476"/>
            <a:ext cx="1761325" cy="110568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7" name="Rounded Rectangle 111">
            <a:extLst>
              <a:ext uri="{FF2B5EF4-FFF2-40B4-BE49-F238E27FC236}">
                <a16:creationId xmlns:a16="http://schemas.microsoft.com/office/drawing/2014/main" id="{0010CD2C-D7F3-4D0B-85E4-4CC04CAD5799}"/>
              </a:ext>
            </a:extLst>
          </p:cNvPr>
          <p:cNvSpPr/>
          <p:nvPr userDrawn="1"/>
        </p:nvSpPr>
        <p:spPr>
          <a:xfrm>
            <a:off x="5449590" y="4946078"/>
            <a:ext cx="3010176" cy="1105687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68" name="Picture Placeholder 65">
            <a:extLst>
              <a:ext uri="{FF2B5EF4-FFF2-40B4-BE49-F238E27FC236}">
                <a16:creationId xmlns:a16="http://schemas.microsoft.com/office/drawing/2014/main" id="{3B14BDD6-538D-4E03-A01D-117A9D8FC3DE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3688264" y="4945964"/>
            <a:ext cx="1761325" cy="110568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9" name="Rounded Rectangle 111">
            <a:extLst>
              <a:ext uri="{FF2B5EF4-FFF2-40B4-BE49-F238E27FC236}">
                <a16:creationId xmlns:a16="http://schemas.microsoft.com/office/drawing/2014/main" id="{E6F84C14-2BB1-41DB-B8D8-15FBC70CB419}"/>
              </a:ext>
            </a:extLst>
          </p:cNvPr>
          <p:cNvSpPr/>
          <p:nvPr userDrawn="1"/>
        </p:nvSpPr>
        <p:spPr>
          <a:xfrm>
            <a:off x="5449589" y="3522606"/>
            <a:ext cx="3010176" cy="1105687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70" name="Picture Placeholder 65">
            <a:extLst>
              <a:ext uri="{FF2B5EF4-FFF2-40B4-BE49-F238E27FC236}">
                <a16:creationId xmlns:a16="http://schemas.microsoft.com/office/drawing/2014/main" id="{B9BCBB12-8399-496D-9398-2108BA6CDFF5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3688263" y="3522492"/>
            <a:ext cx="1761325" cy="110568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71" name="Text Placeholder 16">
            <a:extLst>
              <a:ext uri="{FF2B5EF4-FFF2-40B4-BE49-F238E27FC236}">
                <a16:creationId xmlns:a16="http://schemas.microsoft.com/office/drawing/2014/main" id="{0FB16720-61D4-4E57-9CE3-BAC8C7412D6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566252" y="3886383"/>
            <a:ext cx="2771631" cy="62874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Aft>
                <a:spcPts val="600"/>
              </a:spcAft>
              <a:buClr>
                <a:schemeClr val="accent4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72" name="Text Placeholder 54">
            <a:extLst>
              <a:ext uri="{FF2B5EF4-FFF2-40B4-BE49-F238E27FC236}">
                <a16:creationId xmlns:a16="http://schemas.microsoft.com/office/drawing/2014/main" id="{6372B663-3194-43B8-AB39-2954BD208B77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566252" y="3643261"/>
            <a:ext cx="2771631" cy="20095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73" name="Text Placeholder 16">
            <a:extLst>
              <a:ext uri="{FF2B5EF4-FFF2-40B4-BE49-F238E27FC236}">
                <a16:creationId xmlns:a16="http://schemas.microsoft.com/office/drawing/2014/main" id="{CB2D8494-3269-403B-9BF7-3E136374110B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566252" y="5300241"/>
            <a:ext cx="2771631" cy="62874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Aft>
                <a:spcPts val="600"/>
              </a:spcAft>
              <a:buClr>
                <a:schemeClr val="accent4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74" name="Text Placeholder 54">
            <a:extLst>
              <a:ext uri="{FF2B5EF4-FFF2-40B4-BE49-F238E27FC236}">
                <a16:creationId xmlns:a16="http://schemas.microsoft.com/office/drawing/2014/main" id="{68FD8878-50B0-4E4C-975F-D8D78E223682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566252" y="5057119"/>
            <a:ext cx="2771631" cy="20095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75" name="Text Placeholder 16">
            <a:extLst>
              <a:ext uri="{FF2B5EF4-FFF2-40B4-BE49-F238E27FC236}">
                <a16:creationId xmlns:a16="http://schemas.microsoft.com/office/drawing/2014/main" id="{BAD8D598-589D-4A3D-BD43-CF71A064A79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64455" y="4014000"/>
            <a:ext cx="2110830" cy="1995437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76" name="Text Placeholder 54">
            <a:extLst>
              <a:ext uri="{FF2B5EF4-FFF2-40B4-BE49-F238E27FC236}">
                <a16:creationId xmlns:a16="http://schemas.microsoft.com/office/drawing/2014/main" id="{844126DE-34C3-4E24-AAED-7DF7E2ED3A27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64455" y="3683790"/>
            <a:ext cx="2110830" cy="20095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1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77" name="Text Placeholder 16">
            <a:extLst>
              <a:ext uri="{FF2B5EF4-FFF2-40B4-BE49-F238E27FC236}">
                <a16:creationId xmlns:a16="http://schemas.microsoft.com/office/drawing/2014/main" id="{387C37A4-D30A-43BD-BA02-029AD194577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434354" y="4013999"/>
            <a:ext cx="2110830" cy="1995437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78" name="Text Placeholder 54">
            <a:extLst>
              <a:ext uri="{FF2B5EF4-FFF2-40B4-BE49-F238E27FC236}">
                <a16:creationId xmlns:a16="http://schemas.microsoft.com/office/drawing/2014/main" id="{CB8600E1-969E-4167-B3BB-16DC0F67EC05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434354" y="3683789"/>
            <a:ext cx="2110830" cy="20095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1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pic>
        <p:nvPicPr>
          <p:cNvPr id="41" name="Graphic 40">
            <a:extLst>
              <a:ext uri="{FF2B5EF4-FFF2-40B4-BE49-F238E27FC236}">
                <a16:creationId xmlns:a16="http://schemas.microsoft.com/office/drawing/2014/main" id="{E77D7D22-71F8-4F53-8396-4CA991AEC8B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45974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ntent Boxe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icture Placeholder 60">
            <a:extLst>
              <a:ext uri="{FF2B5EF4-FFF2-40B4-BE49-F238E27FC236}">
                <a16:creationId xmlns:a16="http://schemas.microsoft.com/office/drawing/2014/main" id="{8BF1BD1E-FFAA-4ABE-B311-4F27181F7589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515939" y="969922"/>
            <a:ext cx="1974518" cy="10155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B99AA9B-46D6-4AAA-B038-0B8350754EB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0" imgH="469" progId="TCLayout.ActiveDocument.1">
                  <p:embed/>
                </p:oleObj>
              </mc:Choice>
              <mc:Fallback>
                <p:oleObj name="think-cell Slide" r:id="rId3" imgW="470" imgH="46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B99AA9B-46D6-4AAA-B038-0B8350754E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5F2CA1B-3939-4DCE-9E10-F3B5F0CD37F0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1DF24D9-3A02-4259-938B-03F9408BCA00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bg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0513E609-7EE6-4C3D-94A8-329472A3A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1" y="351698"/>
            <a:ext cx="10145723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Rounded Rectangle 111">
            <a:extLst>
              <a:ext uri="{FF2B5EF4-FFF2-40B4-BE49-F238E27FC236}">
                <a16:creationId xmlns:a16="http://schemas.microsoft.com/office/drawing/2014/main" id="{710A6CBE-7C5C-41C1-AD52-CBA2632D1171}"/>
              </a:ext>
            </a:extLst>
          </p:cNvPr>
          <p:cNvSpPr/>
          <p:nvPr userDrawn="1"/>
        </p:nvSpPr>
        <p:spPr>
          <a:xfrm>
            <a:off x="9719375" y="1945919"/>
            <a:ext cx="1956689" cy="4304357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18" name="Rounded Rectangle 111">
            <a:extLst>
              <a:ext uri="{FF2B5EF4-FFF2-40B4-BE49-F238E27FC236}">
                <a16:creationId xmlns:a16="http://schemas.microsoft.com/office/drawing/2014/main" id="{E05300D0-E721-44F8-ABE8-2A21B4DE18A9}"/>
              </a:ext>
            </a:extLst>
          </p:cNvPr>
          <p:cNvSpPr/>
          <p:nvPr userDrawn="1"/>
        </p:nvSpPr>
        <p:spPr>
          <a:xfrm>
            <a:off x="515684" y="1939449"/>
            <a:ext cx="1974773" cy="4304357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19" name="Rounded Rectangle 111">
            <a:extLst>
              <a:ext uri="{FF2B5EF4-FFF2-40B4-BE49-F238E27FC236}">
                <a16:creationId xmlns:a16="http://schemas.microsoft.com/office/drawing/2014/main" id="{A36C5338-FEA3-452C-AA10-15D507429A73}"/>
              </a:ext>
            </a:extLst>
          </p:cNvPr>
          <p:cNvSpPr/>
          <p:nvPr userDrawn="1"/>
        </p:nvSpPr>
        <p:spPr>
          <a:xfrm>
            <a:off x="7393407" y="1947310"/>
            <a:ext cx="1956689" cy="4304357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1" name="Rounded Rectangle 111">
            <a:extLst>
              <a:ext uri="{FF2B5EF4-FFF2-40B4-BE49-F238E27FC236}">
                <a16:creationId xmlns:a16="http://schemas.microsoft.com/office/drawing/2014/main" id="{186DF182-6BB5-43A9-B7F9-4A0013136153}"/>
              </a:ext>
            </a:extLst>
          </p:cNvPr>
          <p:cNvSpPr/>
          <p:nvPr userDrawn="1"/>
        </p:nvSpPr>
        <p:spPr>
          <a:xfrm>
            <a:off x="5140682" y="1947310"/>
            <a:ext cx="1956689" cy="4304357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2" name="Rounded Rectangle 111">
            <a:extLst>
              <a:ext uri="{FF2B5EF4-FFF2-40B4-BE49-F238E27FC236}">
                <a16:creationId xmlns:a16="http://schemas.microsoft.com/office/drawing/2014/main" id="{5F86E70D-62B9-482D-9DF8-1A8F68B95D68}"/>
              </a:ext>
            </a:extLst>
          </p:cNvPr>
          <p:cNvSpPr/>
          <p:nvPr userDrawn="1"/>
        </p:nvSpPr>
        <p:spPr>
          <a:xfrm>
            <a:off x="2827077" y="1936214"/>
            <a:ext cx="1956689" cy="4304357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1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Placeholder 16">
            <a:extLst>
              <a:ext uri="{FF2B5EF4-FFF2-40B4-BE49-F238E27FC236}">
                <a16:creationId xmlns:a16="http://schemas.microsoft.com/office/drawing/2014/main" id="{4F07B04C-4037-4832-A89D-0206F7764ED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09835" y="2766879"/>
            <a:ext cx="1804553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5" name="Text Placeholder 54">
            <a:extLst>
              <a:ext uri="{FF2B5EF4-FFF2-40B4-BE49-F238E27FC236}">
                <a16:creationId xmlns:a16="http://schemas.microsoft.com/office/drawing/2014/main" id="{9E1DCFDC-E473-4CB1-989F-BF18824BB57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09834" y="2192526"/>
            <a:ext cx="1804554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6" name="Text Placeholder 16">
            <a:extLst>
              <a:ext uri="{FF2B5EF4-FFF2-40B4-BE49-F238E27FC236}">
                <a16:creationId xmlns:a16="http://schemas.microsoft.com/office/drawing/2014/main" id="{25463FA9-F5C7-47FF-9625-D1FB2F1DF9C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903145" y="2780536"/>
            <a:ext cx="1804553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7" name="Text Placeholder 54">
            <a:extLst>
              <a:ext uri="{FF2B5EF4-FFF2-40B4-BE49-F238E27FC236}">
                <a16:creationId xmlns:a16="http://schemas.microsoft.com/office/drawing/2014/main" id="{945EFD12-55E4-417D-B66E-68F62D73895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903144" y="2206183"/>
            <a:ext cx="1804554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8" name="Text Placeholder 16">
            <a:extLst>
              <a:ext uri="{FF2B5EF4-FFF2-40B4-BE49-F238E27FC236}">
                <a16:creationId xmlns:a16="http://schemas.microsoft.com/office/drawing/2014/main" id="{C6451EB1-7B79-4CE9-B70A-860033E2BCF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20260" y="2780536"/>
            <a:ext cx="1804553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9" name="Text Placeholder 54">
            <a:extLst>
              <a:ext uri="{FF2B5EF4-FFF2-40B4-BE49-F238E27FC236}">
                <a16:creationId xmlns:a16="http://schemas.microsoft.com/office/drawing/2014/main" id="{865C7143-11F8-447E-9F42-CEFB9091565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20259" y="2206183"/>
            <a:ext cx="1804554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0" name="Text Placeholder 16">
            <a:extLst>
              <a:ext uri="{FF2B5EF4-FFF2-40B4-BE49-F238E27FC236}">
                <a16:creationId xmlns:a16="http://schemas.microsoft.com/office/drawing/2014/main" id="{46F01FA3-FCD0-4FE4-93EC-9EF9EA56F60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477104" y="2785161"/>
            <a:ext cx="1804553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31" name="Text Placeholder 54">
            <a:extLst>
              <a:ext uri="{FF2B5EF4-FFF2-40B4-BE49-F238E27FC236}">
                <a16:creationId xmlns:a16="http://schemas.microsoft.com/office/drawing/2014/main" id="{FCC551BE-B849-48FB-9721-B7F9D2816D0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477103" y="2210808"/>
            <a:ext cx="1804554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2" name="Text Placeholder 16">
            <a:extLst>
              <a:ext uri="{FF2B5EF4-FFF2-40B4-BE49-F238E27FC236}">
                <a16:creationId xmlns:a16="http://schemas.microsoft.com/office/drawing/2014/main" id="{D5A5E847-B111-416A-BDC5-393C7E62E86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785494" y="2791423"/>
            <a:ext cx="1804553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33" name="Text Placeholder 54">
            <a:extLst>
              <a:ext uri="{FF2B5EF4-FFF2-40B4-BE49-F238E27FC236}">
                <a16:creationId xmlns:a16="http://schemas.microsoft.com/office/drawing/2014/main" id="{3B47B7B8-93EF-44D8-A271-459D9E1C489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785493" y="2217070"/>
            <a:ext cx="1804554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6" name="Picture Placeholder 60">
            <a:extLst>
              <a:ext uri="{FF2B5EF4-FFF2-40B4-BE49-F238E27FC236}">
                <a16:creationId xmlns:a16="http://schemas.microsoft.com/office/drawing/2014/main" id="{8F6DC31E-98D2-4209-BBCA-A558CB765932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2827077" y="969922"/>
            <a:ext cx="1956689" cy="10155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37" name="Picture Placeholder 60">
            <a:extLst>
              <a:ext uri="{FF2B5EF4-FFF2-40B4-BE49-F238E27FC236}">
                <a16:creationId xmlns:a16="http://schemas.microsoft.com/office/drawing/2014/main" id="{CFDA8A62-D915-4ECC-8841-34F5DC10641F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5140681" y="969921"/>
            <a:ext cx="1956689" cy="10155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38" name="Picture Placeholder 60">
            <a:extLst>
              <a:ext uri="{FF2B5EF4-FFF2-40B4-BE49-F238E27FC236}">
                <a16:creationId xmlns:a16="http://schemas.microsoft.com/office/drawing/2014/main" id="{A8C63034-526D-4A47-9E20-42176746E7E0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7393407" y="969921"/>
            <a:ext cx="1956689" cy="10155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39" name="Picture Placeholder 60">
            <a:extLst>
              <a:ext uri="{FF2B5EF4-FFF2-40B4-BE49-F238E27FC236}">
                <a16:creationId xmlns:a16="http://schemas.microsoft.com/office/drawing/2014/main" id="{79876FA4-FBED-43CD-ACA3-44EE01BEE7E2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9719375" y="969920"/>
            <a:ext cx="1956689" cy="10155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pic>
        <p:nvPicPr>
          <p:cNvPr id="34" name="Graphic 33">
            <a:extLst>
              <a:ext uri="{FF2B5EF4-FFF2-40B4-BE49-F238E27FC236}">
                <a16:creationId xmlns:a16="http://schemas.microsoft.com/office/drawing/2014/main" id="{FC6B3F86-8BD9-4F18-B678-257B04E645C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sp>
        <p:nvSpPr>
          <p:cNvPr id="40" name="TextBox 28">
            <a:extLst>
              <a:ext uri="{FF2B5EF4-FFF2-40B4-BE49-F238E27FC236}">
                <a16:creationId xmlns:a16="http://schemas.microsoft.com/office/drawing/2014/main" id="{82778C76-0AD8-4743-BA11-C9BA9C77FEA2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bg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bg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26175504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355" userDrawn="1">
          <p15:clr>
            <a:srgbClr val="FBAE40"/>
          </p15:clr>
        </p15:guide>
        <p15:guide id="2" pos="325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 Conten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icture Placeholder 60">
            <a:extLst>
              <a:ext uri="{FF2B5EF4-FFF2-40B4-BE49-F238E27FC236}">
                <a16:creationId xmlns:a16="http://schemas.microsoft.com/office/drawing/2014/main" id="{081C894E-48C4-4F24-A1DF-042453C58C35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1579286" y="3661626"/>
            <a:ext cx="2459023" cy="10155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5" name="Picture Placeholder 60">
            <a:extLst>
              <a:ext uri="{FF2B5EF4-FFF2-40B4-BE49-F238E27FC236}">
                <a16:creationId xmlns:a16="http://schemas.microsoft.com/office/drawing/2014/main" id="{DB6618A0-93E6-4B5D-9809-FEDA3295B412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533766" y="1108056"/>
            <a:ext cx="2454259" cy="10155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B5CECEC-6FA2-4FE6-904B-9C7D65891E13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F8AEEBA-DB1B-4BF8-90B7-D1FEF89A7FC7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D65FC66-A579-44A7-B2B7-A25CAAB10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9991394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Rounded Rectangle 111">
            <a:extLst>
              <a:ext uri="{FF2B5EF4-FFF2-40B4-BE49-F238E27FC236}">
                <a16:creationId xmlns:a16="http://schemas.microsoft.com/office/drawing/2014/main" id="{B9F147DF-8C8A-47E4-8B30-C0244A218711}"/>
              </a:ext>
            </a:extLst>
          </p:cNvPr>
          <p:cNvSpPr/>
          <p:nvPr userDrawn="1"/>
        </p:nvSpPr>
        <p:spPr>
          <a:xfrm>
            <a:off x="533768" y="2068041"/>
            <a:ext cx="2459023" cy="1395964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14" name="Rounded Rectangle 111">
            <a:extLst>
              <a:ext uri="{FF2B5EF4-FFF2-40B4-BE49-F238E27FC236}">
                <a16:creationId xmlns:a16="http://schemas.microsoft.com/office/drawing/2014/main" id="{4BAB81EB-D950-448F-96FC-97A2820DBEF4}"/>
              </a:ext>
            </a:extLst>
          </p:cNvPr>
          <p:cNvSpPr/>
          <p:nvPr userDrawn="1"/>
        </p:nvSpPr>
        <p:spPr>
          <a:xfrm>
            <a:off x="9196707" y="2075902"/>
            <a:ext cx="2479356" cy="1395964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16" name="Rounded Rectangle 111">
            <a:extLst>
              <a:ext uri="{FF2B5EF4-FFF2-40B4-BE49-F238E27FC236}">
                <a16:creationId xmlns:a16="http://schemas.microsoft.com/office/drawing/2014/main" id="{190A2556-19F4-47F7-ACFD-07EEC445B87D}"/>
              </a:ext>
            </a:extLst>
          </p:cNvPr>
          <p:cNvSpPr/>
          <p:nvPr userDrawn="1"/>
        </p:nvSpPr>
        <p:spPr>
          <a:xfrm>
            <a:off x="6304298" y="2075902"/>
            <a:ext cx="2455515" cy="1395964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17" name="Rounded Rectangle 111">
            <a:extLst>
              <a:ext uri="{FF2B5EF4-FFF2-40B4-BE49-F238E27FC236}">
                <a16:creationId xmlns:a16="http://schemas.microsoft.com/office/drawing/2014/main" id="{EF4DE1D9-4B07-4831-BBE6-8E40ECE78DF7}"/>
              </a:ext>
            </a:extLst>
          </p:cNvPr>
          <p:cNvSpPr/>
          <p:nvPr userDrawn="1"/>
        </p:nvSpPr>
        <p:spPr>
          <a:xfrm>
            <a:off x="3416651" y="2064806"/>
            <a:ext cx="2468547" cy="1395964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1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8F9C34D0-24E3-41CB-AAD9-B4B055B2AD1A}"/>
              </a:ext>
            </a:extLst>
          </p:cNvPr>
          <p:cNvSpPr>
            <a:spLocks noGrp="1"/>
          </p:cNvSpPr>
          <p:nvPr userDrawn="1">
            <p:ph type="body" sz="quarter" idx="28" hasCustomPrompt="1"/>
          </p:nvPr>
        </p:nvSpPr>
        <p:spPr>
          <a:xfrm>
            <a:off x="609835" y="2609716"/>
            <a:ext cx="2267830" cy="65012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0" name="Text Placeholder 54">
            <a:extLst>
              <a:ext uri="{FF2B5EF4-FFF2-40B4-BE49-F238E27FC236}">
                <a16:creationId xmlns:a16="http://schemas.microsoft.com/office/drawing/2014/main" id="{02DACDF3-E7A1-48E5-8B1B-E048E5F5A2E4}"/>
              </a:ext>
            </a:extLst>
          </p:cNvPr>
          <p:cNvSpPr>
            <a:spLocks noGrp="1"/>
          </p:cNvSpPr>
          <p:nvPr userDrawn="1">
            <p:ph type="body" sz="quarter" idx="29" hasCustomPrompt="1"/>
          </p:nvPr>
        </p:nvSpPr>
        <p:spPr>
          <a:xfrm>
            <a:off x="609833" y="2321117"/>
            <a:ext cx="2267831" cy="33248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F47B14F0-7C0E-4886-BBB8-8C47B52E98C0}"/>
              </a:ext>
            </a:extLst>
          </p:cNvPr>
          <p:cNvSpPr>
            <a:spLocks noGrp="1"/>
          </p:cNvSpPr>
          <p:nvPr userDrawn="1">
            <p:ph type="body" sz="quarter" idx="30" hasCustomPrompt="1"/>
          </p:nvPr>
        </p:nvSpPr>
        <p:spPr>
          <a:xfrm>
            <a:off x="3492719" y="2623373"/>
            <a:ext cx="2276613" cy="65012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2" name="Text Placeholder 54">
            <a:extLst>
              <a:ext uri="{FF2B5EF4-FFF2-40B4-BE49-F238E27FC236}">
                <a16:creationId xmlns:a16="http://schemas.microsoft.com/office/drawing/2014/main" id="{9652C39E-F58E-4ACB-AE7E-654A7F9BD056}"/>
              </a:ext>
            </a:extLst>
          </p:cNvPr>
          <p:cNvSpPr>
            <a:spLocks noGrp="1"/>
          </p:cNvSpPr>
          <p:nvPr userDrawn="1">
            <p:ph type="body" sz="quarter" idx="31" hasCustomPrompt="1"/>
          </p:nvPr>
        </p:nvSpPr>
        <p:spPr>
          <a:xfrm>
            <a:off x="3492718" y="2334774"/>
            <a:ext cx="2276614" cy="33248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DC7B9862-0D83-4A9C-809C-274FE92F27BC}"/>
              </a:ext>
            </a:extLst>
          </p:cNvPr>
          <p:cNvSpPr>
            <a:spLocks noGrp="1"/>
          </p:cNvSpPr>
          <p:nvPr userDrawn="1">
            <p:ph type="body" sz="quarter" idx="32" hasCustomPrompt="1"/>
          </p:nvPr>
        </p:nvSpPr>
        <p:spPr>
          <a:xfrm>
            <a:off x="6422662" y="2623373"/>
            <a:ext cx="2264594" cy="65012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4" name="Text Placeholder 54">
            <a:extLst>
              <a:ext uri="{FF2B5EF4-FFF2-40B4-BE49-F238E27FC236}">
                <a16:creationId xmlns:a16="http://schemas.microsoft.com/office/drawing/2014/main" id="{82F40F9C-03FC-449F-89D4-CB96CBC58066}"/>
              </a:ext>
            </a:extLst>
          </p:cNvPr>
          <p:cNvSpPr>
            <a:spLocks noGrp="1"/>
          </p:cNvSpPr>
          <p:nvPr userDrawn="1">
            <p:ph type="body" sz="quarter" idx="33" hasCustomPrompt="1"/>
          </p:nvPr>
        </p:nvSpPr>
        <p:spPr>
          <a:xfrm>
            <a:off x="6422659" y="2334774"/>
            <a:ext cx="2264596" cy="33248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5" name="Text Placeholder 16">
            <a:extLst>
              <a:ext uri="{FF2B5EF4-FFF2-40B4-BE49-F238E27FC236}">
                <a16:creationId xmlns:a16="http://schemas.microsoft.com/office/drawing/2014/main" id="{0333EBB8-7949-4FB7-AE02-4A6032CFDA8F}"/>
              </a:ext>
            </a:extLst>
          </p:cNvPr>
          <p:cNvSpPr>
            <a:spLocks noGrp="1"/>
          </p:cNvSpPr>
          <p:nvPr userDrawn="1">
            <p:ph type="body" sz="quarter" idx="34" hasCustomPrompt="1"/>
          </p:nvPr>
        </p:nvSpPr>
        <p:spPr>
          <a:xfrm>
            <a:off x="9321042" y="2627998"/>
            <a:ext cx="2286581" cy="65012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6" name="Text Placeholder 54">
            <a:extLst>
              <a:ext uri="{FF2B5EF4-FFF2-40B4-BE49-F238E27FC236}">
                <a16:creationId xmlns:a16="http://schemas.microsoft.com/office/drawing/2014/main" id="{D07DF250-4C6A-4EBE-98D3-37DC1DAC8EF8}"/>
              </a:ext>
            </a:extLst>
          </p:cNvPr>
          <p:cNvSpPr>
            <a:spLocks noGrp="1"/>
          </p:cNvSpPr>
          <p:nvPr userDrawn="1">
            <p:ph type="body" sz="quarter" idx="35" hasCustomPrompt="1"/>
          </p:nvPr>
        </p:nvSpPr>
        <p:spPr>
          <a:xfrm>
            <a:off x="9321041" y="2339399"/>
            <a:ext cx="2286582" cy="33248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3" name="Rounded Rectangle 111">
            <a:extLst>
              <a:ext uri="{FF2B5EF4-FFF2-40B4-BE49-F238E27FC236}">
                <a16:creationId xmlns:a16="http://schemas.microsoft.com/office/drawing/2014/main" id="{0F7F7BB8-498B-43F1-907A-D23B291A9640}"/>
              </a:ext>
            </a:extLst>
          </p:cNvPr>
          <p:cNvSpPr/>
          <p:nvPr userDrawn="1"/>
        </p:nvSpPr>
        <p:spPr>
          <a:xfrm>
            <a:off x="8165464" y="4635450"/>
            <a:ext cx="2479355" cy="1395964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44" name="Rounded Rectangle 111">
            <a:extLst>
              <a:ext uri="{FF2B5EF4-FFF2-40B4-BE49-F238E27FC236}">
                <a16:creationId xmlns:a16="http://schemas.microsoft.com/office/drawing/2014/main" id="{B7377323-68DB-4903-A483-7DE19FD117D4}"/>
              </a:ext>
            </a:extLst>
          </p:cNvPr>
          <p:cNvSpPr/>
          <p:nvPr userDrawn="1"/>
        </p:nvSpPr>
        <p:spPr>
          <a:xfrm>
            <a:off x="4281488" y="4635450"/>
            <a:ext cx="3648075" cy="1395964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45" name="Rounded Rectangle 111">
            <a:extLst>
              <a:ext uri="{FF2B5EF4-FFF2-40B4-BE49-F238E27FC236}">
                <a16:creationId xmlns:a16="http://schemas.microsoft.com/office/drawing/2014/main" id="{1CAB4B5D-6414-4718-8E42-E7BC03CECE51}"/>
              </a:ext>
            </a:extLst>
          </p:cNvPr>
          <p:cNvSpPr/>
          <p:nvPr userDrawn="1"/>
        </p:nvSpPr>
        <p:spPr>
          <a:xfrm>
            <a:off x="1575782" y="4624354"/>
            <a:ext cx="2468547" cy="1395964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1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Text Placeholder 16">
            <a:extLst>
              <a:ext uri="{FF2B5EF4-FFF2-40B4-BE49-F238E27FC236}">
                <a16:creationId xmlns:a16="http://schemas.microsoft.com/office/drawing/2014/main" id="{DE4F2457-23E3-4200-A7D9-073ED6EF8E1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651850" y="5182921"/>
            <a:ext cx="2276613" cy="65012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50" name="Text Placeholder 54">
            <a:extLst>
              <a:ext uri="{FF2B5EF4-FFF2-40B4-BE49-F238E27FC236}">
                <a16:creationId xmlns:a16="http://schemas.microsoft.com/office/drawing/2014/main" id="{9BFF0329-5D1E-4B11-83C7-5EF18FD8843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651849" y="4894322"/>
            <a:ext cx="2276614" cy="33248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1" name="Text Placeholder 16">
            <a:extLst>
              <a:ext uri="{FF2B5EF4-FFF2-40B4-BE49-F238E27FC236}">
                <a16:creationId xmlns:a16="http://schemas.microsoft.com/office/drawing/2014/main" id="{03F8C9AE-5C77-45A4-AC2D-79CE6F8E0D9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45473" y="5182921"/>
            <a:ext cx="3364430" cy="65012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52" name="Text Placeholder 54">
            <a:extLst>
              <a:ext uri="{FF2B5EF4-FFF2-40B4-BE49-F238E27FC236}">
                <a16:creationId xmlns:a16="http://schemas.microsoft.com/office/drawing/2014/main" id="{D2E9BEAE-8F72-4195-B2FF-D9411BF2C86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445470" y="4894322"/>
            <a:ext cx="3364433" cy="33248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3" name="Text Placeholder 16">
            <a:extLst>
              <a:ext uri="{FF2B5EF4-FFF2-40B4-BE49-F238E27FC236}">
                <a16:creationId xmlns:a16="http://schemas.microsoft.com/office/drawing/2014/main" id="{5FD68C38-A7D5-48FC-B178-258FBC82E34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289799" y="5187546"/>
            <a:ext cx="2286581" cy="65012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54" name="Text Placeholder 54">
            <a:extLst>
              <a:ext uri="{FF2B5EF4-FFF2-40B4-BE49-F238E27FC236}">
                <a16:creationId xmlns:a16="http://schemas.microsoft.com/office/drawing/2014/main" id="{B15A6432-2398-4DAA-B983-292B6888258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289798" y="4898947"/>
            <a:ext cx="2286582" cy="33248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6" name="Picture Placeholder 60">
            <a:extLst>
              <a:ext uri="{FF2B5EF4-FFF2-40B4-BE49-F238E27FC236}">
                <a16:creationId xmlns:a16="http://schemas.microsoft.com/office/drawing/2014/main" id="{A2605BD0-AED5-485C-8BDF-22A29E96BC6E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3424919" y="1108055"/>
            <a:ext cx="2454259" cy="10155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7" name="Picture Placeholder 60">
            <a:extLst>
              <a:ext uri="{FF2B5EF4-FFF2-40B4-BE49-F238E27FC236}">
                <a16:creationId xmlns:a16="http://schemas.microsoft.com/office/drawing/2014/main" id="{824C184D-63FD-47F0-A413-F35482D5EB2F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6298278" y="1101714"/>
            <a:ext cx="2454259" cy="10155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8" name="Picture Placeholder 60">
            <a:extLst>
              <a:ext uri="{FF2B5EF4-FFF2-40B4-BE49-F238E27FC236}">
                <a16:creationId xmlns:a16="http://schemas.microsoft.com/office/drawing/2014/main" id="{5090A780-7D03-4138-9221-5550B00EA144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9196705" y="1101714"/>
            <a:ext cx="2479357" cy="10155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0" name="Picture Placeholder 60">
            <a:extLst>
              <a:ext uri="{FF2B5EF4-FFF2-40B4-BE49-F238E27FC236}">
                <a16:creationId xmlns:a16="http://schemas.microsoft.com/office/drawing/2014/main" id="{D1F558B2-B630-4C7D-B808-CD0294785ECF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4281488" y="3665143"/>
            <a:ext cx="3648075" cy="10155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1" name="Picture Placeholder 60">
            <a:extLst>
              <a:ext uri="{FF2B5EF4-FFF2-40B4-BE49-F238E27FC236}">
                <a16:creationId xmlns:a16="http://schemas.microsoft.com/office/drawing/2014/main" id="{5E4304A1-62BA-4F07-802D-6EE98EA7591E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8172742" y="3661626"/>
            <a:ext cx="2472077" cy="10155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pic>
        <p:nvPicPr>
          <p:cNvPr id="42" name="Graphic 41">
            <a:extLst>
              <a:ext uri="{FF2B5EF4-FFF2-40B4-BE49-F238E27FC236}">
                <a16:creationId xmlns:a16="http://schemas.microsoft.com/office/drawing/2014/main" id="{D1B1B4B3-AA0C-490F-AA65-1662B2FE55D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6847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 userDrawn="1">
          <p15:clr>
            <a:srgbClr val="FBAE40"/>
          </p15:clr>
        </p15:guide>
        <p15:guide id="2" pos="7355" userDrawn="1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x3x5 Content Boxe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11">
            <a:extLst>
              <a:ext uri="{FF2B5EF4-FFF2-40B4-BE49-F238E27FC236}">
                <a16:creationId xmlns:a16="http://schemas.microsoft.com/office/drawing/2014/main" id="{5C6D6F07-9B76-4830-8B39-A1C3E56D94FD}"/>
              </a:ext>
            </a:extLst>
          </p:cNvPr>
          <p:cNvSpPr/>
          <p:nvPr userDrawn="1"/>
        </p:nvSpPr>
        <p:spPr>
          <a:xfrm>
            <a:off x="515685" y="1544933"/>
            <a:ext cx="3494227" cy="4632053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endParaRPr lang="en-US" sz="1400" b="1">
              <a:solidFill>
                <a:srgbClr val="FFB81C"/>
              </a:solidFill>
              <a:latin typeface="Reso" panose="02000000000000000000" pitchFamily="2" charset="0"/>
              <a:ea typeface="Roboto" panose="02000000000000000000" pitchFamily="2" charset="0"/>
            </a:endParaRPr>
          </a:p>
          <a:p>
            <a:endParaRPr lang="en-US" sz="1400" b="1">
              <a:solidFill>
                <a:srgbClr val="FFB81C"/>
              </a:solidFill>
              <a:latin typeface="Reso" panose="02000000000000000000" pitchFamily="2" charset="0"/>
              <a:ea typeface="Roboto" panose="02000000000000000000" pitchFamily="2" charset="0"/>
            </a:endParaRPr>
          </a:p>
          <a:p>
            <a:r>
              <a: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rPr>
              <a:t>	</a:t>
            </a:r>
          </a:p>
          <a:p>
            <a:endParaRPr lang="en-US" sz="1400" b="1">
              <a:solidFill>
                <a:srgbClr val="FFB81C"/>
              </a:solidFill>
              <a:latin typeface="Reso" panose="02000000000000000000" pitchFamily="2" charset="0"/>
              <a:ea typeface="Roboto" panose="02000000000000000000" pitchFamily="2" charset="0"/>
            </a:endParaRPr>
          </a:p>
          <a:p>
            <a:endParaRPr lang="en-US" sz="1400" b="1">
              <a:solidFill>
                <a:srgbClr val="FFB81C"/>
              </a:solidFill>
              <a:latin typeface="Reso" panose="02000000000000000000" pitchFamily="2" charset="0"/>
              <a:ea typeface="Roboto" panose="02000000000000000000" pitchFamily="2" charset="0"/>
            </a:endParaRPr>
          </a:p>
          <a:p>
            <a:endParaRPr lang="en-US" sz="1400" b="1">
              <a:solidFill>
                <a:srgbClr val="FFB81C"/>
              </a:solidFill>
              <a:latin typeface="Reso" panose="02000000000000000000" pitchFamily="2" charset="0"/>
              <a:ea typeface="Roboto" panose="02000000000000000000" pitchFamily="2" charset="0"/>
            </a:endParaRPr>
          </a:p>
          <a:p>
            <a:endParaRPr lang="en-US" sz="1000">
              <a:solidFill>
                <a:schemeClr val="tx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endParaRPr lang="en-US" sz="1000">
              <a:solidFill>
                <a:schemeClr val="tx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>
              <a:lnSpc>
                <a:spcPct val="130000"/>
              </a:lnSpc>
            </a:pPr>
            <a:endParaRPr lang="en-US" sz="1000">
              <a:solidFill>
                <a:schemeClr val="tx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64" name="Picture Placeholder 60">
            <a:extLst>
              <a:ext uri="{FF2B5EF4-FFF2-40B4-BE49-F238E27FC236}">
                <a16:creationId xmlns:a16="http://schemas.microsoft.com/office/drawing/2014/main" id="{06DA0159-ADC7-44DC-8307-A1B0E1B7A1BE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680485" y="1912622"/>
            <a:ext cx="1008000" cy="5163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B99AA9B-46D6-4AAA-B038-0B8350754EB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0" imgH="469" progId="TCLayout.ActiveDocument.1">
                  <p:embed/>
                </p:oleObj>
              </mc:Choice>
              <mc:Fallback>
                <p:oleObj name="think-cell Slide" r:id="rId3" imgW="470" imgH="46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B99AA9B-46D6-4AAA-B038-0B8350754E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5F2CA1B-3939-4DCE-9E10-F3B5F0CD37F0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1DF24D9-3A02-4259-938B-03F9408BCA00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bg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0513E609-7EE6-4C3D-94A8-329472A3A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1" y="351698"/>
            <a:ext cx="10183209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7" name="Rounded Rectangle 111">
            <a:extLst>
              <a:ext uri="{FF2B5EF4-FFF2-40B4-BE49-F238E27FC236}">
                <a16:creationId xmlns:a16="http://schemas.microsoft.com/office/drawing/2014/main" id="{1E610FE5-CAEF-4C37-BDBE-79D08AE0BCC6}"/>
              </a:ext>
            </a:extLst>
          </p:cNvPr>
          <p:cNvSpPr/>
          <p:nvPr userDrawn="1"/>
        </p:nvSpPr>
        <p:spPr>
          <a:xfrm>
            <a:off x="4979445" y="1544933"/>
            <a:ext cx="2639360" cy="4632053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18" name="Rounded Rectangle 111">
            <a:extLst>
              <a:ext uri="{FF2B5EF4-FFF2-40B4-BE49-F238E27FC236}">
                <a16:creationId xmlns:a16="http://schemas.microsoft.com/office/drawing/2014/main" id="{63B64655-790E-4ED7-B9CF-F0B1C59588E8}"/>
              </a:ext>
            </a:extLst>
          </p:cNvPr>
          <p:cNvSpPr/>
          <p:nvPr userDrawn="1"/>
        </p:nvSpPr>
        <p:spPr>
          <a:xfrm>
            <a:off x="8532401" y="1544933"/>
            <a:ext cx="3143661" cy="4632053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endParaRPr lang="en-US" sz="1400" b="1">
              <a:solidFill>
                <a:srgbClr val="FFB81C"/>
              </a:solidFill>
              <a:latin typeface="Reso" panose="02000000000000000000" pitchFamily="2" charset="0"/>
              <a:ea typeface="Roboto" panose="02000000000000000000" pitchFamily="2" charset="0"/>
            </a:endParaRPr>
          </a:p>
          <a:p>
            <a:endParaRPr lang="en-US" sz="1400" b="1">
              <a:solidFill>
                <a:srgbClr val="FFB81C"/>
              </a:solidFill>
              <a:latin typeface="Reso" panose="02000000000000000000" pitchFamily="2" charset="0"/>
              <a:ea typeface="Roboto" panose="02000000000000000000" pitchFamily="2" charset="0"/>
            </a:endParaRPr>
          </a:p>
          <a:p>
            <a:r>
              <a: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rPr>
              <a:t>	</a:t>
            </a:r>
          </a:p>
          <a:p>
            <a:endParaRPr lang="en-US" sz="1400" b="1">
              <a:solidFill>
                <a:srgbClr val="FFB81C"/>
              </a:solidFill>
              <a:latin typeface="Reso" panose="02000000000000000000" pitchFamily="2" charset="0"/>
              <a:ea typeface="Roboto" panose="02000000000000000000" pitchFamily="2" charset="0"/>
            </a:endParaRPr>
          </a:p>
          <a:p>
            <a:endParaRPr lang="en-US" sz="1400" b="1">
              <a:solidFill>
                <a:srgbClr val="FFB81C"/>
              </a:solidFill>
              <a:latin typeface="Reso" panose="02000000000000000000" pitchFamily="2" charset="0"/>
              <a:ea typeface="Roboto" panose="02000000000000000000" pitchFamily="2" charset="0"/>
            </a:endParaRPr>
          </a:p>
          <a:p>
            <a:endParaRPr lang="en-US" sz="1400" b="1">
              <a:solidFill>
                <a:srgbClr val="FFB81C"/>
              </a:solidFill>
              <a:latin typeface="Reso" panose="02000000000000000000" pitchFamily="2" charset="0"/>
              <a:ea typeface="Roboto" panose="02000000000000000000" pitchFamily="2" charset="0"/>
            </a:endParaRPr>
          </a:p>
          <a:p>
            <a:endParaRPr lang="en-US" sz="1000">
              <a:solidFill>
                <a:schemeClr val="tx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endParaRPr lang="en-US" sz="1000">
              <a:solidFill>
                <a:schemeClr val="tx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>
              <a:lnSpc>
                <a:spcPct val="130000"/>
              </a:lnSpc>
            </a:pPr>
            <a:endParaRPr lang="en-US" sz="1000">
              <a:solidFill>
                <a:schemeClr val="tx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grpSp>
        <p:nvGrpSpPr>
          <p:cNvPr id="21" name="Gruppieren 14">
            <a:extLst>
              <a:ext uri="{FF2B5EF4-FFF2-40B4-BE49-F238E27FC236}">
                <a16:creationId xmlns:a16="http://schemas.microsoft.com/office/drawing/2014/main" id="{71C5CD0B-1DE0-4905-BC9C-10E101642392}"/>
              </a:ext>
            </a:extLst>
          </p:cNvPr>
          <p:cNvGrpSpPr/>
          <p:nvPr userDrawn="1"/>
        </p:nvGrpSpPr>
        <p:grpSpPr>
          <a:xfrm>
            <a:off x="4253434" y="3285903"/>
            <a:ext cx="489344" cy="489344"/>
            <a:chOff x="4234157" y="4026187"/>
            <a:chExt cx="489344" cy="489344"/>
          </a:xfrm>
        </p:grpSpPr>
        <p:sp>
          <p:nvSpPr>
            <p:cNvPr id="22" name="Isosceles Triangle 30">
              <a:extLst>
                <a:ext uri="{FF2B5EF4-FFF2-40B4-BE49-F238E27FC236}">
                  <a16:creationId xmlns:a16="http://schemas.microsoft.com/office/drawing/2014/main" id="{7E86CF3E-A343-48B6-A757-DB7AE3E57ECB}"/>
                </a:ext>
              </a:extLst>
            </p:cNvPr>
            <p:cNvSpPr/>
            <p:nvPr/>
          </p:nvSpPr>
          <p:spPr>
            <a:xfrm rot="16200000" flipV="1">
              <a:off x="4234157" y="4026187"/>
              <a:ext cx="489344" cy="489344"/>
            </a:xfrm>
            <a:prstGeom prst="triangle">
              <a:avLst/>
            </a:prstGeom>
            <a:solidFill>
              <a:srgbClr val="FAB117">
                <a:alpha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23" name="Isosceles Triangle 30">
              <a:extLst>
                <a:ext uri="{FF2B5EF4-FFF2-40B4-BE49-F238E27FC236}">
                  <a16:creationId xmlns:a16="http://schemas.microsoft.com/office/drawing/2014/main" id="{D42A970C-1B52-4200-B486-083BF61F2610}"/>
                </a:ext>
              </a:extLst>
            </p:cNvPr>
            <p:cNvSpPr/>
            <p:nvPr/>
          </p:nvSpPr>
          <p:spPr>
            <a:xfrm rot="16200000" flipV="1">
              <a:off x="4234157" y="4144860"/>
              <a:ext cx="252000" cy="252000"/>
            </a:xfrm>
            <a:prstGeom prst="triangle">
              <a:avLst/>
            </a:prstGeom>
            <a:solidFill>
              <a:srgbClr val="FAB11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</p:grpSp>
      <p:grpSp>
        <p:nvGrpSpPr>
          <p:cNvPr id="24" name="Gruppieren 15">
            <a:extLst>
              <a:ext uri="{FF2B5EF4-FFF2-40B4-BE49-F238E27FC236}">
                <a16:creationId xmlns:a16="http://schemas.microsoft.com/office/drawing/2014/main" id="{32049CCE-1C17-47E5-869E-1D89C53A6E54}"/>
              </a:ext>
            </a:extLst>
          </p:cNvPr>
          <p:cNvGrpSpPr/>
          <p:nvPr userDrawn="1"/>
        </p:nvGrpSpPr>
        <p:grpSpPr>
          <a:xfrm rot="10800000">
            <a:off x="7862467" y="3280908"/>
            <a:ext cx="489344" cy="489344"/>
            <a:chOff x="4234157" y="4026187"/>
            <a:chExt cx="489344" cy="489344"/>
          </a:xfrm>
        </p:grpSpPr>
        <p:sp>
          <p:nvSpPr>
            <p:cNvPr id="25" name="Isosceles Triangle 30">
              <a:extLst>
                <a:ext uri="{FF2B5EF4-FFF2-40B4-BE49-F238E27FC236}">
                  <a16:creationId xmlns:a16="http://schemas.microsoft.com/office/drawing/2014/main" id="{3D69F51E-43FD-486C-A747-EF410CD19332}"/>
                </a:ext>
              </a:extLst>
            </p:cNvPr>
            <p:cNvSpPr/>
            <p:nvPr/>
          </p:nvSpPr>
          <p:spPr>
            <a:xfrm rot="16200000" flipV="1">
              <a:off x="4234157" y="4026187"/>
              <a:ext cx="489344" cy="489344"/>
            </a:xfrm>
            <a:prstGeom prst="triangle">
              <a:avLst/>
            </a:prstGeom>
            <a:solidFill>
              <a:srgbClr val="FAB117">
                <a:alpha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26" name="Isosceles Triangle 30">
              <a:extLst>
                <a:ext uri="{FF2B5EF4-FFF2-40B4-BE49-F238E27FC236}">
                  <a16:creationId xmlns:a16="http://schemas.microsoft.com/office/drawing/2014/main" id="{58396D8C-F68F-49EC-9DB6-7EB8329286C7}"/>
                </a:ext>
              </a:extLst>
            </p:cNvPr>
            <p:cNvSpPr/>
            <p:nvPr/>
          </p:nvSpPr>
          <p:spPr>
            <a:xfrm rot="16200000" flipV="1">
              <a:off x="4234157" y="4144860"/>
              <a:ext cx="252000" cy="252000"/>
            </a:xfrm>
            <a:prstGeom prst="triangle">
              <a:avLst/>
            </a:prstGeom>
            <a:solidFill>
              <a:srgbClr val="FAB11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</p:grpSp>
      <p:sp>
        <p:nvSpPr>
          <p:cNvPr id="43" name="Text Placeholder 54">
            <a:extLst>
              <a:ext uri="{FF2B5EF4-FFF2-40B4-BE49-F238E27FC236}">
                <a16:creationId xmlns:a16="http://schemas.microsoft.com/office/drawing/2014/main" id="{D8C2F8C1-D500-46A8-B1F1-4C0C29E1603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925150" y="2138389"/>
            <a:ext cx="2037249" cy="19284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50">
                <a:solidFill>
                  <a:schemeClr val="tx1"/>
                </a:solidFill>
                <a:latin typeface="+mn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4" name="Text Placeholder 54">
            <a:extLst>
              <a:ext uri="{FF2B5EF4-FFF2-40B4-BE49-F238E27FC236}">
                <a16:creationId xmlns:a16="http://schemas.microsoft.com/office/drawing/2014/main" id="{A2A10757-D48E-4202-9BCA-471DB6B648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5684" y="1172925"/>
            <a:ext cx="3494226" cy="2463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 TEXT</a:t>
            </a:r>
          </a:p>
        </p:txBody>
      </p:sp>
      <p:sp>
        <p:nvSpPr>
          <p:cNvPr id="45" name="Text Placeholder 54">
            <a:extLst>
              <a:ext uri="{FF2B5EF4-FFF2-40B4-BE49-F238E27FC236}">
                <a16:creationId xmlns:a16="http://schemas.microsoft.com/office/drawing/2014/main" id="{21B72DB2-8FDE-4B05-9135-0F3FB02FD6D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89901" y="1167953"/>
            <a:ext cx="2628904" cy="2463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 TEXT</a:t>
            </a:r>
          </a:p>
        </p:txBody>
      </p:sp>
      <p:sp>
        <p:nvSpPr>
          <p:cNvPr id="46" name="Text Placeholder 54">
            <a:extLst>
              <a:ext uri="{FF2B5EF4-FFF2-40B4-BE49-F238E27FC236}">
                <a16:creationId xmlns:a16="http://schemas.microsoft.com/office/drawing/2014/main" id="{ECCBAA20-9F5F-4D13-A1F8-54AA1E265B4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532401" y="1175863"/>
            <a:ext cx="3143662" cy="26682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 TEXT</a:t>
            </a:r>
          </a:p>
        </p:txBody>
      </p:sp>
      <p:sp>
        <p:nvSpPr>
          <p:cNvPr id="47" name="Text Placeholder 54">
            <a:extLst>
              <a:ext uri="{FF2B5EF4-FFF2-40B4-BE49-F238E27FC236}">
                <a16:creationId xmlns:a16="http://schemas.microsoft.com/office/drawing/2014/main" id="{8347DF4A-B100-42F7-A66E-A94C2A0E37C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978339" y="1875599"/>
            <a:ext cx="1615145" cy="5220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 TEXT</a:t>
            </a:r>
          </a:p>
        </p:txBody>
      </p:sp>
      <p:sp>
        <p:nvSpPr>
          <p:cNvPr id="48" name="Text Placeholder 54">
            <a:extLst>
              <a:ext uri="{FF2B5EF4-FFF2-40B4-BE49-F238E27FC236}">
                <a16:creationId xmlns:a16="http://schemas.microsoft.com/office/drawing/2014/main" id="{86E2E26A-E294-48AB-8C28-BEC7D1CF167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978338" y="2718013"/>
            <a:ext cx="1615145" cy="5220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 TEXT</a:t>
            </a:r>
          </a:p>
        </p:txBody>
      </p:sp>
      <p:sp>
        <p:nvSpPr>
          <p:cNvPr id="49" name="Text Placeholder 54">
            <a:extLst>
              <a:ext uri="{FF2B5EF4-FFF2-40B4-BE49-F238E27FC236}">
                <a16:creationId xmlns:a16="http://schemas.microsoft.com/office/drawing/2014/main" id="{4B507910-D07C-43A7-B201-BE2073C6E39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978337" y="3537044"/>
            <a:ext cx="1615145" cy="5220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 TEXT</a:t>
            </a:r>
          </a:p>
        </p:txBody>
      </p:sp>
      <p:sp>
        <p:nvSpPr>
          <p:cNvPr id="50" name="Text Placeholder 54">
            <a:extLst>
              <a:ext uri="{FF2B5EF4-FFF2-40B4-BE49-F238E27FC236}">
                <a16:creationId xmlns:a16="http://schemas.microsoft.com/office/drawing/2014/main" id="{3B1E397A-F212-4CF7-AEE6-32B181E22E9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968612" y="4347903"/>
            <a:ext cx="1615145" cy="5220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 TEXT</a:t>
            </a:r>
          </a:p>
        </p:txBody>
      </p:sp>
      <p:sp>
        <p:nvSpPr>
          <p:cNvPr id="51" name="Text Placeholder 54">
            <a:extLst>
              <a:ext uri="{FF2B5EF4-FFF2-40B4-BE49-F238E27FC236}">
                <a16:creationId xmlns:a16="http://schemas.microsoft.com/office/drawing/2014/main" id="{05A1F855-9D67-4311-B81F-E632B928A46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968612" y="5178793"/>
            <a:ext cx="1615145" cy="5220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 TEXT</a:t>
            </a:r>
          </a:p>
        </p:txBody>
      </p:sp>
      <p:sp>
        <p:nvSpPr>
          <p:cNvPr id="52" name="Text Placeholder 54">
            <a:extLst>
              <a:ext uri="{FF2B5EF4-FFF2-40B4-BE49-F238E27FC236}">
                <a16:creationId xmlns:a16="http://schemas.microsoft.com/office/drawing/2014/main" id="{74BE8A1F-3CC0-4FF2-9E12-802CF198EF0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925149" y="1906951"/>
            <a:ext cx="2037249" cy="19284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3" name="Text Placeholder 54">
            <a:extLst>
              <a:ext uri="{FF2B5EF4-FFF2-40B4-BE49-F238E27FC236}">
                <a16:creationId xmlns:a16="http://schemas.microsoft.com/office/drawing/2014/main" id="{2E2A10F6-C909-4332-9E23-D199EF9ECD0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925149" y="3004271"/>
            <a:ext cx="2037249" cy="19284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50">
                <a:solidFill>
                  <a:schemeClr val="tx1"/>
                </a:solidFill>
                <a:latin typeface="+mn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4" name="Text Placeholder 54">
            <a:extLst>
              <a:ext uri="{FF2B5EF4-FFF2-40B4-BE49-F238E27FC236}">
                <a16:creationId xmlns:a16="http://schemas.microsoft.com/office/drawing/2014/main" id="{D75924AF-7813-4671-AB28-7669812B82A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925148" y="2772833"/>
            <a:ext cx="2037249" cy="19284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C9FCC405-16E9-4522-8382-573960A3D96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906358" y="3867038"/>
            <a:ext cx="2037249" cy="19284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50">
                <a:solidFill>
                  <a:schemeClr val="tx1"/>
                </a:solidFill>
                <a:latin typeface="+mn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6" name="Text Placeholder 54">
            <a:extLst>
              <a:ext uri="{FF2B5EF4-FFF2-40B4-BE49-F238E27FC236}">
                <a16:creationId xmlns:a16="http://schemas.microsoft.com/office/drawing/2014/main" id="{11E4A3D1-F3C9-4C12-B033-6A1F323D464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906357" y="3635600"/>
            <a:ext cx="2037249" cy="19284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7" name="Text Placeholder 54">
            <a:extLst>
              <a:ext uri="{FF2B5EF4-FFF2-40B4-BE49-F238E27FC236}">
                <a16:creationId xmlns:a16="http://schemas.microsoft.com/office/drawing/2014/main" id="{8FF892E1-7422-40C3-979F-4D503800D2F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906358" y="4743583"/>
            <a:ext cx="2037249" cy="19284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50">
                <a:solidFill>
                  <a:schemeClr val="tx1"/>
                </a:solidFill>
                <a:latin typeface="+mn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8" name="Text Placeholder 54">
            <a:extLst>
              <a:ext uri="{FF2B5EF4-FFF2-40B4-BE49-F238E27FC236}">
                <a16:creationId xmlns:a16="http://schemas.microsoft.com/office/drawing/2014/main" id="{9FDF0BCF-990D-4F08-AE13-45407EA04D5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906357" y="4512145"/>
            <a:ext cx="2037249" cy="19284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9" name="Text Placeholder 54">
            <a:extLst>
              <a:ext uri="{FF2B5EF4-FFF2-40B4-BE49-F238E27FC236}">
                <a16:creationId xmlns:a16="http://schemas.microsoft.com/office/drawing/2014/main" id="{04574077-DBB0-495F-88B7-9D3BEE37DBAC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151208" y="2128766"/>
            <a:ext cx="2322743" cy="1897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50">
                <a:solidFill>
                  <a:schemeClr val="tx1"/>
                </a:solidFill>
                <a:latin typeface="+mn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0" name="Text Placeholder 54">
            <a:extLst>
              <a:ext uri="{FF2B5EF4-FFF2-40B4-BE49-F238E27FC236}">
                <a16:creationId xmlns:a16="http://schemas.microsoft.com/office/drawing/2014/main" id="{FF795FBF-7853-42D4-A523-F6C2D21443DD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151207" y="1906952"/>
            <a:ext cx="2322743" cy="1897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1" name="Text Placeholder 54">
            <a:extLst>
              <a:ext uri="{FF2B5EF4-FFF2-40B4-BE49-F238E27FC236}">
                <a16:creationId xmlns:a16="http://schemas.microsoft.com/office/drawing/2014/main" id="{19F5BB05-CA0D-4902-A46F-7063D48FE0B2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151207" y="3517765"/>
            <a:ext cx="2322743" cy="1897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50">
                <a:solidFill>
                  <a:schemeClr val="tx1"/>
                </a:solidFill>
                <a:latin typeface="+mn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2" name="Text Placeholder 54">
            <a:extLst>
              <a:ext uri="{FF2B5EF4-FFF2-40B4-BE49-F238E27FC236}">
                <a16:creationId xmlns:a16="http://schemas.microsoft.com/office/drawing/2014/main" id="{CFC8E08F-CF4D-4533-95B7-71C76EE4DDD0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151206" y="3295951"/>
            <a:ext cx="2322743" cy="1897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6" name="Text Placeholder 54">
            <a:extLst>
              <a:ext uri="{FF2B5EF4-FFF2-40B4-BE49-F238E27FC236}">
                <a16:creationId xmlns:a16="http://schemas.microsoft.com/office/drawing/2014/main" id="{C9070BC9-0306-497A-857A-E0ED91BF0607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151207" y="4768548"/>
            <a:ext cx="2322743" cy="1897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50">
                <a:solidFill>
                  <a:schemeClr val="tx1"/>
                </a:solidFill>
                <a:latin typeface="+mn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7" name="Text Placeholder 54">
            <a:extLst>
              <a:ext uri="{FF2B5EF4-FFF2-40B4-BE49-F238E27FC236}">
                <a16:creationId xmlns:a16="http://schemas.microsoft.com/office/drawing/2014/main" id="{A54435DA-D825-423F-B318-94C37C7DAF0D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5151206" y="4546734"/>
            <a:ext cx="2322743" cy="1897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8" name="Text Placeholder 54">
            <a:extLst>
              <a:ext uri="{FF2B5EF4-FFF2-40B4-BE49-F238E27FC236}">
                <a16:creationId xmlns:a16="http://schemas.microsoft.com/office/drawing/2014/main" id="{699B2519-BF37-44EA-996D-FB43AF092EA2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906357" y="5606387"/>
            <a:ext cx="2037249" cy="19284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50">
                <a:solidFill>
                  <a:schemeClr val="tx1"/>
                </a:solidFill>
                <a:latin typeface="+mn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9" name="Text Placeholder 54">
            <a:extLst>
              <a:ext uri="{FF2B5EF4-FFF2-40B4-BE49-F238E27FC236}">
                <a16:creationId xmlns:a16="http://schemas.microsoft.com/office/drawing/2014/main" id="{E3AD29B7-8239-471A-AD98-69323FC0597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906356" y="5374949"/>
            <a:ext cx="2037249" cy="19284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5" name="Picture Placeholder 60">
            <a:extLst>
              <a:ext uri="{FF2B5EF4-FFF2-40B4-BE49-F238E27FC236}">
                <a16:creationId xmlns:a16="http://schemas.microsoft.com/office/drawing/2014/main" id="{8BF316CA-FDB8-48D9-9559-0CF94034E682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680485" y="2771336"/>
            <a:ext cx="1008000" cy="5163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70" name="Picture Placeholder 60">
            <a:extLst>
              <a:ext uri="{FF2B5EF4-FFF2-40B4-BE49-F238E27FC236}">
                <a16:creationId xmlns:a16="http://schemas.microsoft.com/office/drawing/2014/main" id="{B646B375-76DF-453E-8D34-37042074D15C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679389" y="3637409"/>
            <a:ext cx="1008000" cy="5163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72" name="Picture Placeholder 60">
            <a:extLst>
              <a:ext uri="{FF2B5EF4-FFF2-40B4-BE49-F238E27FC236}">
                <a16:creationId xmlns:a16="http://schemas.microsoft.com/office/drawing/2014/main" id="{CD4AC155-CAC5-4FCF-8800-30F4736B0ADF}"/>
              </a:ext>
            </a:extLst>
          </p:cNvPr>
          <p:cNvSpPr>
            <a:spLocks noGrp="1"/>
          </p:cNvSpPr>
          <p:nvPr>
            <p:ph type="pic" sz="quarter" idx="55"/>
          </p:nvPr>
        </p:nvSpPr>
        <p:spPr>
          <a:xfrm>
            <a:off x="680485" y="4512145"/>
            <a:ext cx="1008000" cy="5163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73" name="Picture Placeholder 60">
            <a:extLst>
              <a:ext uri="{FF2B5EF4-FFF2-40B4-BE49-F238E27FC236}">
                <a16:creationId xmlns:a16="http://schemas.microsoft.com/office/drawing/2014/main" id="{3DC3DF9E-8F9C-4218-BC8A-AE6306F01DC1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679389" y="5378218"/>
            <a:ext cx="1008000" cy="5163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74" name="Picture Placeholder 60">
            <a:extLst>
              <a:ext uri="{FF2B5EF4-FFF2-40B4-BE49-F238E27FC236}">
                <a16:creationId xmlns:a16="http://schemas.microsoft.com/office/drawing/2014/main" id="{32E2644B-8D76-44DF-90BA-70D7885F7C3C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8750820" y="1870601"/>
            <a:ext cx="1008000" cy="5163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75" name="Picture Placeholder 60">
            <a:extLst>
              <a:ext uri="{FF2B5EF4-FFF2-40B4-BE49-F238E27FC236}">
                <a16:creationId xmlns:a16="http://schemas.microsoft.com/office/drawing/2014/main" id="{FC3DE6AE-3877-47B8-8D26-49403702734E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8750820" y="2729315"/>
            <a:ext cx="1008000" cy="5163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76" name="Picture Placeholder 60">
            <a:extLst>
              <a:ext uri="{FF2B5EF4-FFF2-40B4-BE49-F238E27FC236}">
                <a16:creationId xmlns:a16="http://schemas.microsoft.com/office/drawing/2014/main" id="{C1E96E6C-F3C0-4253-8493-57AA6935316A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8749724" y="3533245"/>
            <a:ext cx="1008000" cy="5163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77" name="Picture Placeholder 60">
            <a:extLst>
              <a:ext uri="{FF2B5EF4-FFF2-40B4-BE49-F238E27FC236}">
                <a16:creationId xmlns:a16="http://schemas.microsoft.com/office/drawing/2014/main" id="{465111AF-93FD-4F31-92B3-DE80D05037FB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8750820" y="4347086"/>
            <a:ext cx="1008000" cy="5163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78" name="Picture Placeholder 60">
            <a:extLst>
              <a:ext uri="{FF2B5EF4-FFF2-40B4-BE49-F238E27FC236}">
                <a16:creationId xmlns:a16="http://schemas.microsoft.com/office/drawing/2014/main" id="{EB2C2F00-B5E0-4778-8A65-3C84F03CE6C2}"/>
              </a:ext>
            </a:extLst>
          </p:cNvPr>
          <p:cNvSpPr>
            <a:spLocks noGrp="1"/>
          </p:cNvSpPr>
          <p:nvPr>
            <p:ph type="pic" sz="quarter" idx="61"/>
          </p:nvPr>
        </p:nvSpPr>
        <p:spPr>
          <a:xfrm>
            <a:off x="8749724" y="5178793"/>
            <a:ext cx="1008000" cy="5163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pic>
        <p:nvPicPr>
          <p:cNvPr id="63" name="Graphic 62">
            <a:extLst>
              <a:ext uri="{FF2B5EF4-FFF2-40B4-BE49-F238E27FC236}">
                <a16:creationId xmlns:a16="http://schemas.microsoft.com/office/drawing/2014/main" id="{A12328AC-FCB2-46EF-B59D-BF15CF96C829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sp>
        <p:nvSpPr>
          <p:cNvPr id="71" name="TextBox 28">
            <a:extLst>
              <a:ext uri="{FF2B5EF4-FFF2-40B4-BE49-F238E27FC236}">
                <a16:creationId xmlns:a16="http://schemas.microsoft.com/office/drawing/2014/main" id="{8679104F-73D2-4249-A154-089F769BC063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bg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bg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7301239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355" userDrawn="1">
          <p15:clr>
            <a:srgbClr val="FBAE40"/>
          </p15:clr>
        </p15:guide>
        <p15:guide id="2" pos="325" userDrawn="1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ustries 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unded Rectangle 111">
            <a:extLst>
              <a:ext uri="{FF2B5EF4-FFF2-40B4-BE49-F238E27FC236}">
                <a16:creationId xmlns:a16="http://schemas.microsoft.com/office/drawing/2014/main" id="{61677DD8-6555-4051-A5DC-CA32846F7921}"/>
              </a:ext>
            </a:extLst>
          </p:cNvPr>
          <p:cNvSpPr/>
          <p:nvPr userDrawn="1"/>
        </p:nvSpPr>
        <p:spPr>
          <a:xfrm>
            <a:off x="9445946" y="3540479"/>
            <a:ext cx="2218546" cy="2648291"/>
          </a:xfrm>
          <a:prstGeom prst="roundRect">
            <a:avLst>
              <a:gd name="adj" fmla="val 0"/>
            </a:avLst>
          </a:prstGeom>
          <a:solidFill>
            <a:schemeClr val="bg1">
              <a:lumMod val="65000"/>
              <a:lumOff val="35000"/>
              <a:alpha val="20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 algn="ctr"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36" name="Rounded Rectangle 111">
            <a:extLst>
              <a:ext uri="{FF2B5EF4-FFF2-40B4-BE49-F238E27FC236}">
                <a16:creationId xmlns:a16="http://schemas.microsoft.com/office/drawing/2014/main" id="{D6CBBB5B-D666-463A-8E2B-A71221EE6919}"/>
              </a:ext>
            </a:extLst>
          </p:cNvPr>
          <p:cNvSpPr/>
          <p:nvPr userDrawn="1"/>
        </p:nvSpPr>
        <p:spPr>
          <a:xfrm>
            <a:off x="2648521" y="3558962"/>
            <a:ext cx="1929962" cy="2648291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 algn="ctr"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123" name="Rounded Rectangle 111">
            <a:extLst>
              <a:ext uri="{FF2B5EF4-FFF2-40B4-BE49-F238E27FC236}">
                <a16:creationId xmlns:a16="http://schemas.microsoft.com/office/drawing/2014/main" id="{583C2B51-4A13-4BE5-9979-C28ECCEED235}"/>
              </a:ext>
            </a:extLst>
          </p:cNvPr>
          <p:cNvSpPr/>
          <p:nvPr userDrawn="1"/>
        </p:nvSpPr>
        <p:spPr>
          <a:xfrm>
            <a:off x="6927082" y="3548804"/>
            <a:ext cx="1929962" cy="2648291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t"/>
          <a:lstStyle/>
          <a:p>
            <a:pPr algn="ctr"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3" name="Rounded Rectangle 111">
            <a:extLst>
              <a:ext uri="{FF2B5EF4-FFF2-40B4-BE49-F238E27FC236}">
                <a16:creationId xmlns:a16="http://schemas.microsoft.com/office/drawing/2014/main" id="{CAA33FA8-86B9-4B66-BC5E-092BEE6C9565}"/>
              </a:ext>
            </a:extLst>
          </p:cNvPr>
          <p:cNvSpPr/>
          <p:nvPr userDrawn="1"/>
        </p:nvSpPr>
        <p:spPr>
          <a:xfrm>
            <a:off x="9439686" y="3545819"/>
            <a:ext cx="2254206" cy="2648292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4" name="Rounded Rectangle 111">
            <a:extLst>
              <a:ext uri="{FF2B5EF4-FFF2-40B4-BE49-F238E27FC236}">
                <a16:creationId xmlns:a16="http://schemas.microsoft.com/office/drawing/2014/main" id="{4EE1BD4C-7B3A-465E-A1D4-F013FCD3A40A}"/>
              </a:ext>
            </a:extLst>
          </p:cNvPr>
          <p:cNvSpPr/>
          <p:nvPr userDrawn="1"/>
        </p:nvSpPr>
        <p:spPr>
          <a:xfrm>
            <a:off x="4787802" y="3545819"/>
            <a:ext cx="1929962" cy="2648291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t"/>
          <a:lstStyle/>
          <a:p>
            <a:pPr algn="ctr"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5" name="Rounded Rectangle 111">
            <a:extLst>
              <a:ext uri="{FF2B5EF4-FFF2-40B4-BE49-F238E27FC236}">
                <a16:creationId xmlns:a16="http://schemas.microsoft.com/office/drawing/2014/main" id="{82F5AA30-B9D1-40E8-9F30-BC3547B0D21A}"/>
              </a:ext>
            </a:extLst>
          </p:cNvPr>
          <p:cNvSpPr/>
          <p:nvPr userDrawn="1"/>
        </p:nvSpPr>
        <p:spPr>
          <a:xfrm>
            <a:off x="509241" y="3551222"/>
            <a:ext cx="1929962" cy="2648291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 algn="ctr"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85" name="Title 1">
            <a:extLst>
              <a:ext uri="{FF2B5EF4-FFF2-40B4-BE49-F238E27FC236}">
                <a16:creationId xmlns:a16="http://schemas.microsoft.com/office/drawing/2014/main" id="{1833EBAB-5D94-4C53-822E-CDD810EDE80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491411" y="351698"/>
            <a:ext cx="10010685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  <a:ea typeface="Roboto" panose="02000000000000000000" pitchFamily="2" charset="0"/>
              </a:defRPr>
            </a:lvl1pPr>
          </a:lstStyle>
          <a:p>
            <a:endParaRPr lang="en-US"/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7D5AA081-B814-42BC-9178-4289F6BD8D80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3DB28997-F44E-449A-A63F-8E41503DC299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92" name="Text Placeholder 54">
            <a:extLst>
              <a:ext uri="{FF2B5EF4-FFF2-40B4-BE49-F238E27FC236}">
                <a16:creationId xmlns:a16="http://schemas.microsoft.com/office/drawing/2014/main" id="{0319A3D5-9C50-49A9-93D6-AA19076A9F23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1887664" y="997401"/>
            <a:ext cx="2718673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3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1.2 Billion</a:t>
            </a:r>
          </a:p>
        </p:txBody>
      </p:sp>
      <p:sp>
        <p:nvSpPr>
          <p:cNvPr id="93" name="Text Placeholder 54">
            <a:extLst>
              <a:ext uri="{FF2B5EF4-FFF2-40B4-BE49-F238E27FC236}">
                <a16:creationId xmlns:a16="http://schemas.microsoft.com/office/drawing/2014/main" id="{10A0EFE4-B0AF-42C8-92BE-DA468C0FE365}"/>
              </a:ext>
            </a:extLst>
          </p:cNvPr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4724400" y="997400"/>
            <a:ext cx="2743200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3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2X</a:t>
            </a:r>
          </a:p>
        </p:txBody>
      </p:sp>
      <p:sp>
        <p:nvSpPr>
          <p:cNvPr id="94" name="Text Placeholder 54">
            <a:extLst>
              <a:ext uri="{FF2B5EF4-FFF2-40B4-BE49-F238E27FC236}">
                <a16:creationId xmlns:a16="http://schemas.microsoft.com/office/drawing/2014/main" id="{9D342EBF-558E-4C25-BA75-9E7822115C5B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7585918" y="997399"/>
            <a:ext cx="2743200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3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90 %</a:t>
            </a:r>
          </a:p>
        </p:txBody>
      </p:sp>
      <p:sp>
        <p:nvSpPr>
          <p:cNvPr id="95" name="Text Placeholder 16">
            <a:extLst>
              <a:ext uri="{FF2B5EF4-FFF2-40B4-BE49-F238E27FC236}">
                <a16:creationId xmlns:a16="http://schemas.microsoft.com/office/drawing/2014/main" id="{D175233D-43B9-47C0-80AA-73CA31D13796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1887665" y="1530712"/>
            <a:ext cx="2718673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96" name="Text Placeholder 16">
            <a:extLst>
              <a:ext uri="{FF2B5EF4-FFF2-40B4-BE49-F238E27FC236}">
                <a16:creationId xmlns:a16="http://schemas.microsoft.com/office/drawing/2014/main" id="{1D118F4E-6A33-4487-8644-B1757253D1C7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4724400" y="1535480"/>
            <a:ext cx="2743200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97" name="Text Placeholder 16">
            <a:extLst>
              <a:ext uri="{FF2B5EF4-FFF2-40B4-BE49-F238E27FC236}">
                <a16:creationId xmlns:a16="http://schemas.microsoft.com/office/drawing/2014/main" id="{C6AF4C3A-0580-4E98-81EC-ACFF4CF024C5}"/>
              </a:ext>
            </a:extLst>
          </p:cNvPr>
          <p:cNvSpPr>
            <a:spLocks noGrp="1"/>
          </p:cNvSpPr>
          <p:nvPr userDrawn="1">
            <p:ph type="body" sz="quarter" idx="20" hasCustomPrompt="1"/>
          </p:nvPr>
        </p:nvSpPr>
        <p:spPr>
          <a:xfrm>
            <a:off x="7610445" y="1530712"/>
            <a:ext cx="2718673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ECF9B753-5868-48D4-B13F-F5C8A63C01C8}"/>
              </a:ext>
            </a:extLst>
          </p:cNvPr>
          <p:cNvSpPr txBox="1"/>
          <p:nvPr userDrawn="1"/>
        </p:nvSpPr>
        <p:spPr>
          <a:xfrm>
            <a:off x="11285833" y="6493746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0" name="Text Placeholder 2">
            <a:extLst>
              <a:ext uri="{FF2B5EF4-FFF2-40B4-BE49-F238E27FC236}">
                <a16:creationId xmlns:a16="http://schemas.microsoft.com/office/drawing/2014/main" id="{D0C54448-FC94-420B-91F3-D4634A0E659C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515937" y="2077865"/>
            <a:ext cx="11160125" cy="62936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101" name="Text Placeholder 54">
            <a:extLst>
              <a:ext uri="{FF2B5EF4-FFF2-40B4-BE49-F238E27FC236}">
                <a16:creationId xmlns:a16="http://schemas.microsoft.com/office/drawing/2014/main" id="{113E9246-6F5F-4DD2-A5FC-55AD84E2AD7B}"/>
              </a:ext>
            </a:extLst>
          </p:cNvPr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533767" y="3173893"/>
            <a:ext cx="8323277" cy="253539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20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 TEXT</a:t>
            </a:r>
          </a:p>
        </p:txBody>
      </p:sp>
      <p:sp>
        <p:nvSpPr>
          <p:cNvPr id="102" name="Text Placeholder 54">
            <a:extLst>
              <a:ext uri="{FF2B5EF4-FFF2-40B4-BE49-F238E27FC236}">
                <a16:creationId xmlns:a16="http://schemas.microsoft.com/office/drawing/2014/main" id="{22C53042-3EA1-47AE-8D52-17CBED99F94E}"/>
              </a:ext>
            </a:extLst>
          </p:cNvPr>
          <p:cNvSpPr>
            <a:spLocks noGrp="1"/>
          </p:cNvSpPr>
          <p:nvPr userDrawn="1">
            <p:ph type="body" sz="quarter" idx="30" hasCustomPrompt="1"/>
          </p:nvPr>
        </p:nvSpPr>
        <p:spPr>
          <a:xfrm>
            <a:off x="9439686" y="3168922"/>
            <a:ext cx="2218546" cy="260078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20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 TEXT</a:t>
            </a:r>
          </a:p>
        </p:txBody>
      </p:sp>
      <p:sp>
        <p:nvSpPr>
          <p:cNvPr id="109" name="Text Placeholder 2">
            <a:extLst>
              <a:ext uri="{FF2B5EF4-FFF2-40B4-BE49-F238E27FC236}">
                <a16:creationId xmlns:a16="http://schemas.microsoft.com/office/drawing/2014/main" id="{6C4FD8AA-8C42-47F6-9808-9CBEFA70823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44202" y="4468360"/>
            <a:ext cx="1712998" cy="49100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4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10" name="Text Placeholder 2">
            <a:extLst>
              <a:ext uri="{FF2B5EF4-FFF2-40B4-BE49-F238E27FC236}">
                <a16:creationId xmlns:a16="http://schemas.microsoft.com/office/drawing/2014/main" id="{7DFF824A-4D62-4870-B03E-48C7DCA931F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4203" y="5065362"/>
            <a:ext cx="1712998" cy="104402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0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114" name="Text Placeholder 2">
            <a:extLst>
              <a:ext uri="{FF2B5EF4-FFF2-40B4-BE49-F238E27FC236}">
                <a16:creationId xmlns:a16="http://schemas.microsoft.com/office/drawing/2014/main" id="{0A3C346F-4E27-4066-8F32-4446CC4ED06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757003" y="4468360"/>
            <a:ext cx="1712998" cy="49100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4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15" name="Text Placeholder 2">
            <a:extLst>
              <a:ext uri="{FF2B5EF4-FFF2-40B4-BE49-F238E27FC236}">
                <a16:creationId xmlns:a16="http://schemas.microsoft.com/office/drawing/2014/main" id="{502EDAFD-4B70-4A83-9E86-7E8E939456B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757004" y="5065362"/>
            <a:ext cx="1712998" cy="104402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0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116" name="Text Placeholder 2">
            <a:extLst>
              <a:ext uri="{FF2B5EF4-FFF2-40B4-BE49-F238E27FC236}">
                <a16:creationId xmlns:a16="http://schemas.microsoft.com/office/drawing/2014/main" id="{E954AE03-18E3-4811-8331-1DE2E8F12EC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879519" y="4468360"/>
            <a:ext cx="1712998" cy="49100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4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17" name="Text Placeholder 2">
            <a:extLst>
              <a:ext uri="{FF2B5EF4-FFF2-40B4-BE49-F238E27FC236}">
                <a16:creationId xmlns:a16="http://schemas.microsoft.com/office/drawing/2014/main" id="{40ED9E49-CF89-4F04-A4CB-2CDC43ECAE1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879520" y="5065362"/>
            <a:ext cx="1712998" cy="104402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0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121" name="Text Placeholder 2">
            <a:extLst>
              <a:ext uri="{FF2B5EF4-FFF2-40B4-BE49-F238E27FC236}">
                <a16:creationId xmlns:a16="http://schemas.microsoft.com/office/drawing/2014/main" id="{F41E8AD1-87F8-4D99-8F67-41849BCF4FE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220824" y="3893426"/>
            <a:ext cx="1358142" cy="49100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4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22" name="Text Placeholder 2">
            <a:extLst>
              <a:ext uri="{FF2B5EF4-FFF2-40B4-BE49-F238E27FC236}">
                <a16:creationId xmlns:a16="http://schemas.microsoft.com/office/drawing/2014/main" id="{6848E4BB-12E9-44D1-B570-C75A5043BF1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035564" y="5065362"/>
            <a:ext cx="1712998" cy="104402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0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125" name="Text Placeholder 2">
            <a:extLst>
              <a:ext uri="{FF2B5EF4-FFF2-40B4-BE49-F238E27FC236}">
                <a16:creationId xmlns:a16="http://schemas.microsoft.com/office/drawing/2014/main" id="{431875BF-5860-48D8-ADC0-DB9583F8E68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226905" y="4609758"/>
            <a:ext cx="1358142" cy="49100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4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26" name="Text Placeholder 2">
            <a:extLst>
              <a:ext uri="{FF2B5EF4-FFF2-40B4-BE49-F238E27FC236}">
                <a16:creationId xmlns:a16="http://schemas.microsoft.com/office/drawing/2014/main" id="{CBEA67C7-106E-47AC-B6CF-0A61F891C6F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238654" y="5326090"/>
            <a:ext cx="1358142" cy="49100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4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27" name="Text Placeholder 2">
            <a:extLst>
              <a:ext uri="{FF2B5EF4-FFF2-40B4-BE49-F238E27FC236}">
                <a16:creationId xmlns:a16="http://schemas.microsoft.com/office/drawing/2014/main" id="{DE081C7E-CE2A-4D66-8ACF-83F78AA6F05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035564" y="4468359"/>
            <a:ext cx="1712998" cy="49100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4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pic>
        <p:nvPicPr>
          <p:cNvPr id="37" name="Graphic 36">
            <a:extLst>
              <a:ext uri="{FF2B5EF4-FFF2-40B4-BE49-F238E27FC236}">
                <a16:creationId xmlns:a16="http://schemas.microsoft.com/office/drawing/2014/main" id="{EF38154B-17BA-4FD1-A379-184A3F9766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2097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 userDrawn="1">
          <p15:clr>
            <a:srgbClr val="FBAE40"/>
          </p15:clr>
        </p15:guide>
        <p15:guide id="2" pos="7355" userDrawn="1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Right with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CFFEC54-538B-488D-AE07-416CD019925B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B37455B-BB4C-474E-AB10-83741BFAB4A8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2732314-6370-4BF7-8ED0-0905156A3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1" y="351698"/>
            <a:ext cx="10077241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1" name="Chart Placeholder 10">
            <a:extLst>
              <a:ext uri="{FF2B5EF4-FFF2-40B4-BE49-F238E27FC236}">
                <a16:creationId xmlns:a16="http://schemas.microsoft.com/office/drawing/2014/main" id="{78074BD2-5227-46EC-A80E-2A5DF04B8C62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6096000" y="909638"/>
            <a:ext cx="5580063" cy="527843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C43A3B5D-67ED-4BEC-9DD0-B55CC7E2E5B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1259947"/>
            <a:ext cx="5373233" cy="492811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0B9BB4E9-6DA9-4E6C-A901-1674696924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26334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CFFEC54-538B-488D-AE07-416CD019925B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B37455B-BB4C-474E-AB10-83741BFAB4A8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2732314-6370-4BF7-8ED0-0905156A3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10026118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1" name="Chart Placeholder 10">
            <a:extLst>
              <a:ext uri="{FF2B5EF4-FFF2-40B4-BE49-F238E27FC236}">
                <a16:creationId xmlns:a16="http://schemas.microsoft.com/office/drawing/2014/main" id="{78074BD2-5227-46EC-A80E-2A5DF04B8C62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491412" y="909638"/>
            <a:ext cx="11184652" cy="527843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BFE6DD1F-2286-4A14-B93A-2301CD3296F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7503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CFFEC54-538B-488D-AE07-416CD019925B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B37455B-BB4C-474E-AB10-83741BFAB4A8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2732314-6370-4BF7-8ED0-0905156A3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10026118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</a:defRPr>
            </a:lvl1pPr>
          </a:lstStyle>
          <a:p>
            <a:endParaRPr lang="en-US"/>
          </a:p>
        </p:txBody>
      </p:sp>
      <p:cxnSp>
        <p:nvCxnSpPr>
          <p:cNvPr id="17" name="Straight Arrow Connector 21">
            <a:extLst>
              <a:ext uri="{FF2B5EF4-FFF2-40B4-BE49-F238E27FC236}">
                <a16:creationId xmlns:a16="http://schemas.microsoft.com/office/drawing/2014/main" id="{5C10D2E2-7C25-4268-8836-F63A88A450BB}"/>
              </a:ext>
            </a:extLst>
          </p:cNvPr>
          <p:cNvCxnSpPr>
            <a:cxnSpLocks/>
            <a:stCxn id="24" idx="6"/>
          </p:cNvCxnSpPr>
          <p:nvPr userDrawn="1"/>
        </p:nvCxnSpPr>
        <p:spPr>
          <a:xfrm>
            <a:off x="449835" y="5897412"/>
            <a:ext cx="7344877" cy="1894"/>
          </a:xfrm>
          <a:prstGeom prst="straightConnector1">
            <a:avLst/>
          </a:prstGeom>
          <a:ln w="28575">
            <a:solidFill>
              <a:schemeClr val="bg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Gruppieren 5">
            <a:extLst>
              <a:ext uri="{FF2B5EF4-FFF2-40B4-BE49-F238E27FC236}">
                <a16:creationId xmlns:a16="http://schemas.microsoft.com/office/drawing/2014/main" id="{479D6505-C4DB-4AF7-A371-8DBE4E7B21E3}"/>
              </a:ext>
            </a:extLst>
          </p:cNvPr>
          <p:cNvGrpSpPr/>
          <p:nvPr userDrawn="1"/>
        </p:nvGrpSpPr>
        <p:grpSpPr>
          <a:xfrm>
            <a:off x="449835" y="5820662"/>
            <a:ext cx="7044995" cy="170820"/>
            <a:chOff x="821898" y="5743441"/>
            <a:chExt cx="7044995" cy="170820"/>
          </a:xfrm>
          <a:solidFill>
            <a:schemeClr val="bg2"/>
          </a:solidFill>
        </p:grpSpPr>
        <p:sp>
          <p:nvSpPr>
            <p:cNvPr id="19" name="Oval 12">
              <a:extLst>
                <a:ext uri="{FF2B5EF4-FFF2-40B4-BE49-F238E27FC236}">
                  <a16:creationId xmlns:a16="http://schemas.microsoft.com/office/drawing/2014/main" id="{51A076E7-869F-4D72-8628-3560D470C464}"/>
                </a:ext>
              </a:extLst>
            </p:cNvPr>
            <p:cNvSpPr/>
            <p:nvPr/>
          </p:nvSpPr>
          <p:spPr>
            <a:xfrm flipH="1" flipV="1">
              <a:off x="2110114" y="5743441"/>
              <a:ext cx="152126" cy="153501"/>
            </a:xfrm>
            <a:prstGeom prst="ellipse">
              <a:avLst/>
            </a:prstGeom>
            <a:grpFill/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1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20" name="Oval 7">
              <a:extLst>
                <a:ext uri="{FF2B5EF4-FFF2-40B4-BE49-F238E27FC236}">
                  <a16:creationId xmlns:a16="http://schemas.microsoft.com/office/drawing/2014/main" id="{2ED1F765-B037-4C04-9E26-0C59D0143CC5}"/>
                </a:ext>
              </a:extLst>
            </p:cNvPr>
            <p:cNvSpPr/>
            <p:nvPr/>
          </p:nvSpPr>
          <p:spPr>
            <a:xfrm flipH="1" flipV="1">
              <a:off x="5098715" y="5743441"/>
              <a:ext cx="152126" cy="153501"/>
            </a:xfrm>
            <a:prstGeom prst="ellipse">
              <a:avLst/>
            </a:prstGeom>
            <a:grpFill/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1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21" name="Oval 8">
              <a:extLst>
                <a:ext uri="{FF2B5EF4-FFF2-40B4-BE49-F238E27FC236}">
                  <a16:creationId xmlns:a16="http://schemas.microsoft.com/office/drawing/2014/main" id="{60AEBA2D-47FA-4E04-A52C-3D9D0D0853D5}"/>
                </a:ext>
              </a:extLst>
            </p:cNvPr>
            <p:cNvSpPr/>
            <p:nvPr/>
          </p:nvSpPr>
          <p:spPr>
            <a:xfrm flipH="1" flipV="1">
              <a:off x="6593015" y="5743441"/>
              <a:ext cx="152126" cy="153501"/>
            </a:xfrm>
            <a:prstGeom prst="ellipse">
              <a:avLst/>
            </a:prstGeom>
            <a:grpFill/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1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22" name="Oval 9">
              <a:extLst>
                <a:ext uri="{FF2B5EF4-FFF2-40B4-BE49-F238E27FC236}">
                  <a16:creationId xmlns:a16="http://schemas.microsoft.com/office/drawing/2014/main" id="{2D070EEF-3DE2-4614-8C8D-A24F174DCA71}"/>
                </a:ext>
              </a:extLst>
            </p:cNvPr>
            <p:cNvSpPr/>
            <p:nvPr/>
          </p:nvSpPr>
          <p:spPr>
            <a:xfrm flipH="1" flipV="1">
              <a:off x="7714767" y="5743441"/>
              <a:ext cx="152126" cy="153501"/>
            </a:xfrm>
            <a:prstGeom prst="ellipse">
              <a:avLst/>
            </a:prstGeom>
            <a:grpFill/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1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23" name="Oval 13">
              <a:extLst>
                <a:ext uri="{FF2B5EF4-FFF2-40B4-BE49-F238E27FC236}">
                  <a16:creationId xmlns:a16="http://schemas.microsoft.com/office/drawing/2014/main" id="{5081A001-F272-43F4-8603-48A046891937}"/>
                </a:ext>
              </a:extLst>
            </p:cNvPr>
            <p:cNvSpPr/>
            <p:nvPr/>
          </p:nvSpPr>
          <p:spPr>
            <a:xfrm flipH="1" flipV="1">
              <a:off x="3739417" y="5760760"/>
              <a:ext cx="152126" cy="153501"/>
            </a:xfrm>
            <a:prstGeom prst="ellipse">
              <a:avLst/>
            </a:prstGeom>
            <a:grpFill/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1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24" name="Oval 12">
              <a:extLst>
                <a:ext uri="{FF2B5EF4-FFF2-40B4-BE49-F238E27FC236}">
                  <a16:creationId xmlns:a16="http://schemas.microsoft.com/office/drawing/2014/main" id="{C775A524-7733-44A6-B888-A15F68F735B1}"/>
                </a:ext>
              </a:extLst>
            </p:cNvPr>
            <p:cNvSpPr/>
            <p:nvPr/>
          </p:nvSpPr>
          <p:spPr>
            <a:xfrm flipH="1" flipV="1">
              <a:off x="821898" y="5743441"/>
              <a:ext cx="152126" cy="153501"/>
            </a:xfrm>
            <a:prstGeom prst="ellipse">
              <a:avLst/>
            </a:prstGeom>
            <a:grpFill/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1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</p:grpSp>
      <p:sp>
        <p:nvSpPr>
          <p:cNvPr id="31" name="Rectangle 76">
            <a:extLst>
              <a:ext uri="{FF2B5EF4-FFF2-40B4-BE49-F238E27FC236}">
                <a16:creationId xmlns:a16="http://schemas.microsoft.com/office/drawing/2014/main" id="{A90A231C-1C4C-4B3C-8C44-EB526E464518}"/>
              </a:ext>
            </a:extLst>
          </p:cNvPr>
          <p:cNvSpPr/>
          <p:nvPr userDrawn="1"/>
        </p:nvSpPr>
        <p:spPr>
          <a:xfrm>
            <a:off x="5198255" y="1799880"/>
            <a:ext cx="83111" cy="197360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Pfeil nach rechts 9">
            <a:extLst>
              <a:ext uri="{FF2B5EF4-FFF2-40B4-BE49-F238E27FC236}">
                <a16:creationId xmlns:a16="http://schemas.microsoft.com/office/drawing/2014/main" id="{38869EAE-CCB6-4C5F-B64C-39AE3AEBA32A}"/>
              </a:ext>
            </a:extLst>
          </p:cNvPr>
          <p:cNvSpPr/>
          <p:nvPr userDrawn="1"/>
        </p:nvSpPr>
        <p:spPr>
          <a:xfrm>
            <a:off x="532585" y="1996966"/>
            <a:ext cx="260756" cy="153224"/>
          </a:xfrm>
          <a:prstGeom prst="rightArrow">
            <a:avLst/>
          </a:prstGeom>
          <a:solidFill>
            <a:srgbClr val="FFB8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34" name="Gruppieren 144">
            <a:extLst>
              <a:ext uri="{FF2B5EF4-FFF2-40B4-BE49-F238E27FC236}">
                <a16:creationId xmlns:a16="http://schemas.microsoft.com/office/drawing/2014/main" id="{EBA35DCB-795E-46BB-82B3-6D13CCA11E0F}"/>
              </a:ext>
            </a:extLst>
          </p:cNvPr>
          <p:cNvGrpSpPr/>
          <p:nvPr userDrawn="1"/>
        </p:nvGrpSpPr>
        <p:grpSpPr>
          <a:xfrm>
            <a:off x="1819439" y="4266334"/>
            <a:ext cx="261285" cy="472518"/>
            <a:chOff x="1515027" y="3122966"/>
            <a:chExt cx="261285" cy="472518"/>
          </a:xfrm>
        </p:grpSpPr>
        <p:sp>
          <p:nvSpPr>
            <p:cNvPr id="35" name="Pfeil nach rechts 145">
              <a:extLst>
                <a:ext uri="{FF2B5EF4-FFF2-40B4-BE49-F238E27FC236}">
                  <a16:creationId xmlns:a16="http://schemas.microsoft.com/office/drawing/2014/main" id="{6A1AA1C0-7A5D-425D-8E86-7EA8BAC09CC5}"/>
                </a:ext>
              </a:extLst>
            </p:cNvPr>
            <p:cNvSpPr/>
            <p:nvPr/>
          </p:nvSpPr>
          <p:spPr>
            <a:xfrm>
              <a:off x="1515027" y="3122966"/>
              <a:ext cx="260756" cy="153224"/>
            </a:xfrm>
            <a:prstGeom prst="rightArrow">
              <a:avLst/>
            </a:prstGeom>
            <a:solidFill>
              <a:srgbClr val="FFB8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6" name="Pfeil nach rechts 146">
              <a:extLst>
                <a:ext uri="{FF2B5EF4-FFF2-40B4-BE49-F238E27FC236}">
                  <a16:creationId xmlns:a16="http://schemas.microsoft.com/office/drawing/2014/main" id="{9BF06B2B-F1ED-4D9E-AAB5-25D15EB79EE5}"/>
                </a:ext>
              </a:extLst>
            </p:cNvPr>
            <p:cNvSpPr/>
            <p:nvPr/>
          </p:nvSpPr>
          <p:spPr>
            <a:xfrm>
              <a:off x="1515556" y="3442260"/>
              <a:ext cx="260756" cy="153224"/>
            </a:xfrm>
            <a:prstGeom prst="rightArrow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37" name="Gruppieren 153">
            <a:extLst>
              <a:ext uri="{FF2B5EF4-FFF2-40B4-BE49-F238E27FC236}">
                <a16:creationId xmlns:a16="http://schemas.microsoft.com/office/drawing/2014/main" id="{DBF27E3A-C040-4AF8-BCC0-52DD116EF58D}"/>
              </a:ext>
            </a:extLst>
          </p:cNvPr>
          <p:cNvGrpSpPr/>
          <p:nvPr userDrawn="1"/>
        </p:nvGrpSpPr>
        <p:grpSpPr>
          <a:xfrm>
            <a:off x="3305721" y="3096819"/>
            <a:ext cx="261285" cy="472518"/>
            <a:chOff x="1515027" y="3122966"/>
            <a:chExt cx="261285" cy="472518"/>
          </a:xfrm>
        </p:grpSpPr>
        <p:sp>
          <p:nvSpPr>
            <p:cNvPr id="38" name="Pfeil nach rechts 154">
              <a:extLst>
                <a:ext uri="{FF2B5EF4-FFF2-40B4-BE49-F238E27FC236}">
                  <a16:creationId xmlns:a16="http://schemas.microsoft.com/office/drawing/2014/main" id="{472D6963-73DB-4BB6-8D05-26063EB4FD5D}"/>
                </a:ext>
              </a:extLst>
            </p:cNvPr>
            <p:cNvSpPr/>
            <p:nvPr/>
          </p:nvSpPr>
          <p:spPr>
            <a:xfrm>
              <a:off x="1515027" y="3122966"/>
              <a:ext cx="260756" cy="153224"/>
            </a:xfrm>
            <a:prstGeom prst="rightArrow">
              <a:avLst/>
            </a:prstGeom>
            <a:solidFill>
              <a:srgbClr val="FFB8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9" name="Pfeil nach rechts 159">
              <a:extLst>
                <a:ext uri="{FF2B5EF4-FFF2-40B4-BE49-F238E27FC236}">
                  <a16:creationId xmlns:a16="http://schemas.microsoft.com/office/drawing/2014/main" id="{EA4BB314-5035-4E99-BC26-BF1A6452D2B0}"/>
                </a:ext>
              </a:extLst>
            </p:cNvPr>
            <p:cNvSpPr/>
            <p:nvPr/>
          </p:nvSpPr>
          <p:spPr>
            <a:xfrm>
              <a:off x="1515556" y="3442260"/>
              <a:ext cx="260756" cy="153224"/>
            </a:xfrm>
            <a:prstGeom prst="rightArrow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40" name="Gruppieren 161">
            <a:extLst>
              <a:ext uri="{FF2B5EF4-FFF2-40B4-BE49-F238E27FC236}">
                <a16:creationId xmlns:a16="http://schemas.microsoft.com/office/drawing/2014/main" id="{580C1AB4-0682-4A30-979F-E116E38F3C1F}"/>
              </a:ext>
            </a:extLst>
          </p:cNvPr>
          <p:cNvGrpSpPr/>
          <p:nvPr userDrawn="1"/>
        </p:nvGrpSpPr>
        <p:grpSpPr>
          <a:xfrm>
            <a:off x="4808516" y="4090734"/>
            <a:ext cx="261285" cy="472518"/>
            <a:chOff x="1515027" y="3122966"/>
            <a:chExt cx="261285" cy="472518"/>
          </a:xfrm>
        </p:grpSpPr>
        <p:sp>
          <p:nvSpPr>
            <p:cNvPr id="41" name="Pfeil nach rechts 162">
              <a:extLst>
                <a:ext uri="{FF2B5EF4-FFF2-40B4-BE49-F238E27FC236}">
                  <a16:creationId xmlns:a16="http://schemas.microsoft.com/office/drawing/2014/main" id="{895525B9-9F40-4F67-BAD9-14096C0095E6}"/>
                </a:ext>
              </a:extLst>
            </p:cNvPr>
            <p:cNvSpPr/>
            <p:nvPr/>
          </p:nvSpPr>
          <p:spPr>
            <a:xfrm>
              <a:off x="1515027" y="3122966"/>
              <a:ext cx="260756" cy="153224"/>
            </a:xfrm>
            <a:prstGeom prst="rightArrow">
              <a:avLst/>
            </a:prstGeom>
            <a:solidFill>
              <a:srgbClr val="FFB8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2" name="Pfeil nach rechts 163">
              <a:extLst>
                <a:ext uri="{FF2B5EF4-FFF2-40B4-BE49-F238E27FC236}">
                  <a16:creationId xmlns:a16="http://schemas.microsoft.com/office/drawing/2014/main" id="{130943E2-669A-4842-B2C9-CCC0C9ED5EED}"/>
                </a:ext>
              </a:extLst>
            </p:cNvPr>
            <p:cNvSpPr/>
            <p:nvPr/>
          </p:nvSpPr>
          <p:spPr>
            <a:xfrm>
              <a:off x="1515556" y="3442260"/>
              <a:ext cx="260756" cy="153224"/>
            </a:xfrm>
            <a:prstGeom prst="rightArrow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43" name="Gruppieren 165">
            <a:extLst>
              <a:ext uri="{FF2B5EF4-FFF2-40B4-BE49-F238E27FC236}">
                <a16:creationId xmlns:a16="http://schemas.microsoft.com/office/drawing/2014/main" id="{B32393CB-5098-4A4E-8DC0-EDC62E3AD9BD}"/>
              </a:ext>
            </a:extLst>
          </p:cNvPr>
          <p:cNvGrpSpPr/>
          <p:nvPr userDrawn="1"/>
        </p:nvGrpSpPr>
        <p:grpSpPr>
          <a:xfrm>
            <a:off x="5420766" y="5068741"/>
            <a:ext cx="261285" cy="472518"/>
            <a:chOff x="1515027" y="3122966"/>
            <a:chExt cx="261285" cy="472518"/>
          </a:xfrm>
        </p:grpSpPr>
        <p:sp>
          <p:nvSpPr>
            <p:cNvPr id="44" name="Pfeil nach rechts 166">
              <a:extLst>
                <a:ext uri="{FF2B5EF4-FFF2-40B4-BE49-F238E27FC236}">
                  <a16:creationId xmlns:a16="http://schemas.microsoft.com/office/drawing/2014/main" id="{8C02B23A-AF02-4C31-B927-42EA2BFB4E18}"/>
                </a:ext>
              </a:extLst>
            </p:cNvPr>
            <p:cNvSpPr/>
            <p:nvPr/>
          </p:nvSpPr>
          <p:spPr>
            <a:xfrm>
              <a:off x="1515027" y="3122966"/>
              <a:ext cx="260756" cy="153224"/>
            </a:xfrm>
            <a:prstGeom prst="rightArrow">
              <a:avLst/>
            </a:prstGeom>
            <a:solidFill>
              <a:srgbClr val="FFB8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5" name="Pfeil nach rechts 167">
              <a:extLst>
                <a:ext uri="{FF2B5EF4-FFF2-40B4-BE49-F238E27FC236}">
                  <a16:creationId xmlns:a16="http://schemas.microsoft.com/office/drawing/2014/main" id="{568B3728-359F-4377-A9FE-F35C3528F7E4}"/>
                </a:ext>
              </a:extLst>
            </p:cNvPr>
            <p:cNvSpPr/>
            <p:nvPr/>
          </p:nvSpPr>
          <p:spPr>
            <a:xfrm>
              <a:off x="1515556" y="3442260"/>
              <a:ext cx="260756" cy="153224"/>
            </a:xfrm>
            <a:prstGeom prst="rightArrow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46" name="Gruppieren 170">
            <a:extLst>
              <a:ext uri="{FF2B5EF4-FFF2-40B4-BE49-F238E27FC236}">
                <a16:creationId xmlns:a16="http://schemas.microsoft.com/office/drawing/2014/main" id="{89F7E7F7-D68B-48D1-9834-49CD1C425F03}"/>
              </a:ext>
            </a:extLst>
          </p:cNvPr>
          <p:cNvGrpSpPr/>
          <p:nvPr userDrawn="1"/>
        </p:nvGrpSpPr>
        <p:grpSpPr>
          <a:xfrm>
            <a:off x="7273420" y="3112723"/>
            <a:ext cx="261285" cy="472518"/>
            <a:chOff x="1515027" y="3122966"/>
            <a:chExt cx="261285" cy="472518"/>
          </a:xfrm>
        </p:grpSpPr>
        <p:sp>
          <p:nvSpPr>
            <p:cNvPr id="47" name="Pfeil nach rechts 171">
              <a:extLst>
                <a:ext uri="{FF2B5EF4-FFF2-40B4-BE49-F238E27FC236}">
                  <a16:creationId xmlns:a16="http://schemas.microsoft.com/office/drawing/2014/main" id="{88A4309F-867A-4A4A-8AAC-6D289D7D4611}"/>
                </a:ext>
              </a:extLst>
            </p:cNvPr>
            <p:cNvSpPr/>
            <p:nvPr/>
          </p:nvSpPr>
          <p:spPr>
            <a:xfrm>
              <a:off x="1515027" y="3122966"/>
              <a:ext cx="260756" cy="153224"/>
            </a:xfrm>
            <a:prstGeom prst="rightArrow">
              <a:avLst/>
            </a:prstGeom>
            <a:solidFill>
              <a:srgbClr val="FFB8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8" name="Pfeil nach rechts 172">
              <a:extLst>
                <a:ext uri="{FF2B5EF4-FFF2-40B4-BE49-F238E27FC236}">
                  <a16:creationId xmlns:a16="http://schemas.microsoft.com/office/drawing/2014/main" id="{4D7F30AD-B54F-4610-AB90-4C5611D8E584}"/>
                </a:ext>
              </a:extLst>
            </p:cNvPr>
            <p:cNvSpPr/>
            <p:nvPr/>
          </p:nvSpPr>
          <p:spPr>
            <a:xfrm>
              <a:off x="1515556" y="3442260"/>
              <a:ext cx="260756" cy="153224"/>
            </a:xfrm>
            <a:prstGeom prst="rightArrow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cxnSp>
        <p:nvCxnSpPr>
          <p:cNvPr id="16" name="Straight Arrow Connector 133">
            <a:extLst>
              <a:ext uri="{FF2B5EF4-FFF2-40B4-BE49-F238E27FC236}">
                <a16:creationId xmlns:a16="http://schemas.microsoft.com/office/drawing/2014/main" id="{6A3B948A-E0AE-4AF4-B4CB-938DDC51630E}"/>
              </a:ext>
            </a:extLst>
          </p:cNvPr>
          <p:cNvCxnSpPr>
            <a:cxnSpLocks/>
          </p:cNvCxnSpPr>
          <p:nvPr userDrawn="1"/>
        </p:nvCxnSpPr>
        <p:spPr>
          <a:xfrm flipV="1">
            <a:off x="525898" y="1713868"/>
            <a:ext cx="0" cy="4200864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cxnSp>
        <p:nvCxnSpPr>
          <p:cNvPr id="25" name="Straight Arrow Connector 133">
            <a:extLst>
              <a:ext uri="{FF2B5EF4-FFF2-40B4-BE49-F238E27FC236}">
                <a16:creationId xmlns:a16="http://schemas.microsoft.com/office/drawing/2014/main" id="{1191FE41-F06C-47E0-AD67-6CDFE00A445F}"/>
              </a:ext>
            </a:extLst>
          </p:cNvPr>
          <p:cNvCxnSpPr>
            <a:cxnSpLocks/>
          </p:cNvCxnSpPr>
          <p:nvPr userDrawn="1"/>
        </p:nvCxnSpPr>
        <p:spPr>
          <a:xfrm flipV="1">
            <a:off x="1130197" y="2868350"/>
            <a:ext cx="0" cy="3029785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cxnSp>
        <p:nvCxnSpPr>
          <p:cNvPr id="26" name="Straight Arrow Connector 133">
            <a:extLst>
              <a:ext uri="{FF2B5EF4-FFF2-40B4-BE49-F238E27FC236}">
                <a16:creationId xmlns:a16="http://schemas.microsoft.com/office/drawing/2014/main" id="{C6DF6272-A2C0-4EF8-9D58-840E00750E62}"/>
              </a:ext>
            </a:extLst>
          </p:cNvPr>
          <p:cNvCxnSpPr>
            <a:cxnSpLocks/>
          </p:cNvCxnSpPr>
          <p:nvPr userDrawn="1"/>
        </p:nvCxnSpPr>
        <p:spPr>
          <a:xfrm flipV="1">
            <a:off x="1814623" y="4014008"/>
            <a:ext cx="0" cy="1892750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cxnSp>
        <p:nvCxnSpPr>
          <p:cNvPr id="27" name="Straight Arrow Connector 133">
            <a:extLst>
              <a:ext uri="{FF2B5EF4-FFF2-40B4-BE49-F238E27FC236}">
                <a16:creationId xmlns:a16="http://schemas.microsoft.com/office/drawing/2014/main" id="{46874301-DD08-42A2-836A-740EE36FFEDA}"/>
              </a:ext>
            </a:extLst>
          </p:cNvPr>
          <p:cNvCxnSpPr>
            <a:cxnSpLocks/>
          </p:cNvCxnSpPr>
          <p:nvPr userDrawn="1"/>
        </p:nvCxnSpPr>
        <p:spPr>
          <a:xfrm flipV="1">
            <a:off x="3300905" y="2860398"/>
            <a:ext cx="0" cy="3029785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cxnSp>
        <p:nvCxnSpPr>
          <p:cNvPr id="28" name="Straight Arrow Connector 133">
            <a:extLst>
              <a:ext uri="{FF2B5EF4-FFF2-40B4-BE49-F238E27FC236}">
                <a16:creationId xmlns:a16="http://schemas.microsoft.com/office/drawing/2014/main" id="{C94D3A23-D113-4C10-8490-E54E707A5312}"/>
              </a:ext>
            </a:extLst>
          </p:cNvPr>
          <p:cNvCxnSpPr>
            <a:cxnSpLocks/>
            <a:stCxn id="20" idx="4"/>
          </p:cNvCxnSpPr>
          <p:nvPr userDrawn="1"/>
        </p:nvCxnSpPr>
        <p:spPr>
          <a:xfrm flipV="1">
            <a:off x="4802715" y="3917924"/>
            <a:ext cx="985" cy="1902738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cxnSp>
        <p:nvCxnSpPr>
          <p:cNvPr id="29" name="Straight Arrow Connector 133">
            <a:extLst>
              <a:ext uri="{FF2B5EF4-FFF2-40B4-BE49-F238E27FC236}">
                <a16:creationId xmlns:a16="http://schemas.microsoft.com/office/drawing/2014/main" id="{A03CBE66-7A02-43F5-B6E9-62693633AF14}"/>
              </a:ext>
            </a:extLst>
          </p:cNvPr>
          <p:cNvCxnSpPr>
            <a:cxnSpLocks/>
          </p:cNvCxnSpPr>
          <p:nvPr userDrawn="1"/>
        </p:nvCxnSpPr>
        <p:spPr>
          <a:xfrm flipV="1">
            <a:off x="5415950" y="4824372"/>
            <a:ext cx="0" cy="1073763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cxnSp>
        <p:nvCxnSpPr>
          <p:cNvPr id="30" name="Straight Arrow Connector 133">
            <a:extLst>
              <a:ext uri="{FF2B5EF4-FFF2-40B4-BE49-F238E27FC236}">
                <a16:creationId xmlns:a16="http://schemas.microsoft.com/office/drawing/2014/main" id="{7F2DECE0-8B4E-4B95-8801-43C1CEAE706C}"/>
              </a:ext>
            </a:extLst>
          </p:cNvPr>
          <p:cNvCxnSpPr>
            <a:cxnSpLocks/>
          </p:cNvCxnSpPr>
          <p:nvPr userDrawn="1"/>
        </p:nvCxnSpPr>
        <p:spPr>
          <a:xfrm flipV="1">
            <a:off x="7268604" y="2884252"/>
            <a:ext cx="0" cy="3029785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sp>
        <p:nvSpPr>
          <p:cNvPr id="49" name="Rectangle 76">
            <a:extLst>
              <a:ext uri="{FF2B5EF4-FFF2-40B4-BE49-F238E27FC236}">
                <a16:creationId xmlns:a16="http://schemas.microsoft.com/office/drawing/2014/main" id="{1FEFFFD8-ECE0-4F56-878B-DB8B6B637D4A}"/>
              </a:ext>
            </a:extLst>
          </p:cNvPr>
          <p:cNvSpPr/>
          <p:nvPr userDrawn="1"/>
        </p:nvSpPr>
        <p:spPr>
          <a:xfrm>
            <a:off x="6730094" y="1808151"/>
            <a:ext cx="83111" cy="19700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51" name="Gruppieren 13">
            <a:extLst>
              <a:ext uri="{FF2B5EF4-FFF2-40B4-BE49-F238E27FC236}">
                <a16:creationId xmlns:a16="http://schemas.microsoft.com/office/drawing/2014/main" id="{82C8BF26-85E8-4E12-99F1-443B1CE39B01}"/>
              </a:ext>
            </a:extLst>
          </p:cNvPr>
          <p:cNvGrpSpPr/>
          <p:nvPr userDrawn="1"/>
        </p:nvGrpSpPr>
        <p:grpSpPr>
          <a:xfrm>
            <a:off x="1135013" y="3120674"/>
            <a:ext cx="261285" cy="472518"/>
            <a:chOff x="1515027" y="3122966"/>
            <a:chExt cx="261285" cy="472518"/>
          </a:xfrm>
        </p:grpSpPr>
        <p:sp>
          <p:nvSpPr>
            <p:cNvPr id="52" name="Pfeil nach rechts 280">
              <a:extLst>
                <a:ext uri="{FF2B5EF4-FFF2-40B4-BE49-F238E27FC236}">
                  <a16:creationId xmlns:a16="http://schemas.microsoft.com/office/drawing/2014/main" id="{D15ED939-01F8-46B0-8FA5-F52BBDBBAB43}"/>
                </a:ext>
              </a:extLst>
            </p:cNvPr>
            <p:cNvSpPr/>
            <p:nvPr/>
          </p:nvSpPr>
          <p:spPr>
            <a:xfrm>
              <a:off x="1515027" y="3122966"/>
              <a:ext cx="260756" cy="153224"/>
            </a:xfrm>
            <a:prstGeom prst="rightArrow">
              <a:avLst/>
            </a:prstGeom>
            <a:solidFill>
              <a:srgbClr val="FFB8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3" name="Pfeil nach rechts 281">
              <a:extLst>
                <a:ext uri="{FF2B5EF4-FFF2-40B4-BE49-F238E27FC236}">
                  <a16:creationId xmlns:a16="http://schemas.microsoft.com/office/drawing/2014/main" id="{C8C7EC9B-18BE-4DA3-8E1B-C873058660AF}"/>
                </a:ext>
              </a:extLst>
            </p:cNvPr>
            <p:cNvSpPr/>
            <p:nvPr/>
          </p:nvSpPr>
          <p:spPr>
            <a:xfrm>
              <a:off x="1515556" y="3442260"/>
              <a:ext cx="260756" cy="153224"/>
            </a:xfrm>
            <a:prstGeom prst="rightArrow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54" name="Pfeil nach rechts 254">
            <a:extLst>
              <a:ext uri="{FF2B5EF4-FFF2-40B4-BE49-F238E27FC236}">
                <a16:creationId xmlns:a16="http://schemas.microsoft.com/office/drawing/2014/main" id="{DD9860A6-72CE-4071-A940-F9E79C490E7C}"/>
              </a:ext>
            </a:extLst>
          </p:cNvPr>
          <p:cNvSpPr/>
          <p:nvPr userDrawn="1"/>
        </p:nvSpPr>
        <p:spPr>
          <a:xfrm>
            <a:off x="532082" y="2417172"/>
            <a:ext cx="260756" cy="153224"/>
          </a:xfrm>
          <a:prstGeom prst="rightArrow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7" name="Rounded Rectangle 111">
            <a:extLst>
              <a:ext uri="{FF2B5EF4-FFF2-40B4-BE49-F238E27FC236}">
                <a16:creationId xmlns:a16="http://schemas.microsoft.com/office/drawing/2014/main" id="{4A510112-5537-44E1-892E-CCC15C9B8991}"/>
              </a:ext>
            </a:extLst>
          </p:cNvPr>
          <p:cNvSpPr/>
          <p:nvPr userDrawn="1"/>
        </p:nvSpPr>
        <p:spPr>
          <a:xfrm>
            <a:off x="8646742" y="1077186"/>
            <a:ext cx="3545257" cy="919780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ea typeface="Roboto" panose="02000000000000000000" pitchFamily="2" charset="0"/>
            </a:endParaRPr>
          </a:p>
        </p:txBody>
      </p:sp>
      <p:sp>
        <p:nvSpPr>
          <p:cNvPr id="72" name="Rounded Rectangle 111">
            <a:extLst>
              <a:ext uri="{FF2B5EF4-FFF2-40B4-BE49-F238E27FC236}">
                <a16:creationId xmlns:a16="http://schemas.microsoft.com/office/drawing/2014/main" id="{BAE301C6-ABB7-4FCE-9F37-9068EBA621FE}"/>
              </a:ext>
            </a:extLst>
          </p:cNvPr>
          <p:cNvSpPr/>
          <p:nvPr/>
        </p:nvSpPr>
        <p:spPr>
          <a:xfrm>
            <a:off x="8646742" y="2125643"/>
            <a:ext cx="3545257" cy="921600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ea typeface="Roboto" panose="02000000000000000000" pitchFamily="2" charset="0"/>
            </a:endParaRPr>
          </a:p>
        </p:txBody>
      </p:sp>
      <p:sp>
        <p:nvSpPr>
          <p:cNvPr id="77" name="Rounded Rectangle 111">
            <a:extLst>
              <a:ext uri="{FF2B5EF4-FFF2-40B4-BE49-F238E27FC236}">
                <a16:creationId xmlns:a16="http://schemas.microsoft.com/office/drawing/2014/main" id="{F0B4000A-4E4F-4472-94F9-608D2B1BD496}"/>
              </a:ext>
            </a:extLst>
          </p:cNvPr>
          <p:cNvSpPr/>
          <p:nvPr userDrawn="1"/>
        </p:nvSpPr>
        <p:spPr>
          <a:xfrm>
            <a:off x="8646742" y="3175920"/>
            <a:ext cx="3545257" cy="921600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ea typeface="Roboto" panose="02000000000000000000" pitchFamily="2" charset="0"/>
            </a:endParaRPr>
          </a:p>
        </p:txBody>
      </p:sp>
      <p:sp>
        <p:nvSpPr>
          <p:cNvPr id="82" name="Rounded Rectangle 111">
            <a:extLst>
              <a:ext uri="{FF2B5EF4-FFF2-40B4-BE49-F238E27FC236}">
                <a16:creationId xmlns:a16="http://schemas.microsoft.com/office/drawing/2014/main" id="{38176AC5-C5E0-45A0-B215-95755A38274C}"/>
              </a:ext>
            </a:extLst>
          </p:cNvPr>
          <p:cNvSpPr/>
          <p:nvPr/>
        </p:nvSpPr>
        <p:spPr>
          <a:xfrm>
            <a:off x="8646742" y="5276475"/>
            <a:ext cx="3545257" cy="921600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ea typeface="Roboto" panose="02000000000000000000" pitchFamily="2" charset="0"/>
            </a:endParaRPr>
          </a:p>
        </p:txBody>
      </p:sp>
      <p:sp>
        <p:nvSpPr>
          <p:cNvPr id="90" name="Rounded Rectangle 111">
            <a:extLst>
              <a:ext uri="{FF2B5EF4-FFF2-40B4-BE49-F238E27FC236}">
                <a16:creationId xmlns:a16="http://schemas.microsoft.com/office/drawing/2014/main" id="{6209EEDB-94D8-4FD0-8298-ABCD6A557EB9}"/>
              </a:ext>
            </a:extLst>
          </p:cNvPr>
          <p:cNvSpPr/>
          <p:nvPr/>
        </p:nvSpPr>
        <p:spPr>
          <a:xfrm>
            <a:off x="8646742" y="4226197"/>
            <a:ext cx="3545257" cy="921600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100">
              <a:solidFill>
                <a:schemeClr val="tx1"/>
              </a:solidFill>
              <a:ea typeface="Roboto Light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95" name="Text Placeholder 16">
            <a:extLst>
              <a:ext uri="{FF2B5EF4-FFF2-40B4-BE49-F238E27FC236}">
                <a16:creationId xmlns:a16="http://schemas.microsoft.com/office/drawing/2014/main" id="{6B5C18F2-2BD8-4F9D-99BB-D32D13EC99C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814496" y="1408771"/>
            <a:ext cx="2094881" cy="50618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None/>
              <a:defRPr sz="11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96" name="Text Placeholder 54">
            <a:extLst>
              <a:ext uri="{FF2B5EF4-FFF2-40B4-BE49-F238E27FC236}">
                <a16:creationId xmlns:a16="http://schemas.microsoft.com/office/drawing/2014/main" id="{9008E20E-1F73-4D61-AE9E-816A224DD3C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814833" y="1179576"/>
            <a:ext cx="2094301" cy="2091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99" name="Text Placeholder 16">
            <a:extLst>
              <a:ext uri="{FF2B5EF4-FFF2-40B4-BE49-F238E27FC236}">
                <a16:creationId xmlns:a16="http://schemas.microsoft.com/office/drawing/2014/main" id="{47622747-581B-42FD-8DF9-792057EF336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814496" y="2446652"/>
            <a:ext cx="2094881" cy="50618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None/>
              <a:defRPr sz="11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00" name="Text Placeholder 54">
            <a:extLst>
              <a:ext uri="{FF2B5EF4-FFF2-40B4-BE49-F238E27FC236}">
                <a16:creationId xmlns:a16="http://schemas.microsoft.com/office/drawing/2014/main" id="{44F99B47-C46C-42F4-8077-6E14B06B044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814833" y="2217457"/>
            <a:ext cx="2094301" cy="2091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01" name="Text Placeholder 16">
            <a:extLst>
              <a:ext uri="{FF2B5EF4-FFF2-40B4-BE49-F238E27FC236}">
                <a16:creationId xmlns:a16="http://schemas.microsoft.com/office/drawing/2014/main" id="{739CC978-2D53-4311-8C2B-C9446FDAF4A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814496" y="3502729"/>
            <a:ext cx="2094881" cy="50618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None/>
              <a:defRPr sz="11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02" name="Text Placeholder 54">
            <a:extLst>
              <a:ext uri="{FF2B5EF4-FFF2-40B4-BE49-F238E27FC236}">
                <a16:creationId xmlns:a16="http://schemas.microsoft.com/office/drawing/2014/main" id="{B2D5C157-9CE9-4869-AC5A-DE02F020401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814833" y="3273534"/>
            <a:ext cx="2094301" cy="2091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03" name="Text Placeholder 16">
            <a:extLst>
              <a:ext uri="{FF2B5EF4-FFF2-40B4-BE49-F238E27FC236}">
                <a16:creationId xmlns:a16="http://schemas.microsoft.com/office/drawing/2014/main" id="{AACA38AA-3EDC-411B-B433-4F7021EC9EE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814253" y="4547282"/>
            <a:ext cx="2094881" cy="50618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None/>
              <a:defRPr sz="11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04" name="Text Placeholder 54">
            <a:extLst>
              <a:ext uri="{FF2B5EF4-FFF2-40B4-BE49-F238E27FC236}">
                <a16:creationId xmlns:a16="http://schemas.microsoft.com/office/drawing/2014/main" id="{4A54EB59-141A-4BBE-8BB5-A979399BB67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14590" y="4318087"/>
            <a:ext cx="2094301" cy="2091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05" name="Text Placeholder 16">
            <a:extLst>
              <a:ext uri="{FF2B5EF4-FFF2-40B4-BE49-F238E27FC236}">
                <a16:creationId xmlns:a16="http://schemas.microsoft.com/office/drawing/2014/main" id="{D7885DEC-8172-4D85-A459-D1DC1C9839F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14253" y="5608395"/>
            <a:ext cx="2094881" cy="50618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None/>
              <a:defRPr sz="11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06" name="Text Placeholder 54">
            <a:extLst>
              <a:ext uri="{FF2B5EF4-FFF2-40B4-BE49-F238E27FC236}">
                <a16:creationId xmlns:a16="http://schemas.microsoft.com/office/drawing/2014/main" id="{C8359F87-3DF7-4516-A5F7-E73652F887F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814590" y="5379200"/>
            <a:ext cx="2094301" cy="2091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07" name="Text Placeholder 54">
            <a:extLst>
              <a:ext uri="{FF2B5EF4-FFF2-40B4-BE49-F238E27FC236}">
                <a16:creationId xmlns:a16="http://schemas.microsoft.com/office/drawing/2014/main" id="{3400F3B6-AE25-499B-94EB-CDD87729FC5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51026" y="1633960"/>
            <a:ext cx="2094301" cy="2091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08" name="Text Placeholder 54">
            <a:extLst>
              <a:ext uri="{FF2B5EF4-FFF2-40B4-BE49-F238E27FC236}">
                <a16:creationId xmlns:a16="http://schemas.microsoft.com/office/drawing/2014/main" id="{13DA8747-D577-41BB-BF62-D0FC13FF098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265355" y="2761036"/>
            <a:ext cx="1913274" cy="21463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09" name="Text Placeholder 54">
            <a:extLst>
              <a:ext uri="{FF2B5EF4-FFF2-40B4-BE49-F238E27FC236}">
                <a16:creationId xmlns:a16="http://schemas.microsoft.com/office/drawing/2014/main" id="{DB973EA0-A5F9-4239-B78E-EB29D2782C4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919337" y="3920115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10" name="Text Placeholder 54">
            <a:extLst>
              <a:ext uri="{FF2B5EF4-FFF2-40B4-BE49-F238E27FC236}">
                <a16:creationId xmlns:a16="http://schemas.microsoft.com/office/drawing/2014/main" id="{F3A77B76-72D8-45ED-9CF1-069DA4D2F6B5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436075" y="2755802"/>
            <a:ext cx="2094301" cy="2091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11" name="Text Placeholder 54">
            <a:extLst>
              <a:ext uri="{FF2B5EF4-FFF2-40B4-BE49-F238E27FC236}">
                <a16:creationId xmlns:a16="http://schemas.microsoft.com/office/drawing/2014/main" id="{E95A632B-4098-4733-9CC1-FFD5EDD004B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932881" y="3790087"/>
            <a:ext cx="2094301" cy="2091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12" name="Text Placeholder 54">
            <a:extLst>
              <a:ext uri="{FF2B5EF4-FFF2-40B4-BE49-F238E27FC236}">
                <a16:creationId xmlns:a16="http://schemas.microsoft.com/office/drawing/2014/main" id="{7777B1D6-B52F-413F-A34B-FDE64D6C1B8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530377" y="4724975"/>
            <a:ext cx="1529010" cy="24152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13" name="Text Placeholder 54">
            <a:extLst>
              <a:ext uri="{FF2B5EF4-FFF2-40B4-BE49-F238E27FC236}">
                <a16:creationId xmlns:a16="http://schemas.microsoft.com/office/drawing/2014/main" id="{8496028D-A31D-4F5E-8CFD-D164FBB87650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402130" y="2755801"/>
            <a:ext cx="1164927" cy="2106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14" name="Text Placeholder 54">
            <a:extLst>
              <a:ext uri="{FF2B5EF4-FFF2-40B4-BE49-F238E27FC236}">
                <a16:creationId xmlns:a16="http://schemas.microsoft.com/office/drawing/2014/main" id="{67F4FAA7-2929-4E12-89D7-8AEA5DE21079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343099" y="1840395"/>
            <a:ext cx="1313516" cy="10346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100" b="0" u="none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15" name="Text Placeholder 54">
            <a:extLst>
              <a:ext uri="{FF2B5EF4-FFF2-40B4-BE49-F238E27FC236}">
                <a16:creationId xmlns:a16="http://schemas.microsoft.com/office/drawing/2014/main" id="{EAC27CB1-C501-4CE2-BBED-4035DB848A1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886684" y="1827971"/>
            <a:ext cx="1313516" cy="10346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100" b="0" u="none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76" name="Text Placeholder 54">
            <a:extLst>
              <a:ext uri="{FF2B5EF4-FFF2-40B4-BE49-F238E27FC236}">
                <a16:creationId xmlns:a16="http://schemas.microsoft.com/office/drawing/2014/main" id="{6A418B66-1C4B-4B5F-95B2-C20875E7050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177402" y="6040330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400" b="1" u="none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78" name="Text Placeholder 54">
            <a:extLst>
              <a:ext uri="{FF2B5EF4-FFF2-40B4-BE49-F238E27FC236}">
                <a16:creationId xmlns:a16="http://schemas.microsoft.com/office/drawing/2014/main" id="{5A7AC76E-122F-4E5D-AC63-9D8E74B9D88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99363" y="6037907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400" b="1" u="none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79" name="Text Placeholder 54">
            <a:extLst>
              <a:ext uri="{FF2B5EF4-FFF2-40B4-BE49-F238E27FC236}">
                <a16:creationId xmlns:a16="http://schemas.microsoft.com/office/drawing/2014/main" id="{E0CF53F0-00A9-4515-9535-7B2E610E58DD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166003" y="6038783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400" b="1" u="none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80" name="Text Placeholder 54">
            <a:extLst>
              <a:ext uri="{FF2B5EF4-FFF2-40B4-BE49-F238E27FC236}">
                <a16:creationId xmlns:a16="http://schemas.microsoft.com/office/drawing/2014/main" id="{32FBB7FE-8F21-47FA-AFB0-68C5B410EAED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658141" y="6035963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400" b="1" u="none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81" name="Text Placeholder 54">
            <a:extLst>
              <a:ext uri="{FF2B5EF4-FFF2-40B4-BE49-F238E27FC236}">
                <a16:creationId xmlns:a16="http://schemas.microsoft.com/office/drawing/2014/main" id="{B3C3C880-E079-4BE8-A3B8-C4AB24F86D6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782055" y="6034895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400" b="1" u="none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pic>
        <p:nvPicPr>
          <p:cNvPr id="83" name="Graphic 82">
            <a:extLst>
              <a:ext uri="{FF2B5EF4-FFF2-40B4-BE49-F238E27FC236}">
                <a16:creationId xmlns:a16="http://schemas.microsoft.com/office/drawing/2014/main" id="{77592C5D-3EAC-46CA-B7ED-062E92971BF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92806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ified 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1" name="Straight Arrow Connector 21">
            <a:extLst>
              <a:ext uri="{FF2B5EF4-FFF2-40B4-BE49-F238E27FC236}">
                <a16:creationId xmlns:a16="http://schemas.microsoft.com/office/drawing/2014/main" id="{38B25D08-C47C-4AB4-9EC0-15594CF324D8}"/>
              </a:ext>
            </a:extLst>
          </p:cNvPr>
          <p:cNvCxnSpPr>
            <a:cxnSpLocks/>
          </p:cNvCxnSpPr>
          <p:nvPr userDrawn="1"/>
        </p:nvCxnSpPr>
        <p:spPr>
          <a:xfrm>
            <a:off x="515684" y="5897412"/>
            <a:ext cx="11126091" cy="0"/>
          </a:xfrm>
          <a:prstGeom prst="straightConnector1">
            <a:avLst/>
          </a:prstGeom>
          <a:ln w="28575">
            <a:solidFill>
              <a:schemeClr val="bg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133">
            <a:extLst>
              <a:ext uri="{FF2B5EF4-FFF2-40B4-BE49-F238E27FC236}">
                <a16:creationId xmlns:a16="http://schemas.microsoft.com/office/drawing/2014/main" id="{E72F6C52-8B2B-41E7-9D36-71829C2590CD}"/>
              </a:ext>
            </a:extLst>
          </p:cNvPr>
          <p:cNvCxnSpPr>
            <a:cxnSpLocks/>
          </p:cNvCxnSpPr>
          <p:nvPr userDrawn="1"/>
        </p:nvCxnSpPr>
        <p:spPr>
          <a:xfrm flipV="1">
            <a:off x="525898" y="1711771"/>
            <a:ext cx="0" cy="4200864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cxnSp>
        <p:nvCxnSpPr>
          <p:cNvPr id="93" name="Straight Arrow Connector 133">
            <a:extLst>
              <a:ext uri="{FF2B5EF4-FFF2-40B4-BE49-F238E27FC236}">
                <a16:creationId xmlns:a16="http://schemas.microsoft.com/office/drawing/2014/main" id="{AAC80FE0-3465-4B05-9F90-D5F52CB76419}"/>
              </a:ext>
            </a:extLst>
          </p:cNvPr>
          <p:cNvCxnSpPr>
            <a:cxnSpLocks/>
          </p:cNvCxnSpPr>
          <p:nvPr userDrawn="1"/>
        </p:nvCxnSpPr>
        <p:spPr>
          <a:xfrm flipV="1">
            <a:off x="2775990" y="2868350"/>
            <a:ext cx="0" cy="3029785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cxnSp>
        <p:nvCxnSpPr>
          <p:cNvPr id="94" name="Straight Arrow Connector 133">
            <a:extLst>
              <a:ext uri="{FF2B5EF4-FFF2-40B4-BE49-F238E27FC236}">
                <a16:creationId xmlns:a16="http://schemas.microsoft.com/office/drawing/2014/main" id="{36643DBE-BE10-46CA-97E2-53DAB43DB8BB}"/>
              </a:ext>
            </a:extLst>
          </p:cNvPr>
          <p:cNvCxnSpPr>
            <a:cxnSpLocks/>
          </p:cNvCxnSpPr>
          <p:nvPr userDrawn="1"/>
        </p:nvCxnSpPr>
        <p:spPr>
          <a:xfrm flipV="1">
            <a:off x="4469456" y="4014008"/>
            <a:ext cx="0" cy="1892750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cxnSp>
        <p:nvCxnSpPr>
          <p:cNvPr id="97" name="Straight Arrow Connector 133">
            <a:extLst>
              <a:ext uri="{FF2B5EF4-FFF2-40B4-BE49-F238E27FC236}">
                <a16:creationId xmlns:a16="http://schemas.microsoft.com/office/drawing/2014/main" id="{D4FDFD0B-80F5-4178-9AB2-D482CF6779A2}"/>
              </a:ext>
            </a:extLst>
          </p:cNvPr>
          <p:cNvCxnSpPr>
            <a:cxnSpLocks/>
          </p:cNvCxnSpPr>
          <p:nvPr userDrawn="1"/>
        </p:nvCxnSpPr>
        <p:spPr>
          <a:xfrm flipV="1">
            <a:off x="6115883" y="1997529"/>
            <a:ext cx="0" cy="3892655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cxnSp>
        <p:nvCxnSpPr>
          <p:cNvPr id="98" name="Straight Arrow Connector 133">
            <a:extLst>
              <a:ext uri="{FF2B5EF4-FFF2-40B4-BE49-F238E27FC236}">
                <a16:creationId xmlns:a16="http://schemas.microsoft.com/office/drawing/2014/main" id="{64625577-3286-4BB0-987E-E7D94A9F139E}"/>
              </a:ext>
            </a:extLst>
          </p:cNvPr>
          <p:cNvCxnSpPr>
            <a:cxnSpLocks/>
          </p:cNvCxnSpPr>
          <p:nvPr userDrawn="1"/>
        </p:nvCxnSpPr>
        <p:spPr>
          <a:xfrm flipV="1">
            <a:off x="7696440" y="3429000"/>
            <a:ext cx="0" cy="2446092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cxnSp>
        <p:nvCxnSpPr>
          <p:cNvPr id="116" name="Straight Arrow Connector 133">
            <a:extLst>
              <a:ext uri="{FF2B5EF4-FFF2-40B4-BE49-F238E27FC236}">
                <a16:creationId xmlns:a16="http://schemas.microsoft.com/office/drawing/2014/main" id="{0A669261-34CF-44E7-8425-91C30C126EE7}"/>
              </a:ext>
            </a:extLst>
          </p:cNvPr>
          <p:cNvCxnSpPr>
            <a:cxnSpLocks/>
          </p:cNvCxnSpPr>
          <p:nvPr userDrawn="1"/>
        </p:nvCxnSpPr>
        <p:spPr>
          <a:xfrm flipV="1">
            <a:off x="9351135" y="4824372"/>
            <a:ext cx="0" cy="1073763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sp>
        <p:nvSpPr>
          <p:cNvPr id="117" name="Text Placeholder 54">
            <a:extLst>
              <a:ext uri="{FF2B5EF4-FFF2-40B4-BE49-F238E27FC236}">
                <a16:creationId xmlns:a16="http://schemas.microsoft.com/office/drawing/2014/main" id="{155CD22A-7C1E-472A-928F-F9E794E1F39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51026" y="1633960"/>
            <a:ext cx="2094301" cy="2091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18" name="Text Placeholder 54">
            <a:extLst>
              <a:ext uri="{FF2B5EF4-FFF2-40B4-BE49-F238E27FC236}">
                <a16:creationId xmlns:a16="http://schemas.microsoft.com/office/drawing/2014/main" id="{084B5A87-A000-46E9-90F9-DB32BC98C1A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911148" y="2761036"/>
            <a:ext cx="1913274" cy="21463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19" name="Text Placeholder 54">
            <a:extLst>
              <a:ext uri="{FF2B5EF4-FFF2-40B4-BE49-F238E27FC236}">
                <a16:creationId xmlns:a16="http://schemas.microsoft.com/office/drawing/2014/main" id="{80A51060-841D-46C4-ADCB-41A637EA747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574170" y="3920115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0" name="Text Placeholder 54">
            <a:extLst>
              <a:ext uri="{FF2B5EF4-FFF2-40B4-BE49-F238E27FC236}">
                <a16:creationId xmlns:a16="http://schemas.microsoft.com/office/drawing/2014/main" id="{CEB949F4-4D91-408B-B560-03C313B5C4A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257268" y="1908580"/>
            <a:ext cx="2094301" cy="2091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1" name="Text Placeholder 54">
            <a:extLst>
              <a:ext uri="{FF2B5EF4-FFF2-40B4-BE49-F238E27FC236}">
                <a16:creationId xmlns:a16="http://schemas.microsoft.com/office/drawing/2014/main" id="{353FB4DA-0B33-4741-98D1-E902C6DCFD1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837492" y="3335319"/>
            <a:ext cx="2094301" cy="2091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2" name="Text Placeholder 54">
            <a:extLst>
              <a:ext uri="{FF2B5EF4-FFF2-40B4-BE49-F238E27FC236}">
                <a16:creationId xmlns:a16="http://schemas.microsoft.com/office/drawing/2014/main" id="{3E2D6327-599C-432A-BE6B-9ACFDE15FDE8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465562" y="4724975"/>
            <a:ext cx="1529010" cy="24152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3" name="Text Placeholder 54">
            <a:extLst>
              <a:ext uri="{FF2B5EF4-FFF2-40B4-BE49-F238E27FC236}">
                <a16:creationId xmlns:a16="http://schemas.microsoft.com/office/drawing/2014/main" id="{F5BEE5A3-3E14-4D6F-8E47-220ABE857471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50720" y="6040330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400" b="1" u="none">
                <a:solidFill>
                  <a:schemeClr val="tx1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4" name="Text Placeholder 54">
            <a:extLst>
              <a:ext uri="{FF2B5EF4-FFF2-40B4-BE49-F238E27FC236}">
                <a16:creationId xmlns:a16="http://schemas.microsoft.com/office/drawing/2014/main" id="{CAD57925-A64F-4A0F-834D-DD801C17C6FF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85717" y="6037907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400" b="1" u="none">
                <a:solidFill>
                  <a:schemeClr val="tx1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5" name="Text Placeholder 54">
            <a:extLst>
              <a:ext uri="{FF2B5EF4-FFF2-40B4-BE49-F238E27FC236}">
                <a16:creationId xmlns:a16="http://schemas.microsoft.com/office/drawing/2014/main" id="{4A65511C-9345-4576-AA9D-4BF2BE8DD8E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450800" y="6038783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400" b="1" u="none">
                <a:solidFill>
                  <a:schemeClr val="tx1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6" name="Text Placeholder 54">
            <a:extLst>
              <a:ext uri="{FF2B5EF4-FFF2-40B4-BE49-F238E27FC236}">
                <a16:creationId xmlns:a16="http://schemas.microsoft.com/office/drawing/2014/main" id="{CA33F25F-8F63-4BED-AC2F-4C358C2DB036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6115883" y="6035963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400" b="1" u="none">
                <a:solidFill>
                  <a:schemeClr val="tx1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7" name="Text Placeholder 54">
            <a:extLst>
              <a:ext uri="{FF2B5EF4-FFF2-40B4-BE49-F238E27FC236}">
                <a16:creationId xmlns:a16="http://schemas.microsoft.com/office/drawing/2014/main" id="{493C43B9-B81E-4618-8AD5-1E1BAE79089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714857" y="6035963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400" b="1" u="none">
                <a:solidFill>
                  <a:schemeClr val="tx1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8" name="Text Placeholder 54">
            <a:extLst>
              <a:ext uri="{FF2B5EF4-FFF2-40B4-BE49-F238E27FC236}">
                <a16:creationId xmlns:a16="http://schemas.microsoft.com/office/drawing/2014/main" id="{E94B23DB-07B5-40D8-98E5-61681E77207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372712" y="6035963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400" b="1" u="none">
                <a:solidFill>
                  <a:schemeClr val="tx1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9" name="Text Placeholder 16">
            <a:extLst>
              <a:ext uri="{FF2B5EF4-FFF2-40B4-BE49-F238E27FC236}">
                <a16:creationId xmlns:a16="http://schemas.microsoft.com/office/drawing/2014/main" id="{4BC50811-9B86-4344-8950-70812704735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51027" y="1865472"/>
            <a:ext cx="2094300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30" name="Text Placeholder 16">
            <a:extLst>
              <a:ext uri="{FF2B5EF4-FFF2-40B4-BE49-F238E27FC236}">
                <a16:creationId xmlns:a16="http://schemas.microsoft.com/office/drawing/2014/main" id="{B288ABA5-6316-4B2F-9609-34B373F1BCB1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2909843" y="2999124"/>
            <a:ext cx="1913273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31" name="Text Placeholder 16">
            <a:extLst>
              <a:ext uri="{FF2B5EF4-FFF2-40B4-BE49-F238E27FC236}">
                <a16:creationId xmlns:a16="http://schemas.microsoft.com/office/drawing/2014/main" id="{D0187E05-DCCC-403A-964A-11AD142EDDEB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4583884" y="4149925"/>
            <a:ext cx="1273424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32" name="Text Placeholder 16">
            <a:extLst>
              <a:ext uri="{FF2B5EF4-FFF2-40B4-BE49-F238E27FC236}">
                <a16:creationId xmlns:a16="http://schemas.microsoft.com/office/drawing/2014/main" id="{D3DAF686-99AE-415E-B922-456EFCD835FC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6257268" y="2125000"/>
            <a:ext cx="2129190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33" name="Text Placeholder 16">
            <a:extLst>
              <a:ext uri="{FF2B5EF4-FFF2-40B4-BE49-F238E27FC236}">
                <a16:creationId xmlns:a16="http://schemas.microsoft.com/office/drawing/2014/main" id="{4554F573-FBA1-4DD6-9D93-D1641A62D299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7837492" y="3532982"/>
            <a:ext cx="2094292" cy="104576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34" name="Text Placeholder 16">
            <a:extLst>
              <a:ext uri="{FF2B5EF4-FFF2-40B4-BE49-F238E27FC236}">
                <a16:creationId xmlns:a16="http://schemas.microsoft.com/office/drawing/2014/main" id="{508EA440-BA4D-4257-B290-02CFA29D8795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9479452" y="4960384"/>
            <a:ext cx="2129190" cy="738288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5E20C297-E569-49AD-B21F-CD22FCBAAEC6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136" name="Title 1">
            <a:extLst>
              <a:ext uri="{FF2B5EF4-FFF2-40B4-BE49-F238E27FC236}">
                <a16:creationId xmlns:a16="http://schemas.microsoft.com/office/drawing/2014/main" id="{807B6568-5C4E-4E1B-8332-F46F92552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10026118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</a:defRPr>
            </a:lvl1pPr>
          </a:lstStyle>
          <a:p>
            <a:endParaRPr lang="en-US"/>
          </a:p>
        </p:txBody>
      </p:sp>
      <p:pic>
        <p:nvPicPr>
          <p:cNvPr id="139" name="Graphic 138">
            <a:extLst>
              <a:ext uri="{FF2B5EF4-FFF2-40B4-BE49-F238E27FC236}">
                <a16:creationId xmlns:a16="http://schemas.microsoft.com/office/drawing/2014/main" id="{BA2C4C85-8F58-4216-B89A-598AFE9ACB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5513A928-1A6A-48C5-8E77-781C9380B9F7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322849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ified Timeline 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Box 134">
            <a:extLst>
              <a:ext uri="{FF2B5EF4-FFF2-40B4-BE49-F238E27FC236}">
                <a16:creationId xmlns:a16="http://schemas.microsoft.com/office/drawing/2014/main" id="{5E20C297-E569-49AD-B21F-CD22FCBAAEC6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136" name="Title 1">
            <a:extLst>
              <a:ext uri="{FF2B5EF4-FFF2-40B4-BE49-F238E27FC236}">
                <a16:creationId xmlns:a16="http://schemas.microsoft.com/office/drawing/2014/main" id="{807B6568-5C4E-4E1B-8332-F46F92552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10026118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</a:defRPr>
            </a:lvl1pPr>
          </a:lstStyle>
          <a:p>
            <a:endParaRPr lang="en-US"/>
          </a:p>
        </p:txBody>
      </p:sp>
      <p:pic>
        <p:nvPicPr>
          <p:cNvPr id="139" name="Graphic 138">
            <a:extLst>
              <a:ext uri="{FF2B5EF4-FFF2-40B4-BE49-F238E27FC236}">
                <a16:creationId xmlns:a16="http://schemas.microsoft.com/office/drawing/2014/main" id="{BA2C4C85-8F58-4216-B89A-598AFE9ACB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7AFBA27-7954-4CBE-A287-878849049ADE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BE31D2CD-3BB3-459F-A872-CDDB0F44933B}"/>
              </a:ext>
            </a:extLst>
          </p:cNvPr>
          <p:cNvSpPr/>
          <p:nvPr userDrawn="1"/>
        </p:nvSpPr>
        <p:spPr>
          <a:xfrm>
            <a:off x="515684" y="3217197"/>
            <a:ext cx="11152583" cy="305672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79D77C6B-6A53-4B99-B6D2-46E1FE253641}"/>
              </a:ext>
            </a:extLst>
          </p:cNvPr>
          <p:cNvSpPr/>
          <p:nvPr userDrawn="1"/>
        </p:nvSpPr>
        <p:spPr>
          <a:xfrm>
            <a:off x="762112" y="3128662"/>
            <a:ext cx="482743" cy="482743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433478EE-B7FA-4A29-B28E-30ACFA85E92E}"/>
              </a:ext>
            </a:extLst>
          </p:cNvPr>
          <p:cNvSpPr/>
          <p:nvPr userDrawn="1"/>
        </p:nvSpPr>
        <p:spPr>
          <a:xfrm>
            <a:off x="3316353" y="3128662"/>
            <a:ext cx="482743" cy="482743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B2ABDAA2-4EE8-4EF1-880F-23DB1A5DAAC7}"/>
              </a:ext>
            </a:extLst>
          </p:cNvPr>
          <p:cNvSpPr/>
          <p:nvPr userDrawn="1"/>
        </p:nvSpPr>
        <p:spPr>
          <a:xfrm>
            <a:off x="5870594" y="3128662"/>
            <a:ext cx="482743" cy="482743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8CE2A9C8-DF3F-43E8-AF6E-4BE6095E920C}"/>
              </a:ext>
            </a:extLst>
          </p:cNvPr>
          <p:cNvSpPr/>
          <p:nvPr userDrawn="1"/>
        </p:nvSpPr>
        <p:spPr>
          <a:xfrm>
            <a:off x="8424835" y="3128662"/>
            <a:ext cx="482743" cy="482743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FD9931D3-6E3F-4CEE-98DB-46F91DF85C83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999393" y="1543290"/>
            <a:ext cx="4091" cy="1608520"/>
          </a:xfrm>
          <a:prstGeom prst="line">
            <a:avLst/>
          </a:prstGeom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68A3732-4787-4808-A44F-01A89B77BBFE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113570" y="1543290"/>
            <a:ext cx="4091" cy="1608520"/>
          </a:xfrm>
          <a:prstGeom prst="line">
            <a:avLst/>
          </a:prstGeom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D9AE80C-B26E-4310-BEC1-B4A139AC35D0}"/>
              </a:ext>
            </a:extLst>
          </p:cNvPr>
          <p:cNvCxnSpPr>
            <a:cxnSpLocks/>
          </p:cNvCxnSpPr>
          <p:nvPr userDrawn="1"/>
        </p:nvCxnSpPr>
        <p:spPr>
          <a:xfrm flipV="1">
            <a:off x="8664160" y="3566858"/>
            <a:ext cx="1" cy="333630"/>
          </a:xfrm>
          <a:prstGeom prst="line">
            <a:avLst/>
          </a:prstGeom>
          <a:ln w="38100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 Placeholder 16">
            <a:extLst>
              <a:ext uri="{FF2B5EF4-FFF2-40B4-BE49-F238E27FC236}">
                <a16:creationId xmlns:a16="http://schemas.microsoft.com/office/drawing/2014/main" id="{1030C131-4AE2-4D9F-964F-9B1DA764B04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149033" y="1794433"/>
            <a:ext cx="2960783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42" name="Text Placeholder 16">
            <a:extLst>
              <a:ext uri="{FF2B5EF4-FFF2-40B4-BE49-F238E27FC236}">
                <a16:creationId xmlns:a16="http://schemas.microsoft.com/office/drawing/2014/main" id="{12AF5BAB-883C-4E37-A416-677F53EE88E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263211" y="1794433"/>
            <a:ext cx="2960783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43" name="Text Placeholder 16">
            <a:extLst>
              <a:ext uri="{FF2B5EF4-FFF2-40B4-BE49-F238E27FC236}">
                <a16:creationId xmlns:a16="http://schemas.microsoft.com/office/drawing/2014/main" id="{C88DF00B-65E4-4142-B151-39E633F39F5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527090" y="4117095"/>
            <a:ext cx="2960783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44" name="Text Placeholder 16">
            <a:extLst>
              <a:ext uri="{FF2B5EF4-FFF2-40B4-BE49-F238E27FC236}">
                <a16:creationId xmlns:a16="http://schemas.microsoft.com/office/drawing/2014/main" id="{43EE2CD0-82DC-400C-9663-1D63DBC8D13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654500" y="4117095"/>
            <a:ext cx="2960783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4BFEDBD8-5423-4514-994F-8EEE02117055}"/>
              </a:ext>
            </a:extLst>
          </p:cNvPr>
          <p:cNvCxnSpPr>
            <a:cxnSpLocks/>
          </p:cNvCxnSpPr>
          <p:nvPr userDrawn="1"/>
        </p:nvCxnSpPr>
        <p:spPr>
          <a:xfrm flipV="1">
            <a:off x="3556527" y="3566858"/>
            <a:ext cx="1" cy="333630"/>
          </a:xfrm>
          <a:prstGeom prst="line">
            <a:avLst/>
          </a:prstGeom>
          <a:ln w="38100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 Placeholder 54">
            <a:extLst>
              <a:ext uri="{FF2B5EF4-FFF2-40B4-BE49-F238E27FC236}">
                <a16:creationId xmlns:a16="http://schemas.microsoft.com/office/drawing/2014/main" id="{FE06DA97-3797-41E2-B66C-AE6722977A0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537501" y="3782567"/>
            <a:ext cx="2968968" cy="2583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lIns="0" tIns="36000" rIns="0" bIns="36000"/>
          <a:lstStyle>
            <a:lvl1pPr marL="0" indent="0" algn="ctr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7" name="Text Placeholder 54">
            <a:extLst>
              <a:ext uri="{FF2B5EF4-FFF2-40B4-BE49-F238E27FC236}">
                <a16:creationId xmlns:a16="http://schemas.microsoft.com/office/drawing/2014/main" id="{B8F729BB-B022-4C80-AD92-DBB22213E3A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646315" y="3782567"/>
            <a:ext cx="2968968" cy="2583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lIns="0" tIns="36000" rIns="0" bIns="36000"/>
          <a:lstStyle>
            <a:lvl1pPr marL="0" indent="0" algn="ctr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8" name="Text Placeholder 54">
            <a:extLst>
              <a:ext uri="{FF2B5EF4-FFF2-40B4-BE49-F238E27FC236}">
                <a16:creationId xmlns:a16="http://schemas.microsoft.com/office/drawing/2014/main" id="{9DB8C99D-ECD3-4F49-B04C-942C210C684D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81636" y="1450377"/>
            <a:ext cx="3128179" cy="2583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lIns="0" tIns="36000" rIns="0" bIns="36000"/>
          <a:lstStyle>
            <a:lvl1pPr marL="0" indent="0" algn="ctr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9" name="Text Placeholder 54">
            <a:extLst>
              <a:ext uri="{FF2B5EF4-FFF2-40B4-BE49-F238E27FC236}">
                <a16:creationId xmlns:a16="http://schemas.microsoft.com/office/drawing/2014/main" id="{3CEDECF6-1897-4CFC-8E95-05E9A70385B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097364" y="1450377"/>
            <a:ext cx="3134813" cy="2583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lIns="0" tIns="36000" rIns="0" bIns="36000"/>
          <a:lstStyle>
            <a:lvl1pPr marL="0" indent="0" algn="ctr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316450147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ified Timelin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Box 134">
            <a:extLst>
              <a:ext uri="{FF2B5EF4-FFF2-40B4-BE49-F238E27FC236}">
                <a16:creationId xmlns:a16="http://schemas.microsoft.com/office/drawing/2014/main" id="{5E20C297-E569-49AD-B21F-CD22FCBAAEC6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136" name="Title 1">
            <a:extLst>
              <a:ext uri="{FF2B5EF4-FFF2-40B4-BE49-F238E27FC236}">
                <a16:creationId xmlns:a16="http://schemas.microsoft.com/office/drawing/2014/main" id="{807B6568-5C4E-4E1B-8332-F46F92552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10026118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</a:defRPr>
            </a:lvl1pPr>
          </a:lstStyle>
          <a:p>
            <a:endParaRPr lang="en-US"/>
          </a:p>
        </p:txBody>
      </p:sp>
      <p:pic>
        <p:nvPicPr>
          <p:cNvPr id="139" name="Graphic 138">
            <a:extLst>
              <a:ext uri="{FF2B5EF4-FFF2-40B4-BE49-F238E27FC236}">
                <a16:creationId xmlns:a16="http://schemas.microsoft.com/office/drawing/2014/main" id="{BA2C4C85-8F58-4216-B89A-598AFE9ACB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7AFBA27-7954-4CBE-A287-878849049ADE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DC9A472B-EF7C-473C-8B51-3259E7C34762}"/>
              </a:ext>
            </a:extLst>
          </p:cNvPr>
          <p:cNvSpPr/>
          <p:nvPr userDrawn="1"/>
        </p:nvSpPr>
        <p:spPr>
          <a:xfrm>
            <a:off x="515684" y="3217197"/>
            <a:ext cx="11152583" cy="305672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7A870A1-F89B-4C7B-B042-F4916188372F}"/>
              </a:ext>
            </a:extLst>
          </p:cNvPr>
          <p:cNvSpPr/>
          <p:nvPr userDrawn="1"/>
        </p:nvSpPr>
        <p:spPr>
          <a:xfrm>
            <a:off x="762112" y="3128662"/>
            <a:ext cx="482743" cy="482743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18CD63B6-C3A1-42F6-A1A1-448A22867DCA}"/>
              </a:ext>
            </a:extLst>
          </p:cNvPr>
          <p:cNvSpPr/>
          <p:nvPr userDrawn="1"/>
        </p:nvSpPr>
        <p:spPr>
          <a:xfrm>
            <a:off x="2440056" y="3128662"/>
            <a:ext cx="482743" cy="482743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93BF2F18-7DFF-4391-9991-57783B4CCDF1}"/>
              </a:ext>
            </a:extLst>
          </p:cNvPr>
          <p:cNvSpPr/>
          <p:nvPr userDrawn="1"/>
        </p:nvSpPr>
        <p:spPr>
          <a:xfrm>
            <a:off x="4118000" y="3128662"/>
            <a:ext cx="482743" cy="482743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CB56FC3-2EE5-451F-98A1-B62DF469B0D7}"/>
              </a:ext>
            </a:extLst>
          </p:cNvPr>
          <p:cNvSpPr/>
          <p:nvPr userDrawn="1"/>
        </p:nvSpPr>
        <p:spPr>
          <a:xfrm>
            <a:off x="5795944" y="3128662"/>
            <a:ext cx="482743" cy="482743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FFD1F0C2-5127-4609-B873-DA9A5E98991B}"/>
              </a:ext>
            </a:extLst>
          </p:cNvPr>
          <p:cNvSpPr/>
          <p:nvPr userDrawn="1"/>
        </p:nvSpPr>
        <p:spPr>
          <a:xfrm>
            <a:off x="7473888" y="3128662"/>
            <a:ext cx="482743" cy="482743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53FD39F5-CE26-490C-BA34-CAC12AF169B2}"/>
              </a:ext>
            </a:extLst>
          </p:cNvPr>
          <p:cNvSpPr/>
          <p:nvPr userDrawn="1"/>
        </p:nvSpPr>
        <p:spPr>
          <a:xfrm>
            <a:off x="9151830" y="3128662"/>
            <a:ext cx="482743" cy="482743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F8847FE6-2627-4031-8617-C311B0EBF739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999393" y="1543290"/>
            <a:ext cx="4091" cy="1608520"/>
          </a:xfrm>
          <a:prstGeom prst="line">
            <a:avLst/>
          </a:prstGeom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8E6FAAB9-D7F8-4726-883F-1E0939300D61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4355280" y="1543290"/>
            <a:ext cx="4091" cy="1608520"/>
          </a:xfrm>
          <a:prstGeom prst="line">
            <a:avLst/>
          </a:prstGeom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4AE11397-F4C5-41F3-B119-1D97D2A855DA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7707076" y="1543290"/>
            <a:ext cx="4091" cy="1608520"/>
          </a:xfrm>
          <a:prstGeom prst="line">
            <a:avLst/>
          </a:prstGeom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2EDBDAA9-333F-49F5-BA06-0139C9A77FF5}"/>
              </a:ext>
            </a:extLst>
          </p:cNvPr>
          <p:cNvCxnSpPr>
            <a:cxnSpLocks/>
          </p:cNvCxnSpPr>
          <p:nvPr userDrawn="1"/>
        </p:nvCxnSpPr>
        <p:spPr>
          <a:xfrm flipV="1">
            <a:off x="6035269" y="3566858"/>
            <a:ext cx="1" cy="333630"/>
          </a:xfrm>
          <a:prstGeom prst="line">
            <a:avLst/>
          </a:prstGeom>
          <a:ln w="38100"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 Placeholder 16">
            <a:extLst>
              <a:ext uri="{FF2B5EF4-FFF2-40B4-BE49-F238E27FC236}">
                <a16:creationId xmlns:a16="http://schemas.microsoft.com/office/drawing/2014/main" id="{5BEBF4A0-3B13-40C7-B2E8-634F0A83937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149033" y="1794433"/>
            <a:ext cx="2960783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55" name="Text Placeholder 16">
            <a:extLst>
              <a:ext uri="{FF2B5EF4-FFF2-40B4-BE49-F238E27FC236}">
                <a16:creationId xmlns:a16="http://schemas.microsoft.com/office/drawing/2014/main" id="{AB2CEC5F-A37A-4F47-81F6-E011BE0AF5B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04921" y="1794433"/>
            <a:ext cx="2960783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56" name="Text Placeholder 16">
            <a:extLst>
              <a:ext uri="{FF2B5EF4-FFF2-40B4-BE49-F238E27FC236}">
                <a16:creationId xmlns:a16="http://schemas.microsoft.com/office/drawing/2014/main" id="{DC25B149-7A28-4502-A711-1CFBF66CF1D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844442" y="1794433"/>
            <a:ext cx="2960783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57" name="Text Placeholder 16">
            <a:extLst>
              <a:ext uri="{FF2B5EF4-FFF2-40B4-BE49-F238E27FC236}">
                <a16:creationId xmlns:a16="http://schemas.microsoft.com/office/drawing/2014/main" id="{7C6205A2-C492-4271-B080-36CAF8EBEE7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831006" y="4117095"/>
            <a:ext cx="2960783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58" name="Text Placeholder 16">
            <a:extLst>
              <a:ext uri="{FF2B5EF4-FFF2-40B4-BE49-F238E27FC236}">
                <a16:creationId xmlns:a16="http://schemas.microsoft.com/office/drawing/2014/main" id="{652CD33F-36E3-4F6C-9B84-DFD560B3D51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207040" y="4117095"/>
            <a:ext cx="2960783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59" name="Text Placeholder 16">
            <a:extLst>
              <a:ext uri="{FF2B5EF4-FFF2-40B4-BE49-F238E27FC236}">
                <a16:creationId xmlns:a16="http://schemas.microsoft.com/office/drawing/2014/main" id="{3B6E9459-8589-4720-A950-E5592E0FC51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564478" y="4117095"/>
            <a:ext cx="2960783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335AC3DD-2A5B-4EE0-BADE-F6A2CE7785EA}"/>
              </a:ext>
            </a:extLst>
          </p:cNvPr>
          <p:cNvCxnSpPr>
            <a:cxnSpLocks/>
          </p:cNvCxnSpPr>
          <p:nvPr userDrawn="1"/>
        </p:nvCxnSpPr>
        <p:spPr>
          <a:xfrm flipV="1">
            <a:off x="9392708" y="3566858"/>
            <a:ext cx="1" cy="333630"/>
          </a:xfrm>
          <a:prstGeom prst="line">
            <a:avLst/>
          </a:prstGeom>
          <a:ln w="38100"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DFD7F11C-F6F0-4ED7-8227-D19FC0B2B1CD}"/>
              </a:ext>
            </a:extLst>
          </p:cNvPr>
          <p:cNvCxnSpPr>
            <a:cxnSpLocks/>
          </p:cNvCxnSpPr>
          <p:nvPr userDrawn="1"/>
        </p:nvCxnSpPr>
        <p:spPr>
          <a:xfrm flipV="1">
            <a:off x="2680402" y="3566858"/>
            <a:ext cx="1" cy="333630"/>
          </a:xfrm>
          <a:prstGeom prst="line">
            <a:avLst/>
          </a:prstGeom>
          <a:ln w="38100"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 Placeholder 54">
            <a:extLst>
              <a:ext uri="{FF2B5EF4-FFF2-40B4-BE49-F238E27FC236}">
                <a16:creationId xmlns:a16="http://schemas.microsoft.com/office/drawing/2014/main" id="{7E485DD3-9602-4DDB-AC79-CE51579EB54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841417" y="3782567"/>
            <a:ext cx="2968968" cy="2583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lIns="0" tIns="36000" rIns="0" bIns="36000"/>
          <a:lstStyle>
            <a:lvl1pPr marL="0" indent="0" algn="ctr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3" name="Text Placeholder 54">
            <a:extLst>
              <a:ext uri="{FF2B5EF4-FFF2-40B4-BE49-F238E27FC236}">
                <a16:creationId xmlns:a16="http://schemas.microsoft.com/office/drawing/2014/main" id="{38D4A10C-CFD2-4E85-90C9-A9A4E63F5A9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98855" y="3782567"/>
            <a:ext cx="2968968" cy="2583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lIns="0" tIns="36000" rIns="0" bIns="36000"/>
          <a:lstStyle>
            <a:lvl1pPr marL="0" indent="0" algn="ctr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4" name="Text Placeholder 54">
            <a:extLst>
              <a:ext uri="{FF2B5EF4-FFF2-40B4-BE49-F238E27FC236}">
                <a16:creationId xmlns:a16="http://schemas.microsoft.com/office/drawing/2014/main" id="{15FD047D-25B1-4FDD-B14B-26535EC2690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556293" y="3782567"/>
            <a:ext cx="2968968" cy="2583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lIns="0" tIns="36000" rIns="0" bIns="36000"/>
          <a:lstStyle>
            <a:lvl1pPr marL="0" indent="0" algn="ctr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5" name="Text Placeholder 54">
            <a:extLst>
              <a:ext uri="{FF2B5EF4-FFF2-40B4-BE49-F238E27FC236}">
                <a16:creationId xmlns:a16="http://schemas.microsoft.com/office/drawing/2014/main" id="{0FB4A46B-98FE-467E-A954-1468724FAD2C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81636" y="1450377"/>
            <a:ext cx="3128179" cy="2583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lIns="0" tIns="36000" rIns="0" bIns="36000"/>
          <a:lstStyle>
            <a:lvl1pPr marL="0" indent="0" algn="ctr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6" name="Text Placeholder 54">
            <a:extLst>
              <a:ext uri="{FF2B5EF4-FFF2-40B4-BE49-F238E27FC236}">
                <a16:creationId xmlns:a16="http://schemas.microsoft.com/office/drawing/2014/main" id="{913BE38B-9328-4A99-9E02-3AD10260C75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339074" y="1450377"/>
            <a:ext cx="3134813" cy="2583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lIns="0" tIns="36000" rIns="0" bIns="36000"/>
          <a:lstStyle>
            <a:lvl1pPr marL="0" indent="0" algn="ctr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7" name="Text Placeholder 54">
            <a:extLst>
              <a:ext uri="{FF2B5EF4-FFF2-40B4-BE49-F238E27FC236}">
                <a16:creationId xmlns:a16="http://schemas.microsoft.com/office/drawing/2014/main" id="{0ED48AB2-1BEF-4942-8B85-77639FDCC18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692073" y="1450377"/>
            <a:ext cx="3113151" cy="2583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lIns="0" tIns="36000" rIns="0" bIns="36000"/>
          <a:lstStyle>
            <a:lvl1pPr marL="0" indent="0" algn="ctr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369444341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Box 134">
            <a:extLst>
              <a:ext uri="{FF2B5EF4-FFF2-40B4-BE49-F238E27FC236}">
                <a16:creationId xmlns:a16="http://schemas.microsoft.com/office/drawing/2014/main" id="{5E20C297-E569-49AD-B21F-CD22FCBAAEC6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136" name="Title 1">
            <a:extLst>
              <a:ext uri="{FF2B5EF4-FFF2-40B4-BE49-F238E27FC236}">
                <a16:creationId xmlns:a16="http://schemas.microsoft.com/office/drawing/2014/main" id="{807B6568-5C4E-4E1B-8332-F46F92552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10026118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</a:defRPr>
            </a:lvl1pPr>
          </a:lstStyle>
          <a:p>
            <a:endParaRPr lang="en-US"/>
          </a:p>
        </p:txBody>
      </p:sp>
      <p:pic>
        <p:nvPicPr>
          <p:cNvPr id="139" name="Graphic 138">
            <a:extLst>
              <a:ext uri="{FF2B5EF4-FFF2-40B4-BE49-F238E27FC236}">
                <a16:creationId xmlns:a16="http://schemas.microsoft.com/office/drawing/2014/main" id="{BA2C4C85-8F58-4216-B89A-598AFE9ACB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7AFBA27-7954-4CBE-A287-878849049ADE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0" name="Group 49">
            <a:extLst>
              <a:ext uri="{FF2B5EF4-FFF2-40B4-BE49-F238E27FC236}">
                <a16:creationId xmlns:a16="http://schemas.microsoft.com/office/drawing/2014/main" id="{D8246CAA-02D6-4889-9F71-292F02E457C0}"/>
              </a:ext>
            </a:extLst>
          </p:cNvPr>
          <p:cNvGrpSpPr/>
          <p:nvPr userDrawn="1"/>
        </p:nvGrpSpPr>
        <p:grpSpPr>
          <a:xfrm>
            <a:off x="2440007" y="2927526"/>
            <a:ext cx="489344" cy="489344"/>
            <a:chOff x="2613068" y="2927526"/>
            <a:chExt cx="489344" cy="489344"/>
          </a:xfrm>
        </p:grpSpPr>
        <p:sp>
          <p:nvSpPr>
            <p:cNvPr id="51" name="Isosceles Triangle 30">
              <a:extLst>
                <a:ext uri="{FF2B5EF4-FFF2-40B4-BE49-F238E27FC236}">
                  <a16:creationId xmlns:a16="http://schemas.microsoft.com/office/drawing/2014/main" id="{E2D158E4-B611-4FC9-8396-7BC7967467BE}"/>
                </a:ext>
              </a:extLst>
            </p:cNvPr>
            <p:cNvSpPr/>
            <p:nvPr/>
          </p:nvSpPr>
          <p:spPr>
            <a:xfrm rot="16200000" flipV="1">
              <a:off x="2613068" y="2927526"/>
              <a:ext cx="489344" cy="489344"/>
            </a:xfrm>
            <a:prstGeom prst="triangle">
              <a:avLst/>
            </a:prstGeom>
            <a:solidFill>
              <a:srgbClr val="FAB117">
                <a:alpha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52" name="Isosceles Triangle 30">
              <a:extLst>
                <a:ext uri="{FF2B5EF4-FFF2-40B4-BE49-F238E27FC236}">
                  <a16:creationId xmlns:a16="http://schemas.microsoft.com/office/drawing/2014/main" id="{A89302A2-C5A1-4277-B888-D856844D635F}"/>
                </a:ext>
              </a:extLst>
            </p:cNvPr>
            <p:cNvSpPr/>
            <p:nvPr/>
          </p:nvSpPr>
          <p:spPr>
            <a:xfrm rot="16200000" flipV="1">
              <a:off x="2613068" y="3046199"/>
              <a:ext cx="252000" cy="252000"/>
            </a:xfrm>
            <a:prstGeom prst="triangle">
              <a:avLst/>
            </a:prstGeom>
            <a:solidFill>
              <a:srgbClr val="FAB11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</p:grpSp>
      <p:sp>
        <p:nvSpPr>
          <p:cNvPr id="53" name="Oval 52">
            <a:extLst>
              <a:ext uri="{FF2B5EF4-FFF2-40B4-BE49-F238E27FC236}">
                <a16:creationId xmlns:a16="http://schemas.microsoft.com/office/drawing/2014/main" id="{086B5973-C26E-4950-8A2A-561E29D6529B}"/>
              </a:ext>
            </a:extLst>
          </p:cNvPr>
          <p:cNvSpPr/>
          <p:nvPr userDrawn="1"/>
        </p:nvSpPr>
        <p:spPr>
          <a:xfrm>
            <a:off x="1032806" y="2725884"/>
            <a:ext cx="892628" cy="892628"/>
          </a:xfrm>
          <a:prstGeom prst="ellipse">
            <a:avLst/>
          </a:prstGeom>
          <a:noFill/>
          <a:ln w="254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9F42B999-7B2A-4E96-A831-C19C595D6F82}"/>
              </a:ext>
            </a:extLst>
          </p:cNvPr>
          <p:cNvSpPr/>
          <p:nvPr userDrawn="1"/>
        </p:nvSpPr>
        <p:spPr>
          <a:xfrm>
            <a:off x="10266566" y="2731773"/>
            <a:ext cx="892628" cy="892628"/>
          </a:xfrm>
          <a:prstGeom prst="ellipse">
            <a:avLst/>
          </a:prstGeom>
          <a:noFill/>
          <a:ln w="254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D31843B9-45D7-4ABC-AD3C-41CA87C4107B}"/>
              </a:ext>
            </a:extLst>
          </p:cNvPr>
          <p:cNvSpPr/>
          <p:nvPr userDrawn="1"/>
        </p:nvSpPr>
        <p:spPr>
          <a:xfrm>
            <a:off x="7957937" y="2731773"/>
            <a:ext cx="892628" cy="892628"/>
          </a:xfrm>
          <a:prstGeom prst="ellipse">
            <a:avLst/>
          </a:prstGeom>
          <a:noFill/>
          <a:ln w="254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D1E17894-D102-4584-B6DF-A7C9A9C32A10}"/>
              </a:ext>
            </a:extLst>
          </p:cNvPr>
          <p:cNvSpPr/>
          <p:nvPr userDrawn="1"/>
        </p:nvSpPr>
        <p:spPr>
          <a:xfrm>
            <a:off x="5694193" y="2731773"/>
            <a:ext cx="892628" cy="892628"/>
          </a:xfrm>
          <a:prstGeom prst="ellipse">
            <a:avLst/>
          </a:prstGeom>
          <a:noFill/>
          <a:ln w="254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454A1934-28A9-432E-8CF1-0D8B36EE4EBB}"/>
              </a:ext>
            </a:extLst>
          </p:cNvPr>
          <p:cNvSpPr/>
          <p:nvPr userDrawn="1"/>
        </p:nvSpPr>
        <p:spPr>
          <a:xfrm>
            <a:off x="3343732" y="2731773"/>
            <a:ext cx="892628" cy="892628"/>
          </a:xfrm>
          <a:prstGeom prst="ellipse">
            <a:avLst/>
          </a:prstGeom>
          <a:noFill/>
          <a:ln w="254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6DA9FA67-F57F-4E92-B2E0-BD9B3DEABDAE}"/>
              </a:ext>
            </a:extLst>
          </p:cNvPr>
          <p:cNvGrpSpPr/>
          <p:nvPr userDrawn="1"/>
        </p:nvGrpSpPr>
        <p:grpSpPr>
          <a:xfrm>
            <a:off x="4750933" y="2927526"/>
            <a:ext cx="489344" cy="489344"/>
            <a:chOff x="4801579" y="2927526"/>
            <a:chExt cx="489344" cy="489344"/>
          </a:xfrm>
        </p:grpSpPr>
        <p:sp>
          <p:nvSpPr>
            <p:cNvPr id="59" name="Isosceles Triangle 30">
              <a:extLst>
                <a:ext uri="{FF2B5EF4-FFF2-40B4-BE49-F238E27FC236}">
                  <a16:creationId xmlns:a16="http://schemas.microsoft.com/office/drawing/2014/main" id="{AB60AAC4-D629-4C69-B63A-E5A2E1388622}"/>
                </a:ext>
              </a:extLst>
            </p:cNvPr>
            <p:cNvSpPr/>
            <p:nvPr/>
          </p:nvSpPr>
          <p:spPr>
            <a:xfrm rot="16200000" flipV="1">
              <a:off x="4801579" y="2927526"/>
              <a:ext cx="489344" cy="489344"/>
            </a:xfrm>
            <a:prstGeom prst="triangle">
              <a:avLst/>
            </a:prstGeom>
            <a:solidFill>
              <a:srgbClr val="FAB117">
                <a:alpha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60" name="Isosceles Triangle 30">
              <a:extLst>
                <a:ext uri="{FF2B5EF4-FFF2-40B4-BE49-F238E27FC236}">
                  <a16:creationId xmlns:a16="http://schemas.microsoft.com/office/drawing/2014/main" id="{A6E1B980-0F04-4D2E-848A-DD73CBF92487}"/>
                </a:ext>
              </a:extLst>
            </p:cNvPr>
            <p:cNvSpPr/>
            <p:nvPr/>
          </p:nvSpPr>
          <p:spPr>
            <a:xfrm rot="16200000" flipV="1">
              <a:off x="4801579" y="3046199"/>
              <a:ext cx="252000" cy="252000"/>
            </a:xfrm>
            <a:prstGeom prst="triangle">
              <a:avLst/>
            </a:prstGeom>
            <a:solidFill>
              <a:srgbClr val="FAB11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FD2A235E-4A47-4B0A-8B93-A7079EE11FAD}"/>
              </a:ext>
            </a:extLst>
          </p:cNvPr>
          <p:cNvGrpSpPr/>
          <p:nvPr userDrawn="1"/>
        </p:nvGrpSpPr>
        <p:grpSpPr>
          <a:xfrm>
            <a:off x="7050149" y="2927526"/>
            <a:ext cx="489344" cy="489344"/>
            <a:chOff x="6990090" y="2927526"/>
            <a:chExt cx="489344" cy="489344"/>
          </a:xfrm>
        </p:grpSpPr>
        <p:sp>
          <p:nvSpPr>
            <p:cNvPr id="62" name="Isosceles Triangle 30">
              <a:extLst>
                <a:ext uri="{FF2B5EF4-FFF2-40B4-BE49-F238E27FC236}">
                  <a16:creationId xmlns:a16="http://schemas.microsoft.com/office/drawing/2014/main" id="{51961E45-1632-4817-80E0-F631DB1ECDA3}"/>
                </a:ext>
              </a:extLst>
            </p:cNvPr>
            <p:cNvSpPr/>
            <p:nvPr/>
          </p:nvSpPr>
          <p:spPr>
            <a:xfrm rot="16200000" flipV="1">
              <a:off x="6990090" y="2927526"/>
              <a:ext cx="489344" cy="489344"/>
            </a:xfrm>
            <a:prstGeom prst="triangle">
              <a:avLst/>
            </a:prstGeom>
            <a:solidFill>
              <a:srgbClr val="FAB117">
                <a:alpha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63" name="Isosceles Triangle 30">
              <a:extLst>
                <a:ext uri="{FF2B5EF4-FFF2-40B4-BE49-F238E27FC236}">
                  <a16:creationId xmlns:a16="http://schemas.microsoft.com/office/drawing/2014/main" id="{83A05288-65FA-4C9D-8444-A795BD9F2F95}"/>
                </a:ext>
              </a:extLst>
            </p:cNvPr>
            <p:cNvSpPr/>
            <p:nvPr/>
          </p:nvSpPr>
          <p:spPr>
            <a:xfrm rot="16200000" flipV="1">
              <a:off x="6990090" y="3046199"/>
              <a:ext cx="252000" cy="252000"/>
            </a:xfrm>
            <a:prstGeom prst="triangle">
              <a:avLst/>
            </a:prstGeom>
            <a:solidFill>
              <a:srgbClr val="FAB11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71AF6C7F-A34B-4194-A8E3-7BC1CECAB208}"/>
              </a:ext>
            </a:extLst>
          </p:cNvPr>
          <p:cNvGrpSpPr/>
          <p:nvPr userDrawn="1"/>
        </p:nvGrpSpPr>
        <p:grpSpPr>
          <a:xfrm>
            <a:off x="9313893" y="2927526"/>
            <a:ext cx="489344" cy="489344"/>
            <a:chOff x="9178602" y="2927526"/>
            <a:chExt cx="489344" cy="489344"/>
          </a:xfrm>
        </p:grpSpPr>
        <p:sp>
          <p:nvSpPr>
            <p:cNvPr id="65" name="Isosceles Triangle 30">
              <a:extLst>
                <a:ext uri="{FF2B5EF4-FFF2-40B4-BE49-F238E27FC236}">
                  <a16:creationId xmlns:a16="http://schemas.microsoft.com/office/drawing/2014/main" id="{2EFCF045-3C97-4050-8CE3-CE4F62D7931A}"/>
                </a:ext>
              </a:extLst>
            </p:cNvPr>
            <p:cNvSpPr/>
            <p:nvPr/>
          </p:nvSpPr>
          <p:spPr>
            <a:xfrm rot="16200000" flipV="1">
              <a:off x="9178602" y="2927526"/>
              <a:ext cx="489344" cy="489344"/>
            </a:xfrm>
            <a:prstGeom prst="triangle">
              <a:avLst/>
            </a:prstGeom>
            <a:solidFill>
              <a:srgbClr val="FAB117">
                <a:alpha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66" name="Isosceles Triangle 30">
              <a:extLst>
                <a:ext uri="{FF2B5EF4-FFF2-40B4-BE49-F238E27FC236}">
                  <a16:creationId xmlns:a16="http://schemas.microsoft.com/office/drawing/2014/main" id="{6836DCB5-8AF6-4F49-B460-E3A46991A146}"/>
                </a:ext>
              </a:extLst>
            </p:cNvPr>
            <p:cNvSpPr/>
            <p:nvPr/>
          </p:nvSpPr>
          <p:spPr>
            <a:xfrm rot="16200000" flipV="1">
              <a:off x="9178602" y="3046199"/>
              <a:ext cx="252000" cy="252000"/>
            </a:xfrm>
            <a:prstGeom prst="triangle">
              <a:avLst/>
            </a:prstGeom>
            <a:solidFill>
              <a:srgbClr val="FAB11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</p:grpSp>
      <p:sp>
        <p:nvSpPr>
          <p:cNvPr id="67" name="Text Placeholder 2">
            <a:extLst>
              <a:ext uri="{FF2B5EF4-FFF2-40B4-BE49-F238E27FC236}">
                <a16:creationId xmlns:a16="http://schemas.microsoft.com/office/drawing/2014/main" id="{BB8B4EDA-ABC2-4C2D-95C8-ACA4B3DCDE43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5684" y="1967379"/>
            <a:ext cx="1926872" cy="49100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4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78" name="Text Placeholder 2">
            <a:extLst>
              <a:ext uri="{FF2B5EF4-FFF2-40B4-BE49-F238E27FC236}">
                <a16:creationId xmlns:a16="http://schemas.microsoft.com/office/drawing/2014/main" id="{ABD869E6-BDCD-40C5-B0A5-0B8BA81EDDB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824061" y="1967379"/>
            <a:ext cx="1926872" cy="49100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4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79" name="Text Placeholder 2">
            <a:extLst>
              <a:ext uri="{FF2B5EF4-FFF2-40B4-BE49-F238E27FC236}">
                <a16:creationId xmlns:a16="http://schemas.microsoft.com/office/drawing/2014/main" id="{1E8A4A9D-8D56-4534-AA9B-7193F09D1D1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132438" y="1967379"/>
            <a:ext cx="1926872" cy="49100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4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80" name="Text Placeholder 2">
            <a:extLst>
              <a:ext uri="{FF2B5EF4-FFF2-40B4-BE49-F238E27FC236}">
                <a16:creationId xmlns:a16="http://schemas.microsoft.com/office/drawing/2014/main" id="{EAD39FD0-2145-45F5-BF40-BA7566B3CF6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440815" y="1967379"/>
            <a:ext cx="1926872" cy="49100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4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81" name="Text Placeholder 2">
            <a:extLst>
              <a:ext uri="{FF2B5EF4-FFF2-40B4-BE49-F238E27FC236}">
                <a16:creationId xmlns:a16="http://schemas.microsoft.com/office/drawing/2014/main" id="{A06CA6B1-0265-49E8-8079-825211F12943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749191" y="1967379"/>
            <a:ext cx="1926872" cy="49100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4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82" name="Text Placeholder 16">
            <a:extLst>
              <a:ext uri="{FF2B5EF4-FFF2-40B4-BE49-F238E27FC236}">
                <a16:creationId xmlns:a16="http://schemas.microsoft.com/office/drawing/2014/main" id="{4A47640B-B05A-4CC5-809C-AC5B53027CC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5685" y="3886010"/>
            <a:ext cx="1926872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83" name="Text Placeholder 16">
            <a:extLst>
              <a:ext uri="{FF2B5EF4-FFF2-40B4-BE49-F238E27FC236}">
                <a16:creationId xmlns:a16="http://schemas.microsoft.com/office/drawing/2014/main" id="{1A546243-DE38-4738-9717-58F63791FEA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824061" y="3886010"/>
            <a:ext cx="1926872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84" name="Text Placeholder 16">
            <a:extLst>
              <a:ext uri="{FF2B5EF4-FFF2-40B4-BE49-F238E27FC236}">
                <a16:creationId xmlns:a16="http://schemas.microsoft.com/office/drawing/2014/main" id="{73A2736F-8B92-41C2-8387-7AB046B78B7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132438" y="3886010"/>
            <a:ext cx="1926872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85" name="Text Placeholder 16">
            <a:extLst>
              <a:ext uri="{FF2B5EF4-FFF2-40B4-BE49-F238E27FC236}">
                <a16:creationId xmlns:a16="http://schemas.microsoft.com/office/drawing/2014/main" id="{62D8D08D-9140-40CE-88B4-2F1FD0ED2D7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440815" y="3886010"/>
            <a:ext cx="1926872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86" name="Text Placeholder 16">
            <a:extLst>
              <a:ext uri="{FF2B5EF4-FFF2-40B4-BE49-F238E27FC236}">
                <a16:creationId xmlns:a16="http://schemas.microsoft.com/office/drawing/2014/main" id="{897D61B0-EBCB-4649-8FE0-477B4D41F612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749191" y="3893165"/>
            <a:ext cx="1926872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292963173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 Are Modis Ven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5B99803-010C-4ED0-AD58-5F382B8B910F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47DDDE2-DA72-4BBB-946A-50DAE6B5328F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13" name="Grafik 51" descr="Pfeil mit einer Linie: Kurve im Uhrzeigersinn">
            <a:extLst>
              <a:ext uri="{FF2B5EF4-FFF2-40B4-BE49-F238E27FC236}">
                <a16:creationId xmlns:a16="http://schemas.microsoft.com/office/drawing/2014/main" id="{A0CA3ECB-0F25-4A7F-901F-4F1388BF1DF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1804489" y="1894556"/>
            <a:ext cx="914400" cy="914400"/>
          </a:xfrm>
          <a:prstGeom prst="rect">
            <a:avLst/>
          </a:prstGeom>
        </p:spPr>
      </p:pic>
      <p:pic>
        <p:nvPicPr>
          <p:cNvPr id="14" name="Grafik 52" descr="Pfeil mit einer Linie: Kurve im Uhrzeigersinn">
            <a:extLst>
              <a:ext uri="{FF2B5EF4-FFF2-40B4-BE49-F238E27FC236}">
                <a16:creationId xmlns:a16="http://schemas.microsoft.com/office/drawing/2014/main" id="{6894D509-F954-453A-9319-D6DA2676ACE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 flipH="1">
            <a:off x="9028317" y="1894556"/>
            <a:ext cx="914400" cy="914400"/>
          </a:xfrm>
          <a:prstGeom prst="rect">
            <a:avLst/>
          </a:prstGeom>
        </p:spPr>
      </p:pic>
      <p:sp>
        <p:nvSpPr>
          <p:cNvPr id="27" name="Title 1">
            <a:extLst>
              <a:ext uri="{FF2B5EF4-FFF2-40B4-BE49-F238E27FC236}">
                <a16:creationId xmlns:a16="http://schemas.microsoft.com/office/drawing/2014/main" id="{CA823A4B-C981-48D9-83E6-01249A47E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9929662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8" name="Text Placeholder 16">
            <a:extLst>
              <a:ext uri="{FF2B5EF4-FFF2-40B4-BE49-F238E27FC236}">
                <a16:creationId xmlns:a16="http://schemas.microsoft.com/office/drawing/2014/main" id="{1861C61E-A0B2-487F-8F28-13DFAA321E6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7473" y="3429001"/>
            <a:ext cx="2743959" cy="84530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4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9" name="Text Placeholder 54">
            <a:extLst>
              <a:ext uri="{FF2B5EF4-FFF2-40B4-BE49-F238E27FC236}">
                <a16:creationId xmlns:a16="http://schemas.microsoft.com/office/drawing/2014/main" id="{345C7BC6-0D46-4880-A463-9FF5C956661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7809" y="3096513"/>
            <a:ext cx="2743200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0" name="Text Placeholder 16">
            <a:extLst>
              <a:ext uri="{FF2B5EF4-FFF2-40B4-BE49-F238E27FC236}">
                <a16:creationId xmlns:a16="http://schemas.microsoft.com/office/drawing/2014/main" id="{981D244A-4F2F-41FC-BB19-7F736B29AB9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924090" y="3426132"/>
            <a:ext cx="2743959" cy="845304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14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31" name="Text Placeholder 54">
            <a:extLst>
              <a:ext uri="{FF2B5EF4-FFF2-40B4-BE49-F238E27FC236}">
                <a16:creationId xmlns:a16="http://schemas.microsoft.com/office/drawing/2014/main" id="{A47EE373-CA17-4C36-BCFF-6F338DDC368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924426" y="3093644"/>
            <a:ext cx="2743200" cy="332487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20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2" name="Text Placeholder 54">
            <a:extLst>
              <a:ext uri="{FF2B5EF4-FFF2-40B4-BE49-F238E27FC236}">
                <a16:creationId xmlns:a16="http://schemas.microsoft.com/office/drawing/2014/main" id="{C5FD9A7D-5796-442C-B5F7-39866994992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985582" y="5422520"/>
            <a:ext cx="6196307" cy="33248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20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6" name="SmartArt Placeholder 35">
            <a:extLst>
              <a:ext uri="{FF2B5EF4-FFF2-40B4-BE49-F238E27FC236}">
                <a16:creationId xmlns:a16="http://schemas.microsoft.com/office/drawing/2014/main" id="{9F617E28-9331-424D-9812-E4D90DBD3ED3}"/>
              </a:ext>
            </a:extLst>
          </p:cNvPr>
          <p:cNvSpPr>
            <a:spLocks noGrp="1"/>
          </p:cNvSpPr>
          <p:nvPr>
            <p:ph type="dgm" sz="quarter" idx="20"/>
          </p:nvPr>
        </p:nvSpPr>
        <p:spPr>
          <a:xfrm>
            <a:off x="3340535" y="1427766"/>
            <a:ext cx="5486400" cy="380047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pic>
        <p:nvPicPr>
          <p:cNvPr id="23" name="Graphic 22">
            <a:extLst>
              <a:ext uri="{FF2B5EF4-FFF2-40B4-BE49-F238E27FC236}">
                <a16:creationId xmlns:a16="http://schemas.microsoft.com/office/drawing/2014/main" id="{D517DF30-4318-48AD-9C23-1D72C617A82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3900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 userDrawn="1">
          <p15:clr>
            <a:srgbClr val="FBAE40"/>
          </p15:clr>
        </p15:guide>
        <p15:guide id="2" pos="7355" userDrawn="1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Sec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87665546-812E-4356-AEFF-87DE58B63780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557DF378-A896-4F9E-9EF6-53C726C70E50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18" name="Title 1">
            <a:extLst>
              <a:ext uri="{FF2B5EF4-FFF2-40B4-BE49-F238E27FC236}">
                <a16:creationId xmlns:a16="http://schemas.microsoft.com/office/drawing/2014/main" id="{699FD968-A7F6-4794-B8FD-7A7FF0B3B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9960528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</a:defRPr>
            </a:lvl1pPr>
          </a:lstStyle>
          <a:p>
            <a:endParaRPr lang="en-US"/>
          </a:p>
        </p:txBody>
      </p:sp>
      <p:grpSp>
        <p:nvGrpSpPr>
          <p:cNvPr id="124" name="Gruppieren 17">
            <a:extLst>
              <a:ext uri="{FF2B5EF4-FFF2-40B4-BE49-F238E27FC236}">
                <a16:creationId xmlns:a16="http://schemas.microsoft.com/office/drawing/2014/main" id="{BC2711FA-BE1F-47C8-B4C2-AFAF41102BE4}"/>
              </a:ext>
            </a:extLst>
          </p:cNvPr>
          <p:cNvGrpSpPr/>
          <p:nvPr userDrawn="1"/>
        </p:nvGrpSpPr>
        <p:grpSpPr>
          <a:xfrm>
            <a:off x="2786476" y="1838446"/>
            <a:ext cx="6371638" cy="3942371"/>
            <a:chOff x="2626675" y="2220635"/>
            <a:chExt cx="6371638" cy="3942371"/>
          </a:xfrm>
        </p:grpSpPr>
        <p:sp>
          <p:nvSpPr>
            <p:cNvPr id="125" name="Rounded Rectangle 111">
              <a:extLst>
                <a:ext uri="{FF2B5EF4-FFF2-40B4-BE49-F238E27FC236}">
                  <a16:creationId xmlns:a16="http://schemas.microsoft.com/office/drawing/2014/main" id="{33BC7B0B-6B51-4E57-9837-F8E7D4AAA505}"/>
                </a:ext>
              </a:extLst>
            </p:cNvPr>
            <p:cNvSpPr/>
            <p:nvPr/>
          </p:nvSpPr>
          <p:spPr>
            <a:xfrm>
              <a:off x="2854357" y="2220635"/>
              <a:ext cx="6143956" cy="3732771"/>
            </a:xfrm>
            <a:prstGeom prst="roundRect">
              <a:avLst>
                <a:gd name="adj" fmla="val 0"/>
              </a:avLst>
            </a:prstGeom>
            <a:noFill/>
            <a:ln w="19050">
              <a:solidFill>
                <a:schemeClr val="bg2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Ins="180000" rtlCol="0" anchor="t"/>
            <a:lstStyle/>
            <a:p>
              <a:pPr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</p:txBody>
        </p:sp>
        <p:cxnSp>
          <p:nvCxnSpPr>
            <p:cNvPr id="126" name="Gerade Verbindung 8">
              <a:extLst>
                <a:ext uri="{FF2B5EF4-FFF2-40B4-BE49-F238E27FC236}">
                  <a16:creationId xmlns:a16="http://schemas.microsoft.com/office/drawing/2014/main" id="{96356496-763F-4D0C-91B4-2129670A1A7F}"/>
                </a:ext>
              </a:extLst>
            </p:cNvPr>
            <p:cNvCxnSpPr>
              <a:cxnSpLocks/>
            </p:cNvCxnSpPr>
            <p:nvPr/>
          </p:nvCxnSpPr>
          <p:spPr>
            <a:xfrm>
              <a:off x="5926335" y="2220635"/>
              <a:ext cx="0" cy="3732771"/>
            </a:xfrm>
            <a:prstGeom prst="line">
              <a:avLst/>
            </a:prstGeom>
            <a:ln w="12700">
              <a:solidFill>
                <a:schemeClr val="bg2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Gerade Verbindung 35">
              <a:extLst>
                <a:ext uri="{FF2B5EF4-FFF2-40B4-BE49-F238E27FC236}">
                  <a16:creationId xmlns:a16="http://schemas.microsoft.com/office/drawing/2014/main" id="{3E891B38-985B-4021-BE57-91B7B70BA1B7}"/>
                </a:ext>
              </a:extLst>
            </p:cNvPr>
            <p:cNvCxnSpPr>
              <a:cxnSpLocks/>
              <a:endCxn id="125" idx="3"/>
            </p:cNvCxnSpPr>
            <p:nvPr/>
          </p:nvCxnSpPr>
          <p:spPr>
            <a:xfrm>
              <a:off x="2854357" y="4087020"/>
              <a:ext cx="6143956" cy="1"/>
            </a:xfrm>
            <a:prstGeom prst="line">
              <a:avLst/>
            </a:prstGeom>
            <a:ln w="12700">
              <a:solidFill>
                <a:schemeClr val="bg2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8">
              <a:extLst>
                <a:ext uri="{FF2B5EF4-FFF2-40B4-BE49-F238E27FC236}">
                  <a16:creationId xmlns:a16="http://schemas.microsoft.com/office/drawing/2014/main" id="{843C9C40-EED5-42B3-8BF7-99141FA9B4A2}"/>
                </a:ext>
              </a:extLst>
            </p:cNvPr>
            <p:cNvCxnSpPr>
              <a:cxnSpLocks/>
            </p:cNvCxnSpPr>
            <p:nvPr/>
          </p:nvCxnSpPr>
          <p:spPr>
            <a:xfrm>
              <a:off x="2854357" y="6163006"/>
              <a:ext cx="6143956" cy="0"/>
            </a:xfrm>
            <a:prstGeom prst="line">
              <a:avLst/>
            </a:prstGeom>
            <a:ln w="19050" cap="rnd">
              <a:solidFill>
                <a:schemeClr val="bg2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8">
              <a:extLst>
                <a:ext uri="{FF2B5EF4-FFF2-40B4-BE49-F238E27FC236}">
                  <a16:creationId xmlns:a16="http://schemas.microsoft.com/office/drawing/2014/main" id="{2B0AE5FF-7F92-498E-8B0D-93C19FAC3F3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26675" y="2437825"/>
              <a:ext cx="0" cy="3496664"/>
            </a:xfrm>
            <a:prstGeom prst="line">
              <a:avLst/>
            </a:prstGeom>
            <a:ln w="19050" cap="rnd">
              <a:solidFill>
                <a:schemeClr val="bg2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8" name="Text Placeholder 16">
            <a:extLst>
              <a:ext uri="{FF2B5EF4-FFF2-40B4-BE49-F238E27FC236}">
                <a16:creationId xmlns:a16="http://schemas.microsoft.com/office/drawing/2014/main" id="{0A2D08CE-18EC-4D7A-956A-94D266D1E34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12219" y="2523389"/>
            <a:ext cx="2743959" cy="84530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39" name="Text Placeholder 54">
            <a:extLst>
              <a:ext uri="{FF2B5EF4-FFF2-40B4-BE49-F238E27FC236}">
                <a16:creationId xmlns:a16="http://schemas.microsoft.com/office/drawing/2014/main" id="{45AD53ED-752B-4404-8DEC-56DBA6695B0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12555" y="2190901"/>
            <a:ext cx="2743200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42" name="Text Placeholder 16">
            <a:extLst>
              <a:ext uri="{FF2B5EF4-FFF2-40B4-BE49-F238E27FC236}">
                <a16:creationId xmlns:a16="http://schemas.microsoft.com/office/drawing/2014/main" id="{41C1CAAD-751D-4268-B724-9A001F5B941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60457" y="2507734"/>
            <a:ext cx="2743959" cy="84530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43" name="Text Placeholder 54">
            <a:extLst>
              <a:ext uri="{FF2B5EF4-FFF2-40B4-BE49-F238E27FC236}">
                <a16:creationId xmlns:a16="http://schemas.microsoft.com/office/drawing/2014/main" id="{77728525-F79A-4CEA-8D73-99489066AB4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60793" y="2175246"/>
            <a:ext cx="2743200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44" name="Text Placeholder 16">
            <a:extLst>
              <a:ext uri="{FF2B5EF4-FFF2-40B4-BE49-F238E27FC236}">
                <a16:creationId xmlns:a16="http://schemas.microsoft.com/office/drawing/2014/main" id="{19471016-DC7D-4A9B-B97B-8C9997E8E7C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13766" y="4451997"/>
            <a:ext cx="2743959" cy="84530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45" name="Text Placeholder 54">
            <a:extLst>
              <a:ext uri="{FF2B5EF4-FFF2-40B4-BE49-F238E27FC236}">
                <a16:creationId xmlns:a16="http://schemas.microsoft.com/office/drawing/2014/main" id="{091B4FCA-2746-4931-B73F-10A878339C4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214102" y="4119509"/>
            <a:ext cx="2743200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46" name="Text Placeholder 16">
            <a:extLst>
              <a:ext uri="{FF2B5EF4-FFF2-40B4-BE49-F238E27FC236}">
                <a16:creationId xmlns:a16="http://schemas.microsoft.com/office/drawing/2014/main" id="{1032E6ED-0C86-40A6-933C-BC34AB715E3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60457" y="4453598"/>
            <a:ext cx="2743959" cy="84530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47" name="Text Placeholder 54">
            <a:extLst>
              <a:ext uri="{FF2B5EF4-FFF2-40B4-BE49-F238E27FC236}">
                <a16:creationId xmlns:a16="http://schemas.microsoft.com/office/drawing/2014/main" id="{34E2E3DF-33F2-42AB-9C74-552CC714405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60793" y="4121110"/>
            <a:ext cx="2743200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49" name="Text Placeholder 54">
            <a:extLst>
              <a:ext uri="{FF2B5EF4-FFF2-40B4-BE49-F238E27FC236}">
                <a16:creationId xmlns:a16="http://schemas.microsoft.com/office/drawing/2014/main" id="{E5C7CA35-0352-4B65-90DF-6113E7C8178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023895" y="1520005"/>
            <a:ext cx="3079480" cy="33248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50" name="Text Placeholder 54">
            <a:extLst>
              <a:ext uri="{FF2B5EF4-FFF2-40B4-BE49-F238E27FC236}">
                <a16:creationId xmlns:a16="http://schemas.microsoft.com/office/drawing/2014/main" id="{B8E8D1E6-1C72-472B-9B75-1675F59A039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88946" y="1512947"/>
            <a:ext cx="3079480" cy="33248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51" name="Text Placeholder 54">
            <a:extLst>
              <a:ext uri="{FF2B5EF4-FFF2-40B4-BE49-F238E27FC236}">
                <a16:creationId xmlns:a16="http://schemas.microsoft.com/office/drawing/2014/main" id="{758ECBA8-5257-4231-9C74-383A4A9B9DE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023895" y="5857897"/>
            <a:ext cx="3079480" cy="216928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52" name="Text Placeholder 54">
            <a:extLst>
              <a:ext uri="{FF2B5EF4-FFF2-40B4-BE49-F238E27FC236}">
                <a16:creationId xmlns:a16="http://schemas.microsoft.com/office/drawing/2014/main" id="{6B8490BE-6638-4BD3-9859-02CB61239C9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 rot="16200000">
            <a:off x="1084790" y="3931398"/>
            <a:ext cx="3079480" cy="216928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53" name="Text Placeholder 16">
            <a:extLst>
              <a:ext uri="{FF2B5EF4-FFF2-40B4-BE49-F238E27FC236}">
                <a16:creationId xmlns:a16="http://schemas.microsoft.com/office/drawing/2014/main" id="{DA41C300-1652-446D-BBBE-9340A217E64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33768" y="2530396"/>
            <a:ext cx="1850227" cy="84530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54" name="Text Placeholder 54">
            <a:extLst>
              <a:ext uri="{FF2B5EF4-FFF2-40B4-BE49-F238E27FC236}">
                <a16:creationId xmlns:a16="http://schemas.microsoft.com/office/drawing/2014/main" id="{D9BCCA0C-8A59-40F4-A51D-9EA9A83BCEE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4104" y="2192526"/>
            <a:ext cx="1849715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55" name="Text Placeholder 16">
            <a:extLst>
              <a:ext uri="{FF2B5EF4-FFF2-40B4-BE49-F238E27FC236}">
                <a16:creationId xmlns:a16="http://schemas.microsoft.com/office/drawing/2014/main" id="{BBE6B9D9-5B2D-4F74-9F7A-B0ABD7A3354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33768" y="4457379"/>
            <a:ext cx="1850227" cy="84530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56" name="Text Placeholder 54">
            <a:extLst>
              <a:ext uri="{FF2B5EF4-FFF2-40B4-BE49-F238E27FC236}">
                <a16:creationId xmlns:a16="http://schemas.microsoft.com/office/drawing/2014/main" id="{61157447-A4B1-459B-956F-4B3A0827915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34104" y="4119509"/>
            <a:ext cx="1849715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57" name="Text Placeholder 16">
            <a:extLst>
              <a:ext uri="{FF2B5EF4-FFF2-40B4-BE49-F238E27FC236}">
                <a16:creationId xmlns:a16="http://schemas.microsoft.com/office/drawing/2014/main" id="{3BF50F78-F395-4A82-8664-B8AE824EE2B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826011" y="2530396"/>
            <a:ext cx="1850227" cy="84530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58" name="Text Placeholder 54">
            <a:extLst>
              <a:ext uri="{FF2B5EF4-FFF2-40B4-BE49-F238E27FC236}">
                <a16:creationId xmlns:a16="http://schemas.microsoft.com/office/drawing/2014/main" id="{49DEF283-3FA8-469D-B50C-24ECC521F73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826347" y="2192526"/>
            <a:ext cx="1849715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59" name="Text Placeholder 16">
            <a:extLst>
              <a:ext uri="{FF2B5EF4-FFF2-40B4-BE49-F238E27FC236}">
                <a16:creationId xmlns:a16="http://schemas.microsoft.com/office/drawing/2014/main" id="{CD5EB7B9-69AD-4595-9E6B-C790B0695BE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807845" y="4479687"/>
            <a:ext cx="1850227" cy="84530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60" name="Text Placeholder 54">
            <a:extLst>
              <a:ext uri="{FF2B5EF4-FFF2-40B4-BE49-F238E27FC236}">
                <a16:creationId xmlns:a16="http://schemas.microsoft.com/office/drawing/2014/main" id="{AC5AE0D2-2388-4070-A1BC-A6AEF3F3E84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808181" y="4141817"/>
            <a:ext cx="1849715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pic>
        <p:nvPicPr>
          <p:cNvPr id="46" name="Graphic 45">
            <a:extLst>
              <a:ext uri="{FF2B5EF4-FFF2-40B4-BE49-F238E27FC236}">
                <a16:creationId xmlns:a16="http://schemas.microsoft.com/office/drawing/2014/main" id="{181331EC-DC94-4418-9367-B92C5259FAA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67700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with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03486EF-2FF8-43C3-852B-838A671E7029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8D1FAD4-1164-454A-B210-B64976195620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4A7A9A3-8C2E-4680-8F4A-E423A569A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10018402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E68731AB-532C-487A-99AB-FA8B3C8DCE4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308" y="850218"/>
            <a:ext cx="11163579" cy="3077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bg2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46C99ABB-D480-45E4-B3BE-FF4357EA9CB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7" y="1177918"/>
            <a:ext cx="11160125" cy="37635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5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5679B898-66D0-4265-9C9B-D78F483F02A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5602" y="2170020"/>
            <a:ext cx="2496203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5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1" name="Text Placeholder 54">
            <a:extLst>
              <a:ext uri="{FF2B5EF4-FFF2-40B4-BE49-F238E27FC236}">
                <a16:creationId xmlns:a16="http://schemas.microsoft.com/office/drawing/2014/main" id="{79E03D32-818B-4CFE-9449-2315B137128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15939" y="1832150"/>
            <a:ext cx="2495512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A05722F6-ED71-4B09-9760-56716DEFF7A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15938" y="3677796"/>
            <a:ext cx="2496203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5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3" name="Text Placeholder 54">
            <a:extLst>
              <a:ext uri="{FF2B5EF4-FFF2-40B4-BE49-F238E27FC236}">
                <a16:creationId xmlns:a16="http://schemas.microsoft.com/office/drawing/2014/main" id="{F19A81B3-DCF0-4CE2-9770-D39A589BC5F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6275" y="3339926"/>
            <a:ext cx="2495512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4" name="Text Placeholder 16">
            <a:extLst>
              <a:ext uri="{FF2B5EF4-FFF2-40B4-BE49-F238E27FC236}">
                <a16:creationId xmlns:a16="http://schemas.microsoft.com/office/drawing/2014/main" id="{A9ECCF82-0EF2-454E-93FF-50C9968CE3B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15426" y="5185220"/>
            <a:ext cx="2496203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5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5" name="Text Placeholder 54">
            <a:extLst>
              <a:ext uri="{FF2B5EF4-FFF2-40B4-BE49-F238E27FC236}">
                <a16:creationId xmlns:a16="http://schemas.microsoft.com/office/drawing/2014/main" id="{61479661-BC9B-46E9-8470-C3C1346A6F7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5763" y="4847350"/>
            <a:ext cx="2495512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6" name="Text Placeholder 16">
            <a:extLst>
              <a:ext uri="{FF2B5EF4-FFF2-40B4-BE49-F238E27FC236}">
                <a16:creationId xmlns:a16="http://schemas.microsoft.com/office/drawing/2014/main" id="{9126EC75-650C-4ABF-88E4-39AF3D71CDE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109434" y="2174435"/>
            <a:ext cx="2566805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5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7" name="Text Placeholder 54">
            <a:extLst>
              <a:ext uri="{FF2B5EF4-FFF2-40B4-BE49-F238E27FC236}">
                <a16:creationId xmlns:a16="http://schemas.microsoft.com/office/drawing/2014/main" id="{6D1021D3-4DA2-4416-BC24-D4410C02A10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109970" y="1836565"/>
            <a:ext cx="2566094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8" name="Text Placeholder 16">
            <a:extLst>
              <a:ext uri="{FF2B5EF4-FFF2-40B4-BE49-F238E27FC236}">
                <a16:creationId xmlns:a16="http://schemas.microsoft.com/office/drawing/2014/main" id="{CAD7A77E-6E1F-48DF-BD22-8EC9141F1CE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109770" y="3682211"/>
            <a:ext cx="2566805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5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9" name="Text Placeholder 54">
            <a:extLst>
              <a:ext uri="{FF2B5EF4-FFF2-40B4-BE49-F238E27FC236}">
                <a16:creationId xmlns:a16="http://schemas.microsoft.com/office/drawing/2014/main" id="{D58F9B1E-71ED-4C4E-A77C-3CBC65EEA16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110306" y="3344341"/>
            <a:ext cx="2566094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0" name="Text Placeholder 16">
            <a:extLst>
              <a:ext uri="{FF2B5EF4-FFF2-40B4-BE49-F238E27FC236}">
                <a16:creationId xmlns:a16="http://schemas.microsoft.com/office/drawing/2014/main" id="{2D1ADE61-7998-4BD9-BB2B-3B3373DB74C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09258" y="5189635"/>
            <a:ext cx="2566805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5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31" name="Text Placeholder 54">
            <a:extLst>
              <a:ext uri="{FF2B5EF4-FFF2-40B4-BE49-F238E27FC236}">
                <a16:creationId xmlns:a16="http://schemas.microsoft.com/office/drawing/2014/main" id="{C9C1D720-6DE1-49BB-84C7-BC98258B9B7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109794" y="4851765"/>
            <a:ext cx="2566094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4" name="Text Placeholder 16">
            <a:extLst>
              <a:ext uri="{FF2B5EF4-FFF2-40B4-BE49-F238E27FC236}">
                <a16:creationId xmlns:a16="http://schemas.microsoft.com/office/drawing/2014/main" id="{CCA21397-9EAF-4F69-A48F-22551D9ED87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362128" y="5196344"/>
            <a:ext cx="2496203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5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45" name="Text Placeholder 54">
            <a:extLst>
              <a:ext uri="{FF2B5EF4-FFF2-40B4-BE49-F238E27FC236}">
                <a16:creationId xmlns:a16="http://schemas.microsoft.com/office/drawing/2014/main" id="{CD32A56F-6BA1-4F09-92BD-DEED9FC209A8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362465" y="4858474"/>
            <a:ext cx="2495512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6" name="Text Placeholder 16">
            <a:extLst>
              <a:ext uri="{FF2B5EF4-FFF2-40B4-BE49-F238E27FC236}">
                <a16:creationId xmlns:a16="http://schemas.microsoft.com/office/drawing/2014/main" id="{6327C54F-958E-4158-B171-6B668B47626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262202" y="5201727"/>
            <a:ext cx="2496203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5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47" name="Text Placeholder 54">
            <a:extLst>
              <a:ext uri="{FF2B5EF4-FFF2-40B4-BE49-F238E27FC236}">
                <a16:creationId xmlns:a16="http://schemas.microsoft.com/office/drawing/2014/main" id="{06E0F801-6108-4325-B8B4-78B6FE6083D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262539" y="4863857"/>
            <a:ext cx="2495512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9" name="Picture Placeholder 48">
            <a:extLst>
              <a:ext uri="{FF2B5EF4-FFF2-40B4-BE49-F238E27FC236}">
                <a16:creationId xmlns:a16="http://schemas.microsoft.com/office/drawing/2014/main" id="{B6C12118-C66A-497F-9031-E66D560E856C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3362325" y="1834242"/>
            <a:ext cx="5478463" cy="2836863"/>
          </a:xfrm>
          <a:prstGeom prst="rect">
            <a:avLst/>
          </a:prstGeom>
          <a:solidFill>
            <a:schemeClr val="tx1">
              <a:lumMod val="85000"/>
              <a:lumOff val="15000"/>
              <a:alpha val="60000"/>
            </a:schemeClr>
          </a:solidFill>
          <a:effectLst>
            <a:softEdge rad="508000"/>
          </a:effectLst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pic>
        <p:nvPicPr>
          <p:cNvPr id="37" name="Graphic 36">
            <a:extLst>
              <a:ext uri="{FF2B5EF4-FFF2-40B4-BE49-F238E27FC236}">
                <a16:creationId xmlns:a16="http://schemas.microsoft.com/office/drawing/2014/main" id="{792FDA41-B379-46AD-AB5A-84F51BBEAF9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3815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 userDrawn="1">
          <p15:clr>
            <a:srgbClr val="FBAE40"/>
          </p15:clr>
        </p15:guide>
        <p15:guide id="2" pos="7355" userDrawn="1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t Modis 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06414E5-5197-413D-9324-B210B7DB61C1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C79E6CC-51E0-4869-B123-F9A595496AF9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C3A1DD9-F51E-474D-B37F-879CB8BBA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1" y="351698"/>
            <a:ext cx="9953617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EF0953E2-A78C-4C30-88B8-19F7D6BA9BD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1687018"/>
            <a:ext cx="4322762" cy="11669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19" name="Rounded Rectangle 111">
            <a:extLst>
              <a:ext uri="{FF2B5EF4-FFF2-40B4-BE49-F238E27FC236}">
                <a16:creationId xmlns:a16="http://schemas.microsoft.com/office/drawing/2014/main" id="{05C6EBFD-BBF0-4B44-A703-7D947F78F400}"/>
              </a:ext>
            </a:extLst>
          </p:cNvPr>
          <p:cNvSpPr/>
          <p:nvPr userDrawn="1"/>
        </p:nvSpPr>
        <p:spPr>
          <a:xfrm>
            <a:off x="515938" y="3247587"/>
            <a:ext cx="4304932" cy="2997686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D54F028C-5D56-44D6-9463-07B2E65BC05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09835" y="3404346"/>
            <a:ext cx="4114565" cy="278971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1" name="Text Placeholder 54">
            <a:extLst>
              <a:ext uri="{FF2B5EF4-FFF2-40B4-BE49-F238E27FC236}">
                <a16:creationId xmlns:a16="http://schemas.microsoft.com/office/drawing/2014/main" id="{D2CFDA8A-D77C-46F9-A8AB-75A52DBE7B4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7808" y="2903671"/>
            <a:ext cx="4304931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5CD8FCE-AC25-4FED-A759-3B6FEE28F30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061788" y="1008424"/>
            <a:ext cx="6596444" cy="3351463"/>
            <a:chOff x="1582749" y="1033949"/>
            <a:chExt cx="8539142" cy="4790104"/>
          </a:xfrm>
          <a:solidFill>
            <a:schemeClr val="tx1">
              <a:lumMod val="65000"/>
              <a:lumOff val="35000"/>
            </a:schemeClr>
          </a:solidFill>
        </p:grpSpPr>
        <p:sp>
          <p:nvSpPr>
            <p:cNvPr id="23" name="Freeform 5">
              <a:extLst>
                <a:ext uri="{FF2B5EF4-FFF2-40B4-BE49-F238E27FC236}">
                  <a16:creationId xmlns:a16="http://schemas.microsoft.com/office/drawing/2014/main" id="{F7015E81-7393-4D36-8ECB-75E6F47B1E4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47461" y="2457633"/>
              <a:ext cx="1414787" cy="2239337"/>
            </a:xfrm>
            <a:custGeom>
              <a:avLst/>
              <a:gdLst>
                <a:gd name="T0" fmla="*/ 171 w 954"/>
                <a:gd name="T1" fmla="*/ 44 h 1510"/>
                <a:gd name="T2" fmla="*/ 187 w 954"/>
                <a:gd name="T3" fmla="*/ 44 h 1510"/>
                <a:gd name="T4" fmla="*/ 196 w 954"/>
                <a:gd name="T5" fmla="*/ 49 h 1510"/>
                <a:gd name="T6" fmla="*/ 205 w 954"/>
                <a:gd name="T7" fmla="*/ 55 h 1510"/>
                <a:gd name="T8" fmla="*/ 204 w 954"/>
                <a:gd name="T9" fmla="*/ 69 h 1510"/>
                <a:gd name="T10" fmla="*/ 205 w 954"/>
                <a:gd name="T11" fmla="*/ 86 h 1510"/>
                <a:gd name="T12" fmla="*/ 198 w 954"/>
                <a:gd name="T13" fmla="*/ 86 h 1510"/>
                <a:gd name="T14" fmla="*/ 193 w 954"/>
                <a:gd name="T15" fmla="*/ 93 h 1510"/>
                <a:gd name="T16" fmla="*/ 182 w 954"/>
                <a:gd name="T17" fmla="*/ 106 h 1510"/>
                <a:gd name="T18" fmla="*/ 175 w 954"/>
                <a:gd name="T19" fmla="*/ 124 h 1510"/>
                <a:gd name="T20" fmla="*/ 182 w 954"/>
                <a:gd name="T21" fmla="*/ 124 h 1510"/>
                <a:gd name="T22" fmla="*/ 191 w 954"/>
                <a:gd name="T23" fmla="*/ 129 h 1510"/>
                <a:gd name="T24" fmla="*/ 191 w 954"/>
                <a:gd name="T25" fmla="*/ 139 h 1510"/>
                <a:gd name="T26" fmla="*/ 182 w 954"/>
                <a:gd name="T27" fmla="*/ 146 h 1510"/>
                <a:gd name="T28" fmla="*/ 185 w 954"/>
                <a:gd name="T29" fmla="*/ 153 h 1510"/>
                <a:gd name="T30" fmla="*/ 185 w 954"/>
                <a:gd name="T31" fmla="*/ 166 h 1510"/>
                <a:gd name="T32" fmla="*/ 193 w 954"/>
                <a:gd name="T33" fmla="*/ 168 h 1510"/>
                <a:gd name="T34" fmla="*/ 191 w 954"/>
                <a:gd name="T35" fmla="*/ 175 h 1510"/>
                <a:gd name="T36" fmla="*/ 184 w 954"/>
                <a:gd name="T37" fmla="*/ 186 h 1510"/>
                <a:gd name="T38" fmla="*/ 175 w 954"/>
                <a:gd name="T39" fmla="*/ 191 h 1510"/>
                <a:gd name="T40" fmla="*/ 147 w 954"/>
                <a:gd name="T41" fmla="*/ 180 h 1510"/>
                <a:gd name="T42" fmla="*/ 134 w 954"/>
                <a:gd name="T43" fmla="*/ 182 h 1510"/>
                <a:gd name="T44" fmla="*/ 127 w 954"/>
                <a:gd name="T45" fmla="*/ 200 h 1510"/>
                <a:gd name="T46" fmla="*/ 118 w 954"/>
                <a:gd name="T47" fmla="*/ 204 h 1510"/>
                <a:gd name="T48" fmla="*/ 107 w 954"/>
                <a:gd name="T49" fmla="*/ 204 h 1510"/>
                <a:gd name="T50" fmla="*/ 91 w 954"/>
                <a:gd name="T51" fmla="*/ 200 h 1510"/>
                <a:gd name="T52" fmla="*/ 80 w 954"/>
                <a:gd name="T53" fmla="*/ 200 h 1510"/>
                <a:gd name="T54" fmla="*/ 72 w 954"/>
                <a:gd name="T55" fmla="*/ 197 h 1510"/>
                <a:gd name="T56" fmla="*/ 60 w 954"/>
                <a:gd name="T57" fmla="*/ 190 h 1510"/>
                <a:gd name="T58" fmla="*/ 60 w 954"/>
                <a:gd name="T59" fmla="*/ 169 h 1510"/>
                <a:gd name="T60" fmla="*/ 49 w 954"/>
                <a:gd name="T61" fmla="*/ 118 h 1510"/>
                <a:gd name="T62" fmla="*/ 40 w 954"/>
                <a:gd name="T63" fmla="*/ 104 h 1510"/>
                <a:gd name="T64" fmla="*/ 32 w 954"/>
                <a:gd name="T65" fmla="*/ 93 h 1510"/>
                <a:gd name="T66" fmla="*/ 21 w 954"/>
                <a:gd name="T67" fmla="*/ 86 h 1510"/>
                <a:gd name="T68" fmla="*/ 1 w 954"/>
                <a:gd name="T69" fmla="*/ 78 h 1510"/>
                <a:gd name="T70" fmla="*/ 7 w 954"/>
                <a:gd name="T71" fmla="*/ 67 h 1510"/>
                <a:gd name="T72" fmla="*/ 16 w 954"/>
                <a:gd name="T73" fmla="*/ 58 h 1510"/>
                <a:gd name="T74" fmla="*/ 29 w 954"/>
                <a:gd name="T75" fmla="*/ 62 h 1510"/>
                <a:gd name="T76" fmla="*/ 47 w 954"/>
                <a:gd name="T77" fmla="*/ 58 h 1510"/>
                <a:gd name="T78" fmla="*/ 47 w 954"/>
                <a:gd name="T79" fmla="*/ 37 h 1510"/>
                <a:gd name="T80" fmla="*/ 56 w 954"/>
                <a:gd name="T81" fmla="*/ 31 h 1510"/>
                <a:gd name="T82" fmla="*/ 82 w 954"/>
                <a:gd name="T83" fmla="*/ 38 h 1510"/>
                <a:gd name="T84" fmla="*/ 87 w 954"/>
                <a:gd name="T85" fmla="*/ 27 h 1510"/>
                <a:gd name="T86" fmla="*/ 98 w 954"/>
                <a:gd name="T87" fmla="*/ 4 h 1510"/>
                <a:gd name="T88" fmla="*/ 118 w 954"/>
                <a:gd name="T89" fmla="*/ 4 h 1510"/>
                <a:gd name="T90" fmla="*/ 122 w 954"/>
                <a:gd name="T91" fmla="*/ 13 h 1510"/>
                <a:gd name="T92" fmla="*/ 134 w 954"/>
                <a:gd name="T93" fmla="*/ 18 h 1510"/>
                <a:gd name="T94" fmla="*/ 142 w 954"/>
                <a:gd name="T95" fmla="*/ 29 h 1510"/>
                <a:gd name="T96" fmla="*/ 153 w 954"/>
                <a:gd name="T97" fmla="*/ 27 h 1510"/>
                <a:gd name="T98" fmla="*/ 156 w 954"/>
                <a:gd name="T99" fmla="*/ 37 h 1510"/>
                <a:gd name="T100" fmla="*/ 947 w 954"/>
                <a:gd name="T101" fmla="*/ 1499 h 1510"/>
                <a:gd name="T102" fmla="*/ 954 w 954"/>
                <a:gd name="T103" fmla="*/ 1510 h 1510"/>
                <a:gd name="T104" fmla="*/ 222 w 954"/>
                <a:gd name="T105" fmla="*/ 190 h 1510"/>
                <a:gd name="T106" fmla="*/ 213 w 954"/>
                <a:gd name="T107" fmla="*/ 206 h 1510"/>
                <a:gd name="T108" fmla="*/ 215 w 954"/>
                <a:gd name="T109" fmla="*/ 228 h 1510"/>
                <a:gd name="T110" fmla="*/ 226 w 954"/>
                <a:gd name="T111" fmla="*/ 211 h 1510"/>
                <a:gd name="T112" fmla="*/ 222 w 954"/>
                <a:gd name="T113" fmla="*/ 190 h 15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954" h="1510">
                  <a:moveTo>
                    <a:pt x="169" y="38"/>
                  </a:moveTo>
                  <a:lnTo>
                    <a:pt x="169" y="38"/>
                  </a:lnTo>
                  <a:lnTo>
                    <a:pt x="167" y="40"/>
                  </a:lnTo>
                  <a:lnTo>
                    <a:pt x="169" y="42"/>
                  </a:lnTo>
                  <a:lnTo>
                    <a:pt x="171" y="44"/>
                  </a:lnTo>
                  <a:lnTo>
                    <a:pt x="171" y="44"/>
                  </a:lnTo>
                  <a:lnTo>
                    <a:pt x="176" y="46"/>
                  </a:lnTo>
                  <a:lnTo>
                    <a:pt x="176" y="46"/>
                  </a:lnTo>
                  <a:lnTo>
                    <a:pt x="182" y="44"/>
                  </a:lnTo>
                  <a:lnTo>
                    <a:pt x="187" y="44"/>
                  </a:lnTo>
                  <a:lnTo>
                    <a:pt x="189" y="47"/>
                  </a:lnTo>
                  <a:lnTo>
                    <a:pt x="189" y="47"/>
                  </a:lnTo>
                  <a:lnTo>
                    <a:pt x="193" y="49"/>
                  </a:lnTo>
                  <a:lnTo>
                    <a:pt x="193" y="49"/>
                  </a:lnTo>
                  <a:lnTo>
                    <a:pt x="196" y="49"/>
                  </a:lnTo>
                  <a:lnTo>
                    <a:pt x="198" y="49"/>
                  </a:lnTo>
                  <a:lnTo>
                    <a:pt x="198" y="49"/>
                  </a:lnTo>
                  <a:lnTo>
                    <a:pt x="205" y="51"/>
                  </a:lnTo>
                  <a:lnTo>
                    <a:pt x="205" y="51"/>
                  </a:lnTo>
                  <a:lnTo>
                    <a:pt x="205" y="55"/>
                  </a:lnTo>
                  <a:lnTo>
                    <a:pt x="205" y="58"/>
                  </a:lnTo>
                  <a:lnTo>
                    <a:pt x="205" y="60"/>
                  </a:lnTo>
                  <a:lnTo>
                    <a:pt x="205" y="60"/>
                  </a:lnTo>
                  <a:lnTo>
                    <a:pt x="202" y="66"/>
                  </a:lnTo>
                  <a:lnTo>
                    <a:pt x="204" y="69"/>
                  </a:lnTo>
                  <a:lnTo>
                    <a:pt x="204" y="69"/>
                  </a:lnTo>
                  <a:lnTo>
                    <a:pt x="204" y="77"/>
                  </a:lnTo>
                  <a:lnTo>
                    <a:pt x="204" y="80"/>
                  </a:lnTo>
                  <a:lnTo>
                    <a:pt x="205" y="86"/>
                  </a:lnTo>
                  <a:lnTo>
                    <a:pt x="205" y="86"/>
                  </a:lnTo>
                  <a:lnTo>
                    <a:pt x="204" y="88"/>
                  </a:lnTo>
                  <a:lnTo>
                    <a:pt x="202" y="88"/>
                  </a:lnTo>
                  <a:lnTo>
                    <a:pt x="200" y="86"/>
                  </a:lnTo>
                  <a:lnTo>
                    <a:pt x="200" y="86"/>
                  </a:lnTo>
                  <a:lnTo>
                    <a:pt x="198" y="86"/>
                  </a:lnTo>
                  <a:lnTo>
                    <a:pt x="196" y="88"/>
                  </a:lnTo>
                  <a:lnTo>
                    <a:pt x="196" y="91"/>
                  </a:lnTo>
                  <a:lnTo>
                    <a:pt x="196" y="91"/>
                  </a:lnTo>
                  <a:lnTo>
                    <a:pt x="196" y="91"/>
                  </a:lnTo>
                  <a:lnTo>
                    <a:pt x="193" y="93"/>
                  </a:lnTo>
                  <a:lnTo>
                    <a:pt x="193" y="93"/>
                  </a:lnTo>
                  <a:lnTo>
                    <a:pt x="189" y="95"/>
                  </a:lnTo>
                  <a:lnTo>
                    <a:pt x="185" y="98"/>
                  </a:lnTo>
                  <a:lnTo>
                    <a:pt x="182" y="106"/>
                  </a:lnTo>
                  <a:lnTo>
                    <a:pt x="182" y="106"/>
                  </a:lnTo>
                  <a:lnTo>
                    <a:pt x="173" y="117"/>
                  </a:lnTo>
                  <a:lnTo>
                    <a:pt x="173" y="117"/>
                  </a:lnTo>
                  <a:lnTo>
                    <a:pt x="169" y="124"/>
                  </a:lnTo>
                  <a:lnTo>
                    <a:pt x="171" y="126"/>
                  </a:lnTo>
                  <a:lnTo>
                    <a:pt x="175" y="124"/>
                  </a:lnTo>
                  <a:lnTo>
                    <a:pt x="175" y="124"/>
                  </a:lnTo>
                  <a:lnTo>
                    <a:pt x="178" y="122"/>
                  </a:lnTo>
                  <a:lnTo>
                    <a:pt x="180" y="122"/>
                  </a:lnTo>
                  <a:lnTo>
                    <a:pt x="182" y="124"/>
                  </a:lnTo>
                  <a:lnTo>
                    <a:pt x="182" y="124"/>
                  </a:lnTo>
                  <a:lnTo>
                    <a:pt x="182" y="126"/>
                  </a:lnTo>
                  <a:lnTo>
                    <a:pt x="185" y="128"/>
                  </a:lnTo>
                  <a:lnTo>
                    <a:pt x="187" y="128"/>
                  </a:lnTo>
                  <a:lnTo>
                    <a:pt x="191" y="129"/>
                  </a:lnTo>
                  <a:lnTo>
                    <a:pt x="191" y="129"/>
                  </a:lnTo>
                  <a:lnTo>
                    <a:pt x="191" y="131"/>
                  </a:lnTo>
                  <a:lnTo>
                    <a:pt x="193" y="131"/>
                  </a:lnTo>
                  <a:lnTo>
                    <a:pt x="195" y="131"/>
                  </a:lnTo>
                  <a:lnTo>
                    <a:pt x="191" y="139"/>
                  </a:lnTo>
                  <a:lnTo>
                    <a:pt x="191" y="139"/>
                  </a:lnTo>
                  <a:lnTo>
                    <a:pt x="189" y="140"/>
                  </a:lnTo>
                  <a:lnTo>
                    <a:pt x="187" y="142"/>
                  </a:lnTo>
                  <a:lnTo>
                    <a:pt x="185" y="144"/>
                  </a:lnTo>
                  <a:lnTo>
                    <a:pt x="185" y="144"/>
                  </a:lnTo>
                  <a:lnTo>
                    <a:pt x="182" y="146"/>
                  </a:lnTo>
                  <a:lnTo>
                    <a:pt x="182" y="148"/>
                  </a:lnTo>
                  <a:lnTo>
                    <a:pt x="184" y="151"/>
                  </a:lnTo>
                  <a:lnTo>
                    <a:pt x="185" y="153"/>
                  </a:lnTo>
                  <a:lnTo>
                    <a:pt x="185" y="153"/>
                  </a:lnTo>
                  <a:lnTo>
                    <a:pt x="185" y="153"/>
                  </a:lnTo>
                  <a:lnTo>
                    <a:pt x="185" y="155"/>
                  </a:lnTo>
                  <a:lnTo>
                    <a:pt x="185" y="159"/>
                  </a:lnTo>
                  <a:lnTo>
                    <a:pt x="185" y="162"/>
                  </a:lnTo>
                  <a:lnTo>
                    <a:pt x="185" y="166"/>
                  </a:lnTo>
                  <a:lnTo>
                    <a:pt x="185" y="166"/>
                  </a:lnTo>
                  <a:lnTo>
                    <a:pt x="189" y="168"/>
                  </a:lnTo>
                  <a:lnTo>
                    <a:pt x="191" y="166"/>
                  </a:lnTo>
                  <a:lnTo>
                    <a:pt x="193" y="166"/>
                  </a:lnTo>
                  <a:lnTo>
                    <a:pt x="193" y="168"/>
                  </a:lnTo>
                  <a:lnTo>
                    <a:pt x="193" y="168"/>
                  </a:lnTo>
                  <a:lnTo>
                    <a:pt x="189" y="173"/>
                  </a:lnTo>
                  <a:lnTo>
                    <a:pt x="189" y="173"/>
                  </a:lnTo>
                  <a:lnTo>
                    <a:pt x="189" y="175"/>
                  </a:lnTo>
                  <a:lnTo>
                    <a:pt x="189" y="175"/>
                  </a:lnTo>
                  <a:lnTo>
                    <a:pt x="191" y="175"/>
                  </a:lnTo>
                  <a:lnTo>
                    <a:pt x="189" y="177"/>
                  </a:lnTo>
                  <a:lnTo>
                    <a:pt x="185" y="177"/>
                  </a:lnTo>
                  <a:lnTo>
                    <a:pt x="182" y="175"/>
                  </a:lnTo>
                  <a:lnTo>
                    <a:pt x="178" y="177"/>
                  </a:lnTo>
                  <a:lnTo>
                    <a:pt x="184" y="186"/>
                  </a:lnTo>
                  <a:lnTo>
                    <a:pt x="184" y="186"/>
                  </a:lnTo>
                  <a:lnTo>
                    <a:pt x="180" y="188"/>
                  </a:lnTo>
                  <a:lnTo>
                    <a:pt x="178" y="190"/>
                  </a:lnTo>
                  <a:lnTo>
                    <a:pt x="178" y="190"/>
                  </a:lnTo>
                  <a:lnTo>
                    <a:pt x="175" y="191"/>
                  </a:lnTo>
                  <a:lnTo>
                    <a:pt x="169" y="190"/>
                  </a:lnTo>
                  <a:lnTo>
                    <a:pt x="162" y="188"/>
                  </a:lnTo>
                  <a:lnTo>
                    <a:pt x="154" y="182"/>
                  </a:lnTo>
                  <a:lnTo>
                    <a:pt x="147" y="180"/>
                  </a:lnTo>
                  <a:lnTo>
                    <a:pt x="147" y="180"/>
                  </a:lnTo>
                  <a:lnTo>
                    <a:pt x="144" y="180"/>
                  </a:lnTo>
                  <a:lnTo>
                    <a:pt x="140" y="182"/>
                  </a:lnTo>
                  <a:lnTo>
                    <a:pt x="138" y="182"/>
                  </a:lnTo>
                  <a:lnTo>
                    <a:pt x="134" y="182"/>
                  </a:lnTo>
                  <a:lnTo>
                    <a:pt x="134" y="182"/>
                  </a:lnTo>
                  <a:lnTo>
                    <a:pt x="131" y="188"/>
                  </a:lnTo>
                  <a:lnTo>
                    <a:pt x="127" y="190"/>
                  </a:lnTo>
                  <a:lnTo>
                    <a:pt x="127" y="190"/>
                  </a:lnTo>
                  <a:lnTo>
                    <a:pt x="127" y="195"/>
                  </a:lnTo>
                  <a:lnTo>
                    <a:pt x="127" y="200"/>
                  </a:lnTo>
                  <a:lnTo>
                    <a:pt x="127" y="200"/>
                  </a:lnTo>
                  <a:lnTo>
                    <a:pt x="123" y="200"/>
                  </a:lnTo>
                  <a:lnTo>
                    <a:pt x="122" y="202"/>
                  </a:lnTo>
                  <a:lnTo>
                    <a:pt x="120" y="204"/>
                  </a:lnTo>
                  <a:lnTo>
                    <a:pt x="118" y="204"/>
                  </a:lnTo>
                  <a:lnTo>
                    <a:pt x="118" y="204"/>
                  </a:lnTo>
                  <a:lnTo>
                    <a:pt x="111" y="206"/>
                  </a:lnTo>
                  <a:lnTo>
                    <a:pt x="109" y="206"/>
                  </a:lnTo>
                  <a:lnTo>
                    <a:pt x="107" y="204"/>
                  </a:lnTo>
                  <a:lnTo>
                    <a:pt x="107" y="204"/>
                  </a:lnTo>
                  <a:lnTo>
                    <a:pt x="105" y="202"/>
                  </a:lnTo>
                  <a:lnTo>
                    <a:pt x="103" y="202"/>
                  </a:lnTo>
                  <a:lnTo>
                    <a:pt x="102" y="204"/>
                  </a:lnTo>
                  <a:lnTo>
                    <a:pt x="102" y="204"/>
                  </a:lnTo>
                  <a:lnTo>
                    <a:pt x="91" y="200"/>
                  </a:lnTo>
                  <a:lnTo>
                    <a:pt x="91" y="200"/>
                  </a:lnTo>
                  <a:lnTo>
                    <a:pt x="87" y="199"/>
                  </a:lnTo>
                  <a:lnTo>
                    <a:pt x="83" y="199"/>
                  </a:lnTo>
                  <a:lnTo>
                    <a:pt x="80" y="200"/>
                  </a:lnTo>
                  <a:lnTo>
                    <a:pt x="80" y="200"/>
                  </a:lnTo>
                  <a:lnTo>
                    <a:pt x="78" y="200"/>
                  </a:lnTo>
                  <a:lnTo>
                    <a:pt x="76" y="199"/>
                  </a:lnTo>
                  <a:lnTo>
                    <a:pt x="76" y="197"/>
                  </a:lnTo>
                  <a:lnTo>
                    <a:pt x="72" y="197"/>
                  </a:lnTo>
                  <a:lnTo>
                    <a:pt x="72" y="197"/>
                  </a:lnTo>
                  <a:lnTo>
                    <a:pt x="69" y="195"/>
                  </a:lnTo>
                  <a:lnTo>
                    <a:pt x="65" y="193"/>
                  </a:lnTo>
                  <a:lnTo>
                    <a:pt x="65" y="193"/>
                  </a:lnTo>
                  <a:lnTo>
                    <a:pt x="60" y="193"/>
                  </a:lnTo>
                  <a:lnTo>
                    <a:pt x="60" y="190"/>
                  </a:lnTo>
                  <a:lnTo>
                    <a:pt x="60" y="190"/>
                  </a:lnTo>
                  <a:lnTo>
                    <a:pt x="58" y="186"/>
                  </a:lnTo>
                  <a:lnTo>
                    <a:pt x="56" y="184"/>
                  </a:lnTo>
                  <a:lnTo>
                    <a:pt x="56" y="184"/>
                  </a:lnTo>
                  <a:lnTo>
                    <a:pt x="60" y="169"/>
                  </a:lnTo>
                  <a:lnTo>
                    <a:pt x="62" y="157"/>
                  </a:lnTo>
                  <a:lnTo>
                    <a:pt x="62" y="142"/>
                  </a:lnTo>
                  <a:lnTo>
                    <a:pt x="62" y="124"/>
                  </a:lnTo>
                  <a:lnTo>
                    <a:pt x="62" y="124"/>
                  </a:lnTo>
                  <a:lnTo>
                    <a:pt x="49" y="118"/>
                  </a:lnTo>
                  <a:lnTo>
                    <a:pt x="43" y="117"/>
                  </a:lnTo>
                  <a:lnTo>
                    <a:pt x="40" y="111"/>
                  </a:lnTo>
                  <a:lnTo>
                    <a:pt x="40" y="111"/>
                  </a:lnTo>
                  <a:lnTo>
                    <a:pt x="38" y="108"/>
                  </a:lnTo>
                  <a:lnTo>
                    <a:pt x="40" y="104"/>
                  </a:lnTo>
                  <a:lnTo>
                    <a:pt x="41" y="97"/>
                  </a:lnTo>
                  <a:lnTo>
                    <a:pt x="41" y="97"/>
                  </a:lnTo>
                  <a:lnTo>
                    <a:pt x="34" y="97"/>
                  </a:lnTo>
                  <a:lnTo>
                    <a:pt x="34" y="97"/>
                  </a:lnTo>
                  <a:lnTo>
                    <a:pt x="32" y="93"/>
                  </a:lnTo>
                  <a:lnTo>
                    <a:pt x="32" y="93"/>
                  </a:lnTo>
                  <a:lnTo>
                    <a:pt x="29" y="93"/>
                  </a:lnTo>
                  <a:lnTo>
                    <a:pt x="32" y="86"/>
                  </a:lnTo>
                  <a:lnTo>
                    <a:pt x="21" y="89"/>
                  </a:lnTo>
                  <a:lnTo>
                    <a:pt x="21" y="86"/>
                  </a:lnTo>
                  <a:lnTo>
                    <a:pt x="21" y="86"/>
                  </a:lnTo>
                  <a:lnTo>
                    <a:pt x="12" y="80"/>
                  </a:lnTo>
                  <a:lnTo>
                    <a:pt x="0" y="80"/>
                  </a:lnTo>
                  <a:lnTo>
                    <a:pt x="0" y="80"/>
                  </a:lnTo>
                  <a:lnTo>
                    <a:pt x="1" y="78"/>
                  </a:lnTo>
                  <a:lnTo>
                    <a:pt x="1" y="75"/>
                  </a:lnTo>
                  <a:lnTo>
                    <a:pt x="0" y="71"/>
                  </a:lnTo>
                  <a:lnTo>
                    <a:pt x="0" y="71"/>
                  </a:lnTo>
                  <a:lnTo>
                    <a:pt x="5" y="69"/>
                  </a:lnTo>
                  <a:lnTo>
                    <a:pt x="7" y="67"/>
                  </a:lnTo>
                  <a:lnTo>
                    <a:pt x="7" y="67"/>
                  </a:lnTo>
                  <a:lnTo>
                    <a:pt x="0" y="64"/>
                  </a:lnTo>
                  <a:lnTo>
                    <a:pt x="3" y="64"/>
                  </a:lnTo>
                  <a:lnTo>
                    <a:pt x="3" y="64"/>
                  </a:lnTo>
                  <a:lnTo>
                    <a:pt x="16" y="58"/>
                  </a:lnTo>
                  <a:lnTo>
                    <a:pt x="25" y="58"/>
                  </a:lnTo>
                  <a:lnTo>
                    <a:pt x="25" y="58"/>
                  </a:lnTo>
                  <a:lnTo>
                    <a:pt x="27" y="58"/>
                  </a:lnTo>
                  <a:lnTo>
                    <a:pt x="27" y="60"/>
                  </a:lnTo>
                  <a:lnTo>
                    <a:pt x="29" y="62"/>
                  </a:lnTo>
                  <a:lnTo>
                    <a:pt x="32" y="64"/>
                  </a:lnTo>
                  <a:lnTo>
                    <a:pt x="40" y="58"/>
                  </a:lnTo>
                  <a:lnTo>
                    <a:pt x="40" y="58"/>
                  </a:lnTo>
                  <a:lnTo>
                    <a:pt x="43" y="58"/>
                  </a:lnTo>
                  <a:lnTo>
                    <a:pt x="47" y="58"/>
                  </a:lnTo>
                  <a:lnTo>
                    <a:pt x="54" y="60"/>
                  </a:lnTo>
                  <a:lnTo>
                    <a:pt x="54" y="57"/>
                  </a:lnTo>
                  <a:lnTo>
                    <a:pt x="54" y="57"/>
                  </a:lnTo>
                  <a:lnTo>
                    <a:pt x="47" y="37"/>
                  </a:lnTo>
                  <a:lnTo>
                    <a:pt x="47" y="37"/>
                  </a:lnTo>
                  <a:lnTo>
                    <a:pt x="47" y="35"/>
                  </a:lnTo>
                  <a:lnTo>
                    <a:pt x="49" y="33"/>
                  </a:lnTo>
                  <a:lnTo>
                    <a:pt x="52" y="31"/>
                  </a:lnTo>
                  <a:lnTo>
                    <a:pt x="56" y="31"/>
                  </a:lnTo>
                  <a:lnTo>
                    <a:pt x="56" y="31"/>
                  </a:lnTo>
                  <a:lnTo>
                    <a:pt x="56" y="38"/>
                  </a:lnTo>
                  <a:lnTo>
                    <a:pt x="56" y="38"/>
                  </a:lnTo>
                  <a:lnTo>
                    <a:pt x="67" y="40"/>
                  </a:lnTo>
                  <a:lnTo>
                    <a:pt x="74" y="40"/>
                  </a:lnTo>
                  <a:lnTo>
                    <a:pt x="82" y="38"/>
                  </a:lnTo>
                  <a:lnTo>
                    <a:pt x="82" y="38"/>
                  </a:lnTo>
                  <a:lnTo>
                    <a:pt x="82" y="35"/>
                  </a:lnTo>
                  <a:lnTo>
                    <a:pt x="83" y="29"/>
                  </a:lnTo>
                  <a:lnTo>
                    <a:pt x="83" y="29"/>
                  </a:lnTo>
                  <a:lnTo>
                    <a:pt x="87" y="27"/>
                  </a:lnTo>
                  <a:lnTo>
                    <a:pt x="91" y="26"/>
                  </a:lnTo>
                  <a:lnTo>
                    <a:pt x="100" y="24"/>
                  </a:lnTo>
                  <a:lnTo>
                    <a:pt x="100" y="24"/>
                  </a:lnTo>
                  <a:lnTo>
                    <a:pt x="98" y="4"/>
                  </a:lnTo>
                  <a:lnTo>
                    <a:pt x="98" y="4"/>
                  </a:lnTo>
                  <a:lnTo>
                    <a:pt x="111" y="0"/>
                  </a:lnTo>
                  <a:lnTo>
                    <a:pt x="114" y="4"/>
                  </a:lnTo>
                  <a:lnTo>
                    <a:pt x="114" y="4"/>
                  </a:lnTo>
                  <a:lnTo>
                    <a:pt x="116" y="4"/>
                  </a:lnTo>
                  <a:lnTo>
                    <a:pt x="118" y="4"/>
                  </a:lnTo>
                  <a:lnTo>
                    <a:pt x="118" y="6"/>
                  </a:lnTo>
                  <a:lnTo>
                    <a:pt x="118" y="6"/>
                  </a:lnTo>
                  <a:lnTo>
                    <a:pt x="120" y="13"/>
                  </a:lnTo>
                  <a:lnTo>
                    <a:pt x="120" y="13"/>
                  </a:lnTo>
                  <a:lnTo>
                    <a:pt x="122" y="13"/>
                  </a:lnTo>
                  <a:lnTo>
                    <a:pt x="127" y="18"/>
                  </a:lnTo>
                  <a:lnTo>
                    <a:pt x="127" y="18"/>
                  </a:lnTo>
                  <a:lnTo>
                    <a:pt x="131" y="20"/>
                  </a:lnTo>
                  <a:lnTo>
                    <a:pt x="133" y="20"/>
                  </a:lnTo>
                  <a:lnTo>
                    <a:pt x="134" y="18"/>
                  </a:lnTo>
                  <a:lnTo>
                    <a:pt x="134" y="18"/>
                  </a:lnTo>
                  <a:lnTo>
                    <a:pt x="134" y="20"/>
                  </a:lnTo>
                  <a:lnTo>
                    <a:pt x="138" y="26"/>
                  </a:lnTo>
                  <a:lnTo>
                    <a:pt x="138" y="26"/>
                  </a:lnTo>
                  <a:lnTo>
                    <a:pt x="142" y="29"/>
                  </a:lnTo>
                  <a:lnTo>
                    <a:pt x="145" y="29"/>
                  </a:lnTo>
                  <a:lnTo>
                    <a:pt x="145" y="29"/>
                  </a:lnTo>
                  <a:lnTo>
                    <a:pt x="149" y="29"/>
                  </a:lnTo>
                  <a:lnTo>
                    <a:pt x="151" y="29"/>
                  </a:lnTo>
                  <a:lnTo>
                    <a:pt x="153" y="27"/>
                  </a:lnTo>
                  <a:lnTo>
                    <a:pt x="153" y="29"/>
                  </a:lnTo>
                  <a:lnTo>
                    <a:pt x="153" y="29"/>
                  </a:lnTo>
                  <a:lnTo>
                    <a:pt x="153" y="35"/>
                  </a:lnTo>
                  <a:lnTo>
                    <a:pt x="154" y="37"/>
                  </a:lnTo>
                  <a:lnTo>
                    <a:pt x="156" y="37"/>
                  </a:lnTo>
                  <a:lnTo>
                    <a:pt x="156" y="37"/>
                  </a:lnTo>
                  <a:lnTo>
                    <a:pt x="160" y="37"/>
                  </a:lnTo>
                  <a:lnTo>
                    <a:pt x="167" y="35"/>
                  </a:lnTo>
                  <a:lnTo>
                    <a:pt x="169" y="38"/>
                  </a:lnTo>
                  <a:close/>
                  <a:moveTo>
                    <a:pt x="947" y="1499"/>
                  </a:moveTo>
                  <a:lnTo>
                    <a:pt x="943" y="1508"/>
                  </a:lnTo>
                  <a:lnTo>
                    <a:pt x="943" y="1508"/>
                  </a:lnTo>
                  <a:lnTo>
                    <a:pt x="949" y="1508"/>
                  </a:lnTo>
                  <a:lnTo>
                    <a:pt x="954" y="1510"/>
                  </a:lnTo>
                  <a:lnTo>
                    <a:pt x="954" y="1510"/>
                  </a:lnTo>
                  <a:lnTo>
                    <a:pt x="954" y="1503"/>
                  </a:lnTo>
                  <a:lnTo>
                    <a:pt x="954" y="1503"/>
                  </a:lnTo>
                  <a:lnTo>
                    <a:pt x="947" y="1499"/>
                  </a:lnTo>
                  <a:lnTo>
                    <a:pt x="947" y="1499"/>
                  </a:lnTo>
                  <a:close/>
                  <a:moveTo>
                    <a:pt x="222" y="190"/>
                  </a:moveTo>
                  <a:lnTo>
                    <a:pt x="222" y="190"/>
                  </a:lnTo>
                  <a:lnTo>
                    <a:pt x="222" y="193"/>
                  </a:lnTo>
                  <a:lnTo>
                    <a:pt x="220" y="197"/>
                  </a:lnTo>
                  <a:lnTo>
                    <a:pt x="220" y="197"/>
                  </a:lnTo>
                  <a:lnTo>
                    <a:pt x="213" y="206"/>
                  </a:lnTo>
                  <a:lnTo>
                    <a:pt x="211" y="210"/>
                  </a:lnTo>
                  <a:lnTo>
                    <a:pt x="209" y="211"/>
                  </a:lnTo>
                  <a:lnTo>
                    <a:pt x="211" y="219"/>
                  </a:lnTo>
                  <a:lnTo>
                    <a:pt x="215" y="228"/>
                  </a:lnTo>
                  <a:lnTo>
                    <a:pt x="215" y="228"/>
                  </a:lnTo>
                  <a:lnTo>
                    <a:pt x="226" y="228"/>
                  </a:lnTo>
                  <a:lnTo>
                    <a:pt x="226" y="228"/>
                  </a:lnTo>
                  <a:lnTo>
                    <a:pt x="226" y="219"/>
                  </a:lnTo>
                  <a:lnTo>
                    <a:pt x="226" y="211"/>
                  </a:lnTo>
                  <a:lnTo>
                    <a:pt x="226" y="211"/>
                  </a:lnTo>
                  <a:lnTo>
                    <a:pt x="227" y="211"/>
                  </a:lnTo>
                  <a:lnTo>
                    <a:pt x="229" y="210"/>
                  </a:lnTo>
                  <a:lnTo>
                    <a:pt x="227" y="202"/>
                  </a:lnTo>
                  <a:lnTo>
                    <a:pt x="222" y="190"/>
                  </a:lnTo>
                  <a:lnTo>
                    <a:pt x="222" y="190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4" name="Freeform 6">
              <a:extLst>
                <a:ext uri="{FF2B5EF4-FFF2-40B4-BE49-F238E27FC236}">
                  <a16:creationId xmlns:a16="http://schemas.microsoft.com/office/drawing/2014/main" id="{8E3DEBD6-969D-4EB3-9A90-0A74D993D789}"/>
                </a:ext>
              </a:extLst>
            </p:cNvPr>
            <p:cNvSpPr>
              <a:spLocks/>
            </p:cNvSpPr>
            <p:nvPr/>
          </p:nvSpPr>
          <p:spPr bwMode="auto">
            <a:xfrm>
              <a:off x="6598272" y="2846180"/>
              <a:ext cx="461215" cy="465663"/>
            </a:xfrm>
            <a:custGeom>
              <a:avLst/>
              <a:gdLst>
                <a:gd name="T0" fmla="*/ 304 w 311"/>
                <a:gd name="T1" fmla="*/ 277 h 314"/>
                <a:gd name="T2" fmla="*/ 297 w 311"/>
                <a:gd name="T3" fmla="*/ 246 h 314"/>
                <a:gd name="T4" fmla="*/ 277 w 311"/>
                <a:gd name="T5" fmla="*/ 208 h 314"/>
                <a:gd name="T6" fmla="*/ 275 w 311"/>
                <a:gd name="T7" fmla="*/ 173 h 314"/>
                <a:gd name="T8" fmla="*/ 271 w 311"/>
                <a:gd name="T9" fmla="*/ 135 h 314"/>
                <a:gd name="T10" fmla="*/ 273 w 311"/>
                <a:gd name="T11" fmla="*/ 108 h 314"/>
                <a:gd name="T12" fmla="*/ 286 w 311"/>
                <a:gd name="T13" fmla="*/ 79 h 314"/>
                <a:gd name="T14" fmla="*/ 264 w 311"/>
                <a:gd name="T15" fmla="*/ 53 h 314"/>
                <a:gd name="T16" fmla="*/ 219 w 311"/>
                <a:gd name="T17" fmla="*/ 35 h 314"/>
                <a:gd name="T18" fmla="*/ 175 w 311"/>
                <a:gd name="T19" fmla="*/ 39 h 314"/>
                <a:gd name="T20" fmla="*/ 157 w 311"/>
                <a:gd name="T21" fmla="*/ 51 h 314"/>
                <a:gd name="T22" fmla="*/ 151 w 311"/>
                <a:gd name="T23" fmla="*/ 66 h 314"/>
                <a:gd name="T24" fmla="*/ 131 w 311"/>
                <a:gd name="T25" fmla="*/ 70 h 314"/>
                <a:gd name="T26" fmla="*/ 100 w 311"/>
                <a:gd name="T27" fmla="*/ 59 h 314"/>
                <a:gd name="T28" fmla="*/ 95 w 311"/>
                <a:gd name="T29" fmla="*/ 55 h 314"/>
                <a:gd name="T30" fmla="*/ 84 w 311"/>
                <a:gd name="T31" fmla="*/ 53 h 314"/>
                <a:gd name="T32" fmla="*/ 75 w 311"/>
                <a:gd name="T33" fmla="*/ 31 h 314"/>
                <a:gd name="T34" fmla="*/ 71 w 311"/>
                <a:gd name="T35" fmla="*/ 26 h 314"/>
                <a:gd name="T36" fmla="*/ 64 w 311"/>
                <a:gd name="T37" fmla="*/ 17 h 314"/>
                <a:gd name="T38" fmla="*/ 71 w 311"/>
                <a:gd name="T39" fmla="*/ 10 h 314"/>
                <a:gd name="T40" fmla="*/ 64 w 311"/>
                <a:gd name="T41" fmla="*/ 0 h 314"/>
                <a:gd name="T42" fmla="*/ 58 w 311"/>
                <a:gd name="T43" fmla="*/ 6 h 314"/>
                <a:gd name="T44" fmla="*/ 49 w 311"/>
                <a:gd name="T45" fmla="*/ 13 h 314"/>
                <a:gd name="T46" fmla="*/ 33 w 311"/>
                <a:gd name="T47" fmla="*/ 20 h 314"/>
                <a:gd name="T48" fmla="*/ 22 w 311"/>
                <a:gd name="T49" fmla="*/ 11 h 314"/>
                <a:gd name="T50" fmla="*/ 14 w 311"/>
                <a:gd name="T51" fmla="*/ 11 h 314"/>
                <a:gd name="T52" fmla="*/ 7 w 311"/>
                <a:gd name="T53" fmla="*/ 8 h 314"/>
                <a:gd name="T54" fmla="*/ 2 w 311"/>
                <a:gd name="T55" fmla="*/ 15 h 314"/>
                <a:gd name="T56" fmla="*/ 5 w 311"/>
                <a:gd name="T57" fmla="*/ 24 h 314"/>
                <a:gd name="T58" fmla="*/ 2 w 311"/>
                <a:gd name="T59" fmla="*/ 37 h 314"/>
                <a:gd name="T60" fmla="*/ 9 w 311"/>
                <a:gd name="T61" fmla="*/ 53 h 314"/>
                <a:gd name="T62" fmla="*/ 9 w 311"/>
                <a:gd name="T63" fmla="*/ 62 h 314"/>
                <a:gd name="T64" fmla="*/ 11 w 311"/>
                <a:gd name="T65" fmla="*/ 73 h 314"/>
                <a:gd name="T66" fmla="*/ 13 w 311"/>
                <a:gd name="T67" fmla="*/ 79 h 314"/>
                <a:gd name="T68" fmla="*/ 16 w 311"/>
                <a:gd name="T69" fmla="*/ 84 h 314"/>
                <a:gd name="T70" fmla="*/ 22 w 311"/>
                <a:gd name="T71" fmla="*/ 88 h 314"/>
                <a:gd name="T72" fmla="*/ 29 w 311"/>
                <a:gd name="T73" fmla="*/ 90 h 314"/>
                <a:gd name="T74" fmla="*/ 40 w 311"/>
                <a:gd name="T75" fmla="*/ 93 h 314"/>
                <a:gd name="T76" fmla="*/ 31 w 311"/>
                <a:gd name="T77" fmla="*/ 95 h 314"/>
                <a:gd name="T78" fmla="*/ 33 w 311"/>
                <a:gd name="T79" fmla="*/ 108 h 314"/>
                <a:gd name="T80" fmla="*/ 25 w 311"/>
                <a:gd name="T81" fmla="*/ 108 h 314"/>
                <a:gd name="T82" fmla="*/ 24 w 311"/>
                <a:gd name="T83" fmla="*/ 117 h 314"/>
                <a:gd name="T84" fmla="*/ 31 w 311"/>
                <a:gd name="T85" fmla="*/ 128 h 314"/>
                <a:gd name="T86" fmla="*/ 44 w 311"/>
                <a:gd name="T87" fmla="*/ 143 h 314"/>
                <a:gd name="T88" fmla="*/ 47 w 311"/>
                <a:gd name="T89" fmla="*/ 155 h 314"/>
                <a:gd name="T90" fmla="*/ 56 w 311"/>
                <a:gd name="T91" fmla="*/ 157 h 314"/>
                <a:gd name="T92" fmla="*/ 67 w 311"/>
                <a:gd name="T93" fmla="*/ 177 h 314"/>
                <a:gd name="T94" fmla="*/ 73 w 311"/>
                <a:gd name="T95" fmla="*/ 197 h 314"/>
                <a:gd name="T96" fmla="*/ 89 w 311"/>
                <a:gd name="T97" fmla="*/ 210 h 314"/>
                <a:gd name="T98" fmla="*/ 104 w 311"/>
                <a:gd name="T99" fmla="*/ 221 h 314"/>
                <a:gd name="T100" fmla="*/ 115 w 311"/>
                <a:gd name="T101" fmla="*/ 246 h 314"/>
                <a:gd name="T102" fmla="*/ 122 w 311"/>
                <a:gd name="T103" fmla="*/ 248 h 314"/>
                <a:gd name="T104" fmla="*/ 131 w 311"/>
                <a:gd name="T105" fmla="*/ 263 h 314"/>
                <a:gd name="T106" fmla="*/ 144 w 311"/>
                <a:gd name="T107" fmla="*/ 281 h 314"/>
                <a:gd name="T108" fmla="*/ 195 w 311"/>
                <a:gd name="T109" fmla="*/ 274 h 314"/>
                <a:gd name="T110" fmla="*/ 197 w 311"/>
                <a:gd name="T111" fmla="*/ 270 h 314"/>
                <a:gd name="T112" fmla="*/ 209 w 311"/>
                <a:gd name="T113" fmla="*/ 283 h 314"/>
                <a:gd name="T114" fmla="*/ 217 w 311"/>
                <a:gd name="T115" fmla="*/ 305 h 314"/>
                <a:gd name="T116" fmla="*/ 260 w 311"/>
                <a:gd name="T117" fmla="*/ 306 h 314"/>
                <a:gd name="T118" fmla="*/ 273 w 311"/>
                <a:gd name="T119" fmla="*/ 314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311" h="314">
                  <a:moveTo>
                    <a:pt x="273" y="314"/>
                  </a:moveTo>
                  <a:lnTo>
                    <a:pt x="275" y="297"/>
                  </a:lnTo>
                  <a:lnTo>
                    <a:pt x="286" y="285"/>
                  </a:lnTo>
                  <a:lnTo>
                    <a:pt x="295" y="281"/>
                  </a:lnTo>
                  <a:lnTo>
                    <a:pt x="304" y="277"/>
                  </a:lnTo>
                  <a:lnTo>
                    <a:pt x="311" y="274"/>
                  </a:lnTo>
                  <a:lnTo>
                    <a:pt x="311" y="266"/>
                  </a:lnTo>
                  <a:lnTo>
                    <a:pt x="302" y="263"/>
                  </a:lnTo>
                  <a:lnTo>
                    <a:pt x="302" y="254"/>
                  </a:lnTo>
                  <a:lnTo>
                    <a:pt x="297" y="246"/>
                  </a:lnTo>
                  <a:lnTo>
                    <a:pt x="291" y="245"/>
                  </a:lnTo>
                  <a:lnTo>
                    <a:pt x="284" y="234"/>
                  </a:lnTo>
                  <a:lnTo>
                    <a:pt x="282" y="228"/>
                  </a:lnTo>
                  <a:lnTo>
                    <a:pt x="284" y="224"/>
                  </a:lnTo>
                  <a:lnTo>
                    <a:pt x="277" y="208"/>
                  </a:lnTo>
                  <a:lnTo>
                    <a:pt x="295" y="188"/>
                  </a:lnTo>
                  <a:lnTo>
                    <a:pt x="295" y="183"/>
                  </a:lnTo>
                  <a:lnTo>
                    <a:pt x="291" y="179"/>
                  </a:lnTo>
                  <a:lnTo>
                    <a:pt x="277" y="177"/>
                  </a:lnTo>
                  <a:lnTo>
                    <a:pt x="275" y="173"/>
                  </a:lnTo>
                  <a:lnTo>
                    <a:pt x="275" y="164"/>
                  </a:lnTo>
                  <a:lnTo>
                    <a:pt x="271" y="155"/>
                  </a:lnTo>
                  <a:lnTo>
                    <a:pt x="266" y="148"/>
                  </a:lnTo>
                  <a:lnTo>
                    <a:pt x="264" y="141"/>
                  </a:lnTo>
                  <a:lnTo>
                    <a:pt x="271" y="135"/>
                  </a:lnTo>
                  <a:lnTo>
                    <a:pt x="266" y="132"/>
                  </a:lnTo>
                  <a:lnTo>
                    <a:pt x="264" y="128"/>
                  </a:lnTo>
                  <a:lnTo>
                    <a:pt x="266" y="117"/>
                  </a:lnTo>
                  <a:lnTo>
                    <a:pt x="270" y="110"/>
                  </a:lnTo>
                  <a:lnTo>
                    <a:pt x="273" y="108"/>
                  </a:lnTo>
                  <a:lnTo>
                    <a:pt x="280" y="106"/>
                  </a:lnTo>
                  <a:lnTo>
                    <a:pt x="280" y="101"/>
                  </a:lnTo>
                  <a:lnTo>
                    <a:pt x="284" y="93"/>
                  </a:lnTo>
                  <a:lnTo>
                    <a:pt x="288" y="86"/>
                  </a:lnTo>
                  <a:lnTo>
                    <a:pt x="286" y="79"/>
                  </a:lnTo>
                  <a:lnTo>
                    <a:pt x="286" y="71"/>
                  </a:lnTo>
                  <a:lnTo>
                    <a:pt x="277" y="70"/>
                  </a:lnTo>
                  <a:lnTo>
                    <a:pt x="273" y="62"/>
                  </a:lnTo>
                  <a:lnTo>
                    <a:pt x="270" y="57"/>
                  </a:lnTo>
                  <a:lnTo>
                    <a:pt x="264" y="53"/>
                  </a:lnTo>
                  <a:lnTo>
                    <a:pt x="255" y="48"/>
                  </a:lnTo>
                  <a:lnTo>
                    <a:pt x="246" y="44"/>
                  </a:lnTo>
                  <a:lnTo>
                    <a:pt x="233" y="39"/>
                  </a:lnTo>
                  <a:lnTo>
                    <a:pt x="229" y="37"/>
                  </a:lnTo>
                  <a:lnTo>
                    <a:pt x="219" y="35"/>
                  </a:lnTo>
                  <a:lnTo>
                    <a:pt x="202" y="31"/>
                  </a:lnTo>
                  <a:lnTo>
                    <a:pt x="193" y="35"/>
                  </a:lnTo>
                  <a:lnTo>
                    <a:pt x="188" y="37"/>
                  </a:lnTo>
                  <a:lnTo>
                    <a:pt x="178" y="35"/>
                  </a:lnTo>
                  <a:lnTo>
                    <a:pt x="175" y="39"/>
                  </a:lnTo>
                  <a:lnTo>
                    <a:pt x="171" y="42"/>
                  </a:lnTo>
                  <a:lnTo>
                    <a:pt x="169" y="46"/>
                  </a:lnTo>
                  <a:lnTo>
                    <a:pt x="167" y="53"/>
                  </a:lnTo>
                  <a:lnTo>
                    <a:pt x="157" y="51"/>
                  </a:lnTo>
                  <a:lnTo>
                    <a:pt x="157" y="51"/>
                  </a:lnTo>
                  <a:lnTo>
                    <a:pt x="157" y="70"/>
                  </a:lnTo>
                  <a:lnTo>
                    <a:pt x="157" y="70"/>
                  </a:lnTo>
                  <a:lnTo>
                    <a:pt x="153" y="70"/>
                  </a:lnTo>
                  <a:lnTo>
                    <a:pt x="151" y="68"/>
                  </a:lnTo>
                  <a:lnTo>
                    <a:pt x="151" y="66"/>
                  </a:lnTo>
                  <a:lnTo>
                    <a:pt x="151" y="66"/>
                  </a:lnTo>
                  <a:lnTo>
                    <a:pt x="146" y="64"/>
                  </a:lnTo>
                  <a:lnTo>
                    <a:pt x="140" y="66"/>
                  </a:lnTo>
                  <a:lnTo>
                    <a:pt x="131" y="70"/>
                  </a:lnTo>
                  <a:lnTo>
                    <a:pt x="131" y="70"/>
                  </a:lnTo>
                  <a:lnTo>
                    <a:pt x="126" y="70"/>
                  </a:lnTo>
                  <a:lnTo>
                    <a:pt x="118" y="70"/>
                  </a:lnTo>
                  <a:lnTo>
                    <a:pt x="118" y="70"/>
                  </a:lnTo>
                  <a:lnTo>
                    <a:pt x="109" y="64"/>
                  </a:lnTo>
                  <a:lnTo>
                    <a:pt x="100" y="59"/>
                  </a:lnTo>
                  <a:lnTo>
                    <a:pt x="100" y="59"/>
                  </a:lnTo>
                  <a:lnTo>
                    <a:pt x="100" y="57"/>
                  </a:lnTo>
                  <a:lnTo>
                    <a:pt x="98" y="57"/>
                  </a:lnTo>
                  <a:lnTo>
                    <a:pt x="95" y="55"/>
                  </a:lnTo>
                  <a:lnTo>
                    <a:pt x="95" y="55"/>
                  </a:lnTo>
                  <a:lnTo>
                    <a:pt x="91" y="55"/>
                  </a:lnTo>
                  <a:lnTo>
                    <a:pt x="87" y="59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84" y="53"/>
                  </a:lnTo>
                  <a:lnTo>
                    <a:pt x="82" y="53"/>
                  </a:lnTo>
                  <a:lnTo>
                    <a:pt x="82" y="53"/>
                  </a:lnTo>
                  <a:lnTo>
                    <a:pt x="80" y="40"/>
                  </a:lnTo>
                  <a:lnTo>
                    <a:pt x="78" y="35"/>
                  </a:lnTo>
                  <a:lnTo>
                    <a:pt x="75" y="31"/>
                  </a:lnTo>
                  <a:lnTo>
                    <a:pt x="75" y="31"/>
                  </a:lnTo>
                  <a:lnTo>
                    <a:pt x="75" y="30"/>
                  </a:lnTo>
                  <a:lnTo>
                    <a:pt x="73" y="28"/>
                  </a:lnTo>
                  <a:lnTo>
                    <a:pt x="73" y="28"/>
                  </a:lnTo>
                  <a:lnTo>
                    <a:pt x="71" y="26"/>
                  </a:lnTo>
                  <a:lnTo>
                    <a:pt x="67" y="22"/>
                  </a:lnTo>
                  <a:lnTo>
                    <a:pt x="67" y="22"/>
                  </a:lnTo>
                  <a:lnTo>
                    <a:pt x="65" y="19"/>
                  </a:lnTo>
                  <a:lnTo>
                    <a:pt x="64" y="17"/>
                  </a:lnTo>
                  <a:lnTo>
                    <a:pt x="64" y="17"/>
                  </a:lnTo>
                  <a:lnTo>
                    <a:pt x="64" y="13"/>
                  </a:lnTo>
                  <a:lnTo>
                    <a:pt x="65" y="11"/>
                  </a:lnTo>
                  <a:lnTo>
                    <a:pt x="69" y="10"/>
                  </a:lnTo>
                  <a:lnTo>
                    <a:pt x="69" y="10"/>
                  </a:lnTo>
                  <a:lnTo>
                    <a:pt x="71" y="10"/>
                  </a:lnTo>
                  <a:lnTo>
                    <a:pt x="71" y="10"/>
                  </a:lnTo>
                  <a:lnTo>
                    <a:pt x="69" y="6"/>
                  </a:lnTo>
                  <a:lnTo>
                    <a:pt x="69" y="6"/>
                  </a:lnTo>
                  <a:lnTo>
                    <a:pt x="67" y="2"/>
                  </a:lnTo>
                  <a:lnTo>
                    <a:pt x="64" y="0"/>
                  </a:lnTo>
                  <a:lnTo>
                    <a:pt x="64" y="0"/>
                  </a:lnTo>
                  <a:lnTo>
                    <a:pt x="62" y="0"/>
                  </a:lnTo>
                  <a:lnTo>
                    <a:pt x="62" y="2"/>
                  </a:lnTo>
                  <a:lnTo>
                    <a:pt x="60" y="4"/>
                  </a:lnTo>
                  <a:lnTo>
                    <a:pt x="58" y="6"/>
                  </a:lnTo>
                  <a:lnTo>
                    <a:pt x="58" y="6"/>
                  </a:lnTo>
                  <a:lnTo>
                    <a:pt x="55" y="8"/>
                  </a:lnTo>
                  <a:lnTo>
                    <a:pt x="53" y="10"/>
                  </a:lnTo>
                  <a:lnTo>
                    <a:pt x="49" y="13"/>
                  </a:lnTo>
                  <a:lnTo>
                    <a:pt x="49" y="13"/>
                  </a:lnTo>
                  <a:lnTo>
                    <a:pt x="45" y="17"/>
                  </a:lnTo>
                  <a:lnTo>
                    <a:pt x="40" y="20"/>
                  </a:lnTo>
                  <a:lnTo>
                    <a:pt x="40" y="20"/>
                  </a:lnTo>
                  <a:lnTo>
                    <a:pt x="33" y="20"/>
                  </a:lnTo>
                  <a:lnTo>
                    <a:pt x="33" y="20"/>
                  </a:lnTo>
                  <a:lnTo>
                    <a:pt x="31" y="20"/>
                  </a:lnTo>
                  <a:lnTo>
                    <a:pt x="27" y="17"/>
                  </a:lnTo>
                  <a:lnTo>
                    <a:pt x="27" y="17"/>
                  </a:lnTo>
                  <a:lnTo>
                    <a:pt x="25" y="15"/>
                  </a:lnTo>
                  <a:lnTo>
                    <a:pt x="22" y="11"/>
                  </a:lnTo>
                  <a:lnTo>
                    <a:pt x="22" y="11"/>
                  </a:lnTo>
                  <a:lnTo>
                    <a:pt x="18" y="6"/>
                  </a:lnTo>
                  <a:lnTo>
                    <a:pt x="18" y="4"/>
                  </a:lnTo>
                  <a:lnTo>
                    <a:pt x="14" y="11"/>
                  </a:lnTo>
                  <a:lnTo>
                    <a:pt x="14" y="11"/>
                  </a:lnTo>
                  <a:lnTo>
                    <a:pt x="13" y="10"/>
                  </a:lnTo>
                  <a:lnTo>
                    <a:pt x="9" y="8"/>
                  </a:lnTo>
                  <a:lnTo>
                    <a:pt x="9" y="8"/>
                  </a:lnTo>
                  <a:lnTo>
                    <a:pt x="7" y="8"/>
                  </a:lnTo>
                  <a:lnTo>
                    <a:pt x="7" y="8"/>
                  </a:lnTo>
                  <a:lnTo>
                    <a:pt x="7" y="10"/>
                  </a:lnTo>
                  <a:lnTo>
                    <a:pt x="5" y="11"/>
                  </a:lnTo>
                  <a:lnTo>
                    <a:pt x="5" y="11"/>
                  </a:lnTo>
                  <a:lnTo>
                    <a:pt x="2" y="13"/>
                  </a:lnTo>
                  <a:lnTo>
                    <a:pt x="2" y="15"/>
                  </a:lnTo>
                  <a:lnTo>
                    <a:pt x="5" y="19"/>
                  </a:lnTo>
                  <a:lnTo>
                    <a:pt x="5" y="19"/>
                  </a:lnTo>
                  <a:lnTo>
                    <a:pt x="5" y="22"/>
                  </a:lnTo>
                  <a:lnTo>
                    <a:pt x="5" y="24"/>
                  </a:lnTo>
                  <a:lnTo>
                    <a:pt x="5" y="24"/>
                  </a:lnTo>
                  <a:lnTo>
                    <a:pt x="3" y="28"/>
                  </a:lnTo>
                  <a:lnTo>
                    <a:pt x="2" y="31"/>
                  </a:lnTo>
                  <a:lnTo>
                    <a:pt x="2" y="31"/>
                  </a:lnTo>
                  <a:lnTo>
                    <a:pt x="0" y="35"/>
                  </a:lnTo>
                  <a:lnTo>
                    <a:pt x="2" y="37"/>
                  </a:lnTo>
                  <a:lnTo>
                    <a:pt x="5" y="42"/>
                  </a:lnTo>
                  <a:lnTo>
                    <a:pt x="5" y="42"/>
                  </a:lnTo>
                  <a:lnTo>
                    <a:pt x="7" y="48"/>
                  </a:lnTo>
                  <a:lnTo>
                    <a:pt x="9" y="53"/>
                  </a:lnTo>
                  <a:lnTo>
                    <a:pt x="9" y="53"/>
                  </a:lnTo>
                  <a:lnTo>
                    <a:pt x="9" y="55"/>
                  </a:lnTo>
                  <a:lnTo>
                    <a:pt x="9" y="57"/>
                  </a:lnTo>
                  <a:lnTo>
                    <a:pt x="7" y="59"/>
                  </a:lnTo>
                  <a:lnTo>
                    <a:pt x="7" y="59"/>
                  </a:lnTo>
                  <a:lnTo>
                    <a:pt x="9" y="62"/>
                  </a:lnTo>
                  <a:lnTo>
                    <a:pt x="11" y="68"/>
                  </a:lnTo>
                  <a:lnTo>
                    <a:pt x="11" y="68"/>
                  </a:lnTo>
                  <a:lnTo>
                    <a:pt x="11" y="70"/>
                  </a:lnTo>
                  <a:lnTo>
                    <a:pt x="11" y="71"/>
                  </a:lnTo>
                  <a:lnTo>
                    <a:pt x="11" y="73"/>
                  </a:lnTo>
                  <a:lnTo>
                    <a:pt x="11" y="75"/>
                  </a:lnTo>
                  <a:lnTo>
                    <a:pt x="11" y="75"/>
                  </a:lnTo>
                  <a:lnTo>
                    <a:pt x="13" y="75"/>
                  </a:lnTo>
                  <a:lnTo>
                    <a:pt x="13" y="77"/>
                  </a:lnTo>
                  <a:lnTo>
                    <a:pt x="13" y="79"/>
                  </a:lnTo>
                  <a:lnTo>
                    <a:pt x="13" y="79"/>
                  </a:lnTo>
                  <a:lnTo>
                    <a:pt x="13" y="79"/>
                  </a:lnTo>
                  <a:lnTo>
                    <a:pt x="14" y="81"/>
                  </a:lnTo>
                  <a:lnTo>
                    <a:pt x="14" y="82"/>
                  </a:lnTo>
                  <a:lnTo>
                    <a:pt x="16" y="84"/>
                  </a:lnTo>
                  <a:lnTo>
                    <a:pt x="18" y="84"/>
                  </a:lnTo>
                  <a:lnTo>
                    <a:pt x="18" y="84"/>
                  </a:lnTo>
                  <a:lnTo>
                    <a:pt x="18" y="86"/>
                  </a:lnTo>
                  <a:lnTo>
                    <a:pt x="20" y="86"/>
                  </a:lnTo>
                  <a:lnTo>
                    <a:pt x="22" y="88"/>
                  </a:lnTo>
                  <a:lnTo>
                    <a:pt x="24" y="88"/>
                  </a:lnTo>
                  <a:lnTo>
                    <a:pt x="24" y="88"/>
                  </a:lnTo>
                  <a:lnTo>
                    <a:pt x="25" y="88"/>
                  </a:lnTo>
                  <a:lnTo>
                    <a:pt x="29" y="90"/>
                  </a:lnTo>
                  <a:lnTo>
                    <a:pt x="29" y="90"/>
                  </a:lnTo>
                  <a:lnTo>
                    <a:pt x="34" y="91"/>
                  </a:lnTo>
                  <a:lnTo>
                    <a:pt x="36" y="90"/>
                  </a:lnTo>
                  <a:lnTo>
                    <a:pt x="36" y="90"/>
                  </a:lnTo>
                  <a:lnTo>
                    <a:pt x="38" y="91"/>
                  </a:lnTo>
                  <a:lnTo>
                    <a:pt x="40" y="93"/>
                  </a:lnTo>
                  <a:lnTo>
                    <a:pt x="38" y="95"/>
                  </a:lnTo>
                  <a:lnTo>
                    <a:pt x="38" y="95"/>
                  </a:lnTo>
                  <a:lnTo>
                    <a:pt x="36" y="95"/>
                  </a:lnTo>
                  <a:lnTo>
                    <a:pt x="33" y="95"/>
                  </a:lnTo>
                  <a:lnTo>
                    <a:pt x="31" y="95"/>
                  </a:lnTo>
                  <a:lnTo>
                    <a:pt x="31" y="97"/>
                  </a:lnTo>
                  <a:lnTo>
                    <a:pt x="31" y="97"/>
                  </a:lnTo>
                  <a:lnTo>
                    <a:pt x="33" y="102"/>
                  </a:lnTo>
                  <a:lnTo>
                    <a:pt x="33" y="108"/>
                  </a:lnTo>
                  <a:lnTo>
                    <a:pt x="33" y="108"/>
                  </a:lnTo>
                  <a:lnTo>
                    <a:pt x="31" y="108"/>
                  </a:lnTo>
                  <a:lnTo>
                    <a:pt x="27" y="108"/>
                  </a:lnTo>
                  <a:lnTo>
                    <a:pt x="25" y="108"/>
                  </a:lnTo>
                  <a:lnTo>
                    <a:pt x="25" y="108"/>
                  </a:lnTo>
                  <a:lnTo>
                    <a:pt x="25" y="108"/>
                  </a:lnTo>
                  <a:lnTo>
                    <a:pt x="27" y="113"/>
                  </a:lnTo>
                  <a:lnTo>
                    <a:pt x="25" y="115"/>
                  </a:lnTo>
                  <a:lnTo>
                    <a:pt x="24" y="115"/>
                  </a:lnTo>
                  <a:lnTo>
                    <a:pt x="24" y="117"/>
                  </a:lnTo>
                  <a:lnTo>
                    <a:pt x="24" y="117"/>
                  </a:lnTo>
                  <a:lnTo>
                    <a:pt x="25" y="121"/>
                  </a:lnTo>
                  <a:lnTo>
                    <a:pt x="27" y="122"/>
                  </a:lnTo>
                  <a:lnTo>
                    <a:pt x="27" y="124"/>
                  </a:lnTo>
                  <a:lnTo>
                    <a:pt x="27" y="124"/>
                  </a:lnTo>
                  <a:lnTo>
                    <a:pt x="31" y="128"/>
                  </a:lnTo>
                  <a:lnTo>
                    <a:pt x="31" y="132"/>
                  </a:lnTo>
                  <a:lnTo>
                    <a:pt x="34" y="137"/>
                  </a:lnTo>
                  <a:lnTo>
                    <a:pt x="36" y="139"/>
                  </a:lnTo>
                  <a:lnTo>
                    <a:pt x="36" y="139"/>
                  </a:lnTo>
                  <a:lnTo>
                    <a:pt x="44" y="143"/>
                  </a:lnTo>
                  <a:lnTo>
                    <a:pt x="49" y="150"/>
                  </a:lnTo>
                  <a:lnTo>
                    <a:pt x="49" y="150"/>
                  </a:lnTo>
                  <a:lnTo>
                    <a:pt x="49" y="152"/>
                  </a:lnTo>
                  <a:lnTo>
                    <a:pt x="47" y="153"/>
                  </a:lnTo>
                  <a:lnTo>
                    <a:pt x="47" y="155"/>
                  </a:lnTo>
                  <a:lnTo>
                    <a:pt x="49" y="155"/>
                  </a:lnTo>
                  <a:lnTo>
                    <a:pt x="49" y="155"/>
                  </a:lnTo>
                  <a:lnTo>
                    <a:pt x="55" y="155"/>
                  </a:lnTo>
                  <a:lnTo>
                    <a:pt x="55" y="155"/>
                  </a:lnTo>
                  <a:lnTo>
                    <a:pt x="56" y="157"/>
                  </a:lnTo>
                  <a:lnTo>
                    <a:pt x="56" y="157"/>
                  </a:lnTo>
                  <a:lnTo>
                    <a:pt x="62" y="166"/>
                  </a:lnTo>
                  <a:lnTo>
                    <a:pt x="62" y="166"/>
                  </a:lnTo>
                  <a:lnTo>
                    <a:pt x="65" y="172"/>
                  </a:lnTo>
                  <a:lnTo>
                    <a:pt x="67" y="177"/>
                  </a:lnTo>
                  <a:lnTo>
                    <a:pt x="67" y="177"/>
                  </a:lnTo>
                  <a:lnTo>
                    <a:pt x="67" y="183"/>
                  </a:lnTo>
                  <a:lnTo>
                    <a:pt x="67" y="190"/>
                  </a:lnTo>
                  <a:lnTo>
                    <a:pt x="73" y="190"/>
                  </a:lnTo>
                  <a:lnTo>
                    <a:pt x="73" y="197"/>
                  </a:lnTo>
                  <a:lnTo>
                    <a:pt x="76" y="203"/>
                  </a:lnTo>
                  <a:lnTo>
                    <a:pt x="76" y="203"/>
                  </a:lnTo>
                  <a:lnTo>
                    <a:pt x="84" y="206"/>
                  </a:lnTo>
                  <a:lnTo>
                    <a:pt x="87" y="208"/>
                  </a:lnTo>
                  <a:lnTo>
                    <a:pt x="89" y="210"/>
                  </a:lnTo>
                  <a:lnTo>
                    <a:pt x="89" y="210"/>
                  </a:lnTo>
                  <a:lnTo>
                    <a:pt x="93" y="206"/>
                  </a:lnTo>
                  <a:lnTo>
                    <a:pt x="96" y="204"/>
                  </a:lnTo>
                  <a:lnTo>
                    <a:pt x="96" y="204"/>
                  </a:lnTo>
                  <a:lnTo>
                    <a:pt x="104" y="221"/>
                  </a:lnTo>
                  <a:lnTo>
                    <a:pt x="109" y="237"/>
                  </a:lnTo>
                  <a:lnTo>
                    <a:pt x="115" y="239"/>
                  </a:lnTo>
                  <a:lnTo>
                    <a:pt x="115" y="239"/>
                  </a:lnTo>
                  <a:lnTo>
                    <a:pt x="115" y="243"/>
                  </a:lnTo>
                  <a:lnTo>
                    <a:pt x="115" y="246"/>
                  </a:lnTo>
                  <a:lnTo>
                    <a:pt x="115" y="246"/>
                  </a:lnTo>
                  <a:lnTo>
                    <a:pt x="118" y="246"/>
                  </a:lnTo>
                  <a:lnTo>
                    <a:pt x="120" y="248"/>
                  </a:lnTo>
                  <a:lnTo>
                    <a:pt x="122" y="248"/>
                  </a:lnTo>
                  <a:lnTo>
                    <a:pt x="122" y="248"/>
                  </a:lnTo>
                  <a:lnTo>
                    <a:pt x="122" y="254"/>
                  </a:lnTo>
                  <a:lnTo>
                    <a:pt x="122" y="259"/>
                  </a:lnTo>
                  <a:lnTo>
                    <a:pt x="122" y="259"/>
                  </a:lnTo>
                  <a:lnTo>
                    <a:pt x="126" y="261"/>
                  </a:lnTo>
                  <a:lnTo>
                    <a:pt x="131" y="263"/>
                  </a:lnTo>
                  <a:lnTo>
                    <a:pt x="131" y="263"/>
                  </a:lnTo>
                  <a:lnTo>
                    <a:pt x="131" y="266"/>
                  </a:lnTo>
                  <a:lnTo>
                    <a:pt x="131" y="270"/>
                  </a:lnTo>
                  <a:lnTo>
                    <a:pt x="144" y="281"/>
                  </a:lnTo>
                  <a:lnTo>
                    <a:pt x="144" y="281"/>
                  </a:lnTo>
                  <a:lnTo>
                    <a:pt x="151" y="283"/>
                  </a:lnTo>
                  <a:lnTo>
                    <a:pt x="160" y="285"/>
                  </a:lnTo>
                  <a:lnTo>
                    <a:pt x="171" y="285"/>
                  </a:lnTo>
                  <a:lnTo>
                    <a:pt x="171" y="285"/>
                  </a:lnTo>
                  <a:lnTo>
                    <a:pt x="195" y="274"/>
                  </a:lnTo>
                  <a:lnTo>
                    <a:pt x="195" y="274"/>
                  </a:lnTo>
                  <a:lnTo>
                    <a:pt x="193" y="272"/>
                  </a:lnTo>
                  <a:lnTo>
                    <a:pt x="195" y="270"/>
                  </a:lnTo>
                  <a:lnTo>
                    <a:pt x="197" y="270"/>
                  </a:lnTo>
                  <a:lnTo>
                    <a:pt x="197" y="270"/>
                  </a:lnTo>
                  <a:lnTo>
                    <a:pt x="202" y="274"/>
                  </a:lnTo>
                  <a:lnTo>
                    <a:pt x="206" y="275"/>
                  </a:lnTo>
                  <a:lnTo>
                    <a:pt x="208" y="277"/>
                  </a:lnTo>
                  <a:lnTo>
                    <a:pt x="208" y="277"/>
                  </a:lnTo>
                  <a:lnTo>
                    <a:pt x="209" y="283"/>
                  </a:lnTo>
                  <a:lnTo>
                    <a:pt x="209" y="290"/>
                  </a:lnTo>
                  <a:lnTo>
                    <a:pt x="209" y="296"/>
                  </a:lnTo>
                  <a:lnTo>
                    <a:pt x="211" y="299"/>
                  </a:lnTo>
                  <a:lnTo>
                    <a:pt x="211" y="299"/>
                  </a:lnTo>
                  <a:lnTo>
                    <a:pt x="217" y="305"/>
                  </a:lnTo>
                  <a:lnTo>
                    <a:pt x="224" y="306"/>
                  </a:lnTo>
                  <a:lnTo>
                    <a:pt x="237" y="306"/>
                  </a:lnTo>
                  <a:lnTo>
                    <a:pt x="249" y="306"/>
                  </a:lnTo>
                  <a:lnTo>
                    <a:pt x="260" y="306"/>
                  </a:lnTo>
                  <a:lnTo>
                    <a:pt x="260" y="306"/>
                  </a:lnTo>
                  <a:lnTo>
                    <a:pt x="264" y="310"/>
                  </a:lnTo>
                  <a:lnTo>
                    <a:pt x="268" y="314"/>
                  </a:lnTo>
                  <a:lnTo>
                    <a:pt x="268" y="314"/>
                  </a:lnTo>
                  <a:lnTo>
                    <a:pt x="273" y="314"/>
                  </a:lnTo>
                  <a:lnTo>
                    <a:pt x="273" y="31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55E28595-5CC7-4719-A319-23A5C3FBC135}"/>
                </a:ext>
              </a:extLst>
            </p:cNvPr>
            <p:cNvSpPr>
              <a:spLocks/>
            </p:cNvSpPr>
            <p:nvPr/>
          </p:nvSpPr>
          <p:spPr bwMode="auto">
            <a:xfrm>
              <a:off x="6148921" y="4505663"/>
              <a:ext cx="183893" cy="210587"/>
            </a:xfrm>
            <a:custGeom>
              <a:avLst/>
              <a:gdLst>
                <a:gd name="T0" fmla="*/ 84 w 124"/>
                <a:gd name="T1" fmla="*/ 13 h 142"/>
                <a:gd name="T2" fmla="*/ 101 w 124"/>
                <a:gd name="T3" fmla="*/ 16 h 142"/>
                <a:gd name="T4" fmla="*/ 110 w 124"/>
                <a:gd name="T5" fmla="*/ 22 h 142"/>
                <a:gd name="T6" fmla="*/ 119 w 124"/>
                <a:gd name="T7" fmla="*/ 27 h 142"/>
                <a:gd name="T8" fmla="*/ 121 w 124"/>
                <a:gd name="T9" fmla="*/ 35 h 142"/>
                <a:gd name="T10" fmla="*/ 119 w 124"/>
                <a:gd name="T11" fmla="*/ 40 h 142"/>
                <a:gd name="T12" fmla="*/ 117 w 124"/>
                <a:gd name="T13" fmla="*/ 49 h 142"/>
                <a:gd name="T14" fmla="*/ 124 w 124"/>
                <a:gd name="T15" fmla="*/ 64 h 142"/>
                <a:gd name="T16" fmla="*/ 121 w 124"/>
                <a:gd name="T17" fmla="*/ 69 h 142"/>
                <a:gd name="T18" fmla="*/ 117 w 124"/>
                <a:gd name="T19" fmla="*/ 78 h 142"/>
                <a:gd name="T20" fmla="*/ 121 w 124"/>
                <a:gd name="T21" fmla="*/ 82 h 142"/>
                <a:gd name="T22" fmla="*/ 119 w 124"/>
                <a:gd name="T23" fmla="*/ 87 h 142"/>
                <a:gd name="T24" fmla="*/ 117 w 124"/>
                <a:gd name="T25" fmla="*/ 95 h 142"/>
                <a:gd name="T26" fmla="*/ 119 w 124"/>
                <a:gd name="T27" fmla="*/ 100 h 142"/>
                <a:gd name="T28" fmla="*/ 119 w 124"/>
                <a:gd name="T29" fmla="*/ 106 h 142"/>
                <a:gd name="T30" fmla="*/ 117 w 124"/>
                <a:gd name="T31" fmla="*/ 113 h 142"/>
                <a:gd name="T32" fmla="*/ 121 w 124"/>
                <a:gd name="T33" fmla="*/ 115 h 142"/>
                <a:gd name="T34" fmla="*/ 122 w 124"/>
                <a:gd name="T35" fmla="*/ 117 h 142"/>
                <a:gd name="T36" fmla="*/ 102 w 124"/>
                <a:gd name="T37" fmla="*/ 142 h 142"/>
                <a:gd name="T38" fmla="*/ 93 w 124"/>
                <a:gd name="T39" fmla="*/ 140 h 142"/>
                <a:gd name="T40" fmla="*/ 88 w 124"/>
                <a:gd name="T41" fmla="*/ 137 h 142"/>
                <a:gd name="T42" fmla="*/ 77 w 124"/>
                <a:gd name="T43" fmla="*/ 138 h 142"/>
                <a:gd name="T44" fmla="*/ 70 w 124"/>
                <a:gd name="T45" fmla="*/ 137 h 142"/>
                <a:gd name="T46" fmla="*/ 62 w 124"/>
                <a:gd name="T47" fmla="*/ 131 h 142"/>
                <a:gd name="T48" fmla="*/ 60 w 124"/>
                <a:gd name="T49" fmla="*/ 131 h 142"/>
                <a:gd name="T50" fmla="*/ 55 w 124"/>
                <a:gd name="T51" fmla="*/ 129 h 142"/>
                <a:gd name="T52" fmla="*/ 50 w 124"/>
                <a:gd name="T53" fmla="*/ 127 h 142"/>
                <a:gd name="T54" fmla="*/ 50 w 124"/>
                <a:gd name="T55" fmla="*/ 118 h 142"/>
                <a:gd name="T56" fmla="*/ 51 w 124"/>
                <a:gd name="T57" fmla="*/ 113 h 142"/>
                <a:gd name="T58" fmla="*/ 46 w 124"/>
                <a:gd name="T59" fmla="*/ 109 h 142"/>
                <a:gd name="T60" fmla="*/ 44 w 124"/>
                <a:gd name="T61" fmla="*/ 106 h 142"/>
                <a:gd name="T62" fmla="*/ 40 w 124"/>
                <a:gd name="T63" fmla="*/ 102 h 142"/>
                <a:gd name="T64" fmla="*/ 39 w 124"/>
                <a:gd name="T65" fmla="*/ 95 h 142"/>
                <a:gd name="T66" fmla="*/ 30 w 124"/>
                <a:gd name="T67" fmla="*/ 87 h 142"/>
                <a:gd name="T68" fmla="*/ 28 w 124"/>
                <a:gd name="T69" fmla="*/ 87 h 142"/>
                <a:gd name="T70" fmla="*/ 24 w 124"/>
                <a:gd name="T71" fmla="*/ 87 h 142"/>
                <a:gd name="T72" fmla="*/ 20 w 124"/>
                <a:gd name="T73" fmla="*/ 84 h 142"/>
                <a:gd name="T74" fmla="*/ 17 w 124"/>
                <a:gd name="T75" fmla="*/ 80 h 142"/>
                <a:gd name="T76" fmla="*/ 9 w 124"/>
                <a:gd name="T77" fmla="*/ 69 h 142"/>
                <a:gd name="T78" fmla="*/ 6 w 124"/>
                <a:gd name="T79" fmla="*/ 62 h 142"/>
                <a:gd name="T80" fmla="*/ 2 w 124"/>
                <a:gd name="T81" fmla="*/ 56 h 142"/>
                <a:gd name="T82" fmla="*/ 4 w 124"/>
                <a:gd name="T83" fmla="*/ 51 h 142"/>
                <a:gd name="T84" fmla="*/ 13 w 124"/>
                <a:gd name="T85" fmla="*/ 51 h 142"/>
                <a:gd name="T86" fmla="*/ 17 w 124"/>
                <a:gd name="T87" fmla="*/ 51 h 142"/>
                <a:gd name="T88" fmla="*/ 28 w 124"/>
                <a:gd name="T89" fmla="*/ 51 h 142"/>
                <a:gd name="T90" fmla="*/ 39 w 124"/>
                <a:gd name="T91" fmla="*/ 47 h 142"/>
                <a:gd name="T92" fmla="*/ 46 w 124"/>
                <a:gd name="T93" fmla="*/ 46 h 142"/>
                <a:gd name="T94" fmla="*/ 50 w 124"/>
                <a:gd name="T95" fmla="*/ 35 h 142"/>
                <a:gd name="T96" fmla="*/ 51 w 124"/>
                <a:gd name="T97" fmla="*/ 29 h 142"/>
                <a:gd name="T98" fmla="*/ 55 w 124"/>
                <a:gd name="T99" fmla="*/ 25 h 142"/>
                <a:gd name="T100" fmla="*/ 60 w 124"/>
                <a:gd name="T101" fmla="*/ 22 h 142"/>
                <a:gd name="T102" fmla="*/ 62 w 124"/>
                <a:gd name="T103" fmla="*/ 15 h 142"/>
                <a:gd name="T104" fmla="*/ 70 w 124"/>
                <a:gd name="T105" fmla="*/ 9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24" h="142">
                  <a:moveTo>
                    <a:pt x="86" y="0"/>
                  </a:moveTo>
                  <a:lnTo>
                    <a:pt x="84" y="13"/>
                  </a:lnTo>
                  <a:lnTo>
                    <a:pt x="84" y="13"/>
                  </a:lnTo>
                  <a:lnTo>
                    <a:pt x="91" y="13"/>
                  </a:lnTo>
                  <a:lnTo>
                    <a:pt x="91" y="13"/>
                  </a:lnTo>
                  <a:lnTo>
                    <a:pt x="101" y="16"/>
                  </a:lnTo>
                  <a:lnTo>
                    <a:pt x="101" y="16"/>
                  </a:lnTo>
                  <a:lnTo>
                    <a:pt x="104" y="20"/>
                  </a:lnTo>
                  <a:lnTo>
                    <a:pt x="110" y="22"/>
                  </a:lnTo>
                  <a:lnTo>
                    <a:pt x="110" y="22"/>
                  </a:lnTo>
                  <a:lnTo>
                    <a:pt x="115" y="24"/>
                  </a:lnTo>
                  <a:lnTo>
                    <a:pt x="119" y="27"/>
                  </a:lnTo>
                  <a:lnTo>
                    <a:pt x="119" y="27"/>
                  </a:lnTo>
                  <a:lnTo>
                    <a:pt x="121" y="33"/>
                  </a:lnTo>
                  <a:lnTo>
                    <a:pt x="121" y="35"/>
                  </a:lnTo>
                  <a:lnTo>
                    <a:pt x="121" y="35"/>
                  </a:lnTo>
                  <a:lnTo>
                    <a:pt x="119" y="38"/>
                  </a:lnTo>
                  <a:lnTo>
                    <a:pt x="119" y="40"/>
                  </a:lnTo>
                  <a:lnTo>
                    <a:pt x="117" y="44"/>
                  </a:lnTo>
                  <a:lnTo>
                    <a:pt x="117" y="44"/>
                  </a:lnTo>
                  <a:lnTo>
                    <a:pt x="117" y="49"/>
                  </a:lnTo>
                  <a:lnTo>
                    <a:pt x="119" y="56"/>
                  </a:lnTo>
                  <a:lnTo>
                    <a:pt x="119" y="56"/>
                  </a:lnTo>
                  <a:lnTo>
                    <a:pt x="124" y="64"/>
                  </a:lnTo>
                  <a:lnTo>
                    <a:pt x="124" y="64"/>
                  </a:lnTo>
                  <a:lnTo>
                    <a:pt x="121" y="69"/>
                  </a:lnTo>
                  <a:lnTo>
                    <a:pt x="121" y="69"/>
                  </a:lnTo>
                  <a:lnTo>
                    <a:pt x="117" y="73"/>
                  </a:lnTo>
                  <a:lnTo>
                    <a:pt x="117" y="75"/>
                  </a:lnTo>
                  <a:lnTo>
                    <a:pt x="117" y="78"/>
                  </a:lnTo>
                  <a:lnTo>
                    <a:pt x="117" y="78"/>
                  </a:lnTo>
                  <a:lnTo>
                    <a:pt x="121" y="80"/>
                  </a:lnTo>
                  <a:lnTo>
                    <a:pt x="121" y="82"/>
                  </a:lnTo>
                  <a:lnTo>
                    <a:pt x="121" y="84"/>
                  </a:lnTo>
                  <a:lnTo>
                    <a:pt x="121" y="84"/>
                  </a:lnTo>
                  <a:lnTo>
                    <a:pt x="119" y="87"/>
                  </a:lnTo>
                  <a:lnTo>
                    <a:pt x="119" y="89"/>
                  </a:lnTo>
                  <a:lnTo>
                    <a:pt x="119" y="91"/>
                  </a:lnTo>
                  <a:lnTo>
                    <a:pt x="117" y="95"/>
                  </a:lnTo>
                  <a:lnTo>
                    <a:pt x="117" y="95"/>
                  </a:lnTo>
                  <a:lnTo>
                    <a:pt x="117" y="98"/>
                  </a:lnTo>
                  <a:lnTo>
                    <a:pt x="119" y="100"/>
                  </a:lnTo>
                  <a:lnTo>
                    <a:pt x="119" y="104"/>
                  </a:lnTo>
                  <a:lnTo>
                    <a:pt x="119" y="106"/>
                  </a:lnTo>
                  <a:lnTo>
                    <a:pt x="119" y="106"/>
                  </a:lnTo>
                  <a:lnTo>
                    <a:pt x="119" y="111"/>
                  </a:lnTo>
                  <a:lnTo>
                    <a:pt x="117" y="111"/>
                  </a:lnTo>
                  <a:lnTo>
                    <a:pt x="117" y="113"/>
                  </a:lnTo>
                  <a:lnTo>
                    <a:pt x="117" y="113"/>
                  </a:lnTo>
                  <a:lnTo>
                    <a:pt x="119" y="115"/>
                  </a:lnTo>
                  <a:lnTo>
                    <a:pt x="121" y="115"/>
                  </a:lnTo>
                  <a:lnTo>
                    <a:pt x="122" y="115"/>
                  </a:lnTo>
                  <a:lnTo>
                    <a:pt x="122" y="117"/>
                  </a:lnTo>
                  <a:lnTo>
                    <a:pt x="122" y="117"/>
                  </a:lnTo>
                  <a:lnTo>
                    <a:pt x="113" y="127"/>
                  </a:lnTo>
                  <a:lnTo>
                    <a:pt x="102" y="142"/>
                  </a:lnTo>
                  <a:lnTo>
                    <a:pt x="102" y="142"/>
                  </a:lnTo>
                  <a:lnTo>
                    <a:pt x="101" y="140"/>
                  </a:lnTo>
                  <a:lnTo>
                    <a:pt x="93" y="140"/>
                  </a:lnTo>
                  <a:lnTo>
                    <a:pt x="93" y="140"/>
                  </a:lnTo>
                  <a:lnTo>
                    <a:pt x="88" y="138"/>
                  </a:lnTo>
                  <a:lnTo>
                    <a:pt x="88" y="137"/>
                  </a:lnTo>
                  <a:lnTo>
                    <a:pt x="88" y="137"/>
                  </a:lnTo>
                  <a:lnTo>
                    <a:pt x="82" y="137"/>
                  </a:lnTo>
                  <a:lnTo>
                    <a:pt x="77" y="138"/>
                  </a:lnTo>
                  <a:lnTo>
                    <a:pt x="77" y="138"/>
                  </a:lnTo>
                  <a:lnTo>
                    <a:pt x="75" y="138"/>
                  </a:lnTo>
                  <a:lnTo>
                    <a:pt x="73" y="138"/>
                  </a:lnTo>
                  <a:lnTo>
                    <a:pt x="70" y="137"/>
                  </a:lnTo>
                  <a:lnTo>
                    <a:pt x="70" y="137"/>
                  </a:lnTo>
                  <a:lnTo>
                    <a:pt x="68" y="135"/>
                  </a:lnTo>
                  <a:lnTo>
                    <a:pt x="62" y="131"/>
                  </a:lnTo>
                  <a:lnTo>
                    <a:pt x="62" y="131"/>
                  </a:lnTo>
                  <a:lnTo>
                    <a:pt x="60" y="131"/>
                  </a:lnTo>
                  <a:lnTo>
                    <a:pt x="60" y="131"/>
                  </a:lnTo>
                  <a:lnTo>
                    <a:pt x="59" y="131"/>
                  </a:lnTo>
                  <a:lnTo>
                    <a:pt x="55" y="129"/>
                  </a:lnTo>
                  <a:lnTo>
                    <a:pt x="55" y="129"/>
                  </a:lnTo>
                  <a:lnTo>
                    <a:pt x="53" y="127"/>
                  </a:lnTo>
                  <a:lnTo>
                    <a:pt x="51" y="127"/>
                  </a:lnTo>
                  <a:lnTo>
                    <a:pt x="50" y="127"/>
                  </a:lnTo>
                  <a:lnTo>
                    <a:pt x="50" y="126"/>
                  </a:lnTo>
                  <a:lnTo>
                    <a:pt x="50" y="126"/>
                  </a:lnTo>
                  <a:lnTo>
                    <a:pt x="50" y="118"/>
                  </a:lnTo>
                  <a:lnTo>
                    <a:pt x="50" y="117"/>
                  </a:lnTo>
                  <a:lnTo>
                    <a:pt x="51" y="113"/>
                  </a:lnTo>
                  <a:lnTo>
                    <a:pt x="51" y="113"/>
                  </a:lnTo>
                  <a:lnTo>
                    <a:pt x="51" y="111"/>
                  </a:lnTo>
                  <a:lnTo>
                    <a:pt x="50" y="111"/>
                  </a:lnTo>
                  <a:lnTo>
                    <a:pt x="46" y="109"/>
                  </a:lnTo>
                  <a:lnTo>
                    <a:pt x="44" y="107"/>
                  </a:lnTo>
                  <a:lnTo>
                    <a:pt x="44" y="107"/>
                  </a:lnTo>
                  <a:lnTo>
                    <a:pt x="44" y="106"/>
                  </a:lnTo>
                  <a:lnTo>
                    <a:pt x="44" y="106"/>
                  </a:lnTo>
                  <a:lnTo>
                    <a:pt x="40" y="102"/>
                  </a:lnTo>
                  <a:lnTo>
                    <a:pt x="40" y="102"/>
                  </a:lnTo>
                  <a:lnTo>
                    <a:pt x="39" y="97"/>
                  </a:lnTo>
                  <a:lnTo>
                    <a:pt x="39" y="95"/>
                  </a:lnTo>
                  <a:lnTo>
                    <a:pt x="39" y="95"/>
                  </a:lnTo>
                  <a:lnTo>
                    <a:pt x="35" y="93"/>
                  </a:lnTo>
                  <a:lnTo>
                    <a:pt x="31" y="89"/>
                  </a:lnTo>
                  <a:lnTo>
                    <a:pt x="30" y="87"/>
                  </a:lnTo>
                  <a:lnTo>
                    <a:pt x="30" y="87"/>
                  </a:lnTo>
                  <a:lnTo>
                    <a:pt x="30" y="86"/>
                  </a:lnTo>
                  <a:lnTo>
                    <a:pt x="28" y="87"/>
                  </a:lnTo>
                  <a:lnTo>
                    <a:pt x="28" y="87"/>
                  </a:lnTo>
                  <a:lnTo>
                    <a:pt x="24" y="87"/>
                  </a:lnTo>
                  <a:lnTo>
                    <a:pt x="24" y="87"/>
                  </a:lnTo>
                  <a:lnTo>
                    <a:pt x="22" y="87"/>
                  </a:lnTo>
                  <a:lnTo>
                    <a:pt x="20" y="86"/>
                  </a:lnTo>
                  <a:lnTo>
                    <a:pt x="20" y="84"/>
                  </a:lnTo>
                  <a:lnTo>
                    <a:pt x="20" y="82"/>
                  </a:lnTo>
                  <a:lnTo>
                    <a:pt x="20" y="82"/>
                  </a:lnTo>
                  <a:lnTo>
                    <a:pt x="17" y="80"/>
                  </a:lnTo>
                  <a:lnTo>
                    <a:pt x="13" y="76"/>
                  </a:lnTo>
                  <a:lnTo>
                    <a:pt x="9" y="69"/>
                  </a:lnTo>
                  <a:lnTo>
                    <a:pt x="9" y="69"/>
                  </a:lnTo>
                  <a:lnTo>
                    <a:pt x="9" y="66"/>
                  </a:lnTo>
                  <a:lnTo>
                    <a:pt x="8" y="64"/>
                  </a:lnTo>
                  <a:lnTo>
                    <a:pt x="6" y="62"/>
                  </a:lnTo>
                  <a:lnTo>
                    <a:pt x="6" y="62"/>
                  </a:lnTo>
                  <a:lnTo>
                    <a:pt x="4" y="60"/>
                  </a:lnTo>
                  <a:lnTo>
                    <a:pt x="2" y="56"/>
                  </a:lnTo>
                  <a:lnTo>
                    <a:pt x="0" y="51"/>
                  </a:lnTo>
                  <a:lnTo>
                    <a:pt x="0" y="51"/>
                  </a:lnTo>
                  <a:lnTo>
                    <a:pt x="4" y="51"/>
                  </a:lnTo>
                  <a:lnTo>
                    <a:pt x="9" y="51"/>
                  </a:lnTo>
                  <a:lnTo>
                    <a:pt x="9" y="51"/>
                  </a:lnTo>
                  <a:lnTo>
                    <a:pt x="13" y="51"/>
                  </a:lnTo>
                  <a:lnTo>
                    <a:pt x="17" y="53"/>
                  </a:lnTo>
                  <a:lnTo>
                    <a:pt x="17" y="51"/>
                  </a:lnTo>
                  <a:lnTo>
                    <a:pt x="17" y="51"/>
                  </a:lnTo>
                  <a:lnTo>
                    <a:pt x="20" y="49"/>
                  </a:lnTo>
                  <a:lnTo>
                    <a:pt x="22" y="49"/>
                  </a:lnTo>
                  <a:lnTo>
                    <a:pt x="28" y="51"/>
                  </a:lnTo>
                  <a:lnTo>
                    <a:pt x="28" y="51"/>
                  </a:lnTo>
                  <a:lnTo>
                    <a:pt x="33" y="49"/>
                  </a:lnTo>
                  <a:lnTo>
                    <a:pt x="39" y="47"/>
                  </a:lnTo>
                  <a:lnTo>
                    <a:pt x="39" y="47"/>
                  </a:lnTo>
                  <a:lnTo>
                    <a:pt x="44" y="46"/>
                  </a:lnTo>
                  <a:lnTo>
                    <a:pt x="46" y="46"/>
                  </a:lnTo>
                  <a:lnTo>
                    <a:pt x="50" y="44"/>
                  </a:lnTo>
                  <a:lnTo>
                    <a:pt x="50" y="44"/>
                  </a:lnTo>
                  <a:lnTo>
                    <a:pt x="50" y="35"/>
                  </a:lnTo>
                  <a:lnTo>
                    <a:pt x="51" y="31"/>
                  </a:lnTo>
                  <a:lnTo>
                    <a:pt x="51" y="29"/>
                  </a:lnTo>
                  <a:lnTo>
                    <a:pt x="51" y="29"/>
                  </a:lnTo>
                  <a:lnTo>
                    <a:pt x="53" y="27"/>
                  </a:lnTo>
                  <a:lnTo>
                    <a:pt x="55" y="25"/>
                  </a:lnTo>
                  <a:lnTo>
                    <a:pt x="55" y="25"/>
                  </a:lnTo>
                  <a:lnTo>
                    <a:pt x="57" y="24"/>
                  </a:lnTo>
                  <a:lnTo>
                    <a:pt x="57" y="24"/>
                  </a:lnTo>
                  <a:lnTo>
                    <a:pt x="60" y="22"/>
                  </a:lnTo>
                  <a:lnTo>
                    <a:pt x="60" y="18"/>
                  </a:lnTo>
                  <a:lnTo>
                    <a:pt x="60" y="18"/>
                  </a:lnTo>
                  <a:lnTo>
                    <a:pt x="62" y="15"/>
                  </a:lnTo>
                  <a:lnTo>
                    <a:pt x="66" y="13"/>
                  </a:lnTo>
                  <a:lnTo>
                    <a:pt x="66" y="13"/>
                  </a:lnTo>
                  <a:lnTo>
                    <a:pt x="70" y="9"/>
                  </a:lnTo>
                  <a:lnTo>
                    <a:pt x="73" y="7"/>
                  </a:lnTo>
                  <a:lnTo>
                    <a:pt x="8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6" name="Freeform 8">
              <a:extLst>
                <a:ext uri="{FF2B5EF4-FFF2-40B4-BE49-F238E27FC236}">
                  <a16:creationId xmlns:a16="http://schemas.microsoft.com/office/drawing/2014/main" id="{7003B859-B744-4070-9492-A16F0051E735}"/>
                </a:ext>
              </a:extLst>
            </p:cNvPr>
            <p:cNvSpPr>
              <a:spLocks/>
            </p:cNvSpPr>
            <p:nvPr/>
          </p:nvSpPr>
          <p:spPr bwMode="auto">
            <a:xfrm>
              <a:off x="6076255" y="4301008"/>
              <a:ext cx="269907" cy="283254"/>
            </a:xfrm>
            <a:custGeom>
              <a:avLst/>
              <a:gdLst>
                <a:gd name="T0" fmla="*/ 42 w 182"/>
                <a:gd name="T1" fmla="*/ 184 h 191"/>
                <a:gd name="T2" fmla="*/ 49 w 182"/>
                <a:gd name="T3" fmla="*/ 189 h 191"/>
                <a:gd name="T4" fmla="*/ 58 w 182"/>
                <a:gd name="T5" fmla="*/ 189 h 191"/>
                <a:gd name="T6" fmla="*/ 66 w 182"/>
                <a:gd name="T7" fmla="*/ 189 h 191"/>
                <a:gd name="T8" fmla="*/ 77 w 182"/>
                <a:gd name="T9" fmla="*/ 189 h 191"/>
                <a:gd name="T10" fmla="*/ 88 w 182"/>
                <a:gd name="T11" fmla="*/ 185 h 191"/>
                <a:gd name="T12" fmla="*/ 99 w 182"/>
                <a:gd name="T13" fmla="*/ 182 h 191"/>
                <a:gd name="T14" fmla="*/ 100 w 182"/>
                <a:gd name="T15" fmla="*/ 167 h 191"/>
                <a:gd name="T16" fmla="*/ 106 w 182"/>
                <a:gd name="T17" fmla="*/ 162 h 191"/>
                <a:gd name="T18" fmla="*/ 109 w 182"/>
                <a:gd name="T19" fmla="*/ 156 h 191"/>
                <a:gd name="T20" fmla="*/ 119 w 182"/>
                <a:gd name="T21" fmla="*/ 147 h 191"/>
                <a:gd name="T22" fmla="*/ 135 w 182"/>
                <a:gd name="T23" fmla="*/ 138 h 191"/>
                <a:gd name="T24" fmla="*/ 166 w 182"/>
                <a:gd name="T25" fmla="*/ 116 h 191"/>
                <a:gd name="T26" fmla="*/ 164 w 182"/>
                <a:gd name="T27" fmla="*/ 105 h 191"/>
                <a:gd name="T28" fmla="*/ 166 w 182"/>
                <a:gd name="T29" fmla="*/ 96 h 191"/>
                <a:gd name="T30" fmla="*/ 168 w 182"/>
                <a:gd name="T31" fmla="*/ 83 h 191"/>
                <a:gd name="T32" fmla="*/ 179 w 182"/>
                <a:gd name="T33" fmla="*/ 74 h 191"/>
                <a:gd name="T34" fmla="*/ 173 w 182"/>
                <a:gd name="T35" fmla="*/ 69 h 191"/>
                <a:gd name="T36" fmla="*/ 171 w 182"/>
                <a:gd name="T37" fmla="*/ 58 h 191"/>
                <a:gd name="T38" fmla="*/ 179 w 182"/>
                <a:gd name="T39" fmla="*/ 51 h 191"/>
                <a:gd name="T40" fmla="*/ 182 w 182"/>
                <a:gd name="T41" fmla="*/ 41 h 191"/>
                <a:gd name="T42" fmla="*/ 181 w 182"/>
                <a:gd name="T43" fmla="*/ 30 h 191"/>
                <a:gd name="T44" fmla="*/ 175 w 182"/>
                <a:gd name="T45" fmla="*/ 21 h 191"/>
                <a:gd name="T46" fmla="*/ 166 w 182"/>
                <a:gd name="T47" fmla="*/ 18 h 191"/>
                <a:gd name="T48" fmla="*/ 157 w 182"/>
                <a:gd name="T49" fmla="*/ 12 h 191"/>
                <a:gd name="T50" fmla="*/ 150 w 182"/>
                <a:gd name="T51" fmla="*/ 3 h 191"/>
                <a:gd name="T52" fmla="*/ 150 w 182"/>
                <a:gd name="T53" fmla="*/ 9 h 191"/>
                <a:gd name="T54" fmla="*/ 139 w 182"/>
                <a:gd name="T55" fmla="*/ 7 h 191"/>
                <a:gd name="T56" fmla="*/ 109 w 182"/>
                <a:gd name="T57" fmla="*/ 7 h 191"/>
                <a:gd name="T58" fmla="*/ 97 w 182"/>
                <a:gd name="T59" fmla="*/ 21 h 191"/>
                <a:gd name="T60" fmla="*/ 97 w 182"/>
                <a:gd name="T61" fmla="*/ 27 h 191"/>
                <a:gd name="T62" fmla="*/ 99 w 182"/>
                <a:gd name="T63" fmla="*/ 36 h 191"/>
                <a:gd name="T64" fmla="*/ 100 w 182"/>
                <a:gd name="T65" fmla="*/ 45 h 191"/>
                <a:gd name="T66" fmla="*/ 106 w 182"/>
                <a:gd name="T67" fmla="*/ 61 h 191"/>
                <a:gd name="T68" fmla="*/ 117 w 182"/>
                <a:gd name="T69" fmla="*/ 69 h 191"/>
                <a:gd name="T70" fmla="*/ 122 w 182"/>
                <a:gd name="T71" fmla="*/ 71 h 191"/>
                <a:gd name="T72" fmla="*/ 124 w 182"/>
                <a:gd name="T73" fmla="*/ 87 h 191"/>
                <a:gd name="T74" fmla="*/ 111 w 182"/>
                <a:gd name="T75" fmla="*/ 91 h 191"/>
                <a:gd name="T76" fmla="*/ 111 w 182"/>
                <a:gd name="T77" fmla="*/ 80 h 191"/>
                <a:gd name="T78" fmla="*/ 104 w 182"/>
                <a:gd name="T79" fmla="*/ 74 h 191"/>
                <a:gd name="T80" fmla="*/ 97 w 182"/>
                <a:gd name="T81" fmla="*/ 69 h 191"/>
                <a:gd name="T82" fmla="*/ 91 w 182"/>
                <a:gd name="T83" fmla="*/ 63 h 191"/>
                <a:gd name="T84" fmla="*/ 88 w 182"/>
                <a:gd name="T85" fmla="*/ 60 h 191"/>
                <a:gd name="T86" fmla="*/ 82 w 182"/>
                <a:gd name="T87" fmla="*/ 60 h 191"/>
                <a:gd name="T88" fmla="*/ 62 w 182"/>
                <a:gd name="T89" fmla="*/ 63 h 191"/>
                <a:gd name="T90" fmla="*/ 58 w 182"/>
                <a:gd name="T91" fmla="*/ 61 h 191"/>
                <a:gd name="T92" fmla="*/ 55 w 182"/>
                <a:gd name="T93" fmla="*/ 52 h 191"/>
                <a:gd name="T94" fmla="*/ 48 w 182"/>
                <a:gd name="T95" fmla="*/ 56 h 191"/>
                <a:gd name="T96" fmla="*/ 44 w 182"/>
                <a:gd name="T97" fmla="*/ 43 h 191"/>
                <a:gd name="T98" fmla="*/ 38 w 182"/>
                <a:gd name="T99" fmla="*/ 58 h 191"/>
                <a:gd name="T100" fmla="*/ 35 w 182"/>
                <a:gd name="T101" fmla="*/ 67 h 191"/>
                <a:gd name="T102" fmla="*/ 35 w 182"/>
                <a:gd name="T103" fmla="*/ 82 h 191"/>
                <a:gd name="T104" fmla="*/ 2 w 182"/>
                <a:gd name="T105" fmla="*/ 154 h 191"/>
                <a:gd name="T106" fmla="*/ 13 w 182"/>
                <a:gd name="T107" fmla="*/ 173 h 191"/>
                <a:gd name="T108" fmla="*/ 18 w 182"/>
                <a:gd name="T109" fmla="*/ 184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82" h="191">
                  <a:moveTo>
                    <a:pt x="22" y="185"/>
                  </a:moveTo>
                  <a:lnTo>
                    <a:pt x="38" y="184"/>
                  </a:lnTo>
                  <a:lnTo>
                    <a:pt x="38" y="184"/>
                  </a:lnTo>
                  <a:lnTo>
                    <a:pt x="42" y="184"/>
                  </a:lnTo>
                  <a:lnTo>
                    <a:pt x="44" y="184"/>
                  </a:lnTo>
                  <a:lnTo>
                    <a:pt x="46" y="185"/>
                  </a:lnTo>
                  <a:lnTo>
                    <a:pt x="46" y="185"/>
                  </a:lnTo>
                  <a:lnTo>
                    <a:pt x="49" y="189"/>
                  </a:lnTo>
                  <a:lnTo>
                    <a:pt x="49" y="189"/>
                  </a:lnTo>
                  <a:lnTo>
                    <a:pt x="49" y="189"/>
                  </a:lnTo>
                  <a:lnTo>
                    <a:pt x="53" y="189"/>
                  </a:lnTo>
                  <a:lnTo>
                    <a:pt x="58" y="189"/>
                  </a:lnTo>
                  <a:lnTo>
                    <a:pt x="58" y="189"/>
                  </a:lnTo>
                  <a:lnTo>
                    <a:pt x="62" y="189"/>
                  </a:lnTo>
                  <a:lnTo>
                    <a:pt x="66" y="191"/>
                  </a:lnTo>
                  <a:lnTo>
                    <a:pt x="66" y="189"/>
                  </a:lnTo>
                  <a:lnTo>
                    <a:pt x="66" y="189"/>
                  </a:lnTo>
                  <a:lnTo>
                    <a:pt x="69" y="187"/>
                  </a:lnTo>
                  <a:lnTo>
                    <a:pt x="71" y="187"/>
                  </a:lnTo>
                  <a:lnTo>
                    <a:pt x="77" y="189"/>
                  </a:lnTo>
                  <a:lnTo>
                    <a:pt x="77" y="189"/>
                  </a:lnTo>
                  <a:lnTo>
                    <a:pt x="82" y="187"/>
                  </a:lnTo>
                  <a:lnTo>
                    <a:pt x="88" y="185"/>
                  </a:lnTo>
                  <a:lnTo>
                    <a:pt x="88" y="185"/>
                  </a:lnTo>
                  <a:lnTo>
                    <a:pt x="93" y="184"/>
                  </a:lnTo>
                  <a:lnTo>
                    <a:pt x="95" y="184"/>
                  </a:lnTo>
                  <a:lnTo>
                    <a:pt x="99" y="182"/>
                  </a:lnTo>
                  <a:lnTo>
                    <a:pt x="99" y="182"/>
                  </a:lnTo>
                  <a:lnTo>
                    <a:pt x="99" y="173"/>
                  </a:lnTo>
                  <a:lnTo>
                    <a:pt x="100" y="169"/>
                  </a:lnTo>
                  <a:lnTo>
                    <a:pt x="100" y="167"/>
                  </a:lnTo>
                  <a:lnTo>
                    <a:pt x="100" y="167"/>
                  </a:lnTo>
                  <a:lnTo>
                    <a:pt x="102" y="165"/>
                  </a:lnTo>
                  <a:lnTo>
                    <a:pt x="104" y="163"/>
                  </a:lnTo>
                  <a:lnTo>
                    <a:pt x="104" y="163"/>
                  </a:lnTo>
                  <a:lnTo>
                    <a:pt x="106" y="162"/>
                  </a:lnTo>
                  <a:lnTo>
                    <a:pt x="106" y="162"/>
                  </a:lnTo>
                  <a:lnTo>
                    <a:pt x="109" y="160"/>
                  </a:lnTo>
                  <a:lnTo>
                    <a:pt x="109" y="156"/>
                  </a:lnTo>
                  <a:lnTo>
                    <a:pt x="109" y="156"/>
                  </a:lnTo>
                  <a:lnTo>
                    <a:pt x="111" y="153"/>
                  </a:lnTo>
                  <a:lnTo>
                    <a:pt x="115" y="151"/>
                  </a:lnTo>
                  <a:lnTo>
                    <a:pt x="115" y="151"/>
                  </a:lnTo>
                  <a:lnTo>
                    <a:pt x="119" y="147"/>
                  </a:lnTo>
                  <a:lnTo>
                    <a:pt x="122" y="145"/>
                  </a:lnTo>
                  <a:lnTo>
                    <a:pt x="135" y="140"/>
                  </a:lnTo>
                  <a:lnTo>
                    <a:pt x="135" y="138"/>
                  </a:lnTo>
                  <a:lnTo>
                    <a:pt x="135" y="138"/>
                  </a:lnTo>
                  <a:lnTo>
                    <a:pt x="135" y="134"/>
                  </a:lnTo>
                  <a:lnTo>
                    <a:pt x="133" y="133"/>
                  </a:lnTo>
                  <a:lnTo>
                    <a:pt x="130" y="129"/>
                  </a:lnTo>
                  <a:lnTo>
                    <a:pt x="166" y="116"/>
                  </a:lnTo>
                  <a:lnTo>
                    <a:pt x="166" y="116"/>
                  </a:lnTo>
                  <a:lnTo>
                    <a:pt x="164" y="107"/>
                  </a:lnTo>
                  <a:lnTo>
                    <a:pt x="164" y="107"/>
                  </a:lnTo>
                  <a:lnTo>
                    <a:pt x="164" y="105"/>
                  </a:lnTo>
                  <a:lnTo>
                    <a:pt x="166" y="102"/>
                  </a:lnTo>
                  <a:lnTo>
                    <a:pt x="166" y="100"/>
                  </a:lnTo>
                  <a:lnTo>
                    <a:pt x="166" y="96"/>
                  </a:lnTo>
                  <a:lnTo>
                    <a:pt x="166" y="96"/>
                  </a:lnTo>
                  <a:lnTo>
                    <a:pt x="166" y="89"/>
                  </a:lnTo>
                  <a:lnTo>
                    <a:pt x="166" y="85"/>
                  </a:lnTo>
                  <a:lnTo>
                    <a:pt x="168" y="83"/>
                  </a:lnTo>
                  <a:lnTo>
                    <a:pt x="168" y="83"/>
                  </a:lnTo>
                  <a:lnTo>
                    <a:pt x="175" y="80"/>
                  </a:lnTo>
                  <a:lnTo>
                    <a:pt x="177" y="76"/>
                  </a:lnTo>
                  <a:lnTo>
                    <a:pt x="179" y="74"/>
                  </a:lnTo>
                  <a:lnTo>
                    <a:pt x="179" y="74"/>
                  </a:lnTo>
                  <a:lnTo>
                    <a:pt x="177" y="71"/>
                  </a:lnTo>
                  <a:lnTo>
                    <a:pt x="175" y="71"/>
                  </a:lnTo>
                  <a:lnTo>
                    <a:pt x="173" y="71"/>
                  </a:lnTo>
                  <a:lnTo>
                    <a:pt x="173" y="69"/>
                  </a:lnTo>
                  <a:lnTo>
                    <a:pt x="173" y="69"/>
                  </a:lnTo>
                  <a:lnTo>
                    <a:pt x="173" y="63"/>
                  </a:lnTo>
                  <a:lnTo>
                    <a:pt x="171" y="58"/>
                  </a:lnTo>
                  <a:lnTo>
                    <a:pt x="171" y="58"/>
                  </a:lnTo>
                  <a:lnTo>
                    <a:pt x="173" y="54"/>
                  </a:lnTo>
                  <a:lnTo>
                    <a:pt x="175" y="54"/>
                  </a:lnTo>
                  <a:lnTo>
                    <a:pt x="177" y="52"/>
                  </a:lnTo>
                  <a:lnTo>
                    <a:pt x="179" y="51"/>
                  </a:lnTo>
                  <a:lnTo>
                    <a:pt x="179" y="51"/>
                  </a:lnTo>
                  <a:lnTo>
                    <a:pt x="182" y="45"/>
                  </a:lnTo>
                  <a:lnTo>
                    <a:pt x="182" y="43"/>
                  </a:lnTo>
                  <a:lnTo>
                    <a:pt x="182" y="41"/>
                  </a:lnTo>
                  <a:lnTo>
                    <a:pt x="182" y="41"/>
                  </a:lnTo>
                  <a:lnTo>
                    <a:pt x="181" y="38"/>
                  </a:lnTo>
                  <a:lnTo>
                    <a:pt x="181" y="34"/>
                  </a:lnTo>
                  <a:lnTo>
                    <a:pt x="181" y="30"/>
                  </a:lnTo>
                  <a:lnTo>
                    <a:pt x="179" y="29"/>
                  </a:lnTo>
                  <a:lnTo>
                    <a:pt x="179" y="29"/>
                  </a:lnTo>
                  <a:lnTo>
                    <a:pt x="177" y="25"/>
                  </a:lnTo>
                  <a:lnTo>
                    <a:pt x="175" y="21"/>
                  </a:lnTo>
                  <a:lnTo>
                    <a:pt x="175" y="21"/>
                  </a:lnTo>
                  <a:lnTo>
                    <a:pt x="170" y="20"/>
                  </a:lnTo>
                  <a:lnTo>
                    <a:pt x="166" y="18"/>
                  </a:lnTo>
                  <a:lnTo>
                    <a:pt x="166" y="18"/>
                  </a:lnTo>
                  <a:lnTo>
                    <a:pt x="162" y="14"/>
                  </a:lnTo>
                  <a:lnTo>
                    <a:pt x="159" y="12"/>
                  </a:lnTo>
                  <a:lnTo>
                    <a:pt x="159" y="12"/>
                  </a:lnTo>
                  <a:lnTo>
                    <a:pt x="157" y="12"/>
                  </a:lnTo>
                  <a:lnTo>
                    <a:pt x="157" y="9"/>
                  </a:lnTo>
                  <a:lnTo>
                    <a:pt x="159" y="5"/>
                  </a:lnTo>
                  <a:lnTo>
                    <a:pt x="159" y="5"/>
                  </a:lnTo>
                  <a:lnTo>
                    <a:pt x="150" y="3"/>
                  </a:lnTo>
                  <a:lnTo>
                    <a:pt x="150" y="3"/>
                  </a:lnTo>
                  <a:lnTo>
                    <a:pt x="151" y="5"/>
                  </a:lnTo>
                  <a:lnTo>
                    <a:pt x="151" y="7"/>
                  </a:lnTo>
                  <a:lnTo>
                    <a:pt x="150" y="9"/>
                  </a:lnTo>
                  <a:lnTo>
                    <a:pt x="146" y="9"/>
                  </a:lnTo>
                  <a:lnTo>
                    <a:pt x="146" y="9"/>
                  </a:lnTo>
                  <a:lnTo>
                    <a:pt x="140" y="9"/>
                  </a:lnTo>
                  <a:lnTo>
                    <a:pt x="139" y="7"/>
                  </a:lnTo>
                  <a:lnTo>
                    <a:pt x="137" y="3"/>
                  </a:lnTo>
                  <a:lnTo>
                    <a:pt x="135" y="0"/>
                  </a:lnTo>
                  <a:lnTo>
                    <a:pt x="109" y="7"/>
                  </a:lnTo>
                  <a:lnTo>
                    <a:pt x="109" y="7"/>
                  </a:lnTo>
                  <a:lnTo>
                    <a:pt x="100" y="14"/>
                  </a:lnTo>
                  <a:lnTo>
                    <a:pt x="100" y="14"/>
                  </a:lnTo>
                  <a:lnTo>
                    <a:pt x="99" y="18"/>
                  </a:lnTo>
                  <a:lnTo>
                    <a:pt x="97" y="21"/>
                  </a:lnTo>
                  <a:lnTo>
                    <a:pt x="95" y="21"/>
                  </a:lnTo>
                  <a:lnTo>
                    <a:pt x="95" y="21"/>
                  </a:lnTo>
                  <a:lnTo>
                    <a:pt x="97" y="27"/>
                  </a:lnTo>
                  <a:lnTo>
                    <a:pt x="97" y="27"/>
                  </a:lnTo>
                  <a:lnTo>
                    <a:pt x="97" y="30"/>
                  </a:lnTo>
                  <a:lnTo>
                    <a:pt x="99" y="34"/>
                  </a:lnTo>
                  <a:lnTo>
                    <a:pt x="99" y="34"/>
                  </a:lnTo>
                  <a:lnTo>
                    <a:pt x="99" y="36"/>
                  </a:lnTo>
                  <a:lnTo>
                    <a:pt x="100" y="40"/>
                  </a:lnTo>
                  <a:lnTo>
                    <a:pt x="100" y="41"/>
                  </a:lnTo>
                  <a:lnTo>
                    <a:pt x="100" y="45"/>
                  </a:lnTo>
                  <a:lnTo>
                    <a:pt x="100" y="45"/>
                  </a:lnTo>
                  <a:lnTo>
                    <a:pt x="99" y="52"/>
                  </a:lnTo>
                  <a:lnTo>
                    <a:pt x="99" y="52"/>
                  </a:lnTo>
                  <a:lnTo>
                    <a:pt x="100" y="56"/>
                  </a:lnTo>
                  <a:lnTo>
                    <a:pt x="106" y="61"/>
                  </a:lnTo>
                  <a:lnTo>
                    <a:pt x="106" y="61"/>
                  </a:lnTo>
                  <a:lnTo>
                    <a:pt x="111" y="63"/>
                  </a:lnTo>
                  <a:lnTo>
                    <a:pt x="115" y="65"/>
                  </a:lnTo>
                  <a:lnTo>
                    <a:pt x="117" y="69"/>
                  </a:lnTo>
                  <a:lnTo>
                    <a:pt x="117" y="69"/>
                  </a:lnTo>
                  <a:lnTo>
                    <a:pt x="120" y="72"/>
                  </a:lnTo>
                  <a:lnTo>
                    <a:pt x="122" y="71"/>
                  </a:lnTo>
                  <a:lnTo>
                    <a:pt x="122" y="71"/>
                  </a:lnTo>
                  <a:lnTo>
                    <a:pt x="131" y="69"/>
                  </a:lnTo>
                  <a:lnTo>
                    <a:pt x="131" y="89"/>
                  </a:lnTo>
                  <a:lnTo>
                    <a:pt x="124" y="87"/>
                  </a:lnTo>
                  <a:lnTo>
                    <a:pt x="124" y="87"/>
                  </a:lnTo>
                  <a:lnTo>
                    <a:pt x="119" y="89"/>
                  </a:lnTo>
                  <a:lnTo>
                    <a:pt x="119" y="89"/>
                  </a:lnTo>
                  <a:lnTo>
                    <a:pt x="113" y="91"/>
                  </a:lnTo>
                  <a:lnTo>
                    <a:pt x="111" y="91"/>
                  </a:lnTo>
                  <a:lnTo>
                    <a:pt x="109" y="87"/>
                  </a:lnTo>
                  <a:lnTo>
                    <a:pt x="109" y="87"/>
                  </a:lnTo>
                  <a:lnTo>
                    <a:pt x="111" y="83"/>
                  </a:lnTo>
                  <a:lnTo>
                    <a:pt x="111" y="80"/>
                  </a:lnTo>
                  <a:lnTo>
                    <a:pt x="109" y="78"/>
                  </a:lnTo>
                  <a:lnTo>
                    <a:pt x="109" y="78"/>
                  </a:lnTo>
                  <a:lnTo>
                    <a:pt x="106" y="76"/>
                  </a:lnTo>
                  <a:lnTo>
                    <a:pt x="104" y="74"/>
                  </a:lnTo>
                  <a:lnTo>
                    <a:pt x="100" y="74"/>
                  </a:lnTo>
                  <a:lnTo>
                    <a:pt x="99" y="72"/>
                  </a:lnTo>
                  <a:lnTo>
                    <a:pt x="99" y="72"/>
                  </a:lnTo>
                  <a:lnTo>
                    <a:pt x="97" y="69"/>
                  </a:lnTo>
                  <a:lnTo>
                    <a:pt x="93" y="67"/>
                  </a:lnTo>
                  <a:lnTo>
                    <a:pt x="91" y="67"/>
                  </a:lnTo>
                  <a:lnTo>
                    <a:pt x="91" y="63"/>
                  </a:lnTo>
                  <a:lnTo>
                    <a:pt x="91" y="63"/>
                  </a:lnTo>
                  <a:lnTo>
                    <a:pt x="91" y="60"/>
                  </a:lnTo>
                  <a:lnTo>
                    <a:pt x="89" y="60"/>
                  </a:lnTo>
                  <a:lnTo>
                    <a:pt x="88" y="60"/>
                  </a:lnTo>
                  <a:lnTo>
                    <a:pt x="88" y="60"/>
                  </a:lnTo>
                  <a:lnTo>
                    <a:pt x="84" y="58"/>
                  </a:lnTo>
                  <a:lnTo>
                    <a:pt x="84" y="58"/>
                  </a:lnTo>
                  <a:lnTo>
                    <a:pt x="82" y="60"/>
                  </a:lnTo>
                  <a:lnTo>
                    <a:pt x="82" y="60"/>
                  </a:lnTo>
                  <a:lnTo>
                    <a:pt x="80" y="63"/>
                  </a:lnTo>
                  <a:lnTo>
                    <a:pt x="75" y="63"/>
                  </a:lnTo>
                  <a:lnTo>
                    <a:pt x="75" y="63"/>
                  </a:lnTo>
                  <a:lnTo>
                    <a:pt x="62" y="63"/>
                  </a:lnTo>
                  <a:lnTo>
                    <a:pt x="62" y="63"/>
                  </a:lnTo>
                  <a:lnTo>
                    <a:pt x="58" y="63"/>
                  </a:lnTo>
                  <a:lnTo>
                    <a:pt x="58" y="61"/>
                  </a:lnTo>
                  <a:lnTo>
                    <a:pt x="58" y="61"/>
                  </a:lnTo>
                  <a:lnTo>
                    <a:pt x="58" y="56"/>
                  </a:lnTo>
                  <a:lnTo>
                    <a:pt x="58" y="56"/>
                  </a:lnTo>
                  <a:lnTo>
                    <a:pt x="57" y="52"/>
                  </a:lnTo>
                  <a:lnTo>
                    <a:pt x="55" y="52"/>
                  </a:lnTo>
                  <a:lnTo>
                    <a:pt x="53" y="52"/>
                  </a:lnTo>
                  <a:lnTo>
                    <a:pt x="53" y="52"/>
                  </a:lnTo>
                  <a:lnTo>
                    <a:pt x="49" y="56"/>
                  </a:lnTo>
                  <a:lnTo>
                    <a:pt x="48" y="56"/>
                  </a:lnTo>
                  <a:lnTo>
                    <a:pt x="46" y="54"/>
                  </a:lnTo>
                  <a:lnTo>
                    <a:pt x="46" y="54"/>
                  </a:lnTo>
                  <a:lnTo>
                    <a:pt x="46" y="47"/>
                  </a:lnTo>
                  <a:lnTo>
                    <a:pt x="44" y="43"/>
                  </a:lnTo>
                  <a:lnTo>
                    <a:pt x="35" y="45"/>
                  </a:lnTo>
                  <a:lnTo>
                    <a:pt x="35" y="45"/>
                  </a:lnTo>
                  <a:lnTo>
                    <a:pt x="37" y="51"/>
                  </a:lnTo>
                  <a:lnTo>
                    <a:pt x="38" y="58"/>
                  </a:lnTo>
                  <a:lnTo>
                    <a:pt x="38" y="58"/>
                  </a:lnTo>
                  <a:lnTo>
                    <a:pt x="37" y="63"/>
                  </a:lnTo>
                  <a:lnTo>
                    <a:pt x="35" y="65"/>
                  </a:lnTo>
                  <a:lnTo>
                    <a:pt x="35" y="67"/>
                  </a:lnTo>
                  <a:lnTo>
                    <a:pt x="35" y="67"/>
                  </a:lnTo>
                  <a:lnTo>
                    <a:pt x="37" y="74"/>
                  </a:lnTo>
                  <a:lnTo>
                    <a:pt x="37" y="74"/>
                  </a:lnTo>
                  <a:lnTo>
                    <a:pt x="35" y="82"/>
                  </a:lnTo>
                  <a:lnTo>
                    <a:pt x="0" y="82"/>
                  </a:lnTo>
                  <a:lnTo>
                    <a:pt x="0" y="153"/>
                  </a:lnTo>
                  <a:lnTo>
                    <a:pt x="0" y="153"/>
                  </a:lnTo>
                  <a:lnTo>
                    <a:pt x="2" y="154"/>
                  </a:lnTo>
                  <a:lnTo>
                    <a:pt x="4" y="162"/>
                  </a:lnTo>
                  <a:lnTo>
                    <a:pt x="4" y="162"/>
                  </a:lnTo>
                  <a:lnTo>
                    <a:pt x="6" y="167"/>
                  </a:lnTo>
                  <a:lnTo>
                    <a:pt x="13" y="173"/>
                  </a:lnTo>
                  <a:lnTo>
                    <a:pt x="13" y="173"/>
                  </a:lnTo>
                  <a:lnTo>
                    <a:pt x="17" y="178"/>
                  </a:lnTo>
                  <a:lnTo>
                    <a:pt x="17" y="182"/>
                  </a:lnTo>
                  <a:lnTo>
                    <a:pt x="18" y="184"/>
                  </a:lnTo>
                  <a:lnTo>
                    <a:pt x="22" y="185"/>
                  </a:lnTo>
                  <a:lnTo>
                    <a:pt x="22" y="18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7" name="Freeform 9">
              <a:extLst>
                <a:ext uri="{FF2B5EF4-FFF2-40B4-BE49-F238E27FC236}">
                  <a16:creationId xmlns:a16="http://schemas.microsoft.com/office/drawing/2014/main" id="{18636275-5F86-4547-A439-D0B60B881E1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836008" y="3887249"/>
              <a:ext cx="470113" cy="548712"/>
            </a:xfrm>
            <a:custGeom>
              <a:avLst/>
              <a:gdLst>
                <a:gd name="T0" fmla="*/ 118 w 317"/>
                <a:gd name="T1" fmla="*/ 7 h 370"/>
                <a:gd name="T2" fmla="*/ 135 w 317"/>
                <a:gd name="T3" fmla="*/ 3 h 370"/>
                <a:gd name="T4" fmla="*/ 169 w 317"/>
                <a:gd name="T5" fmla="*/ 16 h 370"/>
                <a:gd name="T6" fmla="*/ 188 w 317"/>
                <a:gd name="T7" fmla="*/ 11 h 370"/>
                <a:gd name="T8" fmla="*/ 206 w 317"/>
                <a:gd name="T9" fmla="*/ 3 h 370"/>
                <a:gd name="T10" fmla="*/ 219 w 317"/>
                <a:gd name="T11" fmla="*/ 0 h 370"/>
                <a:gd name="T12" fmla="*/ 246 w 317"/>
                <a:gd name="T13" fmla="*/ 2 h 370"/>
                <a:gd name="T14" fmla="*/ 261 w 317"/>
                <a:gd name="T15" fmla="*/ 16 h 370"/>
                <a:gd name="T16" fmla="*/ 277 w 317"/>
                <a:gd name="T17" fmla="*/ 14 h 370"/>
                <a:gd name="T18" fmla="*/ 292 w 317"/>
                <a:gd name="T19" fmla="*/ 27 h 370"/>
                <a:gd name="T20" fmla="*/ 315 w 317"/>
                <a:gd name="T21" fmla="*/ 36 h 370"/>
                <a:gd name="T22" fmla="*/ 313 w 317"/>
                <a:gd name="T23" fmla="*/ 56 h 370"/>
                <a:gd name="T24" fmla="*/ 310 w 317"/>
                <a:gd name="T25" fmla="*/ 74 h 370"/>
                <a:gd name="T26" fmla="*/ 301 w 317"/>
                <a:gd name="T27" fmla="*/ 84 h 370"/>
                <a:gd name="T28" fmla="*/ 286 w 317"/>
                <a:gd name="T29" fmla="*/ 104 h 370"/>
                <a:gd name="T30" fmla="*/ 277 w 317"/>
                <a:gd name="T31" fmla="*/ 124 h 370"/>
                <a:gd name="T32" fmla="*/ 279 w 317"/>
                <a:gd name="T33" fmla="*/ 131 h 370"/>
                <a:gd name="T34" fmla="*/ 275 w 317"/>
                <a:gd name="T35" fmla="*/ 155 h 370"/>
                <a:gd name="T36" fmla="*/ 270 w 317"/>
                <a:gd name="T37" fmla="*/ 166 h 370"/>
                <a:gd name="T38" fmla="*/ 277 w 317"/>
                <a:gd name="T39" fmla="*/ 182 h 370"/>
                <a:gd name="T40" fmla="*/ 273 w 317"/>
                <a:gd name="T41" fmla="*/ 202 h 370"/>
                <a:gd name="T42" fmla="*/ 273 w 317"/>
                <a:gd name="T43" fmla="*/ 228 h 370"/>
                <a:gd name="T44" fmla="*/ 293 w 317"/>
                <a:gd name="T45" fmla="*/ 268 h 370"/>
                <a:gd name="T46" fmla="*/ 251 w 317"/>
                <a:gd name="T47" fmla="*/ 295 h 370"/>
                <a:gd name="T48" fmla="*/ 259 w 317"/>
                <a:gd name="T49" fmla="*/ 306 h 370"/>
                <a:gd name="T50" fmla="*/ 262 w 317"/>
                <a:gd name="T51" fmla="*/ 324 h 370"/>
                <a:gd name="T52" fmla="*/ 279 w 317"/>
                <a:gd name="T53" fmla="*/ 348 h 370"/>
                <a:gd name="T54" fmla="*/ 286 w 317"/>
                <a:gd name="T55" fmla="*/ 366 h 370"/>
                <a:gd name="T56" fmla="*/ 273 w 317"/>
                <a:gd name="T57" fmla="*/ 359 h 370"/>
                <a:gd name="T58" fmla="*/ 259 w 317"/>
                <a:gd name="T59" fmla="*/ 348 h 370"/>
                <a:gd name="T60" fmla="*/ 250 w 317"/>
                <a:gd name="T61" fmla="*/ 339 h 370"/>
                <a:gd name="T62" fmla="*/ 224 w 317"/>
                <a:gd name="T63" fmla="*/ 342 h 370"/>
                <a:gd name="T64" fmla="*/ 215 w 317"/>
                <a:gd name="T65" fmla="*/ 331 h 370"/>
                <a:gd name="T66" fmla="*/ 197 w 317"/>
                <a:gd name="T67" fmla="*/ 324 h 370"/>
                <a:gd name="T68" fmla="*/ 179 w 317"/>
                <a:gd name="T69" fmla="*/ 328 h 370"/>
                <a:gd name="T70" fmla="*/ 169 w 317"/>
                <a:gd name="T71" fmla="*/ 309 h 370"/>
                <a:gd name="T72" fmla="*/ 166 w 317"/>
                <a:gd name="T73" fmla="*/ 291 h 370"/>
                <a:gd name="T74" fmla="*/ 162 w 317"/>
                <a:gd name="T75" fmla="*/ 268 h 370"/>
                <a:gd name="T76" fmla="*/ 157 w 317"/>
                <a:gd name="T77" fmla="*/ 251 h 370"/>
                <a:gd name="T78" fmla="*/ 135 w 317"/>
                <a:gd name="T79" fmla="*/ 246 h 370"/>
                <a:gd name="T80" fmla="*/ 126 w 317"/>
                <a:gd name="T81" fmla="*/ 258 h 370"/>
                <a:gd name="T82" fmla="*/ 115 w 317"/>
                <a:gd name="T83" fmla="*/ 264 h 370"/>
                <a:gd name="T84" fmla="*/ 97 w 317"/>
                <a:gd name="T85" fmla="*/ 253 h 370"/>
                <a:gd name="T86" fmla="*/ 89 w 317"/>
                <a:gd name="T87" fmla="*/ 220 h 370"/>
                <a:gd name="T88" fmla="*/ 22 w 317"/>
                <a:gd name="T89" fmla="*/ 226 h 370"/>
                <a:gd name="T90" fmla="*/ 0 w 317"/>
                <a:gd name="T91" fmla="*/ 217 h 370"/>
                <a:gd name="T92" fmla="*/ 15 w 317"/>
                <a:gd name="T93" fmla="*/ 202 h 370"/>
                <a:gd name="T94" fmla="*/ 25 w 317"/>
                <a:gd name="T95" fmla="*/ 191 h 370"/>
                <a:gd name="T96" fmla="*/ 42 w 317"/>
                <a:gd name="T97" fmla="*/ 186 h 370"/>
                <a:gd name="T98" fmla="*/ 64 w 317"/>
                <a:gd name="T99" fmla="*/ 195 h 370"/>
                <a:gd name="T100" fmla="*/ 75 w 317"/>
                <a:gd name="T101" fmla="*/ 186 h 370"/>
                <a:gd name="T102" fmla="*/ 82 w 317"/>
                <a:gd name="T103" fmla="*/ 166 h 370"/>
                <a:gd name="T104" fmla="*/ 80 w 317"/>
                <a:gd name="T105" fmla="*/ 142 h 370"/>
                <a:gd name="T106" fmla="*/ 95 w 317"/>
                <a:gd name="T107" fmla="*/ 111 h 370"/>
                <a:gd name="T108" fmla="*/ 97 w 317"/>
                <a:gd name="T109" fmla="*/ 80 h 370"/>
                <a:gd name="T110" fmla="*/ 106 w 317"/>
                <a:gd name="T111" fmla="*/ 51 h 370"/>
                <a:gd name="T112" fmla="*/ 273 w 317"/>
                <a:gd name="T113" fmla="*/ 160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17" h="370">
                  <a:moveTo>
                    <a:pt x="107" y="36"/>
                  </a:moveTo>
                  <a:lnTo>
                    <a:pt x="109" y="20"/>
                  </a:lnTo>
                  <a:lnTo>
                    <a:pt x="109" y="20"/>
                  </a:lnTo>
                  <a:lnTo>
                    <a:pt x="113" y="18"/>
                  </a:lnTo>
                  <a:lnTo>
                    <a:pt x="117" y="14"/>
                  </a:lnTo>
                  <a:lnTo>
                    <a:pt x="117" y="11"/>
                  </a:lnTo>
                  <a:lnTo>
                    <a:pt x="117" y="11"/>
                  </a:lnTo>
                  <a:lnTo>
                    <a:pt x="118" y="7"/>
                  </a:lnTo>
                  <a:lnTo>
                    <a:pt x="118" y="5"/>
                  </a:lnTo>
                  <a:lnTo>
                    <a:pt x="122" y="3"/>
                  </a:lnTo>
                  <a:lnTo>
                    <a:pt x="124" y="2"/>
                  </a:lnTo>
                  <a:lnTo>
                    <a:pt x="124" y="2"/>
                  </a:lnTo>
                  <a:lnTo>
                    <a:pt x="129" y="2"/>
                  </a:lnTo>
                  <a:lnTo>
                    <a:pt x="131" y="2"/>
                  </a:lnTo>
                  <a:lnTo>
                    <a:pt x="135" y="3"/>
                  </a:lnTo>
                  <a:lnTo>
                    <a:pt x="135" y="3"/>
                  </a:lnTo>
                  <a:lnTo>
                    <a:pt x="142" y="7"/>
                  </a:lnTo>
                  <a:lnTo>
                    <a:pt x="146" y="13"/>
                  </a:lnTo>
                  <a:lnTo>
                    <a:pt x="146" y="13"/>
                  </a:lnTo>
                  <a:lnTo>
                    <a:pt x="153" y="14"/>
                  </a:lnTo>
                  <a:lnTo>
                    <a:pt x="160" y="14"/>
                  </a:lnTo>
                  <a:lnTo>
                    <a:pt x="160" y="14"/>
                  </a:lnTo>
                  <a:lnTo>
                    <a:pt x="169" y="16"/>
                  </a:lnTo>
                  <a:lnTo>
                    <a:pt x="169" y="16"/>
                  </a:lnTo>
                  <a:lnTo>
                    <a:pt x="180" y="18"/>
                  </a:lnTo>
                  <a:lnTo>
                    <a:pt x="180" y="18"/>
                  </a:lnTo>
                  <a:lnTo>
                    <a:pt x="180" y="13"/>
                  </a:lnTo>
                  <a:lnTo>
                    <a:pt x="180" y="9"/>
                  </a:lnTo>
                  <a:lnTo>
                    <a:pt x="182" y="9"/>
                  </a:lnTo>
                  <a:lnTo>
                    <a:pt x="182" y="9"/>
                  </a:lnTo>
                  <a:lnTo>
                    <a:pt x="186" y="9"/>
                  </a:lnTo>
                  <a:lnTo>
                    <a:pt x="188" y="11"/>
                  </a:lnTo>
                  <a:lnTo>
                    <a:pt x="189" y="13"/>
                  </a:lnTo>
                  <a:lnTo>
                    <a:pt x="193" y="13"/>
                  </a:lnTo>
                  <a:lnTo>
                    <a:pt x="193" y="13"/>
                  </a:lnTo>
                  <a:lnTo>
                    <a:pt x="202" y="11"/>
                  </a:lnTo>
                  <a:lnTo>
                    <a:pt x="202" y="11"/>
                  </a:lnTo>
                  <a:lnTo>
                    <a:pt x="202" y="7"/>
                  </a:lnTo>
                  <a:lnTo>
                    <a:pt x="202" y="5"/>
                  </a:lnTo>
                  <a:lnTo>
                    <a:pt x="206" y="3"/>
                  </a:lnTo>
                  <a:lnTo>
                    <a:pt x="206" y="3"/>
                  </a:lnTo>
                  <a:lnTo>
                    <a:pt x="208" y="5"/>
                  </a:lnTo>
                  <a:lnTo>
                    <a:pt x="208" y="7"/>
                  </a:lnTo>
                  <a:lnTo>
                    <a:pt x="210" y="7"/>
                  </a:lnTo>
                  <a:lnTo>
                    <a:pt x="211" y="5"/>
                  </a:lnTo>
                  <a:lnTo>
                    <a:pt x="211" y="5"/>
                  </a:lnTo>
                  <a:lnTo>
                    <a:pt x="215" y="2"/>
                  </a:lnTo>
                  <a:lnTo>
                    <a:pt x="219" y="0"/>
                  </a:lnTo>
                  <a:lnTo>
                    <a:pt x="231" y="0"/>
                  </a:lnTo>
                  <a:lnTo>
                    <a:pt x="231" y="0"/>
                  </a:lnTo>
                  <a:lnTo>
                    <a:pt x="235" y="0"/>
                  </a:lnTo>
                  <a:lnTo>
                    <a:pt x="235" y="2"/>
                  </a:lnTo>
                  <a:lnTo>
                    <a:pt x="235" y="2"/>
                  </a:lnTo>
                  <a:lnTo>
                    <a:pt x="237" y="2"/>
                  </a:lnTo>
                  <a:lnTo>
                    <a:pt x="237" y="2"/>
                  </a:lnTo>
                  <a:lnTo>
                    <a:pt x="246" y="2"/>
                  </a:lnTo>
                  <a:lnTo>
                    <a:pt x="251" y="9"/>
                  </a:lnTo>
                  <a:lnTo>
                    <a:pt x="251" y="9"/>
                  </a:lnTo>
                  <a:lnTo>
                    <a:pt x="251" y="13"/>
                  </a:lnTo>
                  <a:lnTo>
                    <a:pt x="255" y="16"/>
                  </a:lnTo>
                  <a:lnTo>
                    <a:pt x="255" y="16"/>
                  </a:lnTo>
                  <a:lnTo>
                    <a:pt x="257" y="18"/>
                  </a:lnTo>
                  <a:lnTo>
                    <a:pt x="259" y="18"/>
                  </a:lnTo>
                  <a:lnTo>
                    <a:pt x="261" y="16"/>
                  </a:lnTo>
                  <a:lnTo>
                    <a:pt x="261" y="13"/>
                  </a:lnTo>
                  <a:lnTo>
                    <a:pt x="261" y="13"/>
                  </a:lnTo>
                  <a:lnTo>
                    <a:pt x="262" y="11"/>
                  </a:lnTo>
                  <a:lnTo>
                    <a:pt x="264" y="13"/>
                  </a:lnTo>
                  <a:lnTo>
                    <a:pt x="271" y="16"/>
                  </a:lnTo>
                  <a:lnTo>
                    <a:pt x="271" y="16"/>
                  </a:lnTo>
                  <a:lnTo>
                    <a:pt x="275" y="18"/>
                  </a:lnTo>
                  <a:lnTo>
                    <a:pt x="277" y="14"/>
                  </a:lnTo>
                  <a:lnTo>
                    <a:pt x="277" y="14"/>
                  </a:lnTo>
                  <a:lnTo>
                    <a:pt x="279" y="13"/>
                  </a:lnTo>
                  <a:lnTo>
                    <a:pt x="281" y="13"/>
                  </a:lnTo>
                  <a:lnTo>
                    <a:pt x="286" y="16"/>
                  </a:lnTo>
                  <a:lnTo>
                    <a:pt x="286" y="16"/>
                  </a:lnTo>
                  <a:lnTo>
                    <a:pt x="288" y="22"/>
                  </a:lnTo>
                  <a:lnTo>
                    <a:pt x="292" y="27"/>
                  </a:lnTo>
                  <a:lnTo>
                    <a:pt x="292" y="27"/>
                  </a:lnTo>
                  <a:lnTo>
                    <a:pt x="297" y="31"/>
                  </a:lnTo>
                  <a:lnTo>
                    <a:pt x="302" y="33"/>
                  </a:lnTo>
                  <a:lnTo>
                    <a:pt x="302" y="33"/>
                  </a:lnTo>
                  <a:lnTo>
                    <a:pt x="304" y="34"/>
                  </a:lnTo>
                  <a:lnTo>
                    <a:pt x="306" y="34"/>
                  </a:lnTo>
                  <a:lnTo>
                    <a:pt x="308" y="33"/>
                  </a:lnTo>
                  <a:lnTo>
                    <a:pt x="315" y="36"/>
                  </a:lnTo>
                  <a:lnTo>
                    <a:pt x="315" y="36"/>
                  </a:lnTo>
                  <a:lnTo>
                    <a:pt x="317" y="40"/>
                  </a:lnTo>
                  <a:lnTo>
                    <a:pt x="317" y="45"/>
                  </a:lnTo>
                  <a:lnTo>
                    <a:pt x="317" y="45"/>
                  </a:lnTo>
                  <a:lnTo>
                    <a:pt x="312" y="53"/>
                  </a:lnTo>
                  <a:lnTo>
                    <a:pt x="310" y="54"/>
                  </a:lnTo>
                  <a:lnTo>
                    <a:pt x="312" y="56"/>
                  </a:lnTo>
                  <a:lnTo>
                    <a:pt x="312" y="56"/>
                  </a:lnTo>
                  <a:lnTo>
                    <a:pt x="313" y="56"/>
                  </a:lnTo>
                  <a:lnTo>
                    <a:pt x="312" y="58"/>
                  </a:lnTo>
                  <a:lnTo>
                    <a:pt x="310" y="62"/>
                  </a:lnTo>
                  <a:lnTo>
                    <a:pt x="310" y="62"/>
                  </a:lnTo>
                  <a:lnTo>
                    <a:pt x="308" y="69"/>
                  </a:lnTo>
                  <a:lnTo>
                    <a:pt x="308" y="71"/>
                  </a:lnTo>
                  <a:lnTo>
                    <a:pt x="310" y="73"/>
                  </a:lnTo>
                  <a:lnTo>
                    <a:pt x="310" y="73"/>
                  </a:lnTo>
                  <a:lnTo>
                    <a:pt x="310" y="74"/>
                  </a:lnTo>
                  <a:lnTo>
                    <a:pt x="312" y="76"/>
                  </a:lnTo>
                  <a:lnTo>
                    <a:pt x="312" y="78"/>
                  </a:lnTo>
                  <a:lnTo>
                    <a:pt x="310" y="80"/>
                  </a:lnTo>
                  <a:lnTo>
                    <a:pt x="304" y="85"/>
                  </a:lnTo>
                  <a:lnTo>
                    <a:pt x="304" y="85"/>
                  </a:lnTo>
                  <a:lnTo>
                    <a:pt x="308" y="80"/>
                  </a:lnTo>
                  <a:lnTo>
                    <a:pt x="308" y="80"/>
                  </a:lnTo>
                  <a:lnTo>
                    <a:pt x="301" y="84"/>
                  </a:lnTo>
                  <a:lnTo>
                    <a:pt x="297" y="87"/>
                  </a:lnTo>
                  <a:lnTo>
                    <a:pt x="295" y="89"/>
                  </a:lnTo>
                  <a:lnTo>
                    <a:pt x="295" y="89"/>
                  </a:lnTo>
                  <a:lnTo>
                    <a:pt x="295" y="93"/>
                  </a:lnTo>
                  <a:lnTo>
                    <a:pt x="297" y="96"/>
                  </a:lnTo>
                  <a:lnTo>
                    <a:pt x="290" y="100"/>
                  </a:lnTo>
                  <a:lnTo>
                    <a:pt x="290" y="100"/>
                  </a:lnTo>
                  <a:lnTo>
                    <a:pt x="286" y="104"/>
                  </a:lnTo>
                  <a:lnTo>
                    <a:pt x="284" y="109"/>
                  </a:lnTo>
                  <a:lnTo>
                    <a:pt x="284" y="109"/>
                  </a:lnTo>
                  <a:lnTo>
                    <a:pt x="284" y="116"/>
                  </a:lnTo>
                  <a:lnTo>
                    <a:pt x="281" y="125"/>
                  </a:lnTo>
                  <a:lnTo>
                    <a:pt x="281" y="125"/>
                  </a:lnTo>
                  <a:lnTo>
                    <a:pt x="279" y="124"/>
                  </a:lnTo>
                  <a:lnTo>
                    <a:pt x="277" y="124"/>
                  </a:lnTo>
                  <a:lnTo>
                    <a:pt x="277" y="124"/>
                  </a:lnTo>
                  <a:lnTo>
                    <a:pt x="273" y="127"/>
                  </a:lnTo>
                  <a:lnTo>
                    <a:pt x="270" y="131"/>
                  </a:lnTo>
                  <a:lnTo>
                    <a:pt x="270" y="133"/>
                  </a:lnTo>
                  <a:lnTo>
                    <a:pt x="271" y="135"/>
                  </a:lnTo>
                  <a:lnTo>
                    <a:pt x="273" y="136"/>
                  </a:lnTo>
                  <a:lnTo>
                    <a:pt x="277" y="136"/>
                  </a:lnTo>
                  <a:lnTo>
                    <a:pt x="277" y="136"/>
                  </a:lnTo>
                  <a:lnTo>
                    <a:pt x="279" y="131"/>
                  </a:lnTo>
                  <a:lnTo>
                    <a:pt x="279" y="131"/>
                  </a:lnTo>
                  <a:lnTo>
                    <a:pt x="277" y="136"/>
                  </a:lnTo>
                  <a:lnTo>
                    <a:pt x="277" y="136"/>
                  </a:lnTo>
                  <a:lnTo>
                    <a:pt x="273" y="140"/>
                  </a:lnTo>
                  <a:lnTo>
                    <a:pt x="275" y="144"/>
                  </a:lnTo>
                  <a:lnTo>
                    <a:pt x="277" y="147"/>
                  </a:lnTo>
                  <a:lnTo>
                    <a:pt x="277" y="147"/>
                  </a:lnTo>
                  <a:lnTo>
                    <a:pt x="275" y="155"/>
                  </a:lnTo>
                  <a:lnTo>
                    <a:pt x="275" y="155"/>
                  </a:lnTo>
                  <a:lnTo>
                    <a:pt x="271" y="151"/>
                  </a:lnTo>
                  <a:lnTo>
                    <a:pt x="268" y="147"/>
                  </a:lnTo>
                  <a:lnTo>
                    <a:pt x="268" y="147"/>
                  </a:lnTo>
                  <a:lnTo>
                    <a:pt x="264" y="158"/>
                  </a:lnTo>
                  <a:lnTo>
                    <a:pt x="264" y="164"/>
                  </a:lnTo>
                  <a:lnTo>
                    <a:pt x="266" y="166"/>
                  </a:lnTo>
                  <a:lnTo>
                    <a:pt x="270" y="166"/>
                  </a:lnTo>
                  <a:lnTo>
                    <a:pt x="270" y="166"/>
                  </a:lnTo>
                  <a:lnTo>
                    <a:pt x="268" y="169"/>
                  </a:lnTo>
                  <a:lnTo>
                    <a:pt x="268" y="169"/>
                  </a:lnTo>
                  <a:lnTo>
                    <a:pt x="270" y="171"/>
                  </a:lnTo>
                  <a:lnTo>
                    <a:pt x="271" y="173"/>
                  </a:lnTo>
                  <a:lnTo>
                    <a:pt x="275" y="173"/>
                  </a:lnTo>
                  <a:lnTo>
                    <a:pt x="279" y="180"/>
                  </a:lnTo>
                  <a:lnTo>
                    <a:pt x="277" y="182"/>
                  </a:lnTo>
                  <a:lnTo>
                    <a:pt x="277" y="182"/>
                  </a:lnTo>
                  <a:lnTo>
                    <a:pt x="275" y="184"/>
                  </a:lnTo>
                  <a:lnTo>
                    <a:pt x="273" y="182"/>
                  </a:lnTo>
                  <a:lnTo>
                    <a:pt x="273" y="182"/>
                  </a:lnTo>
                  <a:lnTo>
                    <a:pt x="270" y="193"/>
                  </a:lnTo>
                  <a:lnTo>
                    <a:pt x="270" y="198"/>
                  </a:lnTo>
                  <a:lnTo>
                    <a:pt x="271" y="202"/>
                  </a:lnTo>
                  <a:lnTo>
                    <a:pt x="273" y="202"/>
                  </a:lnTo>
                  <a:lnTo>
                    <a:pt x="273" y="202"/>
                  </a:lnTo>
                  <a:lnTo>
                    <a:pt x="271" y="206"/>
                  </a:lnTo>
                  <a:lnTo>
                    <a:pt x="271" y="207"/>
                  </a:lnTo>
                  <a:lnTo>
                    <a:pt x="271" y="211"/>
                  </a:lnTo>
                  <a:lnTo>
                    <a:pt x="277" y="217"/>
                  </a:lnTo>
                  <a:lnTo>
                    <a:pt x="277" y="217"/>
                  </a:lnTo>
                  <a:lnTo>
                    <a:pt x="275" y="224"/>
                  </a:lnTo>
                  <a:lnTo>
                    <a:pt x="273" y="228"/>
                  </a:lnTo>
                  <a:lnTo>
                    <a:pt x="271" y="229"/>
                  </a:lnTo>
                  <a:lnTo>
                    <a:pt x="271" y="229"/>
                  </a:lnTo>
                  <a:lnTo>
                    <a:pt x="279" y="251"/>
                  </a:lnTo>
                  <a:lnTo>
                    <a:pt x="293" y="260"/>
                  </a:lnTo>
                  <a:lnTo>
                    <a:pt x="293" y="260"/>
                  </a:lnTo>
                  <a:lnTo>
                    <a:pt x="293" y="264"/>
                  </a:lnTo>
                  <a:lnTo>
                    <a:pt x="293" y="268"/>
                  </a:lnTo>
                  <a:lnTo>
                    <a:pt x="293" y="268"/>
                  </a:lnTo>
                  <a:lnTo>
                    <a:pt x="297" y="279"/>
                  </a:lnTo>
                  <a:lnTo>
                    <a:pt x="271" y="286"/>
                  </a:lnTo>
                  <a:lnTo>
                    <a:pt x="262" y="293"/>
                  </a:lnTo>
                  <a:lnTo>
                    <a:pt x="262" y="293"/>
                  </a:lnTo>
                  <a:lnTo>
                    <a:pt x="262" y="289"/>
                  </a:lnTo>
                  <a:lnTo>
                    <a:pt x="264" y="288"/>
                  </a:lnTo>
                  <a:lnTo>
                    <a:pt x="264" y="288"/>
                  </a:lnTo>
                  <a:lnTo>
                    <a:pt x="251" y="295"/>
                  </a:lnTo>
                  <a:lnTo>
                    <a:pt x="251" y="295"/>
                  </a:lnTo>
                  <a:lnTo>
                    <a:pt x="253" y="297"/>
                  </a:lnTo>
                  <a:lnTo>
                    <a:pt x="255" y="299"/>
                  </a:lnTo>
                  <a:lnTo>
                    <a:pt x="253" y="300"/>
                  </a:lnTo>
                  <a:lnTo>
                    <a:pt x="259" y="300"/>
                  </a:lnTo>
                  <a:lnTo>
                    <a:pt x="259" y="300"/>
                  </a:lnTo>
                  <a:lnTo>
                    <a:pt x="259" y="306"/>
                  </a:lnTo>
                  <a:lnTo>
                    <a:pt x="259" y="306"/>
                  </a:lnTo>
                  <a:lnTo>
                    <a:pt x="259" y="309"/>
                  </a:lnTo>
                  <a:lnTo>
                    <a:pt x="261" y="313"/>
                  </a:lnTo>
                  <a:lnTo>
                    <a:pt x="261" y="313"/>
                  </a:lnTo>
                  <a:lnTo>
                    <a:pt x="261" y="315"/>
                  </a:lnTo>
                  <a:lnTo>
                    <a:pt x="262" y="319"/>
                  </a:lnTo>
                  <a:lnTo>
                    <a:pt x="262" y="320"/>
                  </a:lnTo>
                  <a:lnTo>
                    <a:pt x="262" y="324"/>
                  </a:lnTo>
                  <a:lnTo>
                    <a:pt x="262" y="324"/>
                  </a:lnTo>
                  <a:lnTo>
                    <a:pt x="261" y="331"/>
                  </a:lnTo>
                  <a:lnTo>
                    <a:pt x="261" y="331"/>
                  </a:lnTo>
                  <a:lnTo>
                    <a:pt x="262" y="335"/>
                  </a:lnTo>
                  <a:lnTo>
                    <a:pt x="268" y="340"/>
                  </a:lnTo>
                  <a:lnTo>
                    <a:pt x="268" y="340"/>
                  </a:lnTo>
                  <a:lnTo>
                    <a:pt x="273" y="342"/>
                  </a:lnTo>
                  <a:lnTo>
                    <a:pt x="277" y="344"/>
                  </a:lnTo>
                  <a:lnTo>
                    <a:pt x="279" y="348"/>
                  </a:lnTo>
                  <a:lnTo>
                    <a:pt x="279" y="348"/>
                  </a:lnTo>
                  <a:lnTo>
                    <a:pt x="282" y="351"/>
                  </a:lnTo>
                  <a:lnTo>
                    <a:pt x="284" y="350"/>
                  </a:lnTo>
                  <a:lnTo>
                    <a:pt x="284" y="350"/>
                  </a:lnTo>
                  <a:lnTo>
                    <a:pt x="293" y="348"/>
                  </a:lnTo>
                  <a:lnTo>
                    <a:pt x="293" y="368"/>
                  </a:lnTo>
                  <a:lnTo>
                    <a:pt x="286" y="366"/>
                  </a:lnTo>
                  <a:lnTo>
                    <a:pt x="286" y="366"/>
                  </a:lnTo>
                  <a:lnTo>
                    <a:pt x="281" y="368"/>
                  </a:lnTo>
                  <a:lnTo>
                    <a:pt x="281" y="368"/>
                  </a:lnTo>
                  <a:lnTo>
                    <a:pt x="275" y="370"/>
                  </a:lnTo>
                  <a:lnTo>
                    <a:pt x="273" y="370"/>
                  </a:lnTo>
                  <a:lnTo>
                    <a:pt x="271" y="366"/>
                  </a:lnTo>
                  <a:lnTo>
                    <a:pt x="271" y="366"/>
                  </a:lnTo>
                  <a:lnTo>
                    <a:pt x="273" y="362"/>
                  </a:lnTo>
                  <a:lnTo>
                    <a:pt x="273" y="359"/>
                  </a:lnTo>
                  <a:lnTo>
                    <a:pt x="271" y="357"/>
                  </a:lnTo>
                  <a:lnTo>
                    <a:pt x="271" y="357"/>
                  </a:lnTo>
                  <a:lnTo>
                    <a:pt x="268" y="355"/>
                  </a:lnTo>
                  <a:lnTo>
                    <a:pt x="266" y="353"/>
                  </a:lnTo>
                  <a:lnTo>
                    <a:pt x="262" y="353"/>
                  </a:lnTo>
                  <a:lnTo>
                    <a:pt x="261" y="351"/>
                  </a:lnTo>
                  <a:lnTo>
                    <a:pt x="261" y="351"/>
                  </a:lnTo>
                  <a:lnTo>
                    <a:pt x="259" y="348"/>
                  </a:lnTo>
                  <a:lnTo>
                    <a:pt x="255" y="346"/>
                  </a:lnTo>
                  <a:lnTo>
                    <a:pt x="253" y="346"/>
                  </a:lnTo>
                  <a:lnTo>
                    <a:pt x="253" y="342"/>
                  </a:lnTo>
                  <a:lnTo>
                    <a:pt x="253" y="342"/>
                  </a:lnTo>
                  <a:lnTo>
                    <a:pt x="253" y="339"/>
                  </a:lnTo>
                  <a:lnTo>
                    <a:pt x="251" y="339"/>
                  </a:lnTo>
                  <a:lnTo>
                    <a:pt x="250" y="339"/>
                  </a:lnTo>
                  <a:lnTo>
                    <a:pt x="250" y="339"/>
                  </a:lnTo>
                  <a:lnTo>
                    <a:pt x="246" y="337"/>
                  </a:lnTo>
                  <a:lnTo>
                    <a:pt x="246" y="337"/>
                  </a:lnTo>
                  <a:lnTo>
                    <a:pt x="244" y="339"/>
                  </a:lnTo>
                  <a:lnTo>
                    <a:pt x="244" y="339"/>
                  </a:lnTo>
                  <a:lnTo>
                    <a:pt x="242" y="342"/>
                  </a:lnTo>
                  <a:lnTo>
                    <a:pt x="237" y="342"/>
                  </a:lnTo>
                  <a:lnTo>
                    <a:pt x="224" y="342"/>
                  </a:lnTo>
                  <a:lnTo>
                    <a:pt x="224" y="342"/>
                  </a:lnTo>
                  <a:lnTo>
                    <a:pt x="220" y="342"/>
                  </a:lnTo>
                  <a:lnTo>
                    <a:pt x="220" y="340"/>
                  </a:lnTo>
                  <a:lnTo>
                    <a:pt x="220" y="340"/>
                  </a:lnTo>
                  <a:lnTo>
                    <a:pt x="220" y="335"/>
                  </a:lnTo>
                  <a:lnTo>
                    <a:pt x="220" y="335"/>
                  </a:lnTo>
                  <a:lnTo>
                    <a:pt x="219" y="331"/>
                  </a:lnTo>
                  <a:lnTo>
                    <a:pt x="217" y="331"/>
                  </a:lnTo>
                  <a:lnTo>
                    <a:pt x="215" y="331"/>
                  </a:lnTo>
                  <a:lnTo>
                    <a:pt x="215" y="331"/>
                  </a:lnTo>
                  <a:lnTo>
                    <a:pt x="211" y="335"/>
                  </a:lnTo>
                  <a:lnTo>
                    <a:pt x="210" y="335"/>
                  </a:lnTo>
                  <a:lnTo>
                    <a:pt x="208" y="333"/>
                  </a:lnTo>
                  <a:lnTo>
                    <a:pt x="208" y="333"/>
                  </a:lnTo>
                  <a:lnTo>
                    <a:pt x="208" y="326"/>
                  </a:lnTo>
                  <a:lnTo>
                    <a:pt x="206" y="322"/>
                  </a:lnTo>
                  <a:lnTo>
                    <a:pt x="197" y="324"/>
                  </a:lnTo>
                  <a:lnTo>
                    <a:pt x="197" y="324"/>
                  </a:lnTo>
                  <a:lnTo>
                    <a:pt x="186" y="324"/>
                  </a:lnTo>
                  <a:lnTo>
                    <a:pt x="186" y="324"/>
                  </a:lnTo>
                  <a:lnTo>
                    <a:pt x="182" y="324"/>
                  </a:lnTo>
                  <a:lnTo>
                    <a:pt x="180" y="324"/>
                  </a:lnTo>
                  <a:lnTo>
                    <a:pt x="180" y="326"/>
                  </a:lnTo>
                  <a:lnTo>
                    <a:pt x="180" y="326"/>
                  </a:lnTo>
                  <a:lnTo>
                    <a:pt x="179" y="328"/>
                  </a:lnTo>
                  <a:lnTo>
                    <a:pt x="177" y="328"/>
                  </a:lnTo>
                  <a:lnTo>
                    <a:pt x="171" y="326"/>
                  </a:lnTo>
                  <a:lnTo>
                    <a:pt x="171" y="326"/>
                  </a:lnTo>
                  <a:lnTo>
                    <a:pt x="169" y="322"/>
                  </a:lnTo>
                  <a:lnTo>
                    <a:pt x="169" y="320"/>
                  </a:lnTo>
                  <a:lnTo>
                    <a:pt x="169" y="315"/>
                  </a:lnTo>
                  <a:lnTo>
                    <a:pt x="169" y="315"/>
                  </a:lnTo>
                  <a:lnTo>
                    <a:pt x="169" y="309"/>
                  </a:lnTo>
                  <a:lnTo>
                    <a:pt x="169" y="306"/>
                  </a:lnTo>
                  <a:lnTo>
                    <a:pt x="169" y="306"/>
                  </a:lnTo>
                  <a:lnTo>
                    <a:pt x="171" y="300"/>
                  </a:lnTo>
                  <a:lnTo>
                    <a:pt x="169" y="299"/>
                  </a:lnTo>
                  <a:lnTo>
                    <a:pt x="168" y="297"/>
                  </a:lnTo>
                  <a:lnTo>
                    <a:pt x="168" y="297"/>
                  </a:lnTo>
                  <a:lnTo>
                    <a:pt x="166" y="295"/>
                  </a:lnTo>
                  <a:lnTo>
                    <a:pt x="166" y="291"/>
                  </a:lnTo>
                  <a:lnTo>
                    <a:pt x="166" y="289"/>
                  </a:lnTo>
                  <a:lnTo>
                    <a:pt x="166" y="286"/>
                  </a:lnTo>
                  <a:lnTo>
                    <a:pt x="166" y="286"/>
                  </a:lnTo>
                  <a:lnTo>
                    <a:pt x="164" y="282"/>
                  </a:lnTo>
                  <a:lnTo>
                    <a:pt x="162" y="277"/>
                  </a:lnTo>
                  <a:lnTo>
                    <a:pt x="162" y="277"/>
                  </a:lnTo>
                  <a:lnTo>
                    <a:pt x="162" y="269"/>
                  </a:lnTo>
                  <a:lnTo>
                    <a:pt x="162" y="268"/>
                  </a:lnTo>
                  <a:lnTo>
                    <a:pt x="160" y="266"/>
                  </a:lnTo>
                  <a:lnTo>
                    <a:pt x="160" y="266"/>
                  </a:lnTo>
                  <a:lnTo>
                    <a:pt x="160" y="264"/>
                  </a:lnTo>
                  <a:lnTo>
                    <a:pt x="160" y="262"/>
                  </a:lnTo>
                  <a:lnTo>
                    <a:pt x="160" y="255"/>
                  </a:lnTo>
                  <a:lnTo>
                    <a:pt x="160" y="255"/>
                  </a:lnTo>
                  <a:lnTo>
                    <a:pt x="159" y="253"/>
                  </a:lnTo>
                  <a:lnTo>
                    <a:pt x="157" y="251"/>
                  </a:lnTo>
                  <a:lnTo>
                    <a:pt x="151" y="251"/>
                  </a:lnTo>
                  <a:lnTo>
                    <a:pt x="146" y="251"/>
                  </a:lnTo>
                  <a:lnTo>
                    <a:pt x="146" y="248"/>
                  </a:lnTo>
                  <a:lnTo>
                    <a:pt x="146" y="248"/>
                  </a:lnTo>
                  <a:lnTo>
                    <a:pt x="144" y="246"/>
                  </a:lnTo>
                  <a:lnTo>
                    <a:pt x="142" y="246"/>
                  </a:lnTo>
                  <a:lnTo>
                    <a:pt x="135" y="246"/>
                  </a:lnTo>
                  <a:lnTo>
                    <a:pt x="135" y="246"/>
                  </a:lnTo>
                  <a:lnTo>
                    <a:pt x="129" y="244"/>
                  </a:lnTo>
                  <a:lnTo>
                    <a:pt x="128" y="244"/>
                  </a:lnTo>
                  <a:lnTo>
                    <a:pt x="126" y="246"/>
                  </a:lnTo>
                  <a:lnTo>
                    <a:pt x="126" y="246"/>
                  </a:lnTo>
                  <a:lnTo>
                    <a:pt x="124" y="249"/>
                  </a:lnTo>
                  <a:lnTo>
                    <a:pt x="124" y="253"/>
                  </a:lnTo>
                  <a:lnTo>
                    <a:pt x="126" y="258"/>
                  </a:lnTo>
                  <a:lnTo>
                    <a:pt x="126" y="258"/>
                  </a:lnTo>
                  <a:lnTo>
                    <a:pt x="126" y="260"/>
                  </a:lnTo>
                  <a:lnTo>
                    <a:pt x="124" y="262"/>
                  </a:lnTo>
                  <a:lnTo>
                    <a:pt x="122" y="262"/>
                  </a:lnTo>
                  <a:lnTo>
                    <a:pt x="120" y="260"/>
                  </a:lnTo>
                  <a:lnTo>
                    <a:pt x="120" y="260"/>
                  </a:lnTo>
                  <a:lnTo>
                    <a:pt x="118" y="260"/>
                  </a:lnTo>
                  <a:lnTo>
                    <a:pt x="117" y="262"/>
                  </a:lnTo>
                  <a:lnTo>
                    <a:pt x="115" y="264"/>
                  </a:lnTo>
                  <a:lnTo>
                    <a:pt x="111" y="264"/>
                  </a:lnTo>
                  <a:lnTo>
                    <a:pt x="111" y="264"/>
                  </a:lnTo>
                  <a:lnTo>
                    <a:pt x="106" y="266"/>
                  </a:lnTo>
                  <a:lnTo>
                    <a:pt x="104" y="264"/>
                  </a:lnTo>
                  <a:lnTo>
                    <a:pt x="102" y="262"/>
                  </a:lnTo>
                  <a:lnTo>
                    <a:pt x="102" y="262"/>
                  </a:lnTo>
                  <a:lnTo>
                    <a:pt x="98" y="258"/>
                  </a:lnTo>
                  <a:lnTo>
                    <a:pt x="97" y="253"/>
                  </a:lnTo>
                  <a:lnTo>
                    <a:pt x="97" y="253"/>
                  </a:lnTo>
                  <a:lnTo>
                    <a:pt x="95" y="248"/>
                  </a:lnTo>
                  <a:lnTo>
                    <a:pt x="95" y="242"/>
                  </a:lnTo>
                  <a:lnTo>
                    <a:pt x="95" y="242"/>
                  </a:lnTo>
                  <a:lnTo>
                    <a:pt x="93" y="237"/>
                  </a:lnTo>
                  <a:lnTo>
                    <a:pt x="93" y="231"/>
                  </a:lnTo>
                  <a:lnTo>
                    <a:pt x="93" y="231"/>
                  </a:lnTo>
                  <a:lnTo>
                    <a:pt x="89" y="220"/>
                  </a:lnTo>
                  <a:lnTo>
                    <a:pt x="58" y="222"/>
                  </a:lnTo>
                  <a:lnTo>
                    <a:pt x="58" y="222"/>
                  </a:lnTo>
                  <a:lnTo>
                    <a:pt x="51" y="222"/>
                  </a:lnTo>
                  <a:lnTo>
                    <a:pt x="38" y="220"/>
                  </a:lnTo>
                  <a:lnTo>
                    <a:pt x="38" y="220"/>
                  </a:lnTo>
                  <a:lnTo>
                    <a:pt x="33" y="220"/>
                  </a:lnTo>
                  <a:lnTo>
                    <a:pt x="27" y="220"/>
                  </a:lnTo>
                  <a:lnTo>
                    <a:pt x="22" y="226"/>
                  </a:lnTo>
                  <a:lnTo>
                    <a:pt x="22" y="226"/>
                  </a:lnTo>
                  <a:lnTo>
                    <a:pt x="15" y="229"/>
                  </a:lnTo>
                  <a:lnTo>
                    <a:pt x="9" y="233"/>
                  </a:lnTo>
                  <a:lnTo>
                    <a:pt x="7" y="233"/>
                  </a:lnTo>
                  <a:lnTo>
                    <a:pt x="7" y="233"/>
                  </a:lnTo>
                  <a:lnTo>
                    <a:pt x="4" y="224"/>
                  </a:lnTo>
                  <a:lnTo>
                    <a:pt x="2" y="220"/>
                  </a:lnTo>
                  <a:lnTo>
                    <a:pt x="0" y="217"/>
                  </a:lnTo>
                  <a:lnTo>
                    <a:pt x="0" y="217"/>
                  </a:lnTo>
                  <a:lnTo>
                    <a:pt x="0" y="217"/>
                  </a:lnTo>
                  <a:lnTo>
                    <a:pt x="0" y="215"/>
                  </a:lnTo>
                  <a:lnTo>
                    <a:pt x="2" y="213"/>
                  </a:lnTo>
                  <a:lnTo>
                    <a:pt x="15" y="206"/>
                  </a:lnTo>
                  <a:lnTo>
                    <a:pt x="15" y="206"/>
                  </a:lnTo>
                  <a:lnTo>
                    <a:pt x="13" y="206"/>
                  </a:lnTo>
                  <a:lnTo>
                    <a:pt x="15" y="202"/>
                  </a:lnTo>
                  <a:lnTo>
                    <a:pt x="15" y="202"/>
                  </a:lnTo>
                  <a:lnTo>
                    <a:pt x="20" y="193"/>
                  </a:lnTo>
                  <a:lnTo>
                    <a:pt x="20" y="193"/>
                  </a:lnTo>
                  <a:lnTo>
                    <a:pt x="22" y="195"/>
                  </a:lnTo>
                  <a:lnTo>
                    <a:pt x="22" y="195"/>
                  </a:lnTo>
                  <a:lnTo>
                    <a:pt x="24" y="193"/>
                  </a:lnTo>
                  <a:lnTo>
                    <a:pt x="24" y="193"/>
                  </a:lnTo>
                  <a:lnTo>
                    <a:pt x="25" y="191"/>
                  </a:lnTo>
                  <a:lnTo>
                    <a:pt x="29" y="191"/>
                  </a:lnTo>
                  <a:lnTo>
                    <a:pt x="35" y="193"/>
                  </a:lnTo>
                  <a:lnTo>
                    <a:pt x="35" y="193"/>
                  </a:lnTo>
                  <a:lnTo>
                    <a:pt x="36" y="191"/>
                  </a:lnTo>
                  <a:lnTo>
                    <a:pt x="36" y="189"/>
                  </a:lnTo>
                  <a:lnTo>
                    <a:pt x="36" y="186"/>
                  </a:lnTo>
                  <a:lnTo>
                    <a:pt x="36" y="186"/>
                  </a:lnTo>
                  <a:lnTo>
                    <a:pt x="42" y="186"/>
                  </a:lnTo>
                  <a:lnTo>
                    <a:pt x="42" y="186"/>
                  </a:lnTo>
                  <a:lnTo>
                    <a:pt x="47" y="186"/>
                  </a:lnTo>
                  <a:lnTo>
                    <a:pt x="49" y="184"/>
                  </a:lnTo>
                  <a:lnTo>
                    <a:pt x="49" y="195"/>
                  </a:lnTo>
                  <a:lnTo>
                    <a:pt x="49" y="195"/>
                  </a:lnTo>
                  <a:lnTo>
                    <a:pt x="58" y="195"/>
                  </a:lnTo>
                  <a:lnTo>
                    <a:pt x="58" y="195"/>
                  </a:lnTo>
                  <a:lnTo>
                    <a:pt x="64" y="195"/>
                  </a:lnTo>
                  <a:lnTo>
                    <a:pt x="67" y="193"/>
                  </a:lnTo>
                  <a:lnTo>
                    <a:pt x="67" y="193"/>
                  </a:lnTo>
                  <a:lnTo>
                    <a:pt x="69" y="191"/>
                  </a:lnTo>
                  <a:lnTo>
                    <a:pt x="71" y="191"/>
                  </a:lnTo>
                  <a:lnTo>
                    <a:pt x="73" y="191"/>
                  </a:lnTo>
                  <a:lnTo>
                    <a:pt x="75" y="189"/>
                  </a:lnTo>
                  <a:lnTo>
                    <a:pt x="75" y="189"/>
                  </a:lnTo>
                  <a:lnTo>
                    <a:pt x="75" y="186"/>
                  </a:lnTo>
                  <a:lnTo>
                    <a:pt x="77" y="178"/>
                  </a:lnTo>
                  <a:lnTo>
                    <a:pt x="77" y="178"/>
                  </a:lnTo>
                  <a:lnTo>
                    <a:pt x="77" y="175"/>
                  </a:lnTo>
                  <a:lnTo>
                    <a:pt x="77" y="175"/>
                  </a:lnTo>
                  <a:lnTo>
                    <a:pt x="78" y="173"/>
                  </a:lnTo>
                  <a:lnTo>
                    <a:pt x="80" y="171"/>
                  </a:lnTo>
                  <a:lnTo>
                    <a:pt x="80" y="171"/>
                  </a:lnTo>
                  <a:lnTo>
                    <a:pt x="82" y="166"/>
                  </a:lnTo>
                  <a:lnTo>
                    <a:pt x="82" y="162"/>
                  </a:lnTo>
                  <a:lnTo>
                    <a:pt x="82" y="162"/>
                  </a:lnTo>
                  <a:lnTo>
                    <a:pt x="82" y="158"/>
                  </a:lnTo>
                  <a:lnTo>
                    <a:pt x="80" y="155"/>
                  </a:lnTo>
                  <a:lnTo>
                    <a:pt x="78" y="149"/>
                  </a:lnTo>
                  <a:lnTo>
                    <a:pt x="78" y="149"/>
                  </a:lnTo>
                  <a:lnTo>
                    <a:pt x="78" y="146"/>
                  </a:lnTo>
                  <a:lnTo>
                    <a:pt x="80" y="142"/>
                  </a:lnTo>
                  <a:lnTo>
                    <a:pt x="84" y="136"/>
                  </a:lnTo>
                  <a:lnTo>
                    <a:pt x="84" y="136"/>
                  </a:lnTo>
                  <a:lnTo>
                    <a:pt x="87" y="133"/>
                  </a:lnTo>
                  <a:lnTo>
                    <a:pt x="89" y="131"/>
                  </a:lnTo>
                  <a:lnTo>
                    <a:pt x="89" y="127"/>
                  </a:lnTo>
                  <a:lnTo>
                    <a:pt x="89" y="127"/>
                  </a:lnTo>
                  <a:lnTo>
                    <a:pt x="91" y="118"/>
                  </a:lnTo>
                  <a:lnTo>
                    <a:pt x="95" y="111"/>
                  </a:lnTo>
                  <a:lnTo>
                    <a:pt x="95" y="111"/>
                  </a:lnTo>
                  <a:lnTo>
                    <a:pt x="97" y="107"/>
                  </a:lnTo>
                  <a:lnTo>
                    <a:pt x="98" y="102"/>
                  </a:lnTo>
                  <a:lnTo>
                    <a:pt x="98" y="93"/>
                  </a:lnTo>
                  <a:lnTo>
                    <a:pt x="98" y="93"/>
                  </a:lnTo>
                  <a:lnTo>
                    <a:pt x="98" y="85"/>
                  </a:lnTo>
                  <a:lnTo>
                    <a:pt x="97" y="80"/>
                  </a:lnTo>
                  <a:lnTo>
                    <a:pt x="97" y="80"/>
                  </a:lnTo>
                  <a:lnTo>
                    <a:pt x="98" y="74"/>
                  </a:lnTo>
                  <a:lnTo>
                    <a:pt x="98" y="65"/>
                  </a:lnTo>
                  <a:lnTo>
                    <a:pt x="98" y="65"/>
                  </a:lnTo>
                  <a:lnTo>
                    <a:pt x="100" y="60"/>
                  </a:lnTo>
                  <a:lnTo>
                    <a:pt x="100" y="58"/>
                  </a:lnTo>
                  <a:lnTo>
                    <a:pt x="104" y="54"/>
                  </a:lnTo>
                  <a:lnTo>
                    <a:pt x="104" y="54"/>
                  </a:lnTo>
                  <a:lnTo>
                    <a:pt x="106" y="51"/>
                  </a:lnTo>
                  <a:lnTo>
                    <a:pt x="107" y="44"/>
                  </a:lnTo>
                  <a:lnTo>
                    <a:pt x="107" y="36"/>
                  </a:lnTo>
                  <a:lnTo>
                    <a:pt x="107" y="36"/>
                  </a:lnTo>
                  <a:close/>
                  <a:moveTo>
                    <a:pt x="275" y="155"/>
                  </a:moveTo>
                  <a:lnTo>
                    <a:pt x="275" y="155"/>
                  </a:lnTo>
                  <a:lnTo>
                    <a:pt x="275" y="158"/>
                  </a:lnTo>
                  <a:lnTo>
                    <a:pt x="275" y="158"/>
                  </a:lnTo>
                  <a:lnTo>
                    <a:pt x="273" y="160"/>
                  </a:lnTo>
                  <a:lnTo>
                    <a:pt x="273" y="160"/>
                  </a:lnTo>
                  <a:lnTo>
                    <a:pt x="275" y="158"/>
                  </a:lnTo>
                  <a:lnTo>
                    <a:pt x="275" y="155"/>
                  </a:lnTo>
                  <a:lnTo>
                    <a:pt x="275" y="15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8" name="Freeform 10">
              <a:extLst>
                <a:ext uri="{FF2B5EF4-FFF2-40B4-BE49-F238E27FC236}">
                  <a16:creationId xmlns:a16="http://schemas.microsoft.com/office/drawing/2014/main" id="{A5897539-7B5B-49F7-B2AB-3E4EB25600F9}"/>
                </a:ext>
              </a:extLst>
            </p:cNvPr>
            <p:cNvSpPr>
              <a:spLocks/>
            </p:cNvSpPr>
            <p:nvPr/>
          </p:nvSpPr>
          <p:spPr bwMode="auto">
            <a:xfrm>
              <a:off x="5993206" y="2648941"/>
              <a:ext cx="123090" cy="140886"/>
            </a:xfrm>
            <a:custGeom>
              <a:avLst/>
              <a:gdLst>
                <a:gd name="T0" fmla="*/ 0 w 83"/>
                <a:gd name="T1" fmla="*/ 81 h 95"/>
                <a:gd name="T2" fmla="*/ 14 w 83"/>
                <a:gd name="T3" fmla="*/ 84 h 95"/>
                <a:gd name="T4" fmla="*/ 25 w 83"/>
                <a:gd name="T5" fmla="*/ 84 h 95"/>
                <a:gd name="T6" fmla="*/ 36 w 83"/>
                <a:gd name="T7" fmla="*/ 88 h 95"/>
                <a:gd name="T8" fmla="*/ 47 w 83"/>
                <a:gd name="T9" fmla="*/ 88 h 95"/>
                <a:gd name="T10" fmla="*/ 60 w 83"/>
                <a:gd name="T11" fmla="*/ 82 h 95"/>
                <a:gd name="T12" fmla="*/ 76 w 83"/>
                <a:gd name="T13" fmla="*/ 77 h 95"/>
                <a:gd name="T14" fmla="*/ 74 w 83"/>
                <a:gd name="T15" fmla="*/ 71 h 95"/>
                <a:gd name="T16" fmla="*/ 80 w 83"/>
                <a:gd name="T17" fmla="*/ 61 h 95"/>
                <a:gd name="T18" fmla="*/ 80 w 83"/>
                <a:gd name="T19" fmla="*/ 59 h 95"/>
                <a:gd name="T20" fmla="*/ 71 w 83"/>
                <a:gd name="T21" fmla="*/ 51 h 95"/>
                <a:gd name="T22" fmla="*/ 71 w 83"/>
                <a:gd name="T23" fmla="*/ 48 h 95"/>
                <a:gd name="T24" fmla="*/ 76 w 83"/>
                <a:gd name="T25" fmla="*/ 42 h 95"/>
                <a:gd name="T26" fmla="*/ 82 w 83"/>
                <a:gd name="T27" fmla="*/ 37 h 95"/>
                <a:gd name="T28" fmla="*/ 83 w 83"/>
                <a:gd name="T29" fmla="*/ 33 h 95"/>
                <a:gd name="T30" fmla="*/ 74 w 83"/>
                <a:gd name="T31" fmla="*/ 30 h 95"/>
                <a:gd name="T32" fmla="*/ 73 w 83"/>
                <a:gd name="T33" fmla="*/ 26 h 95"/>
                <a:gd name="T34" fmla="*/ 76 w 83"/>
                <a:gd name="T35" fmla="*/ 24 h 95"/>
                <a:gd name="T36" fmla="*/ 80 w 83"/>
                <a:gd name="T37" fmla="*/ 24 h 95"/>
                <a:gd name="T38" fmla="*/ 78 w 83"/>
                <a:gd name="T39" fmla="*/ 20 h 95"/>
                <a:gd name="T40" fmla="*/ 71 w 83"/>
                <a:gd name="T41" fmla="*/ 19 h 95"/>
                <a:gd name="T42" fmla="*/ 67 w 83"/>
                <a:gd name="T43" fmla="*/ 19 h 95"/>
                <a:gd name="T44" fmla="*/ 65 w 83"/>
                <a:gd name="T45" fmla="*/ 22 h 95"/>
                <a:gd name="T46" fmla="*/ 62 w 83"/>
                <a:gd name="T47" fmla="*/ 20 h 95"/>
                <a:gd name="T48" fmla="*/ 58 w 83"/>
                <a:gd name="T49" fmla="*/ 17 h 95"/>
                <a:gd name="T50" fmla="*/ 54 w 83"/>
                <a:gd name="T51" fmla="*/ 17 h 95"/>
                <a:gd name="T52" fmla="*/ 53 w 83"/>
                <a:gd name="T53" fmla="*/ 17 h 95"/>
                <a:gd name="T54" fmla="*/ 53 w 83"/>
                <a:gd name="T55" fmla="*/ 11 h 95"/>
                <a:gd name="T56" fmla="*/ 49 w 83"/>
                <a:gd name="T57" fmla="*/ 4 h 95"/>
                <a:gd name="T58" fmla="*/ 45 w 83"/>
                <a:gd name="T59" fmla="*/ 0 h 95"/>
                <a:gd name="T60" fmla="*/ 38 w 83"/>
                <a:gd name="T61" fmla="*/ 0 h 95"/>
                <a:gd name="T62" fmla="*/ 27 w 83"/>
                <a:gd name="T63" fmla="*/ 2 h 95"/>
                <a:gd name="T64" fmla="*/ 25 w 83"/>
                <a:gd name="T65" fmla="*/ 4 h 95"/>
                <a:gd name="T66" fmla="*/ 18 w 83"/>
                <a:gd name="T67" fmla="*/ 10 h 95"/>
                <a:gd name="T68" fmla="*/ 16 w 83"/>
                <a:gd name="T69" fmla="*/ 13 h 95"/>
                <a:gd name="T70" fmla="*/ 16 w 83"/>
                <a:gd name="T71" fmla="*/ 17 h 95"/>
                <a:gd name="T72" fmla="*/ 20 w 83"/>
                <a:gd name="T73" fmla="*/ 20 h 95"/>
                <a:gd name="T74" fmla="*/ 16 w 83"/>
                <a:gd name="T75" fmla="*/ 26 h 95"/>
                <a:gd name="T76" fmla="*/ 16 w 83"/>
                <a:gd name="T77" fmla="*/ 31 h 95"/>
                <a:gd name="T78" fmla="*/ 16 w 83"/>
                <a:gd name="T79" fmla="*/ 35 h 95"/>
                <a:gd name="T80" fmla="*/ 20 w 83"/>
                <a:gd name="T81" fmla="*/ 37 h 95"/>
                <a:gd name="T82" fmla="*/ 20 w 83"/>
                <a:gd name="T83" fmla="*/ 40 h 95"/>
                <a:gd name="T84" fmla="*/ 16 w 83"/>
                <a:gd name="T85" fmla="*/ 42 h 95"/>
                <a:gd name="T86" fmla="*/ 12 w 83"/>
                <a:gd name="T87" fmla="*/ 42 h 95"/>
                <a:gd name="T88" fmla="*/ 12 w 83"/>
                <a:gd name="T89" fmla="*/ 44 h 95"/>
                <a:gd name="T90" fmla="*/ 18 w 83"/>
                <a:gd name="T91" fmla="*/ 48 h 95"/>
                <a:gd name="T92" fmla="*/ 22 w 83"/>
                <a:gd name="T93" fmla="*/ 51 h 95"/>
                <a:gd name="T94" fmla="*/ 20 w 83"/>
                <a:gd name="T95" fmla="*/ 51 h 95"/>
                <a:gd name="T96" fmla="*/ 14 w 83"/>
                <a:gd name="T97" fmla="*/ 55 h 95"/>
                <a:gd name="T98" fmla="*/ 12 w 83"/>
                <a:gd name="T99" fmla="*/ 57 h 95"/>
                <a:gd name="T100" fmla="*/ 11 w 83"/>
                <a:gd name="T101" fmla="*/ 61 h 95"/>
                <a:gd name="T102" fmla="*/ 3 w 83"/>
                <a:gd name="T103" fmla="*/ 62 h 95"/>
                <a:gd name="T104" fmla="*/ 1 w 83"/>
                <a:gd name="T105" fmla="*/ 66 h 95"/>
                <a:gd name="T106" fmla="*/ 3 w 83"/>
                <a:gd name="T107" fmla="*/ 75 h 95"/>
                <a:gd name="T108" fmla="*/ 1 w 83"/>
                <a:gd name="T109" fmla="*/ 79 h 95"/>
                <a:gd name="T110" fmla="*/ 0 w 83"/>
                <a:gd name="T111" fmla="*/ 81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83" h="95">
                  <a:moveTo>
                    <a:pt x="0" y="81"/>
                  </a:moveTo>
                  <a:lnTo>
                    <a:pt x="0" y="81"/>
                  </a:lnTo>
                  <a:lnTo>
                    <a:pt x="12" y="86"/>
                  </a:lnTo>
                  <a:lnTo>
                    <a:pt x="14" y="84"/>
                  </a:lnTo>
                  <a:lnTo>
                    <a:pt x="23" y="79"/>
                  </a:lnTo>
                  <a:lnTo>
                    <a:pt x="25" y="84"/>
                  </a:lnTo>
                  <a:lnTo>
                    <a:pt x="29" y="81"/>
                  </a:lnTo>
                  <a:lnTo>
                    <a:pt x="36" y="88"/>
                  </a:lnTo>
                  <a:lnTo>
                    <a:pt x="38" y="95"/>
                  </a:lnTo>
                  <a:lnTo>
                    <a:pt x="47" y="88"/>
                  </a:lnTo>
                  <a:lnTo>
                    <a:pt x="54" y="88"/>
                  </a:lnTo>
                  <a:lnTo>
                    <a:pt x="60" y="82"/>
                  </a:lnTo>
                  <a:lnTo>
                    <a:pt x="76" y="77"/>
                  </a:lnTo>
                  <a:lnTo>
                    <a:pt x="76" y="77"/>
                  </a:lnTo>
                  <a:lnTo>
                    <a:pt x="74" y="71"/>
                  </a:lnTo>
                  <a:lnTo>
                    <a:pt x="74" y="71"/>
                  </a:lnTo>
                  <a:lnTo>
                    <a:pt x="78" y="64"/>
                  </a:lnTo>
                  <a:lnTo>
                    <a:pt x="80" y="61"/>
                  </a:lnTo>
                  <a:lnTo>
                    <a:pt x="80" y="59"/>
                  </a:lnTo>
                  <a:lnTo>
                    <a:pt x="80" y="59"/>
                  </a:lnTo>
                  <a:lnTo>
                    <a:pt x="74" y="53"/>
                  </a:lnTo>
                  <a:lnTo>
                    <a:pt x="71" y="51"/>
                  </a:lnTo>
                  <a:lnTo>
                    <a:pt x="71" y="48"/>
                  </a:lnTo>
                  <a:lnTo>
                    <a:pt x="71" y="48"/>
                  </a:lnTo>
                  <a:lnTo>
                    <a:pt x="74" y="46"/>
                  </a:lnTo>
                  <a:lnTo>
                    <a:pt x="76" y="42"/>
                  </a:lnTo>
                  <a:lnTo>
                    <a:pt x="76" y="42"/>
                  </a:lnTo>
                  <a:lnTo>
                    <a:pt x="82" y="37"/>
                  </a:lnTo>
                  <a:lnTo>
                    <a:pt x="83" y="33"/>
                  </a:lnTo>
                  <a:lnTo>
                    <a:pt x="83" y="33"/>
                  </a:lnTo>
                  <a:lnTo>
                    <a:pt x="80" y="33"/>
                  </a:lnTo>
                  <a:lnTo>
                    <a:pt x="74" y="30"/>
                  </a:lnTo>
                  <a:lnTo>
                    <a:pt x="74" y="30"/>
                  </a:lnTo>
                  <a:lnTo>
                    <a:pt x="73" y="26"/>
                  </a:lnTo>
                  <a:lnTo>
                    <a:pt x="74" y="24"/>
                  </a:lnTo>
                  <a:lnTo>
                    <a:pt x="76" y="24"/>
                  </a:lnTo>
                  <a:lnTo>
                    <a:pt x="76" y="24"/>
                  </a:lnTo>
                  <a:lnTo>
                    <a:pt x="80" y="24"/>
                  </a:lnTo>
                  <a:lnTo>
                    <a:pt x="80" y="22"/>
                  </a:lnTo>
                  <a:lnTo>
                    <a:pt x="78" y="20"/>
                  </a:lnTo>
                  <a:lnTo>
                    <a:pt x="78" y="20"/>
                  </a:lnTo>
                  <a:lnTo>
                    <a:pt x="71" y="19"/>
                  </a:lnTo>
                  <a:lnTo>
                    <a:pt x="69" y="17"/>
                  </a:lnTo>
                  <a:lnTo>
                    <a:pt x="67" y="19"/>
                  </a:lnTo>
                  <a:lnTo>
                    <a:pt x="67" y="19"/>
                  </a:lnTo>
                  <a:lnTo>
                    <a:pt x="65" y="22"/>
                  </a:lnTo>
                  <a:lnTo>
                    <a:pt x="63" y="22"/>
                  </a:lnTo>
                  <a:lnTo>
                    <a:pt x="62" y="20"/>
                  </a:lnTo>
                  <a:lnTo>
                    <a:pt x="62" y="20"/>
                  </a:lnTo>
                  <a:lnTo>
                    <a:pt x="58" y="17"/>
                  </a:lnTo>
                  <a:lnTo>
                    <a:pt x="54" y="17"/>
                  </a:lnTo>
                  <a:lnTo>
                    <a:pt x="54" y="17"/>
                  </a:lnTo>
                  <a:lnTo>
                    <a:pt x="53" y="17"/>
                  </a:lnTo>
                  <a:lnTo>
                    <a:pt x="53" y="17"/>
                  </a:lnTo>
                  <a:lnTo>
                    <a:pt x="53" y="11"/>
                  </a:lnTo>
                  <a:lnTo>
                    <a:pt x="53" y="11"/>
                  </a:lnTo>
                  <a:lnTo>
                    <a:pt x="53" y="8"/>
                  </a:lnTo>
                  <a:lnTo>
                    <a:pt x="49" y="4"/>
                  </a:lnTo>
                  <a:lnTo>
                    <a:pt x="45" y="0"/>
                  </a:lnTo>
                  <a:lnTo>
                    <a:pt x="45" y="0"/>
                  </a:lnTo>
                  <a:lnTo>
                    <a:pt x="38" y="0"/>
                  </a:lnTo>
                  <a:lnTo>
                    <a:pt x="38" y="0"/>
                  </a:lnTo>
                  <a:lnTo>
                    <a:pt x="31" y="0"/>
                  </a:lnTo>
                  <a:lnTo>
                    <a:pt x="27" y="2"/>
                  </a:lnTo>
                  <a:lnTo>
                    <a:pt x="25" y="4"/>
                  </a:lnTo>
                  <a:lnTo>
                    <a:pt x="25" y="4"/>
                  </a:lnTo>
                  <a:lnTo>
                    <a:pt x="23" y="8"/>
                  </a:lnTo>
                  <a:lnTo>
                    <a:pt x="18" y="10"/>
                  </a:lnTo>
                  <a:lnTo>
                    <a:pt x="18" y="10"/>
                  </a:lnTo>
                  <a:lnTo>
                    <a:pt x="16" y="13"/>
                  </a:lnTo>
                  <a:lnTo>
                    <a:pt x="16" y="15"/>
                  </a:lnTo>
                  <a:lnTo>
                    <a:pt x="16" y="17"/>
                  </a:lnTo>
                  <a:lnTo>
                    <a:pt x="16" y="17"/>
                  </a:lnTo>
                  <a:lnTo>
                    <a:pt x="20" y="20"/>
                  </a:lnTo>
                  <a:lnTo>
                    <a:pt x="20" y="22"/>
                  </a:lnTo>
                  <a:lnTo>
                    <a:pt x="16" y="26"/>
                  </a:lnTo>
                  <a:lnTo>
                    <a:pt x="16" y="26"/>
                  </a:lnTo>
                  <a:lnTo>
                    <a:pt x="16" y="31"/>
                  </a:lnTo>
                  <a:lnTo>
                    <a:pt x="16" y="31"/>
                  </a:lnTo>
                  <a:lnTo>
                    <a:pt x="16" y="35"/>
                  </a:lnTo>
                  <a:lnTo>
                    <a:pt x="18" y="37"/>
                  </a:lnTo>
                  <a:lnTo>
                    <a:pt x="20" y="37"/>
                  </a:lnTo>
                  <a:lnTo>
                    <a:pt x="20" y="40"/>
                  </a:lnTo>
                  <a:lnTo>
                    <a:pt x="20" y="40"/>
                  </a:lnTo>
                  <a:lnTo>
                    <a:pt x="18" y="40"/>
                  </a:lnTo>
                  <a:lnTo>
                    <a:pt x="16" y="42"/>
                  </a:lnTo>
                  <a:lnTo>
                    <a:pt x="14" y="42"/>
                  </a:lnTo>
                  <a:lnTo>
                    <a:pt x="12" y="42"/>
                  </a:lnTo>
                  <a:lnTo>
                    <a:pt x="12" y="42"/>
                  </a:lnTo>
                  <a:lnTo>
                    <a:pt x="12" y="44"/>
                  </a:lnTo>
                  <a:lnTo>
                    <a:pt x="14" y="46"/>
                  </a:lnTo>
                  <a:lnTo>
                    <a:pt x="18" y="48"/>
                  </a:lnTo>
                  <a:lnTo>
                    <a:pt x="20" y="48"/>
                  </a:lnTo>
                  <a:lnTo>
                    <a:pt x="22" y="51"/>
                  </a:lnTo>
                  <a:lnTo>
                    <a:pt x="22" y="51"/>
                  </a:lnTo>
                  <a:lnTo>
                    <a:pt x="20" y="51"/>
                  </a:lnTo>
                  <a:lnTo>
                    <a:pt x="18" y="53"/>
                  </a:lnTo>
                  <a:lnTo>
                    <a:pt x="14" y="55"/>
                  </a:lnTo>
                  <a:lnTo>
                    <a:pt x="14" y="55"/>
                  </a:lnTo>
                  <a:lnTo>
                    <a:pt x="12" y="57"/>
                  </a:lnTo>
                  <a:lnTo>
                    <a:pt x="11" y="61"/>
                  </a:lnTo>
                  <a:lnTo>
                    <a:pt x="11" y="61"/>
                  </a:lnTo>
                  <a:lnTo>
                    <a:pt x="7" y="62"/>
                  </a:lnTo>
                  <a:lnTo>
                    <a:pt x="3" y="62"/>
                  </a:lnTo>
                  <a:lnTo>
                    <a:pt x="3" y="62"/>
                  </a:lnTo>
                  <a:lnTo>
                    <a:pt x="1" y="66"/>
                  </a:lnTo>
                  <a:lnTo>
                    <a:pt x="3" y="70"/>
                  </a:lnTo>
                  <a:lnTo>
                    <a:pt x="3" y="75"/>
                  </a:lnTo>
                  <a:lnTo>
                    <a:pt x="1" y="79"/>
                  </a:lnTo>
                  <a:lnTo>
                    <a:pt x="1" y="79"/>
                  </a:lnTo>
                  <a:lnTo>
                    <a:pt x="0" y="81"/>
                  </a:lnTo>
                  <a:lnTo>
                    <a:pt x="0" y="8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9" name="Freeform 11">
              <a:extLst>
                <a:ext uri="{FF2B5EF4-FFF2-40B4-BE49-F238E27FC236}">
                  <a16:creationId xmlns:a16="http://schemas.microsoft.com/office/drawing/2014/main" id="{FBC2B980-BBDC-4899-900A-4106E6DFB3F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65646" y="3497220"/>
              <a:ext cx="275839" cy="183893"/>
            </a:xfrm>
            <a:custGeom>
              <a:avLst/>
              <a:gdLst>
                <a:gd name="T0" fmla="*/ 2 w 186"/>
                <a:gd name="T1" fmla="*/ 42 h 124"/>
                <a:gd name="T2" fmla="*/ 5 w 186"/>
                <a:gd name="T3" fmla="*/ 37 h 124"/>
                <a:gd name="T4" fmla="*/ 5 w 186"/>
                <a:gd name="T5" fmla="*/ 35 h 124"/>
                <a:gd name="T6" fmla="*/ 7 w 186"/>
                <a:gd name="T7" fmla="*/ 35 h 124"/>
                <a:gd name="T8" fmla="*/ 9 w 186"/>
                <a:gd name="T9" fmla="*/ 31 h 124"/>
                <a:gd name="T10" fmla="*/ 11 w 186"/>
                <a:gd name="T11" fmla="*/ 28 h 124"/>
                <a:gd name="T12" fmla="*/ 11 w 186"/>
                <a:gd name="T13" fmla="*/ 26 h 124"/>
                <a:gd name="T14" fmla="*/ 15 w 186"/>
                <a:gd name="T15" fmla="*/ 24 h 124"/>
                <a:gd name="T16" fmla="*/ 18 w 186"/>
                <a:gd name="T17" fmla="*/ 26 h 124"/>
                <a:gd name="T18" fmla="*/ 20 w 186"/>
                <a:gd name="T19" fmla="*/ 30 h 124"/>
                <a:gd name="T20" fmla="*/ 24 w 186"/>
                <a:gd name="T21" fmla="*/ 30 h 124"/>
                <a:gd name="T22" fmla="*/ 29 w 186"/>
                <a:gd name="T23" fmla="*/ 30 h 124"/>
                <a:gd name="T24" fmla="*/ 46 w 186"/>
                <a:gd name="T25" fmla="*/ 31 h 124"/>
                <a:gd name="T26" fmla="*/ 60 w 186"/>
                <a:gd name="T27" fmla="*/ 57 h 124"/>
                <a:gd name="T28" fmla="*/ 69 w 186"/>
                <a:gd name="T29" fmla="*/ 46 h 124"/>
                <a:gd name="T30" fmla="*/ 146 w 186"/>
                <a:gd name="T31" fmla="*/ 0 h 124"/>
                <a:gd name="T32" fmla="*/ 162 w 186"/>
                <a:gd name="T33" fmla="*/ 35 h 124"/>
                <a:gd name="T34" fmla="*/ 169 w 186"/>
                <a:gd name="T35" fmla="*/ 44 h 124"/>
                <a:gd name="T36" fmla="*/ 159 w 186"/>
                <a:gd name="T37" fmla="*/ 44 h 124"/>
                <a:gd name="T38" fmla="*/ 151 w 186"/>
                <a:gd name="T39" fmla="*/ 50 h 124"/>
                <a:gd name="T40" fmla="*/ 149 w 186"/>
                <a:gd name="T41" fmla="*/ 53 h 124"/>
                <a:gd name="T42" fmla="*/ 151 w 186"/>
                <a:gd name="T43" fmla="*/ 59 h 124"/>
                <a:gd name="T44" fmla="*/ 146 w 186"/>
                <a:gd name="T45" fmla="*/ 61 h 124"/>
                <a:gd name="T46" fmla="*/ 140 w 186"/>
                <a:gd name="T47" fmla="*/ 70 h 124"/>
                <a:gd name="T48" fmla="*/ 140 w 186"/>
                <a:gd name="T49" fmla="*/ 72 h 124"/>
                <a:gd name="T50" fmla="*/ 120 w 186"/>
                <a:gd name="T51" fmla="*/ 81 h 124"/>
                <a:gd name="T52" fmla="*/ 100 w 186"/>
                <a:gd name="T53" fmla="*/ 88 h 124"/>
                <a:gd name="T54" fmla="*/ 97 w 186"/>
                <a:gd name="T55" fmla="*/ 93 h 124"/>
                <a:gd name="T56" fmla="*/ 93 w 186"/>
                <a:gd name="T57" fmla="*/ 99 h 124"/>
                <a:gd name="T58" fmla="*/ 80 w 186"/>
                <a:gd name="T59" fmla="*/ 99 h 124"/>
                <a:gd name="T60" fmla="*/ 75 w 186"/>
                <a:gd name="T61" fmla="*/ 95 h 124"/>
                <a:gd name="T62" fmla="*/ 67 w 186"/>
                <a:gd name="T63" fmla="*/ 101 h 124"/>
                <a:gd name="T64" fmla="*/ 56 w 186"/>
                <a:gd name="T65" fmla="*/ 101 h 124"/>
                <a:gd name="T66" fmla="*/ 53 w 186"/>
                <a:gd name="T67" fmla="*/ 101 h 124"/>
                <a:gd name="T68" fmla="*/ 42 w 186"/>
                <a:gd name="T69" fmla="*/ 108 h 124"/>
                <a:gd name="T70" fmla="*/ 29 w 186"/>
                <a:gd name="T71" fmla="*/ 115 h 124"/>
                <a:gd name="T72" fmla="*/ 16 w 186"/>
                <a:gd name="T73" fmla="*/ 115 h 124"/>
                <a:gd name="T74" fmla="*/ 11 w 186"/>
                <a:gd name="T75" fmla="*/ 112 h 124"/>
                <a:gd name="T76" fmla="*/ 9 w 186"/>
                <a:gd name="T77" fmla="*/ 93 h 124"/>
                <a:gd name="T78" fmla="*/ 5 w 186"/>
                <a:gd name="T79" fmla="*/ 90 h 124"/>
                <a:gd name="T80" fmla="*/ 2 w 186"/>
                <a:gd name="T81" fmla="*/ 86 h 124"/>
                <a:gd name="T82" fmla="*/ 4 w 186"/>
                <a:gd name="T83" fmla="*/ 82 h 124"/>
                <a:gd name="T84" fmla="*/ 4 w 186"/>
                <a:gd name="T85" fmla="*/ 84 h 124"/>
                <a:gd name="T86" fmla="*/ 0 w 186"/>
                <a:gd name="T87" fmla="*/ 53 h 124"/>
                <a:gd name="T88" fmla="*/ 0 w 186"/>
                <a:gd name="T89" fmla="*/ 50 h 124"/>
                <a:gd name="T90" fmla="*/ 2 w 186"/>
                <a:gd name="T91" fmla="*/ 42 h 124"/>
                <a:gd name="T92" fmla="*/ 179 w 186"/>
                <a:gd name="T93" fmla="*/ 121 h 124"/>
                <a:gd name="T94" fmla="*/ 177 w 186"/>
                <a:gd name="T95" fmla="*/ 121 h 124"/>
                <a:gd name="T96" fmla="*/ 186 w 186"/>
                <a:gd name="T97" fmla="*/ 124 h 124"/>
                <a:gd name="T98" fmla="*/ 186 w 186"/>
                <a:gd name="T99" fmla="*/ 123 h 124"/>
                <a:gd name="T100" fmla="*/ 179 w 186"/>
                <a:gd name="T101" fmla="*/ 121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86" h="124">
                  <a:moveTo>
                    <a:pt x="2" y="42"/>
                  </a:moveTo>
                  <a:lnTo>
                    <a:pt x="2" y="42"/>
                  </a:lnTo>
                  <a:lnTo>
                    <a:pt x="4" y="41"/>
                  </a:lnTo>
                  <a:lnTo>
                    <a:pt x="5" y="37"/>
                  </a:lnTo>
                  <a:lnTo>
                    <a:pt x="5" y="37"/>
                  </a:lnTo>
                  <a:lnTo>
                    <a:pt x="5" y="35"/>
                  </a:lnTo>
                  <a:lnTo>
                    <a:pt x="7" y="35"/>
                  </a:lnTo>
                  <a:lnTo>
                    <a:pt x="7" y="35"/>
                  </a:lnTo>
                  <a:lnTo>
                    <a:pt x="9" y="31"/>
                  </a:lnTo>
                  <a:lnTo>
                    <a:pt x="9" y="31"/>
                  </a:lnTo>
                  <a:lnTo>
                    <a:pt x="9" y="30"/>
                  </a:lnTo>
                  <a:lnTo>
                    <a:pt x="11" y="28"/>
                  </a:lnTo>
                  <a:lnTo>
                    <a:pt x="11" y="28"/>
                  </a:lnTo>
                  <a:lnTo>
                    <a:pt x="11" y="26"/>
                  </a:lnTo>
                  <a:lnTo>
                    <a:pt x="15" y="24"/>
                  </a:lnTo>
                  <a:lnTo>
                    <a:pt x="15" y="24"/>
                  </a:lnTo>
                  <a:lnTo>
                    <a:pt x="18" y="24"/>
                  </a:lnTo>
                  <a:lnTo>
                    <a:pt x="18" y="26"/>
                  </a:lnTo>
                  <a:lnTo>
                    <a:pt x="18" y="28"/>
                  </a:lnTo>
                  <a:lnTo>
                    <a:pt x="20" y="30"/>
                  </a:lnTo>
                  <a:lnTo>
                    <a:pt x="20" y="30"/>
                  </a:lnTo>
                  <a:lnTo>
                    <a:pt x="24" y="30"/>
                  </a:lnTo>
                  <a:lnTo>
                    <a:pt x="29" y="30"/>
                  </a:lnTo>
                  <a:lnTo>
                    <a:pt x="29" y="30"/>
                  </a:lnTo>
                  <a:lnTo>
                    <a:pt x="36" y="30"/>
                  </a:lnTo>
                  <a:lnTo>
                    <a:pt x="46" y="31"/>
                  </a:lnTo>
                  <a:lnTo>
                    <a:pt x="56" y="37"/>
                  </a:lnTo>
                  <a:lnTo>
                    <a:pt x="60" y="57"/>
                  </a:lnTo>
                  <a:lnTo>
                    <a:pt x="60" y="57"/>
                  </a:lnTo>
                  <a:lnTo>
                    <a:pt x="69" y="46"/>
                  </a:lnTo>
                  <a:lnTo>
                    <a:pt x="89" y="20"/>
                  </a:lnTo>
                  <a:lnTo>
                    <a:pt x="146" y="0"/>
                  </a:lnTo>
                  <a:lnTo>
                    <a:pt x="146" y="4"/>
                  </a:lnTo>
                  <a:lnTo>
                    <a:pt x="162" y="35"/>
                  </a:lnTo>
                  <a:lnTo>
                    <a:pt x="171" y="42"/>
                  </a:lnTo>
                  <a:lnTo>
                    <a:pt x="169" y="44"/>
                  </a:lnTo>
                  <a:lnTo>
                    <a:pt x="169" y="44"/>
                  </a:lnTo>
                  <a:lnTo>
                    <a:pt x="159" y="44"/>
                  </a:lnTo>
                  <a:lnTo>
                    <a:pt x="155" y="46"/>
                  </a:lnTo>
                  <a:lnTo>
                    <a:pt x="151" y="50"/>
                  </a:lnTo>
                  <a:lnTo>
                    <a:pt x="151" y="50"/>
                  </a:lnTo>
                  <a:lnTo>
                    <a:pt x="149" y="53"/>
                  </a:lnTo>
                  <a:lnTo>
                    <a:pt x="149" y="57"/>
                  </a:lnTo>
                  <a:lnTo>
                    <a:pt x="151" y="59"/>
                  </a:lnTo>
                  <a:lnTo>
                    <a:pt x="151" y="61"/>
                  </a:lnTo>
                  <a:lnTo>
                    <a:pt x="146" y="61"/>
                  </a:lnTo>
                  <a:lnTo>
                    <a:pt x="144" y="70"/>
                  </a:lnTo>
                  <a:lnTo>
                    <a:pt x="140" y="70"/>
                  </a:lnTo>
                  <a:lnTo>
                    <a:pt x="140" y="72"/>
                  </a:lnTo>
                  <a:lnTo>
                    <a:pt x="140" y="72"/>
                  </a:lnTo>
                  <a:lnTo>
                    <a:pt x="131" y="77"/>
                  </a:lnTo>
                  <a:lnTo>
                    <a:pt x="120" y="81"/>
                  </a:lnTo>
                  <a:lnTo>
                    <a:pt x="109" y="84"/>
                  </a:lnTo>
                  <a:lnTo>
                    <a:pt x="100" y="88"/>
                  </a:lnTo>
                  <a:lnTo>
                    <a:pt x="100" y="88"/>
                  </a:lnTo>
                  <a:lnTo>
                    <a:pt x="97" y="93"/>
                  </a:lnTo>
                  <a:lnTo>
                    <a:pt x="93" y="99"/>
                  </a:lnTo>
                  <a:lnTo>
                    <a:pt x="93" y="99"/>
                  </a:lnTo>
                  <a:lnTo>
                    <a:pt x="86" y="101"/>
                  </a:lnTo>
                  <a:lnTo>
                    <a:pt x="80" y="99"/>
                  </a:lnTo>
                  <a:lnTo>
                    <a:pt x="75" y="95"/>
                  </a:lnTo>
                  <a:lnTo>
                    <a:pt x="75" y="95"/>
                  </a:lnTo>
                  <a:lnTo>
                    <a:pt x="67" y="101"/>
                  </a:lnTo>
                  <a:lnTo>
                    <a:pt x="67" y="101"/>
                  </a:lnTo>
                  <a:lnTo>
                    <a:pt x="60" y="101"/>
                  </a:lnTo>
                  <a:lnTo>
                    <a:pt x="56" y="101"/>
                  </a:lnTo>
                  <a:lnTo>
                    <a:pt x="53" y="101"/>
                  </a:lnTo>
                  <a:lnTo>
                    <a:pt x="53" y="101"/>
                  </a:lnTo>
                  <a:lnTo>
                    <a:pt x="47" y="104"/>
                  </a:lnTo>
                  <a:lnTo>
                    <a:pt x="42" y="108"/>
                  </a:lnTo>
                  <a:lnTo>
                    <a:pt x="36" y="113"/>
                  </a:lnTo>
                  <a:lnTo>
                    <a:pt x="29" y="115"/>
                  </a:lnTo>
                  <a:lnTo>
                    <a:pt x="29" y="115"/>
                  </a:lnTo>
                  <a:lnTo>
                    <a:pt x="16" y="115"/>
                  </a:lnTo>
                  <a:lnTo>
                    <a:pt x="13" y="113"/>
                  </a:lnTo>
                  <a:lnTo>
                    <a:pt x="11" y="112"/>
                  </a:lnTo>
                  <a:lnTo>
                    <a:pt x="11" y="104"/>
                  </a:lnTo>
                  <a:lnTo>
                    <a:pt x="9" y="93"/>
                  </a:lnTo>
                  <a:lnTo>
                    <a:pt x="9" y="93"/>
                  </a:lnTo>
                  <a:lnTo>
                    <a:pt x="5" y="90"/>
                  </a:lnTo>
                  <a:lnTo>
                    <a:pt x="2" y="86"/>
                  </a:lnTo>
                  <a:lnTo>
                    <a:pt x="2" y="86"/>
                  </a:lnTo>
                  <a:lnTo>
                    <a:pt x="2" y="82"/>
                  </a:lnTo>
                  <a:lnTo>
                    <a:pt x="4" y="82"/>
                  </a:lnTo>
                  <a:lnTo>
                    <a:pt x="4" y="84"/>
                  </a:lnTo>
                  <a:lnTo>
                    <a:pt x="4" y="84"/>
                  </a:lnTo>
                  <a:lnTo>
                    <a:pt x="2" y="66"/>
                  </a:lnTo>
                  <a:lnTo>
                    <a:pt x="0" y="53"/>
                  </a:lnTo>
                  <a:lnTo>
                    <a:pt x="0" y="50"/>
                  </a:lnTo>
                  <a:lnTo>
                    <a:pt x="0" y="50"/>
                  </a:lnTo>
                  <a:lnTo>
                    <a:pt x="0" y="44"/>
                  </a:lnTo>
                  <a:lnTo>
                    <a:pt x="2" y="42"/>
                  </a:lnTo>
                  <a:close/>
                  <a:moveTo>
                    <a:pt x="179" y="121"/>
                  </a:moveTo>
                  <a:lnTo>
                    <a:pt x="179" y="121"/>
                  </a:lnTo>
                  <a:lnTo>
                    <a:pt x="177" y="121"/>
                  </a:lnTo>
                  <a:lnTo>
                    <a:pt x="177" y="121"/>
                  </a:lnTo>
                  <a:lnTo>
                    <a:pt x="179" y="123"/>
                  </a:lnTo>
                  <a:lnTo>
                    <a:pt x="186" y="124"/>
                  </a:lnTo>
                  <a:lnTo>
                    <a:pt x="186" y="124"/>
                  </a:lnTo>
                  <a:lnTo>
                    <a:pt x="186" y="123"/>
                  </a:lnTo>
                  <a:lnTo>
                    <a:pt x="184" y="121"/>
                  </a:lnTo>
                  <a:lnTo>
                    <a:pt x="179" y="121"/>
                  </a:lnTo>
                  <a:lnTo>
                    <a:pt x="179" y="12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0" name="Freeform 12">
              <a:extLst>
                <a:ext uri="{FF2B5EF4-FFF2-40B4-BE49-F238E27FC236}">
                  <a16:creationId xmlns:a16="http://schemas.microsoft.com/office/drawing/2014/main" id="{837971FC-901C-453E-809F-103F54734F46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8274" y="3233245"/>
              <a:ext cx="213553" cy="197240"/>
            </a:xfrm>
            <a:custGeom>
              <a:avLst/>
              <a:gdLst>
                <a:gd name="T0" fmla="*/ 76 w 144"/>
                <a:gd name="T1" fmla="*/ 0 h 133"/>
                <a:gd name="T2" fmla="*/ 76 w 144"/>
                <a:gd name="T3" fmla="*/ 0 h 133"/>
                <a:gd name="T4" fmla="*/ 72 w 144"/>
                <a:gd name="T5" fmla="*/ 7 h 133"/>
                <a:gd name="T6" fmla="*/ 72 w 144"/>
                <a:gd name="T7" fmla="*/ 7 h 133"/>
                <a:gd name="T8" fmla="*/ 69 w 144"/>
                <a:gd name="T9" fmla="*/ 9 h 133"/>
                <a:gd name="T10" fmla="*/ 67 w 144"/>
                <a:gd name="T11" fmla="*/ 7 h 133"/>
                <a:gd name="T12" fmla="*/ 63 w 144"/>
                <a:gd name="T13" fmla="*/ 9 h 133"/>
                <a:gd name="T14" fmla="*/ 60 w 144"/>
                <a:gd name="T15" fmla="*/ 9 h 133"/>
                <a:gd name="T16" fmla="*/ 60 w 144"/>
                <a:gd name="T17" fmla="*/ 9 h 133"/>
                <a:gd name="T18" fmla="*/ 58 w 144"/>
                <a:gd name="T19" fmla="*/ 13 h 133"/>
                <a:gd name="T20" fmla="*/ 58 w 144"/>
                <a:gd name="T21" fmla="*/ 16 h 133"/>
                <a:gd name="T22" fmla="*/ 56 w 144"/>
                <a:gd name="T23" fmla="*/ 24 h 133"/>
                <a:gd name="T24" fmla="*/ 56 w 144"/>
                <a:gd name="T25" fmla="*/ 24 h 133"/>
                <a:gd name="T26" fmla="*/ 49 w 144"/>
                <a:gd name="T27" fmla="*/ 29 h 133"/>
                <a:gd name="T28" fmla="*/ 43 w 144"/>
                <a:gd name="T29" fmla="*/ 35 h 133"/>
                <a:gd name="T30" fmla="*/ 43 w 144"/>
                <a:gd name="T31" fmla="*/ 35 h 133"/>
                <a:gd name="T32" fmla="*/ 40 w 144"/>
                <a:gd name="T33" fmla="*/ 44 h 133"/>
                <a:gd name="T34" fmla="*/ 38 w 144"/>
                <a:gd name="T35" fmla="*/ 53 h 133"/>
                <a:gd name="T36" fmla="*/ 34 w 144"/>
                <a:gd name="T37" fmla="*/ 62 h 133"/>
                <a:gd name="T38" fmla="*/ 31 w 144"/>
                <a:gd name="T39" fmla="*/ 71 h 133"/>
                <a:gd name="T40" fmla="*/ 31 w 144"/>
                <a:gd name="T41" fmla="*/ 71 h 133"/>
                <a:gd name="T42" fmla="*/ 29 w 144"/>
                <a:gd name="T43" fmla="*/ 75 h 133"/>
                <a:gd name="T44" fmla="*/ 25 w 144"/>
                <a:gd name="T45" fmla="*/ 76 h 133"/>
                <a:gd name="T46" fmla="*/ 21 w 144"/>
                <a:gd name="T47" fmla="*/ 80 h 133"/>
                <a:gd name="T48" fmla="*/ 20 w 144"/>
                <a:gd name="T49" fmla="*/ 84 h 133"/>
                <a:gd name="T50" fmla="*/ 20 w 144"/>
                <a:gd name="T51" fmla="*/ 84 h 133"/>
                <a:gd name="T52" fmla="*/ 16 w 144"/>
                <a:gd name="T53" fmla="*/ 91 h 133"/>
                <a:gd name="T54" fmla="*/ 14 w 144"/>
                <a:gd name="T55" fmla="*/ 98 h 133"/>
                <a:gd name="T56" fmla="*/ 12 w 144"/>
                <a:gd name="T57" fmla="*/ 106 h 133"/>
                <a:gd name="T58" fmla="*/ 9 w 144"/>
                <a:gd name="T59" fmla="*/ 113 h 133"/>
                <a:gd name="T60" fmla="*/ 9 w 144"/>
                <a:gd name="T61" fmla="*/ 113 h 133"/>
                <a:gd name="T62" fmla="*/ 5 w 144"/>
                <a:gd name="T63" fmla="*/ 115 h 133"/>
                <a:gd name="T64" fmla="*/ 1 w 144"/>
                <a:gd name="T65" fmla="*/ 117 h 133"/>
                <a:gd name="T66" fmla="*/ 1 w 144"/>
                <a:gd name="T67" fmla="*/ 117 h 133"/>
                <a:gd name="T68" fmla="*/ 0 w 144"/>
                <a:gd name="T69" fmla="*/ 127 h 133"/>
                <a:gd name="T70" fmla="*/ 0 w 144"/>
                <a:gd name="T71" fmla="*/ 133 h 133"/>
                <a:gd name="T72" fmla="*/ 0 w 144"/>
                <a:gd name="T73" fmla="*/ 133 h 133"/>
                <a:gd name="T74" fmla="*/ 3 w 144"/>
                <a:gd name="T75" fmla="*/ 129 h 133"/>
                <a:gd name="T76" fmla="*/ 3 w 144"/>
                <a:gd name="T77" fmla="*/ 129 h 133"/>
                <a:gd name="T78" fmla="*/ 63 w 144"/>
                <a:gd name="T79" fmla="*/ 127 h 133"/>
                <a:gd name="T80" fmla="*/ 63 w 144"/>
                <a:gd name="T81" fmla="*/ 127 h 133"/>
                <a:gd name="T82" fmla="*/ 63 w 144"/>
                <a:gd name="T83" fmla="*/ 96 h 133"/>
                <a:gd name="T84" fmla="*/ 63 w 144"/>
                <a:gd name="T85" fmla="*/ 96 h 133"/>
                <a:gd name="T86" fmla="*/ 63 w 144"/>
                <a:gd name="T87" fmla="*/ 93 h 133"/>
                <a:gd name="T88" fmla="*/ 65 w 144"/>
                <a:gd name="T89" fmla="*/ 89 h 133"/>
                <a:gd name="T90" fmla="*/ 72 w 144"/>
                <a:gd name="T91" fmla="*/ 86 h 133"/>
                <a:gd name="T92" fmla="*/ 78 w 144"/>
                <a:gd name="T93" fmla="*/ 86 h 133"/>
                <a:gd name="T94" fmla="*/ 82 w 144"/>
                <a:gd name="T95" fmla="*/ 86 h 133"/>
                <a:gd name="T96" fmla="*/ 83 w 144"/>
                <a:gd name="T97" fmla="*/ 42 h 133"/>
                <a:gd name="T98" fmla="*/ 144 w 144"/>
                <a:gd name="T99" fmla="*/ 40 h 133"/>
                <a:gd name="T100" fmla="*/ 142 w 144"/>
                <a:gd name="T101" fmla="*/ 11 h 133"/>
                <a:gd name="T102" fmla="*/ 142 w 144"/>
                <a:gd name="T103" fmla="*/ 0 h 133"/>
                <a:gd name="T104" fmla="*/ 76 w 144"/>
                <a:gd name="T105" fmla="*/ 0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44" h="133">
                  <a:moveTo>
                    <a:pt x="76" y="0"/>
                  </a:moveTo>
                  <a:lnTo>
                    <a:pt x="76" y="0"/>
                  </a:lnTo>
                  <a:lnTo>
                    <a:pt x="72" y="7"/>
                  </a:lnTo>
                  <a:lnTo>
                    <a:pt x="72" y="7"/>
                  </a:lnTo>
                  <a:lnTo>
                    <a:pt x="69" y="9"/>
                  </a:lnTo>
                  <a:lnTo>
                    <a:pt x="67" y="7"/>
                  </a:lnTo>
                  <a:lnTo>
                    <a:pt x="63" y="9"/>
                  </a:lnTo>
                  <a:lnTo>
                    <a:pt x="60" y="9"/>
                  </a:lnTo>
                  <a:lnTo>
                    <a:pt x="60" y="9"/>
                  </a:lnTo>
                  <a:lnTo>
                    <a:pt x="58" y="13"/>
                  </a:lnTo>
                  <a:lnTo>
                    <a:pt x="58" y="16"/>
                  </a:lnTo>
                  <a:lnTo>
                    <a:pt x="56" y="24"/>
                  </a:lnTo>
                  <a:lnTo>
                    <a:pt x="56" y="24"/>
                  </a:lnTo>
                  <a:lnTo>
                    <a:pt x="49" y="29"/>
                  </a:lnTo>
                  <a:lnTo>
                    <a:pt x="43" y="35"/>
                  </a:lnTo>
                  <a:lnTo>
                    <a:pt x="43" y="35"/>
                  </a:lnTo>
                  <a:lnTo>
                    <a:pt x="40" y="44"/>
                  </a:lnTo>
                  <a:lnTo>
                    <a:pt x="38" y="53"/>
                  </a:lnTo>
                  <a:lnTo>
                    <a:pt x="34" y="62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9" y="75"/>
                  </a:lnTo>
                  <a:lnTo>
                    <a:pt x="25" y="76"/>
                  </a:lnTo>
                  <a:lnTo>
                    <a:pt x="21" y="80"/>
                  </a:lnTo>
                  <a:lnTo>
                    <a:pt x="20" y="84"/>
                  </a:lnTo>
                  <a:lnTo>
                    <a:pt x="20" y="84"/>
                  </a:lnTo>
                  <a:lnTo>
                    <a:pt x="16" y="91"/>
                  </a:lnTo>
                  <a:lnTo>
                    <a:pt x="14" y="98"/>
                  </a:lnTo>
                  <a:lnTo>
                    <a:pt x="12" y="106"/>
                  </a:lnTo>
                  <a:lnTo>
                    <a:pt x="9" y="113"/>
                  </a:lnTo>
                  <a:lnTo>
                    <a:pt x="9" y="113"/>
                  </a:lnTo>
                  <a:lnTo>
                    <a:pt x="5" y="115"/>
                  </a:lnTo>
                  <a:lnTo>
                    <a:pt x="1" y="117"/>
                  </a:lnTo>
                  <a:lnTo>
                    <a:pt x="1" y="117"/>
                  </a:lnTo>
                  <a:lnTo>
                    <a:pt x="0" y="127"/>
                  </a:lnTo>
                  <a:lnTo>
                    <a:pt x="0" y="133"/>
                  </a:lnTo>
                  <a:lnTo>
                    <a:pt x="0" y="133"/>
                  </a:lnTo>
                  <a:lnTo>
                    <a:pt x="3" y="129"/>
                  </a:lnTo>
                  <a:lnTo>
                    <a:pt x="3" y="129"/>
                  </a:lnTo>
                  <a:lnTo>
                    <a:pt x="63" y="127"/>
                  </a:lnTo>
                  <a:lnTo>
                    <a:pt x="63" y="127"/>
                  </a:lnTo>
                  <a:lnTo>
                    <a:pt x="63" y="96"/>
                  </a:lnTo>
                  <a:lnTo>
                    <a:pt x="63" y="96"/>
                  </a:lnTo>
                  <a:lnTo>
                    <a:pt x="63" y="93"/>
                  </a:lnTo>
                  <a:lnTo>
                    <a:pt x="65" y="89"/>
                  </a:lnTo>
                  <a:lnTo>
                    <a:pt x="72" y="86"/>
                  </a:lnTo>
                  <a:lnTo>
                    <a:pt x="78" y="86"/>
                  </a:lnTo>
                  <a:lnTo>
                    <a:pt x="82" y="86"/>
                  </a:lnTo>
                  <a:lnTo>
                    <a:pt x="83" y="42"/>
                  </a:lnTo>
                  <a:lnTo>
                    <a:pt x="144" y="40"/>
                  </a:lnTo>
                  <a:lnTo>
                    <a:pt x="142" y="11"/>
                  </a:lnTo>
                  <a:lnTo>
                    <a:pt x="142" y="0"/>
                  </a:lnTo>
                  <a:lnTo>
                    <a:pt x="7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1" name="Freeform 13">
              <a:extLst>
                <a:ext uri="{FF2B5EF4-FFF2-40B4-BE49-F238E27FC236}">
                  <a16:creationId xmlns:a16="http://schemas.microsoft.com/office/drawing/2014/main" id="{2C74D200-6512-477A-A1DD-FC1670EEDE5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978949" y="3381545"/>
              <a:ext cx="154233" cy="424139"/>
            </a:xfrm>
            <a:custGeom>
              <a:avLst/>
              <a:gdLst>
                <a:gd name="T0" fmla="*/ 67 w 104"/>
                <a:gd name="T1" fmla="*/ 27 h 286"/>
                <a:gd name="T2" fmla="*/ 56 w 104"/>
                <a:gd name="T3" fmla="*/ 15 h 286"/>
                <a:gd name="T4" fmla="*/ 44 w 104"/>
                <a:gd name="T5" fmla="*/ 2 h 286"/>
                <a:gd name="T6" fmla="*/ 22 w 104"/>
                <a:gd name="T7" fmla="*/ 6 h 286"/>
                <a:gd name="T8" fmla="*/ 0 w 104"/>
                <a:gd name="T9" fmla="*/ 7 h 286"/>
                <a:gd name="T10" fmla="*/ 11 w 104"/>
                <a:gd name="T11" fmla="*/ 22 h 286"/>
                <a:gd name="T12" fmla="*/ 24 w 104"/>
                <a:gd name="T13" fmla="*/ 24 h 286"/>
                <a:gd name="T14" fmla="*/ 36 w 104"/>
                <a:gd name="T15" fmla="*/ 42 h 286"/>
                <a:gd name="T16" fmla="*/ 29 w 104"/>
                <a:gd name="T17" fmla="*/ 62 h 286"/>
                <a:gd name="T18" fmla="*/ 20 w 104"/>
                <a:gd name="T19" fmla="*/ 73 h 286"/>
                <a:gd name="T20" fmla="*/ 40 w 104"/>
                <a:gd name="T21" fmla="*/ 100 h 286"/>
                <a:gd name="T22" fmla="*/ 51 w 104"/>
                <a:gd name="T23" fmla="*/ 119 h 286"/>
                <a:gd name="T24" fmla="*/ 64 w 104"/>
                <a:gd name="T25" fmla="*/ 137 h 286"/>
                <a:gd name="T26" fmla="*/ 73 w 104"/>
                <a:gd name="T27" fmla="*/ 159 h 286"/>
                <a:gd name="T28" fmla="*/ 75 w 104"/>
                <a:gd name="T29" fmla="*/ 182 h 286"/>
                <a:gd name="T30" fmla="*/ 78 w 104"/>
                <a:gd name="T31" fmla="*/ 204 h 286"/>
                <a:gd name="T32" fmla="*/ 64 w 104"/>
                <a:gd name="T33" fmla="*/ 230 h 286"/>
                <a:gd name="T34" fmla="*/ 42 w 104"/>
                <a:gd name="T35" fmla="*/ 239 h 286"/>
                <a:gd name="T36" fmla="*/ 27 w 104"/>
                <a:gd name="T37" fmla="*/ 246 h 286"/>
                <a:gd name="T38" fmla="*/ 29 w 104"/>
                <a:gd name="T39" fmla="*/ 255 h 286"/>
                <a:gd name="T40" fmla="*/ 29 w 104"/>
                <a:gd name="T41" fmla="*/ 277 h 286"/>
                <a:gd name="T42" fmla="*/ 35 w 104"/>
                <a:gd name="T43" fmla="*/ 282 h 286"/>
                <a:gd name="T44" fmla="*/ 31 w 104"/>
                <a:gd name="T45" fmla="*/ 286 h 286"/>
                <a:gd name="T46" fmla="*/ 42 w 104"/>
                <a:gd name="T47" fmla="*/ 281 h 286"/>
                <a:gd name="T48" fmla="*/ 46 w 104"/>
                <a:gd name="T49" fmla="*/ 277 h 286"/>
                <a:gd name="T50" fmla="*/ 46 w 104"/>
                <a:gd name="T51" fmla="*/ 272 h 286"/>
                <a:gd name="T52" fmla="*/ 46 w 104"/>
                <a:gd name="T53" fmla="*/ 264 h 286"/>
                <a:gd name="T54" fmla="*/ 53 w 104"/>
                <a:gd name="T55" fmla="*/ 270 h 286"/>
                <a:gd name="T56" fmla="*/ 56 w 104"/>
                <a:gd name="T57" fmla="*/ 262 h 286"/>
                <a:gd name="T58" fmla="*/ 49 w 104"/>
                <a:gd name="T59" fmla="*/ 257 h 286"/>
                <a:gd name="T60" fmla="*/ 51 w 104"/>
                <a:gd name="T61" fmla="*/ 255 h 286"/>
                <a:gd name="T62" fmla="*/ 69 w 104"/>
                <a:gd name="T63" fmla="*/ 255 h 286"/>
                <a:gd name="T64" fmla="*/ 66 w 104"/>
                <a:gd name="T65" fmla="*/ 250 h 286"/>
                <a:gd name="T66" fmla="*/ 73 w 104"/>
                <a:gd name="T67" fmla="*/ 250 h 286"/>
                <a:gd name="T68" fmla="*/ 87 w 104"/>
                <a:gd name="T69" fmla="*/ 241 h 286"/>
                <a:gd name="T70" fmla="*/ 104 w 104"/>
                <a:gd name="T71" fmla="*/ 219 h 286"/>
                <a:gd name="T72" fmla="*/ 100 w 104"/>
                <a:gd name="T73" fmla="*/ 177 h 286"/>
                <a:gd name="T74" fmla="*/ 91 w 104"/>
                <a:gd name="T75" fmla="*/ 153 h 286"/>
                <a:gd name="T76" fmla="*/ 86 w 104"/>
                <a:gd name="T77" fmla="*/ 150 h 286"/>
                <a:gd name="T78" fmla="*/ 86 w 104"/>
                <a:gd name="T79" fmla="*/ 139 h 286"/>
                <a:gd name="T80" fmla="*/ 71 w 104"/>
                <a:gd name="T81" fmla="*/ 124 h 286"/>
                <a:gd name="T82" fmla="*/ 71 w 104"/>
                <a:gd name="T83" fmla="*/ 117 h 286"/>
                <a:gd name="T84" fmla="*/ 58 w 104"/>
                <a:gd name="T85" fmla="*/ 113 h 286"/>
                <a:gd name="T86" fmla="*/ 56 w 104"/>
                <a:gd name="T87" fmla="*/ 108 h 286"/>
                <a:gd name="T88" fmla="*/ 53 w 104"/>
                <a:gd name="T89" fmla="*/ 100 h 286"/>
                <a:gd name="T90" fmla="*/ 46 w 104"/>
                <a:gd name="T91" fmla="*/ 91 h 286"/>
                <a:gd name="T92" fmla="*/ 49 w 104"/>
                <a:gd name="T93" fmla="*/ 64 h 286"/>
                <a:gd name="T94" fmla="*/ 53 w 104"/>
                <a:gd name="T95" fmla="*/ 62 h 286"/>
                <a:gd name="T96" fmla="*/ 58 w 104"/>
                <a:gd name="T97" fmla="*/ 57 h 286"/>
                <a:gd name="T98" fmla="*/ 66 w 104"/>
                <a:gd name="T99" fmla="*/ 44 h 286"/>
                <a:gd name="T100" fmla="*/ 82 w 104"/>
                <a:gd name="T101" fmla="*/ 31 h 286"/>
                <a:gd name="T102" fmla="*/ 46 w 104"/>
                <a:gd name="T103" fmla="*/ 259 h 286"/>
                <a:gd name="T104" fmla="*/ 44 w 104"/>
                <a:gd name="T105" fmla="*/ 264 h 286"/>
                <a:gd name="T106" fmla="*/ 44 w 104"/>
                <a:gd name="T107" fmla="*/ 259 h 286"/>
                <a:gd name="T108" fmla="*/ 44 w 104"/>
                <a:gd name="T109" fmla="*/ 255 h 286"/>
                <a:gd name="T110" fmla="*/ 44 w 104"/>
                <a:gd name="T111" fmla="*/ 257 h 286"/>
                <a:gd name="T112" fmla="*/ 42 w 104"/>
                <a:gd name="T113" fmla="*/ 255 h 286"/>
                <a:gd name="T114" fmla="*/ 44 w 104"/>
                <a:gd name="T115" fmla="*/ 255 h 286"/>
                <a:gd name="T116" fmla="*/ 40 w 104"/>
                <a:gd name="T117" fmla="*/ 246 h 286"/>
                <a:gd name="T118" fmla="*/ 36 w 104"/>
                <a:gd name="T119" fmla="*/ 250 h 286"/>
                <a:gd name="T120" fmla="*/ 36 w 104"/>
                <a:gd name="T121" fmla="*/ 244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04" h="286">
                  <a:moveTo>
                    <a:pt x="84" y="31"/>
                  </a:moveTo>
                  <a:lnTo>
                    <a:pt x="77" y="27"/>
                  </a:lnTo>
                  <a:lnTo>
                    <a:pt x="67" y="27"/>
                  </a:lnTo>
                  <a:lnTo>
                    <a:pt x="62" y="31"/>
                  </a:lnTo>
                  <a:lnTo>
                    <a:pt x="53" y="22"/>
                  </a:lnTo>
                  <a:lnTo>
                    <a:pt x="56" y="15"/>
                  </a:lnTo>
                  <a:lnTo>
                    <a:pt x="56" y="11"/>
                  </a:lnTo>
                  <a:lnTo>
                    <a:pt x="51" y="9"/>
                  </a:lnTo>
                  <a:lnTo>
                    <a:pt x="44" y="2"/>
                  </a:lnTo>
                  <a:lnTo>
                    <a:pt x="36" y="0"/>
                  </a:lnTo>
                  <a:lnTo>
                    <a:pt x="33" y="4"/>
                  </a:lnTo>
                  <a:lnTo>
                    <a:pt x="22" y="6"/>
                  </a:lnTo>
                  <a:lnTo>
                    <a:pt x="16" y="9"/>
                  </a:lnTo>
                  <a:lnTo>
                    <a:pt x="7" y="4"/>
                  </a:lnTo>
                  <a:lnTo>
                    <a:pt x="0" y="7"/>
                  </a:lnTo>
                  <a:lnTo>
                    <a:pt x="0" y="13"/>
                  </a:lnTo>
                  <a:lnTo>
                    <a:pt x="4" y="18"/>
                  </a:lnTo>
                  <a:lnTo>
                    <a:pt x="11" y="22"/>
                  </a:lnTo>
                  <a:lnTo>
                    <a:pt x="13" y="26"/>
                  </a:lnTo>
                  <a:lnTo>
                    <a:pt x="18" y="29"/>
                  </a:lnTo>
                  <a:lnTo>
                    <a:pt x="24" y="24"/>
                  </a:lnTo>
                  <a:lnTo>
                    <a:pt x="31" y="26"/>
                  </a:lnTo>
                  <a:lnTo>
                    <a:pt x="36" y="33"/>
                  </a:lnTo>
                  <a:lnTo>
                    <a:pt x="36" y="42"/>
                  </a:lnTo>
                  <a:lnTo>
                    <a:pt x="33" y="44"/>
                  </a:lnTo>
                  <a:lnTo>
                    <a:pt x="33" y="58"/>
                  </a:lnTo>
                  <a:lnTo>
                    <a:pt x="29" y="62"/>
                  </a:lnTo>
                  <a:lnTo>
                    <a:pt x="22" y="62"/>
                  </a:lnTo>
                  <a:lnTo>
                    <a:pt x="16" y="66"/>
                  </a:lnTo>
                  <a:lnTo>
                    <a:pt x="20" y="73"/>
                  </a:lnTo>
                  <a:lnTo>
                    <a:pt x="29" y="78"/>
                  </a:lnTo>
                  <a:lnTo>
                    <a:pt x="33" y="91"/>
                  </a:lnTo>
                  <a:lnTo>
                    <a:pt x="40" y="100"/>
                  </a:lnTo>
                  <a:lnTo>
                    <a:pt x="46" y="106"/>
                  </a:lnTo>
                  <a:lnTo>
                    <a:pt x="46" y="111"/>
                  </a:lnTo>
                  <a:lnTo>
                    <a:pt x="51" y="119"/>
                  </a:lnTo>
                  <a:lnTo>
                    <a:pt x="58" y="122"/>
                  </a:lnTo>
                  <a:lnTo>
                    <a:pt x="62" y="129"/>
                  </a:lnTo>
                  <a:lnTo>
                    <a:pt x="64" y="137"/>
                  </a:lnTo>
                  <a:lnTo>
                    <a:pt x="71" y="140"/>
                  </a:lnTo>
                  <a:lnTo>
                    <a:pt x="71" y="148"/>
                  </a:lnTo>
                  <a:lnTo>
                    <a:pt x="73" y="159"/>
                  </a:lnTo>
                  <a:lnTo>
                    <a:pt x="71" y="164"/>
                  </a:lnTo>
                  <a:lnTo>
                    <a:pt x="73" y="173"/>
                  </a:lnTo>
                  <a:lnTo>
                    <a:pt x="75" y="182"/>
                  </a:lnTo>
                  <a:lnTo>
                    <a:pt x="75" y="188"/>
                  </a:lnTo>
                  <a:lnTo>
                    <a:pt x="78" y="195"/>
                  </a:lnTo>
                  <a:lnTo>
                    <a:pt x="78" y="204"/>
                  </a:lnTo>
                  <a:lnTo>
                    <a:pt x="78" y="213"/>
                  </a:lnTo>
                  <a:lnTo>
                    <a:pt x="73" y="226"/>
                  </a:lnTo>
                  <a:lnTo>
                    <a:pt x="64" y="230"/>
                  </a:lnTo>
                  <a:lnTo>
                    <a:pt x="56" y="235"/>
                  </a:lnTo>
                  <a:lnTo>
                    <a:pt x="55" y="242"/>
                  </a:lnTo>
                  <a:lnTo>
                    <a:pt x="42" y="239"/>
                  </a:lnTo>
                  <a:lnTo>
                    <a:pt x="36" y="241"/>
                  </a:lnTo>
                  <a:lnTo>
                    <a:pt x="33" y="242"/>
                  </a:lnTo>
                  <a:lnTo>
                    <a:pt x="27" y="246"/>
                  </a:lnTo>
                  <a:lnTo>
                    <a:pt x="24" y="253"/>
                  </a:lnTo>
                  <a:lnTo>
                    <a:pt x="24" y="253"/>
                  </a:lnTo>
                  <a:lnTo>
                    <a:pt x="29" y="255"/>
                  </a:lnTo>
                  <a:lnTo>
                    <a:pt x="29" y="255"/>
                  </a:lnTo>
                  <a:lnTo>
                    <a:pt x="27" y="272"/>
                  </a:lnTo>
                  <a:lnTo>
                    <a:pt x="29" y="277"/>
                  </a:lnTo>
                  <a:lnTo>
                    <a:pt x="35" y="281"/>
                  </a:lnTo>
                  <a:lnTo>
                    <a:pt x="35" y="281"/>
                  </a:lnTo>
                  <a:lnTo>
                    <a:pt x="35" y="282"/>
                  </a:lnTo>
                  <a:lnTo>
                    <a:pt x="33" y="282"/>
                  </a:lnTo>
                  <a:lnTo>
                    <a:pt x="33" y="284"/>
                  </a:lnTo>
                  <a:lnTo>
                    <a:pt x="31" y="286"/>
                  </a:lnTo>
                  <a:lnTo>
                    <a:pt x="31" y="286"/>
                  </a:lnTo>
                  <a:lnTo>
                    <a:pt x="36" y="284"/>
                  </a:lnTo>
                  <a:lnTo>
                    <a:pt x="42" y="281"/>
                  </a:lnTo>
                  <a:lnTo>
                    <a:pt x="42" y="277"/>
                  </a:lnTo>
                  <a:lnTo>
                    <a:pt x="42" y="277"/>
                  </a:lnTo>
                  <a:lnTo>
                    <a:pt x="46" y="277"/>
                  </a:lnTo>
                  <a:lnTo>
                    <a:pt x="49" y="277"/>
                  </a:lnTo>
                  <a:lnTo>
                    <a:pt x="49" y="277"/>
                  </a:lnTo>
                  <a:lnTo>
                    <a:pt x="46" y="272"/>
                  </a:lnTo>
                  <a:lnTo>
                    <a:pt x="46" y="266"/>
                  </a:lnTo>
                  <a:lnTo>
                    <a:pt x="46" y="264"/>
                  </a:lnTo>
                  <a:lnTo>
                    <a:pt x="46" y="264"/>
                  </a:lnTo>
                  <a:lnTo>
                    <a:pt x="49" y="266"/>
                  </a:lnTo>
                  <a:lnTo>
                    <a:pt x="53" y="270"/>
                  </a:lnTo>
                  <a:lnTo>
                    <a:pt x="53" y="270"/>
                  </a:lnTo>
                  <a:lnTo>
                    <a:pt x="55" y="266"/>
                  </a:lnTo>
                  <a:lnTo>
                    <a:pt x="56" y="262"/>
                  </a:lnTo>
                  <a:lnTo>
                    <a:pt x="56" y="262"/>
                  </a:lnTo>
                  <a:lnTo>
                    <a:pt x="53" y="261"/>
                  </a:lnTo>
                  <a:lnTo>
                    <a:pt x="49" y="257"/>
                  </a:lnTo>
                  <a:lnTo>
                    <a:pt x="49" y="257"/>
                  </a:lnTo>
                  <a:lnTo>
                    <a:pt x="46" y="252"/>
                  </a:lnTo>
                  <a:lnTo>
                    <a:pt x="51" y="252"/>
                  </a:lnTo>
                  <a:lnTo>
                    <a:pt x="51" y="255"/>
                  </a:lnTo>
                  <a:lnTo>
                    <a:pt x="51" y="255"/>
                  </a:lnTo>
                  <a:lnTo>
                    <a:pt x="69" y="255"/>
                  </a:lnTo>
                  <a:lnTo>
                    <a:pt x="69" y="255"/>
                  </a:lnTo>
                  <a:lnTo>
                    <a:pt x="67" y="252"/>
                  </a:lnTo>
                  <a:lnTo>
                    <a:pt x="66" y="250"/>
                  </a:lnTo>
                  <a:lnTo>
                    <a:pt x="66" y="250"/>
                  </a:lnTo>
                  <a:lnTo>
                    <a:pt x="69" y="248"/>
                  </a:lnTo>
                  <a:lnTo>
                    <a:pt x="71" y="250"/>
                  </a:lnTo>
                  <a:lnTo>
                    <a:pt x="73" y="250"/>
                  </a:lnTo>
                  <a:lnTo>
                    <a:pt x="78" y="248"/>
                  </a:lnTo>
                  <a:lnTo>
                    <a:pt x="78" y="248"/>
                  </a:lnTo>
                  <a:lnTo>
                    <a:pt x="87" y="241"/>
                  </a:lnTo>
                  <a:lnTo>
                    <a:pt x="95" y="233"/>
                  </a:lnTo>
                  <a:lnTo>
                    <a:pt x="100" y="226"/>
                  </a:lnTo>
                  <a:lnTo>
                    <a:pt x="104" y="219"/>
                  </a:lnTo>
                  <a:lnTo>
                    <a:pt x="104" y="210"/>
                  </a:lnTo>
                  <a:lnTo>
                    <a:pt x="104" y="199"/>
                  </a:lnTo>
                  <a:lnTo>
                    <a:pt x="100" y="177"/>
                  </a:lnTo>
                  <a:lnTo>
                    <a:pt x="95" y="157"/>
                  </a:lnTo>
                  <a:lnTo>
                    <a:pt x="95" y="157"/>
                  </a:lnTo>
                  <a:lnTo>
                    <a:pt x="91" y="153"/>
                  </a:lnTo>
                  <a:lnTo>
                    <a:pt x="87" y="151"/>
                  </a:lnTo>
                  <a:lnTo>
                    <a:pt x="86" y="150"/>
                  </a:lnTo>
                  <a:lnTo>
                    <a:pt x="86" y="150"/>
                  </a:lnTo>
                  <a:lnTo>
                    <a:pt x="86" y="144"/>
                  </a:lnTo>
                  <a:lnTo>
                    <a:pt x="86" y="139"/>
                  </a:lnTo>
                  <a:lnTo>
                    <a:pt x="86" y="139"/>
                  </a:lnTo>
                  <a:lnTo>
                    <a:pt x="78" y="133"/>
                  </a:lnTo>
                  <a:lnTo>
                    <a:pt x="71" y="124"/>
                  </a:lnTo>
                  <a:lnTo>
                    <a:pt x="71" y="124"/>
                  </a:lnTo>
                  <a:lnTo>
                    <a:pt x="71" y="120"/>
                  </a:lnTo>
                  <a:lnTo>
                    <a:pt x="71" y="117"/>
                  </a:lnTo>
                  <a:lnTo>
                    <a:pt x="71" y="117"/>
                  </a:lnTo>
                  <a:lnTo>
                    <a:pt x="69" y="117"/>
                  </a:lnTo>
                  <a:lnTo>
                    <a:pt x="66" y="115"/>
                  </a:lnTo>
                  <a:lnTo>
                    <a:pt x="58" y="113"/>
                  </a:lnTo>
                  <a:lnTo>
                    <a:pt x="58" y="113"/>
                  </a:lnTo>
                  <a:lnTo>
                    <a:pt x="56" y="111"/>
                  </a:lnTo>
                  <a:lnTo>
                    <a:pt x="56" y="108"/>
                  </a:lnTo>
                  <a:lnTo>
                    <a:pt x="56" y="102"/>
                  </a:lnTo>
                  <a:lnTo>
                    <a:pt x="56" y="102"/>
                  </a:lnTo>
                  <a:lnTo>
                    <a:pt x="53" y="100"/>
                  </a:lnTo>
                  <a:lnTo>
                    <a:pt x="49" y="98"/>
                  </a:lnTo>
                  <a:lnTo>
                    <a:pt x="49" y="98"/>
                  </a:lnTo>
                  <a:lnTo>
                    <a:pt x="46" y="91"/>
                  </a:lnTo>
                  <a:lnTo>
                    <a:pt x="46" y="82"/>
                  </a:lnTo>
                  <a:lnTo>
                    <a:pt x="46" y="73"/>
                  </a:lnTo>
                  <a:lnTo>
                    <a:pt x="49" y="64"/>
                  </a:lnTo>
                  <a:lnTo>
                    <a:pt x="49" y="64"/>
                  </a:lnTo>
                  <a:lnTo>
                    <a:pt x="51" y="62"/>
                  </a:lnTo>
                  <a:lnTo>
                    <a:pt x="53" y="62"/>
                  </a:lnTo>
                  <a:lnTo>
                    <a:pt x="56" y="62"/>
                  </a:lnTo>
                  <a:lnTo>
                    <a:pt x="56" y="62"/>
                  </a:lnTo>
                  <a:lnTo>
                    <a:pt x="58" y="57"/>
                  </a:lnTo>
                  <a:lnTo>
                    <a:pt x="62" y="53"/>
                  </a:lnTo>
                  <a:lnTo>
                    <a:pt x="64" y="47"/>
                  </a:lnTo>
                  <a:lnTo>
                    <a:pt x="66" y="44"/>
                  </a:lnTo>
                  <a:lnTo>
                    <a:pt x="66" y="44"/>
                  </a:lnTo>
                  <a:lnTo>
                    <a:pt x="75" y="37"/>
                  </a:lnTo>
                  <a:lnTo>
                    <a:pt x="82" y="31"/>
                  </a:lnTo>
                  <a:lnTo>
                    <a:pt x="84" y="31"/>
                  </a:lnTo>
                  <a:close/>
                  <a:moveTo>
                    <a:pt x="46" y="259"/>
                  </a:moveTo>
                  <a:lnTo>
                    <a:pt x="46" y="259"/>
                  </a:lnTo>
                  <a:lnTo>
                    <a:pt x="47" y="261"/>
                  </a:lnTo>
                  <a:lnTo>
                    <a:pt x="46" y="262"/>
                  </a:lnTo>
                  <a:lnTo>
                    <a:pt x="44" y="264"/>
                  </a:lnTo>
                  <a:lnTo>
                    <a:pt x="44" y="264"/>
                  </a:lnTo>
                  <a:lnTo>
                    <a:pt x="44" y="261"/>
                  </a:lnTo>
                  <a:lnTo>
                    <a:pt x="44" y="259"/>
                  </a:lnTo>
                  <a:lnTo>
                    <a:pt x="46" y="259"/>
                  </a:lnTo>
                  <a:lnTo>
                    <a:pt x="46" y="259"/>
                  </a:lnTo>
                  <a:close/>
                  <a:moveTo>
                    <a:pt x="44" y="255"/>
                  </a:moveTo>
                  <a:lnTo>
                    <a:pt x="44" y="255"/>
                  </a:lnTo>
                  <a:lnTo>
                    <a:pt x="46" y="255"/>
                  </a:lnTo>
                  <a:lnTo>
                    <a:pt x="44" y="257"/>
                  </a:lnTo>
                  <a:lnTo>
                    <a:pt x="42" y="259"/>
                  </a:lnTo>
                  <a:lnTo>
                    <a:pt x="42" y="259"/>
                  </a:lnTo>
                  <a:lnTo>
                    <a:pt x="42" y="255"/>
                  </a:lnTo>
                  <a:lnTo>
                    <a:pt x="42" y="253"/>
                  </a:lnTo>
                  <a:lnTo>
                    <a:pt x="44" y="255"/>
                  </a:lnTo>
                  <a:lnTo>
                    <a:pt x="44" y="255"/>
                  </a:lnTo>
                  <a:close/>
                  <a:moveTo>
                    <a:pt x="38" y="244"/>
                  </a:moveTo>
                  <a:lnTo>
                    <a:pt x="38" y="244"/>
                  </a:lnTo>
                  <a:lnTo>
                    <a:pt x="40" y="246"/>
                  </a:lnTo>
                  <a:lnTo>
                    <a:pt x="42" y="248"/>
                  </a:lnTo>
                  <a:lnTo>
                    <a:pt x="40" y="248"/>
                  </a:lnTo>
                  <a:lnTo>
                    <a:pt x="36" y="250"/>
                  </a:lnTo>
                  <a:lnTo>
                    <a:pt x="36" y="250"/>
                  </a:lnTo>
                  <a:lnTo>
                    <a:pt x="36" y="246"/>
                  </a:lnTo>
                  <a:lnTo>
                    <a:pt x="36" y="244"/>
                  </a:lnTo>
                  <a:lnTo>
                    <a:pt x="38" y="244"/>
                  </a:lnTo>
                  <a:lnTo>
                    <a:pt x="38" y="24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2" name="Freeform 14">
              <a:extLst>
                <a:ext uri="{FF2B5EF4-FFF2-40B4-BE49-F238E27FC236}">
                  <a16:creationId xmlns:a16="http://schemas.microsoft.com/office/drawing/2014/main" id="{9F27CA7F-81FC-4EE6-9004-37C329DD97D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2087" y="3710772"/>
              <a:ext cx="318847" cy="332193"/>
            </a:xfrm>
            <a:custGeom>
              <a:avLst/>
              <a:gdLst>
                <a:gd name="T0" fmla="*/ 186 w 215"/>
                <a:gd name="T1" fmla="*/ 64 h 224"/>
                <a:gd name="T2" fmla="*/ 181 w 215"/>
                <a:gd name="T3" fmla="*/ 64 h 224"/>
                <a:gd name="T4" fmla="*/ 199 w 215"/>
                <a:gd name="T5" fmla="*/ 59 h 224"/>
                <a:gd name="T6" fmla="*/ 203 w 215"/>
                <a:gd name="T7" fmla="*/ 42 h 224"/>
                <a:gd name="T8" fmla="*/ 192 w 215"/>
                <a:gd name="T9" fmla="*/ 42 h 224"/>
                <a:gd name="T10" fmla="*/ 184 w 215"/>
                <a:gd name="T11" fmla="*/ 39 h 224"/>
                <a:gd name="T12" fmla="*/ 177 w 215"/>
                <a:gd name="T13" fmla="*/ 35 h 224"/>
                <a:gd name="T14" fmla="*/ 184 w 215"/>
                <a:gd name="T15" fmla="*/ 22 h 224"/>
                <a:gd name="T16" fmla="*/ 163 w 215"/>
                <a:gd name="T17" fmla="*/ 28 h 224"/>
                <a:gd name="T18" fmla="*/ 148 w 215"/>
                <a:gd name="T19" fmla="*/ 33 h 224"/>
                <a:gd name="T20" fmla="*/ 121 w 215"/>
                <a:gd name="T21" fmla="*/ 26 h 224"/>
                <a:gd name="T22" fmla="*/ 84 w 215"/>
                <a:gd name="T23" fmla="*/ 26 h 224"/>
                <a:gd name="T24" fmla="*/ 64 w 215"/>
                <a:gd name="T25" fmla="*/ 11 h 224"/>
                <a:gd name="T26" fmla="*/ 51 w 215"/>
                <a:gd name="T27" fmla="*/ 0 h 224"/>
                <a:gd name="T28" fmla="*/ 55 w 215"/>
                <a:gd name="T29" fmla="*/ 9 h 224"/>
                <a:gd name="T30" fmla="*/ 35 w 215"/>
                <a:gd name="T31" fmla="*/ 20 h 224"/>
                <a:gd name="T32" fmla="*/ 42 w 215"/>
                <a:gd name="T33" fmla="*/ 46 h 224"/>
                <a:gd name="T34" fmla="*/ 41 w 215"/>
                <a:gd name="T35" fmla="*/ 57 h 224"/>
                <a:gd name="T36" fmla="*/ 26 w 215"/>
                <a:gd name="T37" fmla="*/ 44 h 224"/>
                <a:gd name="T38" fmla="*/ 33 w 215"/>
                <a:gd name="T39" fmla="*/ 33 h 224"/>
                <a:gd name="T40" fmla="*/ 28 w 215"/>
                <a:gd name="T41" fmla="*/ 26 h 224"/>
                <a:gd name="T42" fmla="*/ 22 w 215"/>
                <a:gd name="T43" fmla="*/ 15 h 224"/>
                <a:gd name="T44" fmla="*/ 35 w 215"/>
                <a:gd name="T45" fmla="*/ 0 h 224"/>
                <a:gd name="T46" fmla="*/ 4 w 215"/>
                <a:gd name="T47" fmla="*/ 31 h 224"/>
                <a:gd name="T48" fmla="*/ 2 w 215"/>
                <a:gd name="T49" fmla="*/ 46 h 224"/>
                <a:gd name="T50" fmla="*/ 0 w 215"/>
                <a:gd name="T51" fmla="*/ 60 h 224"/>
                <a:gd name="T52" fmla="*/ 17 w 215"/>
                <a:gd name="T53" fmla="*/ 77 h 224"/>
                <a:gd name="T54" fmla="*/ 15 w 215"/>
                <a:gd name="T55" fmla="*/ 86 h 224"/>
                <a:gd name="T56" fmla="*/ 33 w 215"/>
                <a:gd name="T57" fmla="*/ 104 h 224"/>
                <a:gd name="T58" fmla="*/ 53 w 215"/>
                <a:gd name="T59" fmla="*/ 102 h 224"/>
                <a:gd name="T60" fmla="*/ 64 w 215"/>
                <a:gd name="T61" fmla="*/ 119 h 224"/>
                <a:gd name="T62" fmla="*/ 86 w 215"/>
                <a:gd name="T63" fmla="*/ 130 h 224"/>
                <a:gd name="T64" fmla="*/ 82 w 215"/>
                <a:gd name="T65" fmla="*/ 139 h 224"/>
                <a:gd name="T66" fmla="*/ 92 w 215"/>
                <a:gd name="T67" fmla="*/ 152 h 224"/>
                <a:gd name="T68" fmla="*/ 115 w 215"/>
                <a:gd name="T69" fmla="*/ 172 h 224"/>
                <a:gd name="T70" fmla="*/ 108 w 215"/>
                <a:gd name="T71" fmla="*/ 188 h 224"/>
                <a:gd name="T72" fmla="*/ 106 w 215"/>
                <a:gd name="T73" fmla="*/ 197 h 224"/>
                <a:gd name="T74" fmla="*/ 112 w 215"/>
                <a:gd name="T75" fmla="*/ 203 h 224"/>
                <a:gd name="T76" fmla="*/ 124 w 215"/>
                <a:gd name="T77" fmla="*/ 223 h 224"/>
                <a:gd name="T78" fmla="*/ 137 w 215"/>
                <a:gd name="T79" fmla="*/ 215 h 224"/>
                <a:gd name="T80" fmla="*/ 144 w 215"/>
                <a:gd name="T81" fmla="*/ 210 h 224"/>
                <a:gd name="T82" fmla="*/ 155 w 215"/>
                <a:gd name="T83" fmla="*/ 199 h 224"/>
                <a:gd name="T84" fmla="*/ 164 w 215"/>
                <a:gd name="T85" fmla="*/ 195 h 224"/>
                <a:gd name="T86" fmla="*/ 152 w 215"/>
                <a:gd name="T87" fmla="*/ 192 h 224"/>
                <a:gd name="T88" fmla="*/ 141 w 215"/>
                <a:gd name="T89" fmla="*/ 186 h 224"/>
                <a:gd name="T90" fmla="*/ 143 w 215"/>
                <a:gd name="T91" fmla="*/ 172 h 224"/>
                <a:gd name="T92" fmla="*/ 135 w 215"/>
                <a:gd name="T93" fmla="*/ 157 h 224"/>
                <a:gd name="T94" fmla="*/ 135 w 215"/>
                <a:gd name="T95" fmla="*/ 153 h 224"/>
                <a:gd name="T96" fmla="*/ 155 w 215"/>
                <a:gd name="T97" fmla="*/ 157 h 224"/>
                <a:gd name="T98" fmla="*/ 168 w 215"/>
                <a:gd name="T99" fmla="*/ 161 h 224"/>
                <a:gd name="T100" fmla="*/ 166 w 215"/>
                <a:gd name="T101" fmla="*/ 157 h 224"/>
                <a:gd name="T102" fmla="*/ 181 w 215"/>
                <a:gd name="T103" fmla="*/ 155 h 224"/>
                <a:gd name="T104" fmla="*/ 186 w 215"/>
                <a:gd name="T105" fmla="*/ 152 h 224"/>
                <a:gd name="T106" fmla="*/ 194 w 215"/>
                <a:gd name="T107" fmla="*/ 144 h 224"/>
                <a:gd name="T108" fmla="*/ 195 w 215"/>
                <a:gd name="T109" fmla="*/ 108 h 224"/>
                <a:gd name="T110" fmla="*/ 195 w 215"/>
                <a:gd name="T111" fmla="*/ 101 h 224"/>
                <a:gd name="T112" fmla="*/ 210 w 215"/>
                <a:gd name="T113" fmla="*/ 93 h 224"/>
                <a:gd name="T114" fmla="*/ 203 w 215"/>
                <a:gd name="T115" fmla="*/ 86 h 224"/>
                <a:gd name="T116" fmla="*/ 199 w 215"/>
                <a:gd name="T117" fmla="*/ 79 h 224"/>
                <a:gd name="T118" fmla="*/ 212 w 215"/>
                <a:gd name="T119" fmla="*/ 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15" h="224">
                  <a:moveTo>
                    <a:pt x="215" y="62"/>
                  </a:moveTo>
                  <a:lnTo>
                    <a:pt x="215" y="62"/>
                  </a:lnTo>
                  <a:lnTo>
                    <a:pt x="208" y="62"/>
                  </a:lnTo>
                  <a:lnTo>
                    <a:pt x="201" y="62"/>
                  </a:lnTo>
                  <a:lnTo>
                    <a:pt x="186" y="64"/>
                  </a:lnTo>
                  <a:lnTo>
                    <a:pt x="186" y="64"/>
                  </a:lnTo>
                  <a:lnTo>
                    <a:pt x="179" y="66"/>
                  </a:lnTo>
                  <a:lnTo>
                    <a:pt x="179" y="66"/>
                  </a:lnTo>
                  <a:lnTo>
                    <a:pt x="181" y="66"/>
                  </a:lnTo>
                  <a:lnTo>
                    <a:pt x="181" y="64"/>
                  </a:lnTo>
                  <a:lnTo>
                    <a:pt x="181" y="59"/>
                  </a:lnTo>
                  <a:lnTo>
                    <a:pt x="181" y="59"/>
                  </a:lnTo>
                  <a:lnTo>
                    <a:pt x="190" y="60"/>
                  </a:lnTo>
                  <a:lnTo>
                    <a:pt x="199" y="59"/>
                  </a:lnTo>
                  <a:lnTo>
                    <a:pt x="199" y="59"/>
                  </a:lnTo>
                  <a:lnTo>
                    <a:pt x="199" y="51"/>
                  </a:lnTo>
                  <a:lnTo>
                    <a:pt x="201" y="44"/>
                  </a:lnTo>
                  <a:lnTo>
                    <a:pt x="201" y="44"/>
                  </a:lnTo>
                  <a:lnTo>
                    <a:pt x="205" y="44"/>
                  </a:lnTo>
                  <a:lnTo>
                    <a:pt x="203" y="42"/>
                  </a:lnTo>
                  <a:lnTo>
                    <a:pt x="199" y="40"/>
                  </a:lnTo>
                  <a:lnTo>
                    <a:pt x="199" y="40"/>
                  </a:lnTo>
                  <a:lnTo>
                    <a:pt x="195" y="40"/>
                  </a:lnTo>
                  <a:lnTo>
                    <a:pt x="194" y="40"/>
                  </a:lnTo>
                  <a:lnTo>
                    <a:pt x="192" y="42"/>
                  </a:lnTo>
                  <a:lnTo>
                    <a:pt x="188" y="42"/>
                  </a:lnTo>
                  <a:lnTo>
                    <a:pt x="188" y="37"/>
                  </a:lnTo>
                  <a:lnTo>
                    <a:pt x="188" y="37"/>
                  </a:lnTo>
                  <a:lnTo>
                    <a:pt x="186" y="37"/>
                  </a:lnTo>
                  <a:lnTo>
                    <a:pt x="184" y="39"/>
                  </a:lnTo>
                  <a:lnTo>
                    <a:pt x="183" y="40"/>
                  </a:lnTo>
                  <a:lnTo>
                    <a:pt x="179" y="40"/>
                  </a:lnTo>
                  <a:lnTo>
                    <a:pt x="179" y="35"/>
                  </a:lnTo>
                  <a:lnTo>
                    <a:pt x="179" y="35"/>
                  </a:lnTo>
                  <a:lnTo>
                    <a:pt x="177" y="35"/>
                  </a:lnTo>
                  <a:lnTo>
                    <a:pt x="175" y="33"/>
                  </a:lnTo>
                  <a:lnTo>
                    <a:pt x="174" y="28"/>
                  </a:lnTo>
                  <a:lnTo>
                    <a:pt x="174" y="28"/>
                  </a:lnTo>
                  <a:lnTo>
                    <a:pt x="184" y="22"/>
                  </a:lnTo>
                  <a:lnTo>
                    <a:pt x="184" y="22"/>
                  </a:lnTo>
                  <a:lnTo>
                    <a:pt x="157" y="22"/>
                  </a:lnTo>
                  <a:lnTo>
                    <a:pt x="157" y="22"/>
                  </a:lnTo>
                  <a:lnTo>
                    <a:pt x="161" y="26"/>
                  </a:lnTo>
                  <a:lnTo>
                    <a:pt x="163" y="28"/>
                  </a:lnTo>
                  <a:lnTo>
                    <a:pt x="163" y="28"/>
                  </a:lnTo>
                  <a:lnTo>
                    <a:pt x="155" y="26"/>
                  </a:lnTo>
                  <a:lnTo>
                    <a:pt x="152" y="26"/>
                  </a:lnTo>
                  <a:lnTo>
                    <a:pt x="152" y="26"/>
                  </a:lnTo>
                  <a:lnTo>
                    <a:pt x="148" y="33"/>
                  </a:lnTo>
                  <a:lnTo>
                    <a:pt x="148" y="33"/>
                  </a:lnTo>
                  <a:lnTo>
                    <a:pt x="139" y="33"/>
                  </a:lnTo>
                  <a:lnTo>
                    <a:pt x="133" y="31"/>
                  </a:lnTo>
                  <a:lnTo>
                    <a:pt x="121" y="30"/>
                  </a:lnTo>
                  <a:lnTo>
                    <a:pt x="121" y="26"/>
                  </a:lnTo>
                  <a:lnTo>
                    <a:pt x="121" y="26"/>
                  </a:lnTo>
                  <a:lnTo>
                    <a:pt x="112" y="26"/>
                  </a:lnTo>
                  <a:lnTo>
                    <a:pt x="102" y="28"/>
                  </a:lnTo>
                  <a:lnTo>
                    <a:pt x="86" y="33"/>
                  </a:lnTo>
                  <a:lnTo>
                    <a:pt x="86" y="33"/>
                  </a:lnTo>
                  <a:lnTo>
                    <a:pt x="84" y="26"/>
                  </a:lnTo>
                  <a:lnTo>
                    <a:pt x="82" y="19"/>
                  </a:lnTo>
                  <a:lnTo>
                    <a:pt x="77" y="13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64" y="11"/>
                  </a:lnTo>
                  <a:lnTo>
                    <a:pt x="59" y="9"/>
                  </a:lnTo>
                  <a:lnTo>
                    <a:pt x="59" y="9"/>
                  </a:lnTo>
                  <a:lnTo>
                    <a:pt x="59" y="2"/>
                  </a:lnTo>
                  <a:lnTo>
                    <a:pt x="59" y="2"/>
                  </a:lnTo>
                  <a:lnTo>
                    <a:pt x="51" y="0"/>
                  </a:lnTo>
                  <a:lnTo>
                    <a:pt x="51" y="0"/>
                  </a:lnTo>
                  <a:lnTo>
                    <a:pt x="51" y="4"/>
                  </a:lnTo>
                  <a:lnTo>
                    <a:pt x="51" y="8"/>
                  </a:lnTo>
                  <a:lnTo>
                    <a:pt x="51" y="8"/>
                  </a:lnTo>
                  <a:lnTo>
                    <a:pt x="55" y="9"/>
                  </a:lnTo>
                  <a:lnTo>
                    <a:pt x="57" y="11"/>
                  </a:lnTo>
                  <a:lnTo>
                    <a:pt x="59" y="15"/>
                  </a:lnTo>
                  <a:lnTo>
                    <a:pt x="59" y="15"/>
                  </a:lnTo>
                  <a:lnTo>
                    <a:pt x="46" y="17"/>
                  </a:lnTo>
                  <a:lnTo>
                    <a:pt x="35" y="20"/>
                  </a:lnTo>
                  <a:lnTo>
                    <a:pt x="35" y="20"/>
                  </a:lnTo>
                  <a:lnTo>
                    <a:pt x="35" y="28"/>
                  </a:lnTo>
                  <a:lnTo>
                    <a:pt x="35" y="35"/>
                  </a:lnTo>
                  <a:lnTo>
                    <a:pt x="35" y="35"/>
                  </a:lnTo>
                  <a:lnTo>
                    <a:pt x="42" y="46"/>
                  </a:lnTo>
                  <a:lnTo>
                    <a:pt x="44" y="50"/>
                  </a:lnTo>
                  <a:lnTo>
                    <a:pt x="44" y="53"/>
                  </a:lnTo>
                  <a:lnTo>
                    <a:pt x="44" y="55"/>
                  </a:lnTo>
                  <a:lnTo>
                    <a:pt x="41" y="57"/>
                  </a:lnTo>
                  <a:lnTo>
                    <a:pt x="41" y="57"/>
                  </a:lnTo>
                  <a:lnTo>
                    <a:pt x="35" y="57"/>
                  </a:lnTo>
                  <a:lnTo>
                    <a:pt x="31" y="57"/>
                  </a:lnTo>
                  <a:lnTo>
                    <a:pt x="28" y="53"/>
                  </a:lnTo>
                  <a:lnTo>
                    <a:pt x="28" y="51"/>
                  </a:lnTo>
                  <a:lnTo>
                    <a:pt x="26" y="44"/>
                  </a:lnTo>
                  <a:lnTo>
                    <a:pt x="24" y="35"/>
                  </a:lnTo>
                  <a:lnTo>
                    <a:pt x="24" y="35"/>
                  </a:lnTo>
                  <a:lnTo>
                    <a:pt x="30" y="35"/>
                  </a:lnTo>
                  <a:lnTo>
                    <a:pt x="31" y="33"/>
                  </a:lnTo>
                  <a:lnTo>
                    <a:pt x="33" y="33"/>
                  </a:lnTo>
                  <a:lnTo>
                    <a:pt x="33" y="33"/>
                  </a:lnTo>
                  <a:lnTo>
                    <a:pt x="31" y="28"/>
                  </a:lnTo>
                  <a:lnTo>
                    <a:pt x="33" y="26"/>
                  </a:lnTo>
                  <a:lnTo>
                    <a:pt x="28" y="26"/>
                  </a:lnTo>
                  <a:lnTo>
                    <a:pt x="28" y="26"/>
                  </a:lnTo>
                  <a:lnTo>
                    <a:pt x="30" y="20"/>
                  </a:lnTo>
                  <a:lnTo>
                    <a:pt x="30" y="20"/>
                  </a:lnTo>
                  <a:lnTo>
                    <a:pt x="22" y="19"/>
                  </a:lnTo>
                  <a:lnTo>
                    <a:pt x="22" y="19"/>
                  </a:lnTo>
                  <a:lnTo>
                    <a:pt x="22" y="15"/>
                  </a:lnTo>
                  <a:lnTo>
                    <a:pt x="22" y="15"/>
                  </a:lnTo>
                  <a:lnTo>
                    <a:pt x="37" y="6"/>
                  </a:lnTo>
                  <a:lnTo>
                    <a:pt x="37" y="6"/>
                  </a:lnTo>
                  <a:lnTo>
                    <a:pt x="35" y="0"/>
                  </a:lnTo>
                  <a:lnTo>
                    <a:pt x="35" y="0"/>
                  </a:lnTo>
                  <a:lnTo>
                    <a:pt x="26" y="4"/>
                  </a:lnTo>
                  <a:lnTo>
                    <a:pt x="17" y="13"/>
                  </a:lnTo>
                  <a:lnTo>
                    <a:pt x="11" y="30"/>
                  </a:lnTo>
                  <a:lnTo>
                    <a:pt x="4" y="31"/>
                  </a:lnTo>
                  <a:lnTo>
                    <a:pt x="4" y="31"/>
                  </a:lnTo>
                  <a:lnTo>
                    <a:pt x="4" y="35"/>
                  </a:lnTo>
                  <a:lnTo>
                    <a:pt x="4" y="39"/>
                  </a:lnTo>
                  <a:lnTo>
                    <a:pt x="4" y="42"/>
                  </a:lnTo>
                  <a:lnTo>
                    <a:pt x="4" y="42"/>
                  </a:lnTo>
                  <a:lnTo>
                    <a:pt x="2" y="46"/>
                  </a:lnTo>
                  <a:lnTo>
                    <a:pt x="2" y="48"/>
                  </a:lnTo>
                  <a:lnTo>
                    <a:pt x="2" y="51"/>
                  </a:lnTo>
                  <a:lnTo>
                    <a:pt x="0" y="57"/>
                  </a:lnTo>
                  <a:lnTo>
                    <a:pt x="0" y="57"/>
                  </a:lnTo>
                  <a:lnTo>
                    <a:pt x="0" y="60"/>
                  </a:lnTo>
                  <a:lnTo>
                    <a:pt x="0" y="62"/>
                  </a:lnTo>
                  <a:lnTo>
                    <a:pt x="2" y="62"/>
                  </a:lnTo>
                  <a:lnTo>
                    <a:pt x="10" y="62"/>
                  </a:lnTo>
                  <a:lnTo>
                    <a:pt x="17" y="77"/>
                  </a:lnTo>
                  <a:lnTo>
                    <a:pt x="17" y="77"/>
                  </a:lnTo>
                  <a:lnTo>
                    <a:pt x="15" y="77"/>
                  </a:lnTo>
                  <a:lnTo>
                    <a:pt x="13" y="79"/>
                  </a:lnTo>
                  <a:lnTo>
                    <a:pt x="13" y="81"/>
                  </a:lnTo>
                  <a:lnTo>
                    <a:pt x="13" y="81"/>
                  </a:lnTo>
                  <a:lnTo>
                    <a:pt x="15" y="86"/>
                  </a:lnTo>
                  <a:lnTo>
                    <a:pt x="20" y="91"/>
                  </a:lnTo>
                  <a:lnTo>
                    <a:pt x="20" y="91"/>
                  </a:lnTo>
                  <a:lnTo>
                    <a:pt x="22" y="99"/>
                  </a:lnTo>
                  <a:lnTo>
                    <a:pt x="22" y="101"/>
                  </a:lnTo>
                  <a:lnTo>
                    <a:pt x="33" y="104"/>
                  </a:lnTo>
                  <a:lnTo>
                    <a:pt x="33" y="104"/>
                  </a:lnTo>
                  <a:lnTo>
                    <a:pt x="39" y="104"/>
                  </a:lnTo>
                  <a:lnTo>
                    <a:pt x="48" y="104"/>
                  </a:lnTo>
                  <a:lnTo>
                    <a:pt x="48" y="104"/>
                  </a:lnTo>
                  <a:lnTo>
                    <a:pt x="53" y="102"/>
                  </a:lnTo>
                  <a:lnTo>
                    <a:pt x="55" y="104"/>
                  </a:lnTo>
                  <a:lnTo>
                    <a:pt x="57" y="106"/>
                  </a:lnTo>
                  <a:lnTo>
                    <a:pt x="57" y="106"/>
                  </a:lnTo>
                  <a:lnTo>
                    <a:pt x="64" y="119"/>
                  </a:lnTo>
                  <a:lnTo>
                    <a:pt x="64" y="119"/>
                  </a:lnTo>
                  <a:lnTo>
                    <a:pt x="77" y="119"/>
                  </a:lnTo>
                  <a:lnTo>
                    <a:pt x="77" y="119"/>
                  </a:lnTo>
                  <a:lnTo>
                    <a:pt x="84" y="119"/>
                  </a:lnTo>
                  <a:lnTo>
                    <a:pt x="88" y="121"/>
                  </a:lnTo>
                  <a:lnTo>
                    <a:pt x="86" y="130"/>
                  </a:lnTo>
                  <a:lnTo>
                    <a:pt x="86" y="130"/>
                  </a:lnTo>
                  <a:lnTo>
                    <a:pt x="84" y="132"/>
                  </a:lnTo>
                  <a:lnTo>
                    <a:pt x="82" y="135"/>
                  </a:lnTo>
                  <a:lnTo>
                    <a:pt x="82" y="139"/>
                  </a:lnTo>
                  <a:lnTo>
                    <a:pt x="82" y="139"/>
                  </a:lnTo>
                  <a:lnTo>
                    <a:pt x="84" y="142"/>
                  </a:lnTo>
                  <a:lnTo>
                    <a:pt x="88" y="146"/>
                  </a:lnTo>
                  <a:lnTo>
                    <a:pt x="90" y="150"/>
                  </a:lnTo>
                  <a:lnTo>
                    <a:pt x="92" y="152"/>
                  </a:lnTo>
                  <a:lnTo>
                    <a:pt x="92" y="152"/>
                  </a:lnTo>
                  <a:lnTo>
                    <a:pt x="95" y="157"/>
                  </a:lnTo>
                  <a:lnTo>
                    <a:pt x="101" y="161"/>
                  </a:lnTo>
                  <a:lnTo>
                    <a:pt x="101" y="161"/>
                  </a:lnTo>
                  <a:lnTo>
                    <a:pt x="108" y="168"/>
                  </a:lnTo>
                  <a:lnTo>
                    <a:pt x="115" y="172"/>
                  </a:lnTo>
                  <a:lnTo>
                    <a:pt x="115" y="172"/>
                  </a:lnTo>
                  <a:lnTo>
                    <a:pt x="112" y="183"/>
                  </a:lnTo>
                  <a:lnTo>
                    <a:pt x="112" y="183"/>
                  </a:lnTo>
                  <a:lnTo>
                    <a:pt x="110" y="186"/>
                  </a:lnTo>
                  <a:lnTo>
                    <a:pt x="108" y="188"/>
                  </a:lnTo>
                  <a:lnTo>
                    <a:pt x="104" y="190"/>
                  </a:lnTo>
                  <a:lnTo>
                    <a:pt x="104" y="190"/>
                  </a:lnTo>
                  <a:lnTo>
                    <a:pt x="104" y="195"/>
                  </a:lnTo>
                  <a:lnTo>
                    <a:pt x="104" y="197"/>
                  </a:lnTo>
                  <a:lnTo>
                    <a:pt x="106" y="197"/>
                  </a:lnTo>
                  <a:lnTo>
                    <a:pt x="106" y="197"/>
                  </a:lnTo>
                  <a:lnTo>
                    <a:pt x="110" y="197"/>
                  </a:lnTo>
                  <a:lnTo>
                    <a:pt x="110" y="197"/>
                  </a:lnTo>
                  <a:lnTo>
                    <a:pt x="112" y="203"/>
                  </a:lnTo>
                  <a:lnTo>
                    <a:pt x="112" y="203"/>
                  </a:lnTo>
                  <a:lnTo>
                    <a:pt x="115" y="210"/>
                  </a:lnTo>
                  <a:lnTo>
                    <a:pt x="113" y="219"/>
                  </a:lnTo>
                  <a:lnTo>
                    <a:pt x="121" y="224"/>
                  </a:lnTo>
                  <a:lnTo>
                    <a:pt x="121" y="224"/>
                  </a:lnTo>
                  <a:lnTo>
                    <a:pt x="124" y="223"/>
                  </a:lnTo>
                  <a:lnTo>
                    <a:pt x="128" y="221"/>
                  </a:lnTo>
                  <a:lnTo>
                    <a:pt x="132" y="219"/>
                  </a:lnTo>
                  <a:lnTo>
                    <a:pt x="132" y="219"/>
                  </a:lnTo>
                  <a:lnTo>
                    <a:pt x="135" y="219"/>
                  </a:lnTo>
                  <a:lnTo>
                    <a:pt x="137" y="215"/>
                  </a:lnTo>
                  <a:lnTo>
                    <a:pt x="139" y="214"/>
                  </a:lnTo>
                  <a:lnTo>
                    <a:pt x="141" y="212"/>
                  </a:lnTo>
                  <a:lnTo>
                    <a:pt x="141" y="212"/>
                  </a:lnTo>
                  <a:lnTo>
                    <a:pt x="143" y="212"/>
                  </a:lnTo>
                  <a:lnTo>
                    <a:pt x="144" y="210"/>
                  </a:lnTo>
                  <a:lnTo>
                    <a:pt x="148" y="208"/>
                  </a:lnTo>
                  <a:lnTo>
                    <a:pt x="148" y="208"/>
                  </a:lnTo>
                  <a:lnTo>
                    <a:pt x="152" y="206"/>
                  </a:lnTo>
                  <a:lnTo>
                    <a:pt x="153" y="203"/>
                  </a:lnTo>
                  <a:lnTo>
                    <a:pt x="155" y="199"/>
                  </a:lnTo>
                  <a:lnTo>
                    <a:pt x="157" y="197"/>
                  </a:lnTo>
                  <a:lnTo>
                    <a:pt x="157" y="197"/>
                  </a:lnTo>
                  <a:lnTo>
                    <a:pt x="163" y="197"/>
                  </a:lnTo>
                  <a:lnTo>
                    <a:pt x="164" y="195"/>
                  </a:lnTo>
                  <a:lnTo>
                    <a:pt x="164" y="195"/>
                  </a:lnTo>
                  <a:lnTo>
                    <a:pt x="163" y="192"/>
                  </a:lnTo>
                  <a:lnTo>
                    <a:pt x="161" y="190"/>
                  </a:lnTo>
                  <a:lnTo>
                    <a:pt x="157" y="190"/>
                  </a:lnTo>
                  <a:lnTo>
                    <a:pt x="157" y="190"/>
                  </a:lnTo>
                  <a:lnTo>
                    <a:pt x="152" y="192"/>
                  </a:lnTo>
                  <a:lnTo>
                    <a:pt x="148" y="193"/>
                  </a:lnTo>
                  <a:lnTo>
                    <a:pt x="146" y="192"/>
                  </a:lnTo>
                  <a:lnTo>
                    <a:pt x="146" y="192"/>
                  </a:lnTo>
                  <a:lnTo>
                    <a:pt x="143" y="190"/>
                  </a:lnTo>
                  <a:lnTo>
                    <a:pt x="141" y="186"/>
                  </a:lnTo>
                  <a:lnTo>
                    <a:pt x="141" y="186"/>
                  </a:lnTo>
                  <a:lnTo>
                    <a:pt x="141" y="183"/>
                  </a:lnTo>
                  <a:lnTo>
                    <a:pt x="141" y="179"/>
                  </a:lnTo>
                  <a:lnTo>
                    <a:pt x="143" y="172"/>
                  </a:lnTo>
                  <a:lnTo>
                    <a:pt x="143" y="172"/>
                  </a:lnTo>
                  <a:lnTo>
                    <a:pt x="137" y="164"/>
                  </a:lnTo>
                  <a:lnTo>
                    <a:pt x="137" y="164"/>
                  </a:lnTo>
                  <a:lnTo>
                    <a:pt x="135" y="161"/>
                  </a:lnTo>
                  <a:lnTo>
                    <a:pt x="135" y="159"/>
                  </a:lnTo>
                  <a:lnTo>
                    <a:pt x="135" y="157"/>
                  </a:lnTo>
                  <a:lnTo>
                    <a:pt x="133" y="155"/>
                  </a:lnTo>
                  <a:lnTo>
                    <a:pt x="133" y="155"/>
                  </a:lnTo>
                  <a:lnTo>
                    <a:pt x="132" y="153"/>
                  </a:lnTo>
                  <a:lnTo>
                    <a:pt x="135" y="153"/>
                  </a:lnTo>
                  <a:lnTo>
                    <a:pt x="135" y="153"/>
                  </a:lnTo>
                  <a:lnTo>
                    <a:pt x="144" y="155"/>
                  </a:lnTo>
                  <a:lnTo>
                    <a:pt x="148" y="157"/>
                  </a:lnTo>
                  <a:lnTo>
                    <a:pt x="148" y="157"/>
                  </a:lnTo>
                  <a:lnTo>
                    <a:pt x="152" y="157"/>
                  </a:lnTo>
                  <a:lnTo>
                    <a:pt x="155" y="157"/>
                  </a:lnTo>
                  <a:lnTo>
                    <a:pt x="157" y="159"/>
                  </a:lnTo>
                  <a:lnTo>
                    <a:pt x="157" y="159"/>
                  </a:lnTo>
                  <a:lnTo>
                    <a:pt x="161" y="161"/>
                  </a:lnTo>
                  <a:lnTo>
                    <a:pt x="164" y="161"/>
                  </a:lnTo>
                  <a:lnTo>
                    <a:pt x="168" y="161"/>
                  </a:lnTo>
                  <a:lnTo>
                    <a:pt x="168" y="161"/>
                  </a:lnTo>
                  <a:lnTo>
                    <a:pt x="166" y="161"/>
                  </a:lnTo>
                  <a:lnTo>
                    <a:pt x="166" y="159"/>
                  </a:lnTo>
                  <a:lnTo>
                    <a:pt x="166" y="157"/>
                  </a:lnTo>
                  <a:lnTo>
                    <a:pt x="166" y="157"/>
                  </a:lnTo>
                  <a:lnTo>
                    <a:pt x="170" y="155"/>
                  </a:lnTo>
                  <a:lnTo>
                    <a:pt x="172" y="155"/>
                  </a:lnTo>
                  <a:lnTo>
                    <a:pt x="172" y="155"/>
                  </a:lnTo>
                  <a:lnTo>
                    <a:pt x="181" y="155"/>
                  </a:lnTo>
                  <a:lnTo>
                    <a:pt x="181" y="155"/>
                  </a:lnTo>
                  <a:lnTo>
                    <a:pt x="183" y="155"/>
                  </a:lnTo>
                  <a:lnTo>
                    <a:pt x="184" y="153"/>
                  </a:lnTo>
                  <a:lnTo>
                    <a:pt x="184" y="152"/>
                  </a:lnTo>
                  <a:lnTo>
                    <a:pt x="186" y="152"/>
                  </a:lnTo>
                  <a:lnTo>
                    <a:pt x="186" y="152"/>
                  </a:lnTo>
                  <a:lnTo>
                    <a:pt x="190" y="150"/>
                  </a:lnTo>
                  <a:lnTo>
                    <a:pt x="192" y="148"/>
                  </a:lnTo>
                  <a:lnTo>
                    <a:pt x="192" y="146"/>
                  </a:lnTo>
                  <a:lnTo>
                    <a:pt x="194" y="144"/>
                  </a:lnTo>
                  <a:lnTo>
                    <a:pt x="194" y="144"/>
                  </a:lnTo>
                  <a:lnTo>
                    <a:pt x="201" y="142"/>
                  </a:lnTo>
                  <a:lnTo>
                    <a:pt x="205" y="137"/>
                  </a:lnTo>
                  <a:lnTo>
                    <a:pt x="203" y="133"/>
                  </a:lnTo>
                  <a:lnTo>
                    <a:pt x="188" y="112"/>
                  </a:lnTo>
                  <a:lnTo>
                    <a:pt x="195" y="108"/>
                  </a:lnTo>
                  <a:lnTo>
                    <a:pt x="195" y="108"/>
                  </a:lnTo>
                  <a:lnTo>
                    <a:pt x="194" y="104"/>
                  </a:lnTo>
                  <a:lnTo>
                    <a:pt x="194" y="102"/>
                  </a:lnTo>
                  <a:lnTo>
                    <a:pt x="195" y="101"/>
                  </a:lnTo>
                  <a:lnTo>
                    <a:pt x="195" y="101"/>
                  </a:lnTo>
                  <a:lnTo>
                    <a:pt x="205" y="101"/>
                  </a:lnTo>
                  <a:lnTo>
                    <a:pt x="208" y="99"/>
                  </a:lnTo>
                  <a:lnTo>
                    <a:pt x="210" y="95"/>
                  </a:lnTo>
                  <a:lnTo>
                    <a:pt x="210" y="95"/>
                  </a:lnTo>
                  <a:lnTo>
                    <a:pt x="210" y="93"/>
                  </a:lnTo>
                  <a:lnTo>
                    <a:pt x="206" y="91"/>
                  </a:lnTo>
                  <a:lnTo>
                    <a:pt x="205" y="91"/>
                  </a:lnTo>
                  <a:lnTo>
                    <a:pt x="205" y="91"/>
                  </a:lnTo>
                  <a:lnTo>
                    <a:pt x="203" y="88"/>
                  </a:lnTo>
                  <a:lnTo>
                    <a:pt x="203" y="86"/>
                  </a:lnTo>
                  <a:lnTo>
                    <a:pt x="201" y="84"/>
                  </a:lnTo>
                  <a:lnTo>
                    <a:pt x="201" y="84"/>
                  </a:lnTo>
                  <a:lnTo>
                    <a:pt x="199" y="82"/>
                  </a:lnTo>
                  <a:lnTo>
                    <a:pt x="197" y="81"/>
                  </a:lnTo>
                  <a:lnTo>
                    <a:pt x="199" y="79"/>
                  </a:lnTo>
                  <a:lnTo>
                    <a:pt x="199" y="77"/>
                  </a:lnTo>
                  <a:lnTo>
                    <a:pt x="199" y="77"/>
                  </a:lnTo>
                  <a:lnTo>
                    <a:pt x="206" y="77"/>
                  </a:lnTo>
                  <a:lnTo>
                    <a:pt x="212" y="73"/>
                  </a:lnTo>
                  <a:lnTo>
                    <a:pt x="212" y="73"/>
                  </a:lnTo>
                  <a:lnTo>
                    <a:pt x="215" y="70"/>
                  </a:lnTo>
                  <a:lnTo>
                    <a:pt x="215" y="70"/>
                  </a:lnTo>
                  <a:lnTo>
                    <a:pt x="215" y="6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3" name="Freeform 15">
              <a:extLst>
                <a:ext uri="{FF2B5EF4-FFF2-40B4-BE49-F238E27FC236}">
                  <a16:creationId xmlns:a16="http://schemas.microsoft.com/office/drawing/2014/main" id="{B54968D4-A67D-49DE-946C-0D5F134443E3}"/>
                </a:ext>
              </a:extLst>
            </p:cNvPr>
            <p:cNvSpPr>
              <a:spLocks/>
            </p:cNvSpPr>
            <p:nvPr/>
          </p:nvSpPr>
          <p:spPr bwMode="auto">
            <a:xfrm>
              <a:off x="6881526" y="2657839"/>
              <a:ext cx="387065" cy="278805"/>
            </a:xfrm>
            <a:custGeom>
              <a:avLst/>
              <a:gdLst>
                <a:gd name="T0" fmla="*/ 186 w 261"/>
                <a:gd name="T1" fmla="*/ 178 h 188"/>
                <a:gd name="T2" fmla="*/ 193 w 261"/>
                <a:gd name="T3" fmla="*/ 167 h 188"/>
                <a:gd name="T4" fmla="*/ 190 w 261"/>
                <a:gd name="T5" fmla="*/ 160 h 188"/>
                <a:gd name="T6" fmla="*/ 184 w 261"/>
                <a:gd name="T7" fmla="*/ 153 h 188"/>
                <a:gd name="T8" fmla="*/ 175 w 261"/>
                <a:gd name="T9" fmla="*/ 144 h 188"/>
                <a:gd name="T10" fmla="*/ 184 w 261"/>
                <a:gd name="T11" fmla="*/ 137 h 188"/>
                <a:gd name="T12" fmla="*/ 188 w 261"/>
                <a:gd name="T13" fmla="*/ 140 h 188"/>
                <a:gd name="T14" fmla="*/ 199 w 261"/>
                <a:gd name="T15" fmla="*/ 129 h 188"/>
                <a:gd name="T16" fmla="*/ 197 w 261"/>
                <a:gd name="T17" fmla="*/ 129 h 188"/>
                <a:gd name="T18" fmla="*/ 204 w 261"/>
                <a:gd name="T19" fmla="*/ 118 h 188"/>
                <a:gd name="T20" fmla="*/ 201 w 261"/>
                <a:gd name="T21" fmla="*/ 107 h 188"/>
                <a:gd name="T22" fmla="*/ 208 w 261"/>
                <a:gd name="T23" fmla="*/ 104 h 188"/>
                <a:gd name="T24" fmla="*/ 217 w 261"/>
                <a:gd name="T25" fmla="*/ 106 h 188"/>
                <a:gd name="T26" fmla="*/ 228 w 261"/>
                <a:gd name="T27" fmla="*/ 106 h 188"/>
                <a:gd name="T28" fmla="*/ 228 w 261"/>
                <a:gd name="T29" fmla="*/ 118 h 188"/>
                <a:gd name="T30" fmla="*/ 233 w 261"/>
                <a:gd name="T31" fmla="*/ 122 h 188"/>
                <a:gd name="T32" fmla="*/ 237 w 261"/>
                <a:gd name="T33" fmla="*/ 116 h 188"/>
                <a:gd name="T34" fmla="*/ 250 w 261"/>
                <a:gd name="T35" fmla="*/ 116 h 188"/>
                <a:gd name="T36" fmla="*/ 261 w 261"/>
                <a:gd name="T37" fmla="*/ 102 h 188"/>
                <a:gd name="T38" fmla="*/ 243 w 261"/>
                <a:gd name="T39" fmla="*/ 95 h 188"/>
                <a:gd name="T40" fmla="*/ 239 w 261"/>
                <a:gd name="T41" fmla="*/ 89 h 188"/>
                <a:gd name="T42" fmla="*/ 230 w 261"/>
                <a:gd name="T43" fmla="*/ 89 h 188"/>
                <a:gd name="T44" fmla="*/ 224 w 261"/>
                <a:gd name="T45" fmla="*/ 84 h 188"/>
                <a:gd name="T46" fmla="*/ 237 w 261"/>
                <a:gd name="T47" fmla="*/ 73 h 188"/>
                <a:gd name="T48" fmla="*/ 228 w 261"/>
                <a:gd name="T49" fmla="*/ 71 h 188"/>
                <a:gd name="T50" fmla="*/ 212 w 261"/>
                <a:gd name="T51" fmla="*/ 75 h 188"/>
                <a:gd name="T52" fmla="*/ 204 w 261"/>
                <a:gd name="T53" fmla="*/ 80 h 188"/>
                <a:gd name="T54" fmla="*/ 195 w 261"/>
                <a:gd name="T55" fmla="*/ 93 h 188"/>
                <a:gd name="T56" fmla="*/ 182 w 261"/>
                <a:gd name="T57" fmla="*/ 100 h 188"/>
                <a:gd name="T58" fmla="*/ 179 w 261"/>
                <a:gd name="T59" fmla="*/ 96 h 188"/>
                <a:gd name="T60" fmla="*/ 170 w 261"/>
                <a:gd name="T61" fmla="*/ 89 h 188"/>
                <a:gd name="T62" fmla="*/ 151 w 261"/>
                <a:gd name="T63" fmla="*/ 87 h 188"/>
                <a:gd name="T64" fmla="*/ 151 w 261"/>
                <a:gd name="T65" fmla="*/ 80 h 188"/>
                <a:gd name="T66" fmla="*/ 148 w 261"/>
                <a:gd name="T67" fmla="*/ 76 h 188"/>
                <a:gd name="T68" fmla="*/ 139 w 261"/>
                <a:gd name="T69" fmla="*/ 73 h 188"/>
                <a:gd name="T70" fmla="*/ 126 w 261"/>
                <a:gd name="T71" fmla="*/ 65 h 188"/>
                <a:gd name="T72" fmla="*/ 91 w 261"/>
                <a:gd name="T73" fmla="*/ 60 h 188"/>
                <a:gd name="T74" fmla="*/ 86 w 261"/>
                <a:gd name="T75" fmla="*/ 33 h 188"/>
                <a:gd name="T76" fmla="*/ 77 w 261"/>
                <a:gd name="T77" fmla="*/ 40 h 188"/>
                <a:gd name="T78" fmla="*/ 60 w 261"/>
                <a:gd name="T79" fmla="*/ 51 h 188"/>
                <a:gd name="T80" fmla="*/ 55 w 261"/>
                <a:gd name="T81" fmla="*/ 44 h 188"/>
                <a:gd name="T82" fmla="*/ 51 w 261"/>
                <a:gd name="T83" fmla="*/ 56 h 188"/>
                <a:gd name="T84" fmla="*/ 33 w 261"/>
                <a:gd name="T85" fmla="*/ 45 h 188"/>
                <a:gd name="T86" fmla="*/ 38 w 261"/>
                <a:gd name="T87" fmla="*/ 2 h 188"/>
                <a:gd name="T88" fmla="*/ 18 w 261"/>
                <a:gd name="T89" fmla="*/ 2 h 188"/>
                <a:gd name="T90" fmla="*/ 15 w 261"/>
                <a:gd name="T91" fmla="*/ 87 h 188"/>
                <a:gd name="T92" fmla="*/ 24 w 261"/>
                <a:gd name="T93" fmla="*/ 71 h 188"/>
                <a:gd name="T94" fmla="*/ 44 w 261"/>
                <a:gd name="T95" fmla="*/ 73 h 188"/>
                <a:gd name="T96" fmla="*/ 57 w 261"/>
                <a:gd name="T97" fmla="*/ 102 h 188"/>
                <a:gd name="T98" fmla="*/ 89 w 261"/>
                <a:gd name="T99" fmla="*/ 96 h 188"/>
                <a:gd name="T100" fmla="*/ 108 w 261"/>
                <a:gd name="T101" fmla="*/ 131 h 188"/>
                <a:gd name="T102" fmla="*/ 140 w 261"/>
                <a:gd name="T103" fmla="*/ 151 h 188"/>
                <a:gd name="T104" fmla="*/ 168 w 261"/>
                <a:gd name="T105" fmla="*/ 164 h 188"/>
                <a:gd name="T106" fmla="*/ 170 w 261"/>
                <a:gd name="T107" fmla="*/ 188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61" h="188">
                  <a:moveTo>
                    <a:pt x="182" y="186"/>
                  </a:moveTo>
                  <a:lnTo>
                    <a:pt x="182" y="186"/>
                  </a:lnTo>
                  <a:lnTo>
                    <a:pt x="184" y="184"/>
                  </a:lnTo>
                  <a:lnTo>
                    <a:pt x="186" y="178"/>
                  </a:lnTo>
                  <a:lnTo>
                    <a:pt x="186" y="178"/>
                  </a:lnTo>
                  <a:lnTo>
                    <a:pt x="186" y="177"/>
                  </a:lnTo>
                  <a:lnTo>
                    <a:pt x="188" y="175"/>
                  </a:lnTo>
                  <a:lnTo>
                    <a:pt x="192" y="171"/>
                  </a:lnTo>
                  <a:lnTo>
                    <a:pt x="192" y="171"/>
                  </a:lnTo>
                  <a:lnTo>
                    <a:pt x="193" y="167"/>
                  </a:lnTo>
                  <a:lnTo>
                    <a:pt x="193" y="166"/>
                  </a:lnTo>
                  <a:lnTo>
                    <a:pt x="190" y="164"/>
                  </a:lnTo>
                  <a:lnTo>
                    <a:pt x="190" y="164"/>
                  </a:lnTo>
                  <a:lnTo>
                    <a:pt x="190" y="162"/>
                  </a:lnTo>
                  <a:lnTo>
                    <a:pt x="190" y="160"/>
                  </a:lnTo>
                  <a:lnTo>
                    <a:pt x="193" y="153"/>
                  </a:lnTo>
                  <a:lnTo>
                    <a:pt x="193" y="153"/>
                  </a:lnTo>
                  <a:lnTo>
                    <a:pt x="193" y="151"/>
                  </a:lnTo>
                  <a:lnTo>
                    <a:pt x="192" y="151"/>
                  </a:lnTo>
                  <a:lnTo>
                    <a:pt x="184" y="153"/>
                  </a:lnTo>
                  <a:lnTo>
                    <a:pt x="184" y="153"/>
                  </a:lnTo>
                  <a:lnTo>
                    <a:pt x="181" y="151"/>
                  </a:lnTo>
                  <a:lnTo>
                    <a:pt x="177" y="146"/>
                  </a:lnTo>
                  <a:lnTo>
                    <a:pt x="177" y="146"/>
                  </a:lnTo>
                  <a:lnTo>
                    <a:pt x="175" y="144"/>
                  </a:lnTo>
                  <a:lnTo>
                    <a:pt x="175" y="140"/>
                  </a:lnTo>
                  <a:lnTo>
                    <a:pt x="175" y="138"/>
                  </a:lnTo>
                  <a:lnTo>
                    <a:pt x="179" y="138"/>
                  </a:lnTo>
                  <a:lnTo>
                    <a:pt x="179" y="138"/>
                  </a:lnTo>
                  <a:lnTo>
                    <a:pt x="184" y="137"/>
                  </a:lnTo>
                  <a:lnTo>
                    <a:pt x="186" y="137"/>
                  </a:lnTo>
                  <a:lnTo>
                    <a:pt x="186" y="138"/>
                  </a:lnTo>
                  <a:lnTo>
                    <a:pt x="186" y="138"/>
                  </a:lnTo>
                  <a:lnTo>
                    <a:pt x="186" y="140"/>
                  </a:lnTo>
                  <a:lnTo>
                    <a:pt x="188" y="140"/>
                  </a:lnTo>
                  <a:lnTo>
                    <a:pt x="190" y="138"/>
                  </a:lnTo>
                  <a:lnTo>
                    <a:pt x="197" y="133"/>
                  </a:lnTo>
                  <a:lnTo>
                    <a:pt x="197" y="133"/>
                  </a:lnTo>
                  <a:lnTo>
                    <a:pt x="199" y="131"/>
                  </a:lnTo>
                  <a:lnTo>
                    <a:pt x="199" y="129"/>
                  </a:lnTo>
                  <a:lnTo>
                    <a:pt x="199" y="127"/>
                  </a:lnTo>
                  <a:lnTo>
                    <a:pt x="199" y="129"/>
                  </a:lnTo>
                  <a:lnTo>
                    <a:pt x="199" y="129"/>
                  </a:lnTo>
                  <a:lnTo>
                    <a:pt x="199" y="129"/>
                  </a:lnTo>
                  <a:lnTo>
                    <a:pt x="197" y="129"/>
                  </a:lnTo>
                  <a:lnTo>
                    <a:pt x="199" y="126"/>
                  </a:lnTo>
                  <a:lnTo>
                    <a:pt x="199" y="122"/>
                  </a:lnTo>
                  <a:lnTo>
                    <a:pt x="202" y="120"/>
                  </a:lnTo>
                  <a:lnTo>
                    <a:pt x="202" y="120"/>
                  </a:lnTo>
                  <a:lnTo>
                    <a:pt x="204" y="118"/>
                  </a:lnTo>
                  <a:lnTo>
                    <a:pt x="204" y="116"/>
                  </a:lnTo>
                  <a:lnTo>
                    <a:pt x="206" y="115"/>
                  </a:lnTo>
                  <a:lnTo>
                    <a:pt x="206" y="115"/>
                  </a:lnTo>
                  <a:lnTo>
                    <a:pt x="202" y="113"/>
                  </a:lnTo>
                  <a:lnTo>
                    <a:pt x="201" y="107"/>
                  </a:lnTo>
                  <a:lnTo>
                    <a:pt x="201" y="107"/>
                  </a:lnTo>
                  <a:lnTo>
                    <a:pt x="202" y="106"/>
                  </a:lnTo>
                  <a:lnTo>
                    <a:pt x="204" y="104"/>
                  </a:lnTo>
                  <a:lnTo>
                    <a:pt x="208" y="104"/>
                  </a:lnTo>
                  <a:lnTo>
                    <a:pt x="208" y="104"/>
                  </a:lnTo>
                  <a:lnTo>
                    <a:pt x="210" y="106"/>
                  </a:lnTo>
                  <a:lnTo>
                    <a:pt x="213" y="107"/>
                  </a:lnTo>
                  <a:lnTo>
                    <a:pt x="213" y="107"/>
                  </a:lnTo>
                  <a:lnTo>
                    <a:pt x="215" y="107"/>
                  </a:lnTo>
                  <a:lnTo>
                    <a:pt x="217" y="106"/>
                  </a:lnTo>
                  <a:lnTo>
                    <a:pt x="219" y="104"/>
                  </a:lnTo>
                  <a:lnTo>
                    <a:pt x="219" y="104"/>
                  </a:lnTo>
                  <a:lnTo>
                    <a:pt x="222" y="98"/>
                  </a:lnTo>
                  <a:lnTo>
                    <a:pt x="224" y="96"/>
                  </a:lnTo>
                  <a:lnTo>
                    <a:pt x="228" y="106"/>
                  </a:lnTo>
                  <a:lnTo>
                    <a:pt x="221" y="111"/>
                  </a:lnTo>
                  <a:lnTo>
                    <a:pt x="221" y="115"/>
                  </a:lnTo>
                  <a:lnTo>
                    <a:pt x="226" y="118"/>
                  </a:lnTo>
                  <a:lnTo>
                    <a:pt x="226" y="118"/>
                  </a:lnTo>
                  <a:lnTo>
                    <a:pt x="228" y="118"/>
                  </a:lnTo>
                  <a:lnTo>
                    <a:pt x="230" y="120"/>
                  </a:lnTo>
                  <a:lnTo>
                    <a:pt x="230" y="120"/>
                  </a:lnTo>
                  <a:lnTo>
                    <a:pt x="230" y="122"/>
                  </a:lnTo>
                  <a:lnTo>
                    <a:pt x="232" y="124"/>
                  </a:lnTo>
                  <a:lnTo>
                    <a:pt x="233" y="122"/>
                  </a:lnTo>
                  <a:lnTo>
                    <a:pt x="233" y="118"/>
                  </a:lnTo>
                  <a:lnTo>
                    <a:pt x="233" y="118"/>
                  </a:lnTo>
                  <a:lnTo>
                    <a:pt x="233" y="116"/>
                  </a:lnTo>
                  <a:lnTo>
                    <a:pt x="235" y="116"/>
                  </a:lnTo>
                  <a:lnTo>
                    <a:pt x="237" y="116"/>
                  </a:lnTo>
                  <a:lnTo>
                    <a:pt x="237" y="116"/>
                  </a:lnTo>
                  <a:lnTo>
                    <a:pt x="239" y="116"/>
                  </a:lnTo>
                  <a:lnTo>
                    <a:pt x="246" y="118"/>
                  </a:lnTo>
                  <a:lnTo>
                    <a:pt x="246" y="118"/>
                  </a:lnTo>
                  <a:lnTo>
                    <a:pt x="250" y="116"/>
                  </a:lnTo>
                  <a:lnTo>
                    <a:pt x="253" y="111"/>
                  </a:lnTo>
                  <a:lnTo>
                    <a:pt x="259" y="104"/>
                  </a:lnTo>
                  <a:lnTo>
                    <a:pt x="259" y="104"/>
                  </a:lnTo>
                  <a:lnTo>
                    <a:pt x="261" y="102"/>
                  </a:lnTo>
                  <a:lnTo>
                    <a:pt x="261" y="102"/>
                  </a:lnTo>
                  <a:lnTo>
                    <a:pt x="257" y="102"/>
                  </a:lnTo>
                  <a:lnTo>
                    <a:pt x="253" y="100"/>
                  </a:lnTo>
                  <a:lnTo>
                    <a:pt x="253" y="100"/>
                  </a:lnTo>
                  <a:lnTo>
                    <a:pt x="248" y="96"/>
                  </a:lnTo>
                  <a:lnTo>
                    <a:pt x="243" y="95"/>
                  </a:lnTo>
                  <a:lnTo>
                    <a:pt x="243" y="95"/>
                  </a:lnTo>
                  <a:lnTo>
                    <a:pt x="239" y="95"/>
                  </a:lnTo>
                  <a:lnTo>
                    <a:pt x="239" y="91"/>
                  </a:lnTo>
                  <a:lnTo>
                    <a:pt x="239" y="91"/>
                  </a:lnTo>
                  <a:lnTo>
                    <a:pt x="239" y="89"/>
                  </a:lnTo>
                  <a:lnTo>
                    <a:pt x="239" y="89"/>
                  </a:lnTo>
                  <a:lnTo>
                    <a:pt x="233" y="91"/>
                  </a:lnTo>
                  <a:lnTo>
                    <a:pt x="233" y="91"/>
                  </a:lnTo>
                  <a:lnTo>
                    <a:pt x="232" y="91"/>
                  </a:lnTo>
                  <a:lnTo>
                    <a:pt x="230" y="89"/>
                  </a:lnTo>
                  <a:lnTo>
                    <a:pt x="228" y="87"/>
                  </a:lnTo>
                  <a:lnTo>
                    <a:pt x="224" y="86"/>
                  </a:lnTo>
                  <a:lnTo>
                    <a:pt x="224" y="86"/>
                  </a:lnTo>
                  <a:lnTo>
                    <a:pt x="222" y="86"/>
                  </a:lnTo>
                  <a:lnTo>
                    <a:pt x="224" y="84"/>
                  </a:lnTo>
                  <a:lnTo>
                    <a:pt x="230" y="82"/>
                  </a:lnTo>
                  <a:lnTo>
                    <a:pt x="230" y="82"/>
                  </a:lnTo>
                  <a:lnTo>
                    <a:pt x="235" y="76"/>
                  </a:lnTo>
                  <a:lnTo>
                    <a:pt x="235" y="76"/>
                  </a:lnTo>
                  <a:lnTo>
                    <a:pt x="237" y="73"/>
                  </a:lnTo>
                  <a:lnTo>
                    <a:pt x="237" y="71"/>
                  </a:lnTo>
                  <a:lnTo>
                    <a:pt x="235" y="69"/>
                  </a:lnTo>
                  <a:lnTo>
                    <a:pt x="235" y="69"/>
                  </a:lnTo>
                  <a:lnTo>
                    <a:pt x="232" y="69"/>
                  </a:lnTo>
                  <a:lnTo>
                    <a:pt x="228" y="71"/>
                  </a:lnTo>
                  <a:lnTo>
                    <a:pt x="228" y="71"/>
                  </a:lnTo>
                  <a:lnTo>
                    <a:pt x="222" y="73"/>
                  </a:lnTo>
                  <a:lnTo>
                    <a:pt x="219" y="75"/>
                  </a:lnTo>
                  <a:lnTo>
                    <a:pt x="219" y="75"/>
                  </a:lnTo>
                  <a:lnTo>
                    <a:pt x="212" y="75"/>
                  </a:lnTo>
                  <a:lnTo>
                    <a:pt x="210" y="76"/>
                  </a:lnTo>
                  <a:lnTo>
                    <a:pt x="208" y="78"/>
                  </a:lnTo>
                  <a:lnTo>
                    <a:pt x="208" y="78"/>
                  </a:lnTo>
                  <a:lnTo>
                    <a:pt x="208" y="80"/>
                  </a:lnTo>
                  <a:lnTo>
                    <a:pt x="204" y="80"/>
                  </a:lnTo>
                  <a:lnTo>
                    <a:pt x="201" y="82"/>
                  </a:lnTo>
                  <a:lnTo>
                    <a:pt x="201" y="82"/>
                  </a:lnTo>
                  <a:lnTo>
                    <a:pt x="199" y="84"/>
                  </a:lnTo>
                  <a:lnTo>
                    <a:pt x="197" y="87"/>
                  </a:lnTo>
                  <a:lnTo>
                    <a:pt x="195" y="93"/>
                  </a:lnTo>
                  <a:lnTo>
                    <a:pt x="195" y="93"/>
                  </a:lnTo>
                  <a:lnTo>
                    <a:pt x="186" y="93"/>
                  </a:lnTo>
                  <a:lnTo>
                    <a:pt x="184" y="100"/>
                  </a:lnTo>
                  <a:lnTo>
                    <a:pt x="184" y="100"/>
                  </a:lnTo>
                  <a:lnTo>
                    <a:pt x="182" y="100"/>
                  </a:lnTo>
                  <a:lnTo>
                    <a:pt x="179" y="102"/>
                  </a:lnTo>
                  <a:lnTo>
                    <a:pt x="179" y="102"/>
                  </a:lnTo>
                  <a:lnTo>
                    <a:pt x="179" y="102"/>
                  </a:lnTo>
                  <a:lnTo>
                    <a:pt x="179" y="98"/>
                  </a:lnTo>
                  <a:lnTo>
                    <a:pt x="179" y="96"/>
                  </a:lnTo>
                  <a:lnTo>
                    <a:pt x="179" y="93"/>
                  </a:lnTo>
                  <a:lnTo>
                    <a:pt x="179" y="93"/>
                  </a:lnTo>
                  <a:lnTo>
                    <a:pt x="177" y="91"/>
                  </a:lnTo>
                  <a:lnTo>
                    <a:pt x="173" y="89"/>
                  </a:lnTo>
                  <a:lnTo>
                    <a:pt x="170" y="89"/>
                  </a:lnTo>
                  <a:lnTo>
                    <a:pt x="166" y="89"/>
                  </a:lnTo>
                  <a:lnTo>
                    <a:pt x="166" y="89"/>
                  </a:lnTo>
                  <a:lnTo>
                    <a:pt x="164" y="91"/>
                  </a:lnTo>
                  <a:lnTo>
                    <a:pt x="159" y="89"/>
                  </a:lnTo>
                  <a:lnTo>
                    <a:pt x="151" y="87"/>
                  </a:lnTo>
                  <a:lnTo>
                    <a:pt x="151" y="87"/>
                  </a:lnTo>
                  <a:lnTo>
                    <a:pt x="150" y="86"/>
                  </a:lnTo>
                  <a:lnTo>
                    <a:pt x="150" y="84"/>
                  </a:lnTo>
                  <a:lnTo>
                    <a:pt x="151" y="80"/>
                  </a:lnTo>
                  <a:lnTo>
                    <a:pt x="151" y="80"/>
                  </a:lnTo>
                  <a:lnTo>
                    <a:pt x="151" y="78"/>
                  </a:lnTo>
                  <a:lnTo>
                    <a:pt x="150" y="78"/>
                  </a:lnTo>
                  <a:lnTo>
                    <a:pt x="150" y="78"/>
                  </a:lnTo>
                  <a:lnTo>
                    <a:pt x="148" y="76"/>
                  </a:lnTo>
                  <a:lnTo>
                    <a:pt x="148" y="76"/>
                  </a:lnTo>
                  <a:lnTo>
                    <a:pt x="148" y="75"/>
                  </a:lnTo>
                  <a:lnTo>
                    <a:pt x="148" y="73"/>
                  </a:lnTo>
                  <a:lnTo>
                    <a:pt x="142" y="73"/>
                  </a:lnTo>
                  <a:lnTo>
                    <a:pt x="142" y="73"/>
                  </a:lnTo>
                  <a:lnTo>
                    <a:pt x="139" y="73"/>
                  </a:lnTo>
                  <a:lnTo>
                    <a:pt x="135" y="71"/>
                  </a:lnTo>
                  <a:lnTo>
                    <a:pt x="135" y="71"/>
                  </a:lnTo>
                  <a:lnTo>
                    <a:pt x="130" y="62"/>
                  </a:lnTo>
                  <a:lnTo>
                    <a:pt x="126" y="65"/>
                  </a:lnTo>
                  <a:lnTo>
                    <a:pt x="126" y="65"/>
                  </a:lnTo>
                  <a:lnTo>
                    <a:pt x="119" y="64"/>
                  </a:lnTo>
                  <a:lnTo>
                    <a:pt x="108" y="62"/>
                  </a:lnTo>
                  <a:lnTo>
                    <a:pt x="108" y="62"/>
                  </a:lnTo>
                  <a:lnTo>
                    <a:pt x="97" y="60"/>
                  </a:lnTo>
                  <a:lnTo>
                    <a:pt x="91" y="60"/>
                  </a:lnTo>
                  <a:lnTo>
                    <a:pt x="91" y="60"/>
                  </a:lnTo>
                  <a:lnTo>
                    <a:pt x="89" y="42"/>
                  </a:lnTo>
                  <a:lnTo>
                    <a:pt x="89" y="42"/>
                  </a:lnTo>
                  <a:lnTo>
                    <a:pt x="88" y="36"/>
                  </a:lnTo>
                  <a:lnTo>
                    <a:pt x="86" y="33"/>
                  </a:lnTo>
                  <a:lnTo>
                    <a:pt x="84" y="33"/>
                  </a:lnTo>
                  <a:lnTo>
                    <a:pt x="82" y="33"/>
                  </a:lnTo>
                  <a:lnTo>
                    <a:pt x="82" y="38"/>
                  </a:lnTo>
                  <a:lnTo>
                    <a:pt x="82" y="38"/>
                  </a:lnTo>
                  <a:lnTo>
                    <a:pt x="77" y="40"/>
                  </a:lnTo>
                  <a:lnTo>
                    <a:pt x="77" y="40"/>
                  </a:lnTo>
                  <a:lnTo>
                    <a:pt x="75" y="44"/>
                  </a:lnTo>
                  <a:lnTo>
                    <a:pt x="75" y="47"/>
                  </a:lnTo>
                  <a:lnTo>
                    <a:pt x="75" y="47"/>
                  </a:lnTo>
                  <a:lnTo>
                    <a:pt x="60" y="51"/>
                  </a:lnTo>
                  <a:lnTo>
                    <a:pt x="60" y="51"/>
                  </a:lnTo>
                  <a:lnTo>
                    <a:pt x="58" y="45"/>
                  </a:lnTo>
                  <a:lnTo>
                    <a:pt x="58" y="44"/>
                  </a:lnTo>
                  <a:lnTo>
                    <a:pt x="55" y="44"/>
                  </a:lnTo>
                  <a:lnTo>
                    <a:pt x="55" y="44"/>
                  </a:lnTo>
                  <a:lnTo>
                    <a:pt x="55" y="49"/>
                  </a:lnTo>
                  <a:lnTo>
                    <a:pt x="55" y="53"/>
                  </a:lnTo>
                  <a:lnTo>
                    <a:pt x="53" y="55"/>
                  </a:lnTo>
                  <a:lnTo>
                    <a:pt x="53" y="55"/>
                  </a:lnTo>
                  <a:lnTo>
                    <a:pt x="51" y="56"/>
                  </a:lnTo>
                  <a:lnTo>
                    <a:pt x="49" y="56"/>
                  </a:lnTo>
                  <a:lnTo>
                    <a:pt x="49" y="53"/>
                  </a:lnTo>
                  <a:lnTo>
                    <a:pt x="51" y="40"/>
                  </a:lnTo>
                  <a:lnTo>
                    <a:pt x="51" y="40"/>
                  </a:lnTo>
                  <a:lnTo>
                    <a:pt x="33" y="45"/>
                  </a:lnTo>
                  <a:lnTo>
                    <a:pt x="33" y="45"/>
                  </a:lnTo>
                  <a:lnTo>
                    <a:pt x="33" y="22"/>
                  </a:lnTo>
                  <a:lnTo>
                    <a:pt x="35" y="13"/>
                  </a:lnTo>
                  <a:lnTo>
                    <a:pt x="37" y="4"/>
                  </a:lnTo>
                  <a:lnTo>
                    <a:pt x="38" y="2"/>
                  </a:lnTo>
                  <a:lnTo>
                    <a:pt x="38" y="2"/>
                  </a:lnTo>
                  <a:lnTo>
                    <a:pt x="31" y="0"/>
                  </a:lnTo>
                  <a:lnTo>
                    <a:pt x="31" y="0"/>
                  </a:lnTo>
                  <a:lnTo>
                    <a:pt x="24" y="2"/>
                  </a:lnTo>
                  <a:lnTo>
                    <a:pt x="18" y="2"/>
                  </a:lnTo>
                  <a:lnTo>
                    <a:pt x="18" y="2"/>
                  </a:lnTo>
                  <a:lnTo>
                    <a:pt x="7" y="5"/>
                  </a:lnTo>
                  <a:lnTo>
                    <a:pt x="2" y="9"/>
                  </a:lnTo>
                  <a:lnTo>
                    <a:pt x="0" y="86"/>
                  </a:lnTo>
                  <a:lnTo>
                    <a:pt x="15" y="87"/>
                  </a:lnTo>
                  <a:lnTo>
                    <a:pt x="17" y="84"/>
                  </a:lnTo>
                  <a:lnTo>
                    <a:pt x="13" y="80"/>
                  </a:lnTo>
                  <a:lnTo>
                    <a:pt x="11" y="75"/>
                  </a:lnTo>
                  <a:lnTo>
                    <a:pt x="15" y="71"/>
                  </a:lnTo>
                  <a:lnTo>
                    <a:pt x="24" y="71"/>
                  </a:lnTo>
                  <a:lnTo>
                    <a:pt x="28" y="65"/>
                  </a:lnTo>
                  <a:lnTo>
                    <a:pt x="33" y="60"/>
                  </a:lnTo>
                  <a:lnTo>
                    <a:pt x="37" y="62"/>
                  </a:lnTo>
                  <a:lnTo>
                    <a:pt x="40" y="64"/>
                  </a:lnTo>
                  <a:lnTo>
                    <a:pt x="44" y="73"/>
                  </a:lnTo>
                  <a:lnTo>
                    <a:pt x="46" y="84"/>
                  </a:lnTo>
                  <a:lnTo>
                    <a:pt x="55" y="87"/>
                  </a:lnTo>
                  <a:lnTo>
                    <a:pt x="57" y="95"/>
                  </a:lnTo>
                  <a:lnTo>
                    <a:pt x="53" y="98"/>
                  </a:lnTo>
                  <a:lnTo>
                    <a:pt x="57" y="102"/>
                  </a:lnTo>
                  <a:lnTo>
                    <a:pt x="62" y="104"/>
                  </a:lnTo>
                  <a:lnTo>
                    <a:pt x="69" y="100"/>
                  </a:lnTo>
                  <a:lnTo>
                    <a:pt x="73" y="96"/>
                  </a:lnTo>
                  <a:lnTo>
                    <a:pt x="82" y="98"/>
                  </a:lnTo>
                  <a:lnTo>
                    <a:pt x="89" y="96"/>
                  </a:lnTo>
                  <a:lnTo>
                    <a:pt x="97" y="106"/>
                  </a:lnTo>
                  <a:lnTo>
                    <a:pt x="95" y="113"/>
                  </a:lnTo>
                  <a:lnTo>
                    <a:pt x="100" y="118"/>
                  </a:lnTo>
                  <a:lnTo>
                    <a:pt x="106" y="124"/>
                  </a:lnTo>
                  <a:lnTo>
                    <a:pt x="108" y="131"/>
                  </a:lnTo>
                  <a:lnTo>
                    <a:pt x="113" y="137"/>
                  </a:lnTo>
                  <a:lnTo>
                    <a:pt x="119" y="140"/>
                  </a:lnTo>
                  <a:lnTo>
                    <a:pt x="126" y="147"/>
                  </a:lnTo>
                  <a:lnTo>
                    <a:pt x="131" y="153"/>
                  </a:lnTo>
                  <a:lnTo>
                    <a:pt x="140" y="151"/>
                  </a:lnTo>
                  <a:lnTo>
                    <a:pt x="146" y="157"/>
                  </a:lnTo>
                  <a:lnTo>
                    <a:pt x="153" y="157"/>
                  </a:lnTo>
                  <a:lnTo>
                    <a:pt x="159" y="160"/>
                  </a:lnTo>
                  <a:lnTo>
                    <a:pt x="164" y="160"/>
                  </a:lnTo>
                  <a:lnTo>
                    <a:pt x="168" y="164"/>
                  </a:lnTo>
                  <a:lnTo>
                    <a:pt x="159" y="167"/>
                  </a:lnTo>
                  <a:lnTo>
                    <a:pt x="157" y="173"/>
                  </a:lnTo>
                  <a:lnTo>
                    <a:pt x="157" y="180"/>
                  </a:lnTo>
                  <a:lnTo>
                    <a:pt x="164" y="182"/>
                  </a:lnTo>
                  <a:lnTo>
                    <a:pt x="170" y="188"/>
                  </a:lnTo>
                  <a:lnTo>
                    <a:pt x="177" y="188"/>
                  </a:lnTo>
                  <a:lnTo>
                    <a:pt x="182" y="18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4" name="Freeform 16">
              <a:extLst>
                <a:ext uri="{FF2B5EF4-FFF2-40B4-BE49-F238E27FC236}">
                  <a16:creationId xmlns:a16="http://schemas.microsoft.com/office/drawing/2014/main" id="{154253FB-EF8D-46A8-AC18-921E6E1BF92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34200" y="2516953"/>
              <a:ext cx="1348052" cy="783026"/>
            </a:xfrm>
            <a:custGeom>
              <a:avLst/>
              <a:gdLst>
                <a:gd name="T0" fmla="*/ 767 w 909"/>
                <a:gd name="T1" fmla="*/ 224 h 528"/>
                <a:gd name="T2" fmla="*/ 523 w 909"/>
                <a:gd name="T3" fmla="*/ 432 h 528"/>
                <a:gd name="T4" fmla="*/ 812 w 909"/>
                <a:gd name="T5" fmla="*/ 201 h 528"/>
                <a:gd name="T6" fmla="*/ 862 w 909"/>
                <a:gd name="T7" fmla="*/ 173 h 528"/>
                <a:gd name="T8" fmla="*/ 809 w 909"/>
                <a:gd name="T9" fmla="*/ 106 h 528"/>
                <a:gd name="T10" fmla="*/ 38 w 909"/>
                <a:gd name="T11" fmla="*/ 49 h 528"/>
                <a:gd name="T12" fmla="*/ 42 w 909"/>
                <a:gd name="T13" fmla="*/ 26 h 528"/>
                <a:gd name="T14" fmla="*/ 896 w 909"/>
                <a:gd name="T15" fmla="*/ 84 h 528"/>
                <a:gd name="T16" fmla="*/ 876 w 909"/>
                <a:gd name="T17" fmla="*/ 49 h 528"/>
                <a:gd name="T18" fmla="*/ 843 w 909"/>
                <a:gd name="T19" fmla="*/ 93 h 528"/>
                <a:gd name="T20" fmla="*/ 770 w 909"/>
                <a:gd name="T21" fmla="*/ 113 h 528"/>
                <a:gd name="T22" fmla="*/ 692 w 909"/>
                <a:gd name="T23" fmla="*/ 170 h 528"/>
                <a:gd name="T24" fmla="*/ 656 w 909"/>
                <a:gd name="T25" fmla="*/ 175 h 528"/>
                <a:gd name="T26" fmla="*/ 661 w 909"/>
                <a:gd name="T27" fmla="*/ 157 h 528"/>
                <a:gd name="T28" fmla="*/ 647 w 909"/>
                <a:gd name="T29" fmla="*/ 100 h 528"/>
                <a:gd name="T30" fmla="*/ 616 w 909"/>
                <a:gd name="T31" fmla="*/ 102 h 528"/>
                <a:gd name="T32" fmla="*/ 592 w 909"/>
                <a:gd name="T33" fmla="*/ 175 h 528"/>
                <a:gd name="T34" fmla="*/ 581 w 909"/>
                <a:gd name="T35" fmla="*/ 104 h 528"/>
                <a:gd name="T36" fmla="*/ 616 w 909"/>
                <a:gd name="T37" fmla="*/ 75 h 528"/>
                <a:gd name="T38" fmla="*/ 641 w 909"/>
                <a:gd name="T39" fmla="*/ 77 h 528"/>
                <a:gd name="T40" fmla="*/ 586 w 909"/>
                <a:gd name="T41" fmla="*/ 64 h 528"/>
                <a:gd name="T42" fmla="*/ 574 w 909"/>
                <a:gd name="T43" fmla="*/ 49 h 528"/>
                <a:gd name="T44" fmla="*/ 530 w 909"/>
                <a:gd name="T45" fmla="*/ 55 h 528"/>
                <a:gd name="T46" fmla="*/ 543 w 909"/>
                <a:gd name="T47" fmla="*/ 24 h 528"/>
                <a:gd name="T48" fmla="*/ 499 w 909"/>
                <a:gd name="T49" fmla="*/ 15 h 528"/>
                <a:gd name="T50" fmla="*/ 470 w 909"/>
                <a:gd name="T51" fmla="*/ 0 h 528"/>
                <a:gd name="T52" fmla="*/ 0 w 909"/>
                <a:gd name="T53" fmla="*/ 24 h 528"/>
                <a:gd name="T54" fmla="*/ 14 w 909"/>
                <a:gd name="T55" fmla="*/ 111 h 528"/>
                <a:gd name="T56" fmla="*/ 12 w 909"/>
                <a:gd name="T57" fmla="*/ 215 h 528"/>
                <a:gd name="T58" fmla="*/ 40 w 909"/>
                <a:gd name="T59" fmla="*/ 257 h 528"/>
                <a:gd name="T60" fmla="*/ 56 w 909"/>
                <a:gd name="T61" fmla="*/ 306 h 528"/>
                <a:gd name="T62" fmla="*/ 73 w 909"/>
                <a:gd name="T63" fmla="*/ 339 h 528"/>
                <a:gd name="T64" fmla="*/ 116 w 909"/>
                <a:gd name="T65" fmla="*/ 374 h 528"/>
                <a:gd name="T66" fmla="*/ 304 w 909"/>
                <a:gd name="T67" fmla="*/ 412 h 528"/>
                <a:gd name="T68" fmla="*/ 339 w 909"/>
                <a:gd name="T69" fmla="*/ 437 h 528"/>
                <a:gd name="T70" fmla="*/ 377 w 909"/>
                <a:gd name="T71" fmla="*/ 459 h 528"/>
                <a:gd name="T72" fmla="*/ 401 w 909"/>
                <a:gd name="T73" fmla="*/ 505 h 528"/>
                <a:gd name="T74" fmla="*/ 424 w 909"/>
                <a:gd name="T75" fmla="*/ 488 h 528"/>
                <a:gd name="T76" fmla="*/ 448 w 909"/>
                <a:gd name="T77" fmla="*/ 459 h 528"/>
                <a:gd name="T78" fmla="*/ 499 w 909"/>
                <a:gd name="T79" fmla="*/ 432 h 528"/>
                <a:gd name="T80" fmla="*/ 539 w 909"/>
                <a:gd name="T81" fmla="*/ 436 h 528"/>
                <a:gd name="T82" fmla="*/ 557 w 909"/>
                <a:gd name="T83" fmla="*/ 437 h 528"/>
                <a:gd name="T84" fmla="*/ 557 w 909"/>
                <a:gd name="T85" fmla="*/ 419 h 528"/>
                <a:gd name="T86" fmla="*/ 599 w 909"/>
                <a:gd name="T87" fmla="*/ 421 h 528"/>
                <a:gd name="T88" fmla="*/ 627 w 909"/>
                <a:gd name="T89" fmla="*/ 434 h 528"/>
                <a:gd name="T90" fmla="*/ 657 w 909"/>
                <a:gd name="T91" fmla="*/ 477 h 528"/>
                <a:gd name="T92" fmla="*/ 681 w 909"/>
                <a:gd name="T93" fmla="*/ 518 h 528"/>
                <a:gd name="T94" fmla="*/ 687 w 909"/>
                <a:gd name="T95" fmla="*/ 456 h 528"/>
                <a:gd name="T96" fmla="*/ 678 w 909"/>
                <a:gd name="T97" fmla="*/ 417 h 528"/>
                <a:gd name="T98" fmla="*/ 688 w 909"/>
                <a:gd name="T99" fmla="*/ 390 h 528"/>
                <a:gd name="T100" fmla="*/ 718 w 909"/>
                <a:gd name="T101" fmla="*/ 363 h 528"/>
                <a:gd name="T102" fmla="*/ 750 w 909"/>
                <a:gd name="T103" fmla="*/ 334 h 528"/>
                <a:gd name="T104" fmla="*/ 756 w 909"/>
                <a:gd name="T105" fmla="*/ 303 h 528"/>
                <a:gd name="T106" fmla="*/ 754 w 909"/>
                <a:gd name="T107" fmla="*/ 275 h 528"/>
                <a:gd name="T108" fmla="*/ 750 w 909"/>
                <a:gd name="T109" fmla="*/ 255 h 528"/>
                <a:gd name="T110" fmla="*/ 767 w 909"/>
                <a:gd name="T111" fmla="*/ 228 h 528"/>
                <a:gd name="T112" fmla="*/ 778 w 909"/>
                <a:gd name="T113" fmla="*/ 262 h 528"/>
                <a:gd name="T114" fmla="*/ 796 w 909"/>
                <a:gd name="T115" fmla="*/ 204 h 528"/>
                <a:gd name="T116" fmla="*/ 831 w 909"/>
                <a:gd name="T117" fmla="*/ 179 h 528"/>
                <a:gd name="T118" fmla="*/ 854 w 909"/>
                <a:gd name="T119" fmla="*/ 173 h 528"/>
                <a:gd name="T120" fmla="*/ 860 w 909"/>
                <a:gd name="T121" fmla="*/ 131 h 528"/>
                <a:gd name="T122" fmla="*/ 903 w 909"/>
                <a:gd name="T123" fmla="*/ 99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09" h="528">
                  <a:moveTo>
                    <a:pt x="772" y="264"/>
                  </a:moveTo>
                  <a:lnTo>
                    <a:pt x="774" y="270"/>
                  </a:lnTo>
                  <a:lnTo>
                    <a:pt x="774" y="270"/>
                  </a:lnTo>
                  <a:lnTo>
                    <a:pt x="774" y="266"/>
                  </a:lnTo>
                  <a:lnTo>
                    <a:pt x="774" y="266"/>
                  </a:lnTo>
                  <a:lnTo>
                    <a:pt x="772" y="264"/>
                  </a:lnTo>
                  <a:lnTo>
                    <a:pt x="772" y="264"/>
                  </a:lnTo>
                  <a:close/>
                  <a:moveTo>
                    <a:pt x="770" y="221"/>
                  </a:moveTo>
                  <a:lnTo>
                    <a:pt x="770" y="221"/>
                  </a:lnTo>
                  <a:lnTo>
                    <a:pt x="772" y="221"/>
                  </a:lnTo>
                  <a:lnTo>
                    <a:pt x="772" y="222"/>
                  </a:lnTo>
                  <a:lnTo>
                    <a:pt x="770" y="226"/>
                  </a:lnTo>
                  <a:lnTo>
                    <a:pt x="770" y="226"/>
                  </a:lnTo>
                  <a:lnTo>
                    <a:pt x="767" y="226"/>
                  </a:lnTo>
                  <a:lnTo>
                    <a:pt x="767" y="224"/>
                  </a:lnTo>
                  <a:lnTo>
                    <a:pt x="769" y="222"/>
                  </a:lnTo>
                  <a:lnTo>
                    <a:pt x="770" y="221"/>
                  </a:lnTo>
                  <a:lnTo>
                    <a:pt x="770" y="221"/>
                  </a:lnTo>
                  <a:close/>
                  <a:moveTo>
                    <a:pt x="539" y="441"/>
                  </a:moveTo>
                  <a:lnTo>
                    <a:pt x="543" y="448"/>
                  </a:lnTo>
                  <a:lnTo>
                    <a:pt x="543" y="448"/>
                  </a:lnTo>
                  <a:lnTo>
                    <a:pt x="546" y="448"/>
                  </a:lnTo>
                  <a:lnTo>
                    <a:pt x="548" y="446"/>
                  </a:lnTo>
                  <a:lnTo>
                    <a:pt x="546" y="443"/>
                  </a:lnTo>
                  <a:lnTo>
                    <a:pt x="539" y="441"/>
                  </a:lnTo>
                  <a:lnTo>
                    <a:pt x="539" y="441"/>
                  </a:lnTo>
                  <a:close/>
                  <a:moveTo>
                    <a:pt x="523" y="428"/>
                  </a:moveTo>
                  <a:lnTo>
                    <a:pt x="523" y="428"/>
                  </a:lnTo>
                  <a:lnTo>
                    <a:pt x="524" y="430"/>
                  </a:lnTo>
                  <a:lnTo>
                    <a:pt x="523" y="432"/>
                  </a:lnTo>
                  <a:lnTo>
                    <a:pt x="521" y="434"/>
                  </a:lnTo>
                  <a:lnTo>
                    <a:pt x="521" y="434"/>
                  </a:lnTo>
                  <a:lnTo>
                    <a:pt x="521" y="430"/>
                  </a:lnTo>
                  <a:lnTo>
                    <a:pt x="521" y="428"/>
                  </a:lnTo>
                  <a:lnTo>
                    <a:pt x="523" y="428"/>
                  </a:lnTo>
                  <a:lnTo>
                    <a:pt x="523" y="428"/>
                  </a:lnTo>
                  <a:close/>
                  <a:moveTo>
                    <a:pt x="816" y="191"/>
                  </a:moveTo>
                  <a:lnTo>
                    <a:pt x="811" y="197"/>
                  </a:lnTo>
                  <a:lnTo>
                    <a:pt x="811" y="197"/>
                  </a:lnTo>
                  <a:lnTo>
                    <a:pt x="807" y="197"/>
                  </a:lnTo>
                  <a:lnTo>
                    <a:pt x="803" y="197"/>
                  </a:lnTo>
                  <a:lnTo>
                    <a:pt x="803" y="197"/>
                  </a:lnTo>
                  <a:lnTo>
                    <a:pt x="801" y="199"/>
                  </a:lnTo>
                  <a:lnTo>
                    <a:pt x="803" y="199"/>
                  </a:lnTo>
                  <a:lnTo>
                    <a:pt x="812" y="201"/>
                  </a:lnTo>
                  <a:lnTo>
                    <a:pt x="829" y="202"/>
                  </a:lnTo>
                  <a:lnTo>
                    <a:pt x="829" y="202"/>
                  </a:lnTo>
                  <a:lnTo>
                    <a:pt x="829" y="201"/>
                  </a:lnTo>
                  <a:lnTo>
                    <a:pt x="831" y="199"/>
                  </a:lnTo>
                  <a:lnTo>
                    <a:pt x="831" y="195"/>
                  </a:lnTo>
                  <a:lnTo>
                    <a:pt x="831" y="195"/>
                  </a:lnTo>
                  <a:lnTo>
                    <a:pt x="832" y="193"/>
                  </a:lnTo>
                  <a:lnTo>
                    <a:pt x="831" y="193"/>
                  </a:lnTo>
                  <a:lnTo>
                    <a:pt x="827" y="193"/>
                  </a:lnTo>
                  <a:lnTo>
                    <a:pt x="821" y="191"/>
                  </a:lnTo>
                  <a:lnTo>
                    <a:pt x="816" y="191"/>
                  </a:lnTo>
                  <a:lnTo>
                    <a:pt x="816" y="191"/>
                  </a:lnTo>
                  <a:close/>
                  <a:moveTo>
                    <a:pt x="863" y="170"/>
                  </a:moveTo>
                  <a:lnTo>
                    <a:pt x="863" y="170"/>
                  </a:lnTo>
                  <a:lnTo>
                    <a:pt x="862" y="173"/>
                  </a:lnTo>
                  <a:lnTo>
                    <a:pt x="860" y="175"/>
                  </a:lnTo>
                  <a:lnTo>
                    <a:pt x="863" y="175"/>
                  </a:lnTo>
                  <a:lnTo>
                    <a:pt x="863" y="175"/>
                  </a:lnTo>
                  <a:lnTo>
                    <a:pt x="865" y="171"/>
                  </a:lnTo>
                  <a:lnTo>
                    <a:pt x="865" y="170"/>
                  </a:lnTo>
                  <a:lnTo>
                    <a:pt x="863" y="170"/>
                  </a:lnTo>
                  <a:lnTo>
                    <a:pt x="863" y="170"/>
                  </a:lnTo>
                  <a:close/>
                  <a:moveTo>
                    <a:pt x="811" y="106"/>
                  </a:moveTo>
                  <a:lnTo>
                    <a:pt x="811" y="106"/>
                  </a:lnTo>
                  <a:lnTo>
                    <a:pt x="812" y="108"/>
                  </a:lnTo>
                  <a:lnTo>
                    <a:pt x="811" y="111"/>
                  </a:lnTo>
                  <a:lnTo>
                    <a:pt x="809" y="113"/>
                  </a:lnTo>
                  <a:lnTo>
                    <a:pt x="809" y="113"/>
                  </a:lnTo>
                  <a:lnTo>
                    <a:pt x="809" y="108"/>
                  </a:lnTo>
                  <a:lnTo>
                    <a:pt x="809" y="106"/>
                  </a:lnTo>
                  <a:lnTo>
                    <a:pt x="811" y="106"/>
                  </a:lnTo>
                  <a:lnTo>
                    <a:pt x="811" y="106"/>
                  </a:lnTo>
                  <a:close/>
                  <a:moveTo>
                    <a:pt x="601" y="82"/>
                  </a:moveTo>
                  <a:lnTo>
                    <a:pt x="603" y="86"/>
                  </a:lnTo>
                  <a:lnTo>
                    <a:pt x="603" y="86"/>
                  </a:lnTo>
                  <a:lnTo>
                    <a:pt x="603" y="82"/>
                  </a:lnTo>
                  <a:lnTo>
                    <a:pt x="603" y="82"/>
                  </a:lnTo>
                  <a:lnTo>
                    <a:pt x="601" y="82"/>
                  </a:lnTo>
                  <a:lnTo>
                    <a:pt x="601" y="82"/>
                  </a:lnTo>
                  <a:close/>
                  <a:moveTo>
                    <a:pt x="36" y="48"/>
                  </a:moveTo>
                  <a:lnTo>
                    <a:pt x="36" y="48"/>
                  </a:lnTo>
                  <a:lnTo>
                    <a:pt x="38" y="48"/>
                  </a:lnTo>
                  <a:lnTo>
                    <a:pt x="38" y="48"/>
                  </a:lnTo>
                  <a:lnTo>
                    <a:pt x="38" y="49"/>
                  </a:lnTo>
                  <a:lnTo>
                    <a:pt x="38" y="49"/>
                  </a:lnTo>
                  <a:lnTo>
                    <a:pt x="38" y="49"/>
                  </a:lnTo>
                  <a:lnTo>
                    <a:pt x="31" y="53"/>
                  </a:lnTo>
                  <a:lnTo>
                    <a:pt x="29" y="53"/>
                  </a:lnTo>
                  <a:lnTo>
                    <a:pt x="31" y="49"/>
                  </a:lnTo>
                  <a:lnTo>
                    <a:pt x="31" y="49"/>
                  </a:lnTo>
                  <a:lnTo>
                    <a:pt x="36" y="48"/>
                  </a:lnTo>
                  <a:lnTo>
                    <a:pt x="36" y="48"/>
                  </a:lnTo>
                  <a:close/>
                  <a:moveTo>
                    <a:pt x="42" y="26"/>
                  </a:moveTo>
                  <a:lnTo>
                    <a:pt x="42" y="26"/>
                  </a:lnTo>
                  <a:lnTo>
                    <a:pt x="38" y="40"/>
                  </a:lnTo>
                  <a:lnTo>
                    <a:pt x="38" y="40"/>
                  </a:lnTo>
                  <a:lnTo>
                    <a:pt x="38" y="31"/>
                  </a:lnTo>
                  <a:lnTo>
                    <a:pt x="38" y="27"/>
                  </a:lnTo>
                  <a:lnTo>
                    <a:pt x="38" y="26"/>
                  </a:lnTo>
                  <a:lnTo>
                    <a:pt x="42" y="26"/>
                  </a:lnTo>
                  <a:lnTo>
                    <a:pt x="42" y="26"/>
                  </a:lnTo>
                  <a:close/>
                  <a:moveTo>
                    <a:pt x="907" y="100"/>
                  </a:moveTo>
                  <a:lnTo>
                    <a:pt x="909" y="99"/>
                  </a:lnTo>
                  <a:lnTo>
                    <a:pt x="909" y="99"/>
                  </a:lnTo>
                  <a:lnTo>
                    <a:pt x="907" y="97"/>
                  </a:lnTo>
                  <a:lnTo>
                    <a:pt x="903" y="97"/>
                  </a:lnTo>
                  <a:lnTo>
                    <a:pt x="903" y="97"/>
                  </a:lnTo>
                  <a:lnTo>
                    <a:pt x="903" y="95"/>
                  </a:lnTo>
                  <a:lnTo>
                    <a:pt x="902" y="93"/>
                  </a:lnTo>
                  <a:lnTo>
                    <a:pt x="903" y="86"/>
                  </a:lnTo>
                  <a:lnTo>
                    <a:pt x="903" y="86"/>
                  </a:lnTo>
                  <a:lnTo>
                    <a:pt x="902" y="84"/>
                  </a:lnTo>
                  <a:lnTo>
                    <a:pt x="900" y="84"/>
                  </a:lnTo>
                  <a:lnTo>
                    <a:pt x="896" y="84"/>
                  </a:lnTo>
                  <a:lnTo>
                    <a:pt x="896" y="84"/>
                  </a:lnTo>
                  <a:lnTo>
                    <a:pt x="896" y="77"/>
                  </a:lnTo>
                  <a:lnTo>
                    <a:pt x="896" y="62"/>
                  </a:lnTo>
                  <a:lnTo>
                    <a:pt x="896" y="62"/>
                  </a:lnTo>
                  <a:lnTo>
                    <a:pt x="896" y="57"/>
                  </a:lnTo>
                  <a:lnTo>
                    <a:pt x="894" y="53"/>
                  </a:lnTo>
                  <a:lnTo>
                    <a:pt x="891" y="51"/>
                  </a:lnTo>
                  <a:lnTo>
                    <a:pt x="887" y="49"/>
                  </a:lnTo>
                  <a:lnTo>
                    <a:pt x="887" y="49"/>
                  </a:lnTo>
                  <a:lnTo>
                    <a:pt x="883" y="49"/>
                  </a:lnTo>
                  <a:lnTo>
                    <a:pt x="882" y="49"/>
                  </a:lnTo>
                  <a:lnTo>
                    <a:pt x="880" y="53"/>
                  </a:lnTo>
                  <a:lnTo>
                    <a:pt x="878" y="55"/>
                  </a:lnTo>
                  <a:lnTo>
                    <a:pt x="878" y="53"/>
                  </a:lnTo>
                  <a:lnTo>
                    <a:pt x="878" y="53"/>
                  </a:lnTo>
                  <a:lnTo>
                    <a:pt x="876" y="49"/>
                  </a:lnTo>
                  <a:lnTo>
                    <a:pt x="874" y="49"/>
                  </a:lnTo>
                  <a:lnTo>
                    <a:pt x="871" y="51"/>
                  </a:lnTo>
                  <a:lnTo>
                    <a:pt x="867" y="60"/>
                  </a:lnTo>
                  <a:lnTo>
                    <a:pt x="867" y="60"/>
                  </a:lnTo>
                  <a:lnTo>
                    <a:pt x="865" y="66"/>
                  </a:lnTo>
                  <a:lnTo>
                    <a:pt x="863" y="69"/>
                  </a:lnTo>
                  <a:lnTo>
                    <a:pt x="863" y="71"/>
                  </a:lnTo>
                  <a:lnTo>
                    <a:pt x="863" y="71"/>
                  </a:lnTo>
                  <a:lnTo>
                    <a:pt x="862" y="75"/>
                  </a:lnTo>
                  <a:lnTo>
                    <a:pt x="858" y="80"/>
                  </a:lnTo>
                  <a:lnTo>
                    <a:pt x="849" y="86"/>
                  </a:lnTo>
                  <a:lnTo>
                    <a:pt x="849" y="86"/>
                  </a:lnTo>
                  <a:lnTo>
                    <a:pt x="845" y="89"/>
                  </a:lnTo>
                  <a:lnTo>
                    <a:pt x="843" y="93"/>
                  </a:lnTo>
                  <a:lnTo>
                    <a:pt x="843" y="93"/>
                  </a:lnTo>
                  <a:lnTo>
                    <a:pt x="821" y="95"/>
                  </a:lnTo>
                  <a:lnTo>
                    <a:pt x="807" y="99"/>
                  </a:lnTo>
                  <a:lnTo>
                    <a:pt x="798" y="99"/>
                  </a:lnTo>
                  <a:lnTo>
                    <a:pt x="798" y="99"/>
                  </a:lnTo>
                  <a:lnTo>
                    <a:pt x="794" y="97"/>
                  </a:lnTo>
                  <a:lnTo>
                    <a:pt x="792" y="97"/>
                  </a:lnTo>
                  <a:lnTo>
                    <a:pt x="780" y="102"/>
                  </a:lnTo>
                  <a:lnTo>
                    <a:pt x="780" y="102"/>
                  </a:lnTo>
                  <a:lnTo>
                    <a:pt x="772" y="108"/>
                  </a:lnTo>
                  <a:lnTo>
                    <a:pt x="769" y="111"/>
                  </a:lnTo>
                  <a:lnTo>
                    <a:pt x="767" y="115"/>
                  </a:lnTo>
                  <a:lnTo>
                    <a:pt x="763" y="119"/>
                  </a:lnTo>
                  <a:lnTo>
                    <a:pt x="763" y="119"/>
                  </a:lnTo>
                  <a:lnTo>
                    <a:pt x="770" y="113"/>
                  </a:lnTo>
                  <a:lnTo>
                    <a:pt x="770" y="113"/>
                  </a:lnTo>
                  <a:lnTo>
                    <a:pt x="767" y="124"/>
                  </a:lnTo>
                  <a:lnTo>
                    <a:pt x="761" y="131"/>
                  </a:lnTo>
                  <a:lnTo>
                    <a:pt x="758" y="137"/>
                  </a:lnTo>
                  <a:lnTo>
                    <a:pt x="752" y="139"/>
                  </a:lnTo>
                  <a:lnTo>
                    <a:pt x="745" y="140"/>
                  </a:lnTo>
                  <a:lnTo>
                    <a:pt x="736" y="140"/>
                  </a:lnTo>
                  <a:lnTo>
                    <a:pt x="716" y="140"/>
                  </a:lnTo>
                  <a:lnTo>
                    <a:pt x="716" y="140"/>
                  </a:lnTo>
                  <a:lnTo>
                    <a:pt x="716" y="146"/>
                  </a:lnTo>
                  <a:lnTo>
                    <a:pt x="718" y="150"/>
                  </a:lnTo>
                  <a:lnTo>
                    <a:pt x="718" y="150"/>
                  </a:lnTo>
                  <a:lnTo>
                    <a:pt x="707" y="162"/>
                  </a:lnTo>
                  <a:lnTo>
                    <a:pt x="699" y="166"/>
                  </a:lnTo>
                  <a:lnTo>
                    <a:pt x="692" y="170"/>
                  </a:lnTo>
                  <a:lnTo>
                    <a:pt x="692" y="170"/>
                  </a:lnTo>
                  <a:lnTo>
                    <a:pt x="685" y="170"/>
                  </a:lnTo>
                  <a:lnTo>
                    <a:pt x="681" y="170"/>
                  </a:lnTo>
                  <a:lnTo>
                    <a:pt x="679" y="170"/>
                  </a:lnTo>
                  <a:lnTo>
                    <a:pt x="679" y="175"/>
                  </a:lnTo>
                  <a:lnTo>
                    <a:pt x="679" y="175"/>
                  </a:lnTo>
                  <a:lnTo>
                    <a:pt x="676" y="179"/>
                  </a:lnTo>
                  <a:lnTo>
                    <a:pt x="670" y="181"/>
                  </a:lnTo>
                  <a:lnTo>
                    <a:pt x="663" y="184"/>
                  </a:lnTo>
                  <a:lnTo>
                    <a:pt x="657" y="184"/>
                  </a:lnTo>
                  <a:lnTo>
                    <a:pt x="656" y="179"/>
                  </a:lnTo>
                  <a:lnTo>
                    <a:pt x="656" y="179"/>
                  </a:lnTo>
                  <a:lnTo>
                    <a:pt x="657" y="181"/>
                  </a:lnTo>
                  <a:lnTo>
                    <a:pt x="657" y="179"/>
                  </a:lnTo>
                  <a:lnTo>
                    <a:pt x="656" y="175"/>
                  </a:lnTo>
                  <a:lnTo>
                    <a:pt x="656" y="175"/>
                  </a:lnTo>
                  <a:lnTo>
                    <a:pt x="650" y="175"/>
                  </a:lnTo>
                  <a:lnTo>
                    <a:pt x="645" y="175"/>
                  </a:lnTo>
                  <a:lnTo>
                    <a:pt x="645" y="175"/>
                  </a:lnTo>
                  <a:lnTo>
                    <a:pt x="652" y="164"/>
                  </a:lnTo>
                  <a:lnTo>
                    <a:pt x="652" y="164"/>
                  </a:lnTo>
                  <a:lnTo>
                    <a:pt x="656" y="162"/>
                  </a:lnTo>
                  <a:lnTo>
                    <a:pt x="656" y="162"/>
                  </a:lnTo>
                  <a:lnTo>
                    <a:pt x="657" y="159"/>
                  </a:lnTo>
                  <a:lnTo>
                    <a:pt x="657" y="159"/>
                  </a:lnTo>
                  <a:lnTo>
                    <a:pt x="659" y="155"/>
                  </a:lnTo>
                  <a:lnTo>
                    <a:pt x="663" y="150"/>
                  </a:lnTo>
                  <a:lnTo>
                    <a:pt x="663" y="150"/>
                  </a:lnTo>
                  <a:lnTo>
                    <a:pt x="661" y="153"/>
                  </a:lnTo>
                  <a:lnTo>
                    <a:pt x="661" y="157"/>
                  </a:lnTo>
                  <a:lnTo>
                    <a:pt x="661" y="157"/>
                  </a:lnTo>
                  <a:lnTo>
                    <a:pt x="663" y="153"/>
                  </a:lnTo>
                  <a:lnTo>
                    <a:pt x="663" y="153"/>
                  </a:lnTo>
                  <a:lnTo>
                    <a:pt x="665" y="144"/>
                  </a:lnTo>
                  <a:lnTo>
                    <a:pt x="665" y="144"/>
                  </a:lnTo>
                  <a:lnTo>
                    <a:pt x="657" y="124"/>
                  </a:lnTo>
                  <a:lnTo>
                    <a:pt x="657" y="124"/>
                  </a:lnTo>
                  <a:lnTo>
                    <a:pt x="650" y="124"/>
                  </a:lnTo>
                  <a:lnTo>
                    <a:pt x="650" y="124"/>
                  </a:lnTo>
                  <a:lnTo>
                    <a:pt x="648" y="126"/>
                  </a:lnTo>
                  <a:lnTo>
                    <a:pt x="647" y="128"/>
                  </a:lnTo>
                  <a:lnTo>
                    <a:pt x="643" y="131"/>
                  </a:lnTo>
                  <a:lnTo>
                    <a:pt x="643" y="131"/>
                  </a:lnTo>
                  <a:lnTo>
                    <a:pt x="647" y="119"/>
                  </a:lnTo>
                  <a:lnTo>
                    <a:pt x="648" y="109"/>
                  </a:lnTo>
                  <a:lnTo>
                    <a:pt x="647" y="100"/>
                  </a:lnTo>
                  <a:lnTo>
                    <a:pt x="643" y="89"/>
                  </a:lnTo>
                  <a:lnTo>
                    <a:pt x="643" y="89"/>
                  </a:lnTo>
                  <a:lnTo>
                    <a:pt x="637" y="89"/>
                  </a:lnTo>
                  <a:lnTo>
                    <a:pt x="632" y="89"/>
                  </a:lnTo>
                  <a:lnTo>
                    <a:pt x="632" y="89"/>
                  </a:lnTo>
                  <a:lnTo>
                    <a:pt x="630" y="86"/>
                  </a:lnTo>
                  <a:lnTo>
                    <a:pt x="630" y="84"/>
                  </a:lnTo>
                  <a:lnTo>
                    <a:pt x="628" y="82"/>
                  </a:lnTo>
                  <a:lnTo>
                    <a:pt x="628" y="82"/>
                  </a:lnTo>
                  <a:lnTo>
                    <a:pt x="623" y="88"/>
                  </a:lnTo>
                  <a:lnTo>
                    <a:pt x="621" y="91"/>
                  </a:lnTo>
                  <a:lnTo>
                    <a:pt x="617" y="95"/>
                  </a:lnTo>
                  <a:lnTo>
                    <a:pt x="616" y="95"/>
                  </a:lnTo>
                  <a:lnTo>
                    <a:pt x="616" y="95"/>
                  </a:lnTo>
                  <a:lnTo>
                    <a:pt x="616" y="102"/>
                  </a:lnTo>
                  <a:lnTo>
                    <a:pt x="616" y="102"/>
                  </a:lnTo>
                  <a:lnTo>
                    <a:pt x="610" y="100"/>
                  </a:lnTo>
                  <a:lnTo>
                    <a:pt x="606" y="102"/>
                  </a:lnTo>
                  <a:lnTo>
                    <a:pt x="606" y="102"/>
                  </a:lnTo>
                  <a:lnTo>
                    <a:pt x="605" y="106"/>
                  </a:lnTo>
                  <a:lnTo>
                    <a:pt x="605" y="109"/>
                  </a:lnTo>
                  <a:lnTo>
                    <a:pt x="606" y="119"/>
                  </a:lnTo>
                  <a:lnTo>
                    <a:pt x="601" y="119"/>
                  </a:lnTo>
                  <a:lnTo>
                    <a:pt x="601" y="119"/>
                  </a:lnTo>
                  <a:lnTo>
                    <a:pt x="603" y="137"/>
                  </a:lnTo>
                  <a:lnTo>
                    <a:pt x="605" y="146"/>
                  </a:lnTo>
                  <a:lnTo>
                    <a:pt x="603" y="155"/>
                  </a:lnTo>
                  <a:lnTo>
                    <a:pt x="603" y="155"/>
                  </a:lnTo>
                  <a:lnTo>
                    <a:pt x="592" y="175"/>
                  </a:lnTo>
                  <a:lnTo>
                    <a:pt x="592" y="175"/>
                  </a:lnTo>
                  <a:lnTo>
                    <a:pt x="588" y="175"/>
                  </a:lnTo>
                  <a:lnTo>
                    <a:pt x="585" y="175"/>
                  </a:lnTo>
                  <a:lnTo>
                    <a:pt x="585" y="175"/>
                  </a:lnTo>
                  <a:lnTo>
                    <a:pt x="579" y="160"/>
                  </a:lnTo>
                  <a:lnTo>
                    <a:pt x="577" y="146"/>
                  </a:lnTo>
                  <a:lnTo>
                    <a:pt x="577" y="131"/>
                  </a:lnTo>
                  <a:lnTo>
                    <a:pt x="581" y="117"/>
                  </a:lnTo>
                  <a:lnTo>
                    <a:pt x="586" y="117"/>
                  </a:lnTo>
                  <a:lnTo>
                    <a:pt x="586" y="117"/>
                  </a:lnTo>
                  <a:lnTo>
                    <a:pt x="588" y="109"/>
                  </a:lnTo>
                  <a:lnTo>
                    <a:pt x="588" y="99"/>
                  </a:lnTo>
                  <a:lnTo>
                    <a:pt x="588" y="99"/>
                  </a:lnTo>
                  <a:lnTo>
                    <a:pt x="585" y="102"/>
                  </a:lnTo>
                  <a:lnTo>
                    <a:pt x="581" y="104"/>
                  </a:lnTo>
                  <a:lnTo>
                    <a:pt x="581" y="104"/>
                  </a:lnTo>
                  <a:lnTo>
                    <a:pt x="581" y="111"/>
                  </a:lnTo>
                  <a:lnTo>
                    <a:pt x="581" y="111"/>
                  </a:lnTo>
                  <a:lnTo>
                    <a:pt x="577" y="111"/>
                  </a:lnTo>
                  <a:lnTo>
                    <a:pt x="574" y="111"/>
                  </a:lnTo>
                  <a:lnTo>
                    <a:pt x="574" y="111"/>
                  </a:lnTo>
                  <a:lnTo>
                    <a:pt x="583" y="95"/>
                  </a:lnTo>
                  <a:lnTo>
                    <a:pt x="588" y="88"/>
                  </a:lnTo>
                  <a:lnTo>
                    <a:pt x="592" y="82"/>
                  </a:lnTo>
                  <a:lnTo>
                    <a:pt x="592" y="82"/>
                  </a:lnTo>
                  <a:lnTo>
                    <a:pt x="599" y="82"/>
                  </a:lnTo>
                  <a:lnTo>
                    <a:pt x="610" y="78"/>
                  </a:lnTo>
                  <a:lnTo>
                    <a:pt x="610" y="78"/>
                  </a:lnTo>
                  <a:lnTo>
                    <a:pt x="614" y="75"/>
                  </a:lnTo>
                  <a:lnTo>
                    <a:pt x="614" y="75"/>
                  </a:lnTo>
                  <a:lnTo>
                    <a:pt x="616" y="75"/>
                  </a:lnTo>
                  <a:lnTo>
                    <a:pt x="617" y="75"/>
                  </a:lnTo>
                  <a:lnTo>
                    <a:pt x="619" y="77"/>
                  </a:lnTo>
                  <a:lnTo>
                    <a:pt x="623" y="77"/>
                  </a:lnTo>
                  <a:lnTo>
                    <a:pt x="623" y="77"/>
                  </a:lnTo>
                  <a:lnTo>
                    <a:pt x="623" y="77"/>
                  </a:lnTo>
                  <a:lnTo>
                    <a:pt x="625" y="78"/>
                  </a:lnTo>
                  <a:lnTo>
                    <a:pt x="630" y="78"/>
                  </a:lnTo>
                  <a:lnTo>
                    <a:pt x="630" y="75"/>
                  </a:lnTo>
                  <a:lnTo>
                    <a:pt x="632" y="75"/>
                  </a:lnTo>
                  <a:lnTo>
                    <a:pt x="636" y="78"/>
                  </a:lnTo>
                  <a:lnTo>
                    <a:pt x="636" y="78"/>
                  </a:lnTo>
                  <a:lnTo>
                    <a:pt x="639" y="78"/>
                  </a:lnTo>
                  <a:lnTo>
                    <a:pt x="641" y="78"/>
                  </a:lnTo>
                  <a:lnTo>
                    <a:pt x="641" y="77"/>
                  </a:lnTo>
                  <a:lnTo>
                    <a:pt x="641" y="77"/>
                  </a:lnTo>
                  <a:lnTo>
                    <a:pt x="637" y="73"/>
                  </a:lnTo>
                  <a:lnTo>
                    <a:pt x="636" y="69"/>
                  </a:lnTo>
                  <a:lnTo>
                    <a:pt x="636" y="69"/>
                  </a:lnTo>
                  <a:lnTo>
                    <a:pt x="628" y="69"/>
                  </a:lnTo>
                  <a:lnTo>
                    <a:pt x="623" y="69"/>
                  </a:lnTo>
                  <a:lnTo>
                    <a:pt x="623" y="69"/>
                  </a:lnTo>
                  <a:lnTo>
                    <a:pt x="623" y="57"/>
                  </a:lnTo>
                  <a:lnTo>
                    <a:pt x="623" y="57"/>
                  </a:lnTo>
                  <a:lnTo>
                    <a:pt x="617" y="58"/>
                  </a:lnTo>
                  <a:lnTo>
                    <a:pt x="610" y="62"/>
                  </a:lnTo>
                  <a:lnTo>
                    <a:pt x="601" y="66"/>
                  </a:lnTo>
                  <a:lnTo>
                    <a:pt x="596" y="68"/>
                  </a:lnTo>
                  <a:lnTo>
                    <a:pt x="592" y="68"/>
                  </a:lnTo>
                  <a:lnTo>
                    <a:pt x="592" y="68"/>
                  </a:lnTo>
                  <a:lnTo>
                    <a:pt x="586" y="64"/>
                  </a:lnTo>
                  <a:lnTo>
                    <a:pt x="585" y="60"/>
                  </a:lnTo>
                  <a:lnTo>
                    <a:pt x="581" y="55"/>
                  </a:lnTo>
                  <a:lnTo>
                    <a:pt x="581" y="55"/>
                  </a:lnTo>
                  <a:lnTo>
                    <a:pt x="577" y="55"/>
                  </a:lnTo>
                  <a:lnTo>
                    <a:pt x="574" y="55"/>
                  </a:lnTo>
                  <a:lnTo>
                    <a:pt x="566" y="57"/>
                  </a:lnTo>
                  <a:lnTo>
                    <a:pt x="566" y="57"/>
                  </a:lnTo>
                  <a:lnTo>
                    <a:pt x="568" y="57"/>
                  </a:lnTo>
                  <a:lnTo>
                    <a:pt x="568" y="55"/>
                  </a:lnTo>
                  <a:lnTo>
                    <a:pt x="566" y="53"/>
                  </a:lnTo>
                  <a:lnTo>
                    <a:pt x="566" y="53"/>
                  </a:lnTo>
                  <a:lnTo>
                    <a:pt x="566" y="51"/>
                  </a:lnTo>
                  <a:lnTo>
                    <a:pt x="574" y="49"/>
                  </a:lnTo>
                  <a:lnTo>
                    <a:pt x="574" y="49"/>
                  </a:lnTo>
                  <a:lnTo>
                    <a:pt x="574" y="49"/>
                  </a:lnTo>
                  <a:lnTo>
                    <a:pt x="575" y="48"/>
                  </a:lnTo>
                  <a:lnTo>
                    <a:pt x="579" y="46"/>
                  </a:lnTo>
                  <a:lnTo>
                    <a:pt x="579" y="46"/>
                  </a:lnTo>
                  <a:lnTo>
                    <a:pt x="577" y="42"/>
                  </a:lnTo>
                  <a:lnTo>
                    <a:pt x="577" y="40"/>
                  </a:lnTo>
                  <a:lnTo>
                    <a:pt x="577" y="40"/>
                  </a:lnTo>
                  <a:lnTo>
                    <a:pt x="559" y="51"/>
                  </a:lnTo>
                  <a:lnTo>
                    <a:pt x="543" y="60"/>
                  </a:lnTo>
                  <a:lnTo>
                    <a:pt x="543" y="62"/>
                  </a:lnTo>
                  <a:lnTo>
                    <a:pt x="543" y="62"/>
                  </a:lnTo>
                  <a:lnTo>
                    <a:pt x="537" y="62"/>
                  </a:lnTo>
                  <a:lnTo>
                    <a:pt x="535" y="58"/>
                  </a:lnTo>
                  <a:lnTo>
                    <a:pt x="534" y="57"/>
                  </a:lnTo>
                  <a:lnTo>
                    <a:pt x="530" y="55"/>
                  </a:lnTo>
                  <a:lnTo>
                    <a:pt x="530" y="55"/>
                  </a:lnTo>
                  <a:lnTo>
                    <a:pt x="514" y="57"/>
                  </a:lnTo>
                  <a:lnTo>
                    <a:pt x="514" y="57"/>
                  </a:lnTo>
                  <a:lnTo>
                    <a:pt x="523" y="46"/>
                  </a:lnTo>
                  <a:lnTo>
                    <a:pt x="523" y="46"/>
                  </a:lnTo>
                  <a:lnTo>
                    <a:pt x="530" y="40"/>
                  </a:lnTo>
                  <a:lnTo>
                    <a:pt x="537" y="38"/>
                  </a:lnTo>
                  <a:lnTo>
                    <a:pt x="545" y="35"/>
                  </a:lnTo>
                  <a:lnTo>
                    <a:pt x="552" y="31"/>
                  </a:lnTo>
                  <a:lnTo>
                    <a:pt x="552" y="31"/>
                  </a:lnTo>
                  <a:lnTo>
                    <a:pt x="552" y="29"/>
                  </a:lnTo>
                  <a:lnTo>
                    <a:pt x="550" y="27"/>
                  </a:lnTo>
                  <a:lnTo>
                    <a:pt x="550" y="27"/>
                  </a:lnTo>
                  <a:lnTo>
                    <a:pt x="546" y="27"/>
                  </a:lnTo>
                  <a:lnTo>
                    <a:pt x="543" y="24"/>
                  </a:lnTo>
                  <a:lnTo>
                    <a:pt x="543" y="24"/>
                  </a:lnTo>
                  <a:lnTo>
                    <a:pt x="541" y="22"/>
                  </a:lnTo>
                  <a:lnTo>
                    <a:pt x="539" y="24"/>
                  </a:lnTo>
                  <a:lnTo>
                    <a:pt x="534" y="24"/>
                  </a:lnTo>
                  <a:lnTo>
                    <a:pt x="534" y="24"/>
                  </a:lnTo>
                  <a:lnTo>
                    <a:pt x="528" y="22"/>
                  </a:lnTo>
                  <a:lnTo>
                    <a:pt x="524" y="22"/>
                  </a:lnTo>
                  <a:lnTo>
                    <a:pt x="524" y="22"/>
                  </a:lnTo>
                  <a:lnTo>
                    <a:pt x="519" y="22"/>
                  </a:lnTo>
                  <a:lnTo>
                    <a:pt x="515" y="22"/>
                  </a:lnTo>
                  <a:lnTo>
                    <a:pt x="515" y="22"/>
                  </a:lnTo>
                  <a:lnTo>
                    <a:pt x="508" y="18"/>
                  </a:lnTo>
                  <a:lnTo>
                    <a:pt x="503" y="15"/>
                  </a:lnTo>
                  <a:lnTo>
                    <a:pt x="503" y="15"/>
                  </a:lnTo>
                  <a:lnTo>
                    <a:pt x="501" y="15"/>
                  </a:lnTo>
                  <a:lnTo>
                    <a:pt x="499" y="15"/>
                  </a:lnTo>
                  <a:lnTo>
                    <a:pt x="497" y="17"/>
                  </a:lnTo>
                  <a:lnTo>
                    <a:pt x="495" y="18"/>
                  </a:lnTo>
                  <a:lnTo>
                    <a:pt x="495" y="18"/>
                  </a:lnTo>
                  <a:lnTo>
                    <a:pt x="493" y="20"/>
                  </a:lnTo>
                  <a:lnTo>
                    <a:pt x="492" y="20"/>
                  </a:lnTo>
                  <a:lnTo>
                    <a:pt x="488" y="18"/>
                  </a:lnTo>
                  <a:lnTo>
                    <a:pt x="484" y="17"/>
                  </a:lnTo>
                  <a:lnTo>
                    <a:pt x="484" y="17"/>
                  </a:lnTo>
                  <a:lnTo>
                    <a:pt x="479" y="17"/>
                  </a:lnTo>
                  <a:lnTo>
                    <a:pt x="477" y="15"/>
                  </a:lnTo>
                  <a:lnTo>
                    <a:pt x="477" y="15"/>
                  </a:lnTo>
                  <a:lnTo>
                    <a:pt x="473" y="7"/>
                  </a:lnTo>
                  <a:lnTo>
                    <a:pt x="472" y="2"/>
                  </a:lnTo>
                  <a:lnTo>
                    <a:pt x="470" y="0"/>
                  </a:lnTo>
                  <a:lnTo>
                    <a:pt x="470" y="0"/>
                  </a:lnTo>
                  <a:lnTo>
                    <a:pt x="466" y="2"/>
                  </a:lnTo>
                  <a:lnTo>
                    <a:pt x="466" y="4"/>
                  </a:lnTo>
                  <a:lnTo>
                    <a:pt x="466" y="7"/>
                  </a:lnTo>
                  <a:lnTo>
                    <a:pt x="36" y="6"/>
                  </a:lnTo>
                  <a:lnTo>
                    <a:pt x="36" y="6"/>
                  </a:lnTo>
                  <a:lnTo>
                    <a:pt x="36" y="9"/>
                  </a:lnTo>
                  <a:lnTo>
                    <a:pt x="36" y="13"/>
                  </a:lnTo>
                  <a:lnTo>
                    <a:pt x="34" y="17"/>
                  </a:lnTo>
                  <a:lnTo>
                    <a:pt x="34" y="20"/>
                  </a:lnTo>
                  <a:lnTo>
                    <a:pt x="34" y="24"/>
                  </a:lnTo>
                  <a:lnTo>
                    <a:pt x="34" y="24"/>
                  </a:lnTo>
                  <a:lnTo>
                    <a:pt x="31" y="27"/>
                  </a:lnTo>
                  <a:lnTo>
                    <a:pt x="31" y="27"/>
                  </a:lnTo>
                  <a:lnTo>
                    <a:pt x="0" y="24"/>
                  </a:lnTo>
                  <a:lnTo>
                    <a:pt x="0" y="24"/>
                  </a:lnTo>
                  <a:lnTo>
                    <a:pt x="0" y="29"/>
                  </a:lnTo>
                  <a:lnTo>
                    <a:pt x="1" y="35"/>
                  </a:lnTo>
                  <a:lnTo>
                    <a:pt x="1" y="35"/>
                  </a:lnTo>
                  <a:lnTo>
                    <a:pt x="11" y="46"/>
                  </a:lnTo>
                  <a:lnTo>
                    <a:pt x="14" y="53"/>
                  </a:lnTo>
                  <a:lnTo>
                    <a:pt x="16" y="60"/>
                  </a:lnTo>
                  <a:lnTo>
                    <a:pt x="16" y="60"/>
                  </a:lnTo>
                  <a:lnTo>
                    <a:pt x="16" y="66"/>
                  </a:lnTo>
                  <a:lnTo>
                    <a:pt x="14" y="71"/>
                  </a:lnTo>
                  <a:lnTo>
                    <a:pt x="12" y="78"/>
                  </a:lnTo>
                  <a:lnTo>
                    <a:pt x="12" y="78"/>
                  </a:lnTo>
                  <a:lnTo>
                    <a:pt x="12" y="93"/>
                  </a:lnTo>
                  <a:lnTo>
                    <a:pt x="14" y="102"/>
                  </a:lnTo>
                  <a:lnTo>
                    <a:pt x="14" y="111"/>
                  </a:lnTo>
                  <a:lnTo>
                    <a:pt x="14" y="111"/>
                  </a:lnTo>
                  <a:lnTo>
                    <a:pt x="9" y="139"/>
                  </a:lnTo>
                  <a:lnTo>
                    <a:pt x="7" y="153"/>
                  </a:lnTo>
                  <a:lnTo>
                    <a:pt x="7" y="160"/>
                  </a:lnTo>
                  <a:lnTo>
                    <a:pt x="9" y="168"/>
                  </a:lnTo>
                  <a:lnTo>
                    <a:pt x="9" y="168"/>
                  </a:lnTo>
                  <a:lnTo>
                    <a:pt x="12" y="170"/>
                  </a:lnTo>
                  <a:lnTo>
                    <a:pt x="16" y="171"/>
                  </a:lnTo>
                  <a:lnTo>
                    <a:pt x="16" y="171"/>
                  </a:lnTo>
                  <a:lnTo>
                    <a:pt x="16" y="181"/>
                  </a:lnTo>
                  <a:lnTo>
                    <a:pt x="16" y="186"/>
                  </a:lnTo>
                  <a:lnTo>
                    <a:pt x="16" y="190"/>
                  </a:lnTo>
                  <a:lnTo>
                    <a:pt x="16" y="190"/>
                  </a:lnTo>
                  <a:lnTo>
                    <a:pt x="9" y="211"/>
                  </a:lnTo>
                  <a:lnTo>
                    <a:pt x="9" y="211"/>
                  </a:lnTo>
                  <a:lnTo>
                    <a:pt x="12" y="215"/>
                  </a:lnTo>
                  <a:lnTo>
                    <a:pt x="16" y="219"/>
                  </a:lnTo>
                  <a:lnTo>
                    <a:pt x="16" y="219"/>
                  </a:lnTo>
                  <a:lnTo>
                    <a:pt x="20" y="226"/>
                  </a:lnTo>
                  <a:lnTo>
                    <a:pt x="20" y="232"/>
                  </a:lnTo>
                  <a:lnTo>
                    <a:pt x="20" y="237"/>
                  </a:lnTo>
                  <a:lnTo>
                    <a:pt x="22" y="242"/>
                  </a:lnTo>
                  <a:lnTo>
                    <a:pt x="22" y="242"/>
                  </a:lnTo>
                  <a:lnTo>
                    <a:pt x="34" y="262"/>
                  </a:lnTo>
                  <a:lnTo>
                    <a:pt x="34" y="262"/>
                  </a:lnTo>
                  <a:lnTo>
                    <a:pt x="36" y="261"/>
                  </a:lnTo>
                  <a:lnTo>
                    <a:pt x="38" y="259"/>
                  </a:lnTo>
                  <a:lnTo>
                    <a:pt x="36" y="255"/>
                  </a:lnTo>
                  <a:lnTo>
                    <a:pt x="36" y="255"/>
                  </a:lnTo>
                  <a:lnTo>
                    <a:pt x="40" y="255"/>
                  </a:lnTo>
                  <a:lnTo>
                    <a:pt x="40" y="257"/>
                  </a:lnTo>
                  <a:lnTo>
                    <a:pt x="42" y="257"/>
                  </a:lnTo>
                  <a:lnTo>
                    <a:pt x="43" y="257"/>
                  </a:lnTo>
                  <a:lnTo>
                    <a:pt x="43" y="257"/>
                  </a:lnTo>
                  <a:lnTo>
                    <a:pt x="42" y="261"/>
                  </a:lnTo>
                  <a:lnTo>
                    <a:pt x="42" y="266"/>
                  </a:lnTo>
                  <a:lnTo>
                    <a:pt x="42" y="272"/>
                  </a:lnTo>
                  <a:lnTo>
                    <a:pt x="38" y="275"/>
                  </a:lnTo>
                  <a:lnTo>
                    <a:pt x="51" y="281"/>
                  </a:lnTo>
                  <a:lnTo>
                    <a:pt x="51" y="281"/>
                  </a:lnTo>
                  <a:lnTo>
                    <a:pt x="47" y="286"/>
                  </a:lnTo>
                  <a:lnTo>
                    <a:pt x="45" y="290"/>
                  </a:lnTo>
                  <a:lnTo>
                    <a:pt x="45" y="295"/>
                  </a:lnTo>
                  <a:lnTo>
                    <a:pt x="45" y="295"/>
                  </a:lnTo>
                  <a:lnTo>
                    <a:pt x="49" y="299"/>
                  </a:lnTo>
                  <a:lnTo>
                    <a:pt x="56" y="306"/>
                  </a:lnTo>
                  <a:lnTo>
                    <a:pt x="65" y="313"/>
                  </a:lnTo>
                  <a:lnTo>
                    <a:pt x="65" y="313"/>
                  </a:lnTo>
                  <a:lnTo>
                    <a:pt x="63" y="317"/>
                  </a:lnTo>
                  <a:lnTo>
                    <a:pt x="60" y="319"/>
                  </a:lnTo>
                  <a:lnTo>
                    <a:pt x="65" y="321"/>
                  </a:lnTo>
                  <a:lnTo>
                    <a:pt x="65" y="321"/>
                  </a:lnTo>
                  <a:lnTo>
                    <a:pt x="67" y="326"/>
                  </a:lnTo>
                  <a:lnTo>
                    <a:pt x="67" y="330"/>
                  </a:lnTo>
                  <a:lnTo>
                    <a:pt x="67" y="341"/>
                  </a:lnTo>
                  <a:lnTo>
                    <a:pt x="67" y="341"/>
                  </a:lnTo>
                  <a:lnTo>
                    <a:pt x="71" y="341"/>
                  </a:lnTo>
                  <a:lnTo>
                    <a:pt x="71" y="341"/>
                  </a:lnTo>
                  <a:lnTo>
                    <a:pt x="71" y="339"/>
                  </a:lnTo>
                  <a:lnTo>
                    <a:pt x="73" y="339"/>
                  </a:lnTo>
                  <a:lnTo>
                    <a:pt x="73" y="339"/>
                  </a:lnTo>
                  <a:lnTo>
                    <a:pt x="93" y="346"/>
                  </a:lnTo>
                  <a:lnTo>
                    <a:pt x="93" y="346"/>
                  </a:lnTo>
                  <a:lnTo>
                    <a:pt x="93" y="354"/>
                  </a:lnTo>
                  <a:lnTo>
                    <a:pt x="93" y="354"/>
                  </a:lnTo>
                  <a:lnTo>
                    <a:pt x="94" y="354"/>
                  </a:lnTo>
                  <a:lnTo>
                    <a:pt x="96" y="352"/>
                  </a:lnTo>
                  <a:lnTo>
                    <a:pt x="98" y="350"/>
                  </a:lnTo>
                  <a:lnTo>
                    <a:pt x="100" y="350"/>
                  </a:lnTo>
                  <a:lnTo>
                    <a:pt x="100" y="350"/>
                  </a:lnTo>
                  <a:lnTo>
                    <a:pt x="104" y="357"/>
                  </a:lnTo>
                  <a:lnTo>
                    <a:pt x="107" y="363"/>
                  </a:lnTo>
                  <a:lnTo>
                    <a:pt x="114" y="366"/>
                  </a:lnTo>
                  <a:lnTo>
                    <a:pt x="114" y="366"/>
                  </a:lnTo>
                  <a:lnTo>
                    <a:pt x="116" y="370"/>
                  </a:lnTo>
                  <a:lnTo>
                    <a:pt x="116" y="374"/>
                  </a:lnTo>
                  <a:lnTo>
                    <a:pt x="156" y="370"/>
                  </a:lnTo>
                  <a:lnTo>
                    <a:pt x="156" y="375"/>
                  </a:lnTo>
                  <a:lnTo>
                    <a:pt x="198" y="399"/>
                  </a:lnTo>
                  <a:lnTo>
                    <a:pt x="249" y="401"/>
                  </a:lnTo>
                  <a:lnTo>
                    <a:pt x="251" y="390"/>
                  </a:lnTo>
                  <a:lnTo>
                    <a:pt x="282" y="392"/>
                  </a:lnTo>
                  <a:lnTo>
                    <a:pt x="282" y="392"/>
                  </a:lnTo>
                  <a:lnTo>
                    <a:pt x="288" y="395"/>
                  </a:lnTo>
                  <a:lnTo>
                    <a:pt x="288" y="395"/>
                  </a:lnTo>
                  <a:lnTo>
                    <a:pt x="291" y="401"/>
                  </a:lnTo>
                  <a:lnTo>
                    <a:pt x="291" y="401"/>
                  </a:lnTo>
                  <a:lnTo>
                    <a:pt x="295" y="406"/>
                  </a:lnTo>
                  <a:lnTo>
                    <a:pt x="299" y="408"/>
                  </a:lnTo>
                  <a:lnTo>
                    <a:pt x="299" y="408"/>
                  </a:lnTo>
                  <a:lnTo>
                    <a:pt x="304" y="412"/>
                  </a:lnTo>
                  <a:lnTo>
                    <a:pt x="309" y="417"/>
                  </a:lnTo>
                  <a:lnTo>
                    <a:pt x="309" y="417"/>
                  </a:lnTo>
                  <a:lnTo>
                    <a:pt x="313" y="423"/>
                  </a:lnTo>
                  <a:lnTo>
                    <a:pt x="311" y="426"/>
                  </a:lnTo>
                  <a:lnTo>
                    <a:pt x="311" y="426"/>
                  </a:lnTo>
                  <a:lnTo>
                    <a:pt x="313" y="430"/>
                  </a:lnTo>
                  <a:lnTo>
                    <a:pt x="315" y="434"/>
                  </a:lnTo>
                  <a:lnTo>
                    <a:pt x="320" y="439"/>
                  </a:lnTo>
                  <a:lnTo>
                    <a:pt x="320" y="439"/>
                  </a:lnTo>
                  <a:lnTo>
                    <a:pt x="328" y="443"/>
                  </a:lnTo>
                  <a:lnTo>
                    <a:pt x="331" y="443"/>
                  </a:lnTo>
                  <a:lnTo>
                    <a:pt x="335" y="441"/>
                  </a:lnTo>
                  <a:lnTo>
                    <a:pt x="335" y="441"/>
                  </a:lnTo>
                  <a:lnTo>
                    <a:pt x="337" y="439"/>
                  </a:lnTo>
                  <a:lnTo>
                    <a:pt x="339" y="437"/>
                  </a:lnTo>
                  <a:lnTo>
                    <a:pt x="342" y="432"/>
                  </a:lnTo>
                  <a:lnTo>
                    <a:pt x="342" y="432"/>
                  </a:lnTo>
                  <a:lnTo>
                    <a:pt x="344" y="430"/>
                  </a:lnTo>
                  <a:lnTo>
                    <a:pt x="350" y="430"/>
                  </a:lnTo>
                  <a:lnTo>
                    <a:pt x="350" y="430"/>
                  </a:lnTo>
                  <a:lnTo>
                    <a:pt x="355" y="432"/>
                  </a:lnTo>
                  <a:lnTo>
                    <a:pt x="360" y="434"/>
                  </a:lnTo>
                  <a:lnTo>
                    <a:pt x="360" y="434"/>
                  </a:lnTo>
                  <a:lnTo>
                    <a:pt x="362" y="436"/>
                  </a:lnTo>
                  <a:lnTo>
                    <a:pt x="366" y="441"/>
                  </a:lnTo>
                  <a:lnTo>
                    <a:pt x="366" y="441"/>
                  </a:lnTo>
                  <a:lnTo>
                    <a:pt x="375" y="450"/>
                  </a:lnTo>
                  <a:lnTo>
                    <a:pt x="375" y="450"/>
                  </a:lnTo>
                  <a:lnTo>
                    <a:pt x="377" y="454"/>
                  </a:lnTo>
                  <a:lnTo>
                    <a:pt x="377" y="459"/>
                  </a:lnTo>
                  <a:lnTo>
                    <a:pt x="377" y="459"/>
                  </a:lnTo>
                  <a:lnTo>
                    <a:pt x="379" y="465"/>
                  </a:lnTo>
                  <a:lnTo>
                    <a:pt x="386" y="470"/>
                  </a:lnTo>
                  <a:lnTo>
                    <a:pt x="386" y="470"/>
                  </a:lnTo>
                  <a:lnTo>
                    <a:pt x="388" y="474"/>
                  </a:lnTo>
                  <a:lnTo>
                    <a:pt x="388" y="476"/>
                  </a:lnTo>
                  <a:lnTo>
                    <a:pt x="388" y="477"/>
                  </a:lnTo>
                  <a:lnTo>
                    <a:pt x="390" y="481"/>
                  </a:lnTo>
                  <a:lnTo>
                    <a:pt x="390" y="481"/>
                  </a:lnTo>
                  <a:lnTo>
                    <a:pt x="395" y="492"/>
                  </a:lnTo>
                  <a:lnTo>
                    <a:pt x="397" y="497"/>
                  </a:lnTo>
                  <a:lnTo>
                    <a:pt x="397" y="497"/>
                  </a:lnTo>
                  <a:lnTo>
                    <a:pt x="397" y="501"/>
                  </a:lnTo>
                  <a:lnTo>
                    <a:pt x="401" y="505"/>
                  </a:lnTo>
                  <a:lnTo>
                    <a:pt x="401" y="505"/>
                  </a:lnTo>
                  <a:lnTo>
                    <a:pt x="408" y="508"/>
                  </a:lnTo>
                  <a:lnTo>
                    <a:pt x="415" y="510"/>
                  </a:lnTo>
                  <a:lnTo>
                    <a:pt x="415" y="510"/>
                  </a:lnTo>
                  <a:lnTo>
                    <a:pt x="419" y="512"/>
                  </a:lnTo>
                  <a:lnTo>
                    <a:pt x="421" y="514"/>
                  </a:lnTo>
                  <a:lnTo>
                    <a:pt x="424" y="516"/>
                  </a:lnTo>
                  <a:lnTo>
                    <a:pt x="428" y="516"/>
                  </a:lnTo>
                  <a:lnTo>
                    <a:pt x="428" y="516"/>
                  </a:lnTo>
                  <a:lnTo>
                    <a:pt x="421" y="503"/>
                  </a:lnTo>
                  <a:lnTo>
                    <a:pt x="421" y="503"/>
                  </a:lnTo>
                  <a:lnTo>
                    <a:pt x="422" y="499"/>
                  </a:lnTo>
                  <a:lnTo>
                    <a:pt x="422" y="496"/>
                  </a:lnTo>
                  <a:lnTo>
                    <a:pt x="421" y="488"/>
                  </a:lnTo>
                  <a:lnTo>
                    <a:pt x="424" y="488"/>
                  </a:lnTo>
                  <a:lnTo>
                    <a:pt x="424" y="488"/>
                  </a:lnTo>
                  <a:lnTo>
                    <a:pt x="424" y="483"/>
                  </a:lnTo>
                  <a:lnTo>
                    <a:pt x="424" y="479"/>
                  </a:lnTo>
                  <a:lnTo>
                    <a:pt x="424" y="477"/>
                  </a:lnTo>
                  <a:lnTo>
                    <a:pt x="424" y="477"/>
                  </a:lnTo>
                  <a:lnTo>
                    <a:pt x="428" y="476"/>
                  </a:lnTo>
                  <a:lnTo>
                    <a:pt x="433" y="474"/>
                  </a:lnTo>
                  <a:lnTo>
                    <a:pt x="439" y="472"/>
                  </a:lnTo>
                  <a:lnTo>
                    <a:pt x="442" y="470"/>
                  </a:lnTo>
                  <a:lnTo>
                    <a:pt x="442" y="470"/>
                  </a:lnTo>
                  <a:lnTo>
                    <a:pt x="442" y="468"/>
                  </a:lnTo>
                  <a:lnTo>
                    <a:pt x="442" y="465"/>
                  </a:lnTo>
                  <a:lnTo>
                    <a:pt x="442" y="463"/>
                  </a:lnTo>
                  <a:lnTo>
                    <a:pt x="444" y="461"/>
                  </a:lnTo>
                  <a:lnTo>
                    <a:pt x="444" y="461"/>
                  </a:lnTo>
                  <a:lnTo>
                    <a:pt x="448" y="459"/>
                  </a:lnTo>
                  <a:lnTo>
                    <a:pt x="452" y="459"/>
                  </a:lnTo>
                  <a:lnTo>
                    <a:pt x="453" y="459"/>
                  </a:lnTo>
                  <a:lnTo>
                    <a:pt x="457" y="459"/>
                  </a:lnTo>
                  <a:lnTo>
                    <a:pt x="457" y="459"/>
                  </a:lnTo>
                  <a:lnTo>
                    <a:pt x="464" y="441"/>
                  </a:lnTo>
                  <a:lnTo>
                    <a:pt x="464" y="441"/>
                  </a:lnTo>
                  <a:lnTo>
                    <a:pt x="468" y="443"/>
                  </a:lnTo>
                  <a:lnTo>
                    <a:pt x="473" y="443"/>
                  </a:lnTo>
                  <a:lnTo>
                    <a:pt x="473" y="443"/>
                  </a:lnTo>
                  <a:lnTo>
                    <a:pt x="479" y="441"/>
                  </a:lnTo>
                  <a:lnTo>
                    <a:pt x="483" y="437"/>
                  </a:lnTo>
                  <a:lnTo>
                    <a:pt x="488" y="434"/>
                  </a:lnTo>
                  <a:lnTo>
                    <a:pt x="492" y="432"/>
                  </a:lnTo>
                  <a:lnTo>
                    <a:pt x="492" y="432"/>
                  </a:lnTo>
                  <a:lnTo>
                    <a:pt x="499" y="432"/>
                  </a:lnTo>
                  <a:lnTo>
                    <a:pt x="508" y="436"/>
                  </a:lnTo>
                  <a:lnTo>
                    <a:pt x="523" y="441"/>
                  </a:lnTo>
                  <a:lnTo>
                    <a:pt x="523" y="441"/>
                  </a:lnTo>
                  <a:lnTo>
                    <a:pt x="524" y="445"/>
                  </a:lnTo>
                  <a:lnTo>
                    <a:pt x="524" y="446"/>
                  </a:lnTo>
                  <a:lnTo>
                    <a:pt x="524" y="448"/>
                  </a:lnTo>
                  <a:lnTo>
                    <a:pt x="524" y="448"/>
                  </a:lnTo>
                  <a:lnTo>
                    <a:pt x="530" y="448"/>
                  </a:lnTo>
                  <a:lnTo>
                    <a:pt x="532" y="448"/>
                  </a:lnTo>
                  <a:lnTo>
                    <a:pt x="534" y="446"/>
                  </a:lnTo>
                  <a:lnTo>
                    <a:pt x="537" y="446"/>
                  </a:lnTo>
                  <a:lnTo>
                    <a:pt x="537" y="446"/>
                  </a:lnTo>
                  <a:lnTo>
                    <a:pt x="535" y="439"/>
                  </a:lnTo>
                  <a:lnTo>
                    <a:pt x="535" y="439"/>
                  </a:lnTo>
                  <a:lnTo>
                    <a:pt x="539" y="436"/>
                  </a:lnTo>
                  <a:lnTo>
                    <a:pt x="543" y="434"/>
                  </a:lnTo>
                  <a:lnTo>
                    <a:pt x="550" y="443"/>
                  </a:lnTo>
                  <a:lnTo>
                    <a:pt x="550" y="443"/>
                  </a:lnTo>
                  <a:lnTo>
                    <a:pt x="555" y="443"/>
                  </a:lnTo>
                  <a:lnTo>
                    <a:pt x="559" y="443"/>
                  </a:lnTo>
                  <a:lnTo>
                    <a:pt x="559" y="448"/>
                  </a:lnTo>
                  <a:lnTo>
                    <a:pt x="559" y="448"/>
                  </a:lnTo>
                  <a:lnTo>
                    <a:pt x="563" y="448"/>
                  </a:lnTo>
                  <a:lnTo>
                    <a:pt x="565" y="446"/>
                  </a:lnTo>
                  <a:lnTo>
                    <a:pt x="566" y="445"/>
                  </a:lnTo>
                  <a:lnTo>
                    <a:pt x="565" y="443"/>
                  </a:lnTo>
                  <a:lnTo>
                    <a:pt x="557" y="441"/>
                  </a:lnTo>
                  <a:lnTo>
                    <a:pt x="557" y="441"/>
                  </a:lnTo>
                  <a:lnTo>
                    <a:pt x="557" y="439"/>
                  </a:lnTo>
                  <a:lnTo>
                    <a:pt x="557" y="437"/>
                  </a:lnTo>
                  <a:lnTo>
                    <a:pt x="559" y="436"/>
                  </a:lnTo>
                  <a:lnTo>
                    <a:pt x="559" y="436"/>
                  </a:lnTo>
                  <a:lnTo>
                    <a:pt x="561" y="434"/>
                  </a:lnTo>
                  <a:lnTo>
                    <a:pt x="563" y="432"/>
                  </a:lnTo>
                  <a:lnTo>
                    <a:pt x="563" y="432"/>
                  </a:lnTo>
                  <a:lnTo>
                    <a:pt x="550" y="426"/>
                  </a:lnTo>
                  <a:lnTo>
                    <a:pt x="548" y="426"/>
                  </a:lnTo>
                  <a:lnTo>
                    <a:pt x="545" y="421"/>
                  </a:lnTo>
                  <a:lnTo>
                    <a:pt x="545" y="421"/>
                  </a:lnTo>
                  <a:lnTo>
                    <a:pt x="546" y="423"/>
                  </a:lnTo>
                  <a:lnTo>
                    <a:pt x="550" y="423"/>
                  </a:lnTo>
                  <a:lnTo>
                    <a:pt x="554" y="425"/>
                  </a:lnTo>
                  <a:lnTo>
                    <a:pt x="557" y="425"/>
                  </a:lnTo>
                  <a:lnTo>
                    <a:pt x="557" y="419"/>
                  </a:lnTo>
                  <a:lnTo>
                    <a:pt x="557" y="419"/>
                  </a:lnTo>
                  <a:lnTo>
                    <a:pt x="566" y="419"/>
                  </a:lnTo>
                  <a:lnTo>
                    <a:pt x="577" y="421"/>
                  </a:lnTo>
                  <a:lnTo>
                    <a:pt x="577" y="421"/>
                  </a:lnTo>
                  <a:lnTo>
                    <a:pt x="575" y="419"/>
                  </a:lnTo>
                  <a:lnTo>
                    <a:pt x="577" y="419"/>
                  </a:lnTo>
                  <a:lnTo>
                    <a:pt x="579" y="417"/>
                  </a:lnTo>
                  <a:lnTo>
                    <a:pt x="579" y="417"/>
                  </a:lnTo>
                  <a:lnTo>
                    <a:pt x="581" y="419"/>
                  </a:lnTo>
                  <a:lnTo>
                    <a:pt x="581" y="421"/>
                  </a:lnTo>
                  <a:lnTo>
                    <a:pt x="583" y="423"/>
                  </a:lnTo>
                  <a:lnTo>
                    <a:pt x="586" y="425"/>
                  </a:lnTo>
                  <a:lnTo>
                    <a:pt x="592" y="417"/>
                  </a:lnTo>
                  <a:lnTo>
                    <a:pt x="592" y="417"/>
                  </a:lnTo>
                  <a:lnTo>
                    <a:pt x="599" y="421"/>
                  </a:lnTo>
                  <a:lnTo>
                    <a:pt x="599" y="421"/>
                  </a:lnTo>
                  <a:lnTo>
                    <a:pt x="601" y="419"/>
                  </a:lnTo>
                  <a:lnTo>
                    <a:pt x="601" y="417"/>
                  </a:lnTo>
                  <a:lnTo>
                    <a:pt x="603" y="417"/>
                  </a:lnTo>
                  <a:lnTo>
                    <a:pt x="603" y="417"/>
                  </a:lnTo>
                  <a:lnTo>
                    <a:pt x="606" y="419"/>
                  </a:lnTo>
                  <a:lnTo>
                    <a:pt x="606" y="421"/>
                  </a:lnTo>
                  <a:lnTo>
                    <a:pt x="606" y="425"/>
                  </a:lnTo>
                  <a:lnTo>
                    <a:pt x="606" y="425"/>
                  </a:lnTo>
                  <a:lnTo>
                    <a:pt x="612" y="425"/>
                  </a:lnTo>
                  <a:lnTo>
                    <a:pt x="617" y="426"/>
                  </a:lnTo>
                  <a:lnTo>
                    <a:pt x="617" y="426"/>
                  </a:lnTo>
                  <a:lnTo>
                    <a:pt x="619" y="430"/>
                  </a:lnTo>
                  <a:lnTo>
                    <a:pt x="621" y="434"/>
                  </a:lnTo>
                  <a:lnTo>
                    <a:pt x="621" y="434"/>
                  </a:lnTo>
                  <a:lnTo>
                    <a:pt x="627" y="434"/>
                  </a:lnTo>
                  <a:lnTo>
                    <a:pt x="632" y="436"/>
                  </a:lnTo>
                  <a:lnTo>
                    <a:pt x="632" y="436"/>
                  </a:lnTo>
                  <a:lnTo>
                    <a:pt x="637" y="428"/>
                  </a:lnTo>
                  <a:lnTo>
                    <a:pt x="637" y="428"/>
                  </a:lnTo>
                  <a:lnTo>
                    <a:pt x="641" y="428"/>
                  </a:lnTo>
                  <a:lnTo>
                    <a:pt x="645" y="428"/>
                  </a:lnTo>
                  <a:lnTo>
                    <a:pt x="645" y="428"/>
                  </a:lnTo>
                  <a:lnTo>
                    <a:pt x="647" y="436"/>
                  </a:lnTo>
                  <a:lnTo>
                    <a:pt x="650" y="441"/>
                  </a:lnTo>
                  <a:lnTo>
                    <a:pt x="657" y="443"/>
                  </a:lnTo>
                  <a:lnTo>
                    <a:pt x="657" y="443"/>
                  </a:lnTo>
                  <a:lnTo>
                    <a:pt x="659" y="452"/>
                  </a:lnTo>
                  <a:lnTo>
                    <a:pt x="659" y="461"/>
                  </a:lnTo>
                  <a:lnTo>
                    <a:pt x="657" y="477"/>
                  </a:lnTo>
                  <a:lnTo>
                    <a:pt x="657" y="477"/>
                  </a:lnTo>
                  <a:lnTo>
                    <a:pt x="663" y="476"/>
                  </a:lnTo>
                  <a:lnTo>
                    <a:pt x="667" y="476"/>
                  </a:lnTo>
                  <a:lnTo>
                    <a:pt x="667" y="476"/>
                  </a:lnTo>
                  <a:lnTo>
                    <a:pt x="663" y="483"/>
                  </a:lnTo>
                  <a:lnTo>
                    <a:pt x="661" y="487"/>
                  </a:lnTo>
                  <a:lnTo>
                    <a:pt x="663" y="492"/>
                  </a:lnTo>
                  <a:lnTo>
                    <a:pt x="663" y="492"/>
                  </a:lnTo>
                  <a:lnTo>
                    <a:pt x="672" y="497"/>
                  </a:lnTo>
                  <a:lnTo>
                    <a:pt x="672" y="497"/>
                  </a:lnTo>
                  <a:lnTo>
                    <a:pt x="674" y="501"/>
                  </a:lnTo>
                  <a:lnTo>
                    <a:pt x="674" y="503"/>
                  </a:lnTo>
                  <a:lnTo>
                    <a:pt x="674" y="510"/>
                  </a:lnTo>
                  <a:lnTo>
                    <a:pt x="674" y="510"/>
                  </a:lnTo>
                  <a:lnTo>
                    <a:pt x="681" y="518"/>
                  </a:lnTo>
                  <a:lnTo>
                    <a:pt x="681" y="518"/>
                  </a:lnTo>
                  <a:lnTo>
                    <a:pt x="681" y="521"/>
                  </a:lnTo>
                  <a:lnTo>
                    <a:pt x="681" y="525"/>
                  </a:lnTo>
                  <a:lnTo>
                    <a:pt x="681" y="525"/>
                  </a:lnTo>
                  <a:lnTo>
                    <a:pt x="685" y="527"/>
                  </a:lnTo>
                  <a:lnTo>
                    <a:pt x="688" y="527"/>
                  </a:lnTo>
                  <a:lnTo>
                    <a:pt x="694" y="528"/>
                  </a:lnTo>
                  <a:lnTo>
                    <a:pt x="694" y="528"/>
                  </a:lnTo>
                  <a:lnTo>
                    <a:pt x="698" y="508"/>
                  </a:lnTo>
                  <a:lnTo>
                    <a:pt x="699" y="499"/>
                  </a:lnTo>
                  <a:lnTo>
                    <a:pt x="699" y="488"/>
                  </a:lnTo>
                  <a:lnTo>
                    <a:pt x="699" y="488"/>
                  </a:lnTo>
                  <a:lnTo>
                    <a:pt x="692" y="461"/>
                  </a:lnTo>
                  <a:lnTo>
                    <a:pt x="687" y="459"/>
                  </a:lnTo>
                  <a:lnTo>
                    <a:pt x="687" y="459"/>
                  </a:lnTo>
                  <a:lnTo>
                    <a:pt x="687" y="456"/>
                  </a:lnTo>
                  <a:lnTo>
                    <a:pt x="688" y="456"/>
                  </a:lnTo>
                  <a:lnTo>
                    <a:pt x="690" y="454"/>
                  </a:lnTo>
                  <a:lnTo>
                    <a:pt x="688" y="450"/>
                  </a:lnTo>
                  <a:lnTo>
                    <a:pt x="688" y="450"/>
                  </a:lnTo>
                  <a:lnTo>
                    <a:pt x="685" y="446"/>
                  </a:lnTo>
                  <a:lnTo>
                    <a:pt x="681" y="441"/>
                  </a:lnTo>
                  <a:lnTo>
                    <a:pt x="681" y="441"/>
                  </a:lnTo>
                  <a:lnTo>
                    <a:pt x="681" y="432"/>
                  </a:lnTo>
                  <a:lnTo>
                    <a:pt x="683" y="428"/>
                  </a:lnTo>
                  <a:lnTo>
                    <a:pt x="681" y="425"/>
                  </a:lnTo>
                  <a:lnTo>
                    <a:pt x="681" y="425"/>
                  </a:lnTo>
                  <a:lnTo>
                    <a:pt x="676" y="421"/>
                  </a:lnTo>
                  <a:lnTo>
                    <a:pt x="674" y="417"/>
                  </a:lnTo>
                  <a:lnTo>
                    <a:pt x="676" y="417"/>
                  </a:lnTo>
                  <a:lnTo>
                    <a:pt x="678" y="417"/>
                  </a:lnTo>
                  <a:lnTo>
                    <a:pt x="678" y="417"/>
                  </a:lnTo>
                  <a:lnTo>
                    <a:pt x="679" y="417"/>
                  </a:lnTo>
                  <a:lnTo>
                    <a:pt x="679" y="417"/>
                  </a:lnTo>
                  <a:lnTo>
                    <a:pt x="679" y="416"/>
                  </a:lnTo>
                  <a:lnTo>
                    <a:pt x="679" y="414"/>
                  </a:lnTo>
                  <a:lnTo>
                    <a:pt x="679" y="414"/>
                  </a:lnTo>
                  <a:lnTo>
                    <a:pt x="683" y="414"/>
                  </a:lnTo>
                  <a:lnTo>
                    <a:pt x="685" y="412"/>
                  </a:lnTo>
                  <a:lnTo>
                    <a:pt x="681" y="412"/>
                  </a:lnTo>
                  <a:lnTo>
                    <a:pt x="681" y="412"/>
                  </a:lnTo>
                  <a:lnTo>
                    <a:pt x="681" y="412"/>
                  </a:lnTo>
                  <a:lnTo>
                    <a:pt x="681" y="408"/>
                  </a:lnTo>
                  <a:lnTo>
                    <a:pt x="683" y="401"/>
                  </a:lnTo>
                  <a:lnTo>
                    <a:pt x="688" y="390"/>
                  </a:lnTo>
                  <a:lnTo>
                    <a:pt x="688" y="390"/>
                  </a:lnTo>
                  <a:lnTo>
                    <a:pt x="688" y="385"/>
                  </a:lnTo>
                  <a:lnTo>
                    <a:pt x="688" y="381"/>
                  </a:lnTo>
                  <a:lnTo>
                    <a:pt x="688" y="381"/>
                  </a:lnTo>
                  <a:lnTo>
                    <a:pt x="692" y="379"/>
                  </a:lnTo>
                  <a:lnTo>
                    <a:pt x="696" y="381"/>
                  </a:lnTo>
                  <a:lnTo>
                    <a:pt x="696" y="381"/>
                  </a:lnTo>
                  <a:lnTo>
                    <a:pt x="698" y="379"/>
                  </a:lnTo>
                  <a:lnTo>
                    <a:pt x="698" y="377"/>
                  </a:lnTo>
                  <a:lnTo>
                    <a:pt x="699" y="374"/>
                  </a:lnTo>
                  <a:lnTo>
                    <a:pt x="699" y="374"/>
                  </a:lnTo>
                  <a:lnTo>
                    <a:pt x="709" y="370"/>
                  </a:lnTo>
                  <a:lnTo>
                    <a:pt x="712" y="368"/>
                  </a:lnTo>
                  <a:lnTo>
                    <a:pt x="716" y="366"/>
                  </a:lnTo>
                  <a:lnTo>
                    <a:pt x="716" y="366"/>
                  </a:lnTo>
                  <a:lnTo>
                    <a:pt x="718" y="363"/>
                  </a:lnTo>
                  <a:lnTo>
                    <a:pt x="718" y="361"/>
                  </a:lnTo>
                  <a:lnTo>
                    <a:pt x="718" y="357"/>
                  </a:lnTo>
                  <a:lnTo>
                    <a:pt x="718" y="355"/>
                  </a:lnTo>
                  <a:lnTo>
                    <a:pt x="718" y="355"/>
                  </a:lnTo>
                  <a:lnTo>
                    <a:pt x="723" y="354"/>
                  </a:lnTo>
                  <a:lnTo>
                    <a:pt x="727" y="354"/>
                  </a:lnTo>
                  <a:lnTo>
                    <a:pt x="732" y="352"/>
                  </a:lnTo>
                  <a:lnTo>
                    <a:pt x="736" y="350"/>
                  </a:lnTo>
                  <a:lnTo>
                    <a:pt x="736" y="350"/>
                  </a:lnTo>
                  <a:lnTo>
                    <a:pt x="738" y="348"/>
                  </a:lnTo>
                  <a:lnTo>
                    <a:pt x="739" y="344"/>
                  </a:lnTo>
                  <a:lnTo>
                    <a:pt x="741" y="339"/>
                  </a:lnTo>
                  <a:lnTo>
                    <a:pt x="743" y="335"/>
                  </a:lnTo>
                  <a:lnTo>
                    <a:pt x="743" y="335"/>
                  </a:lnTo>
                  <a:lnTo>
                    <a:pt x="750" y="334"/>
                  </a:lnTo>
                  <a:lnTo>
                    <a:pt x="750" y="334"/>
                  </a:lnTo>
                  <a:lnTo>
                    <a:pt x="745" y="324"/>
                  </a:lnTo>
                  <a:lnTo>
                    <a:pt x="745" y="324"/>
                  </a:lnTo>
                  <a:lnTo>
                    <a:pt x="756" y="321"/>
                  </a:lnTo>
                  <a:lnTo>
                    <a:pt x="752" y="317"/>
                  </a:lnTo>
                  <a:lnTo>
                    <a:pt x="752" y="317"/>
                  </a:lnTo>
                  <a:lnTo>
                    <a:pt x="758" y="315"/>
                  </a:lnTo>
                  <a:lnTo>
                    <a:pt x="770" y="313"/>
                  </a:lnTo>
                  <a:lnTo>
                    <a:pt x="770" y="313"/>
                  </a:lnTo>
                  <a:lnTo>
                    <a:pt x="767" y="310"/>
                  </a:lnTo>
                  <a:lnTo>
                    <a:pt x="765" y="306"/>
                  </a:lnTo>
                  <a:lnTo>
                    <a:pt x="765" y="306"/>
                  </a:lnTo>
                  <a:lnTo>
                    <a:pt x="760" y="306"/>
                  </a:lnTo>
                  <a:lnTo>
                    <a:pt x="756" y="306"/>
                  </a:lnTo>
                  <a:lnTo>
                    <a:pt x="756" y="303"/>
                  </a:lnTo>
                  <a:lnTo>
                    <a:pt x="756" y="303"/>
                  </a:lnTo>
                  <a:lnTo>
                    <a:pt x="760" y="301"/>
                  </a:lnTo>
                  <a:lnTo>
                    <a:pt x="765" y="299"/>
                  </a:lnTo>
                  <a:lnTo>
                    <a:pt x="765" y="299"/>
                  </a:lnTo>
                  <a:lnTo>
                    <a:pt x="765" y="290"/>
                  </a:lnTo>
                  <a:lnTo>
                    <a:pt x="765" y="290"/>
                  </a:lnTo>
                  <a:lnTo>
                    <a:pt x="760" y="288"/>
                  </a:lnTo>
                  <a:lnTo>
                    <a:pt x="756" y="288"/>
                  </a:lnTo>
                  <a:lnTo>
                    <a:pt x="756" y="288"/>
                  </a:lnTo>
                  <a:lnTo>
                    <a:pt x="754" y="286"/>
                  </a:lnTo>
                  <a:lnTo>
                    <a:pt x="752" y="284"/>
                  </a:lnTo>
                  <a:lnTo>
                    <a:pt x="752" y="283"/>
                  </a:lnTo>
                  <a:lnTo>
                    <a:pt x="750" y="281"/>
                  </a:lnTo>
                  <a:lnTo>
                    <a:pt x="750" y="281"/>
                  </a:lnTo>
                  <a:lnTo>
                    <a:pt x="754" y="275"/>
                  </a:lnTo>
                  <a:lnTo>
                    <a:pt x="758" y="272"/>
                  </a:lnTo>
                  <a:lnTo>
                    <a:pt x="758" y="270"/>
                  </a:lnTo>
                  <a:lnTo>
                    <a:pt x="758" y="270"/>
                  </a:lnTo>
                  <a:lnTo>
                    <a:pt x="754" y="268"/>
                  </a:lnTo>
                  <a:lnTo>
                    <a:pt x="754" y="266"/>
                  </a:lnTo>
                  <a:lnTo>
                    <a:pt x="754" y="264"/>
                  </a:lnTo>
                  <a:lnTo>
                    <a:pt x="756" y="262"/>
                  </a:lnTo>
                  <a:lnTo>
                    <a:pt x="756" y="262"/>
                  </a:lnTo>
                  <a:lnTo>
                    <a:pt x="754" y="261"/>
                  </a:lnTo>
                  <a:lnTo>
                    <a:pt x="750" y="261"/>
                  </a:lnTo>
                  <a:lnTo>
                    <a:pt x="745" y="257"/>
                  </a:lnTo>
                  <a:lnTo>
                    <a:pt x="745" y="257"/>
                  </a:lnTo>
                  <a:lnTo>
                    <a:pt x="747" y="255"/>
                  </a:lnTo>
                  <a:lnTo>
                    <a:pt x="750" y="255"/>
                  </a:lnTo>
                  <a:lnTo>
                    <a:pt x="750" y="255"/>
                  </a:lnTo>
                  <a:lnTo>
                    <a:pt x="750" y="253"/>
                  </a:lnTo>
                  <a:lnTo>
                    <a:pt x="749" y="252"/>
                  </a:lnTo>
                  <a:lnTo>
                    <a:pt x="749" y="248"/>
                  </a:lnTo>
                  <a:lnTo>
                    <a:pt x="749" y="248"/>
                  </a:lnTo>
                  <a:lnTo>
                    <a:pt x="750" y="244"/>
                  </a:lnTo>
                  <a:lnTo>
                    <a:pt x="752" y="239"/>
                  </a:lnTo>
                  <a:lnTo>
                    <a:pt x="756" y="226"/>
                  </a:lnTo>
                  <a:lnTo>
                    <a:pt x="756" y="226"/>
                  </a:lnTo>
                  <a:lnTo>
                    <a:pt x="760" y="226"/>
                  </a:lnTo>
                  <a:lnTo>
                    <a:pt x="765" y="224"/>
                  </a:lnTo>
                  <a:lnTo>
                    <a:pt x="765" y="224"/>
                  </a:lnTo>
                  <a:lnTo>
                    <a:pt x="767" y="226"/>
                  </a:lnTo>
                  <a:lnTo>
                    <a:pt x="767" y="228"/>
                  </a:lnTo>
                  <a:lnTo>
                    <a:pt x="767" y="228"/>
                  </a:lnTo>
                  <a:lnTo>
                    <a:pt x="767" y="228"/>
                  </a:lnTo>
                  <a:lnTo>
                    <a:pt x="765" y="232"/>
                  </a:lnTo>
                  <a:lnTo>
                    <a:pt x="763" y="235"/>
                  </a:lnTo>
                  <a:lnTo>
                    <a:pt x="760" y="244"/>
                  </a:lnTo>
                  <a:lnTo>
                    <a:pt x="760" y="252"/>
                  </a:lnTo>
                  <a:lnTo>
                    <a:pt x="758" y="255"/>
                  </a:lnTo>
                  <a:lnTo>
                    <a:pt x="758" y="255"/>
                  </a:lnTo>
                  <a:lnTo>
                    <a:pt x="760" y="261"/>
                  </a:lnTo>
                  <a:lnTo>
                    <a:pt x="760" y="261"/>
                  </a:lnTo>
                  <a:lnTo>
                    <a:pt x="761" y="261"/>
                  </a:lnTo>
                  <a:lnTo>
                    <a:pt x="763" y="259"/>
                  </a:lnTo>
                  <a:lnTo>
                    <a:pt x="767" y="257"/>
                  </a:lnTo>
                  <a:lnTo>
                    <a:pt x="770" y="257"/>
                  </a:lnTo>
                  <a:lnTo>
                    <a:pt x="770" y="262"/>
                  </a:lnTo>
                  <a:lnTo>
                    <a:pt x="770" y="262"/>
                  </a:lnTo>
                  <a:lnTo>
                    <a:pt x="778" y="262"/>
                  </a:lnTo>
                  <a:lnTo>
                    <a:pt x="778" y="262"/>
                  </a:lnTo>
                  <a:lnTo>
                    <a:pt x="781" y="239"/>
                  </a:lnTo>
                  <a:lnTo>
                    <a:pt x="781" y="239"/>
                  </a:lnTo>
                  <a:lnTo>
                    <a:pt x="778" y="237"/>
                  </a:lnTo>
                  <a:lnTo>
                    <a:pt x="776" y="237"/>
                  </a:lnTo>
                  <a:lnTo>
                    <a:pt x="774" y="235"/>
                  </a:lnTo>
                  <a:lnTo>
                    <a:pt x="774" y="235"/>
                  </a:lnTo>
                  <a:lnTo>
                    <a:pt x="774" y="228"/>
                  </a:lnTo>
                  <a:lnTo>
                    <a:pt x="774" y="228"/>
                  </a:lnTo>
                  <a:lnTo>
                    <a:pt x="789" y="228"/>
                  </a:lnTo>
                  <a:lnTo>
                    <a:pt x="792" y="228"/>
                  </a:lnTo>
                  <a:lnTo>
                    <a:pt x="794" y="226"/>
                  </a:lnTo>
                  <a:lnTo>
                    <a:pt x="798" y="219"/>
                  </a:lnTo>
                  <a:lnTo>
                    <a:pt x="803" y="210"/>
                  </a:lnTo>
                  <a:lnTo>
                    <a:pt x="796" y="204"/>
                  </a:lnTo>
                  <a:lnTo>
                    <a:pt x="796" y="204"/>
                  </a:lnTo>
                  <a:lnTo>
                    <a:pt x="796" y="201"/>
                  </a:lnTo>
                  <a:lnTo>
                    <a:pt x="798" y="199"/>
                  </a:lnTo>
                  <a:lnTo>
                    <a:pt x="800" y="199"/>
                  </a:lnTo>
                  <a:lnTo>
                    <a:pt x="800" y="197"/>
                  </a:lnTo>
                  <a:lnTo>
                    <a:pt x="800" y="197"/>
                  </a:lnTo>
                  <a:lnTo>
                    <a:pt x="807" y="190"/>
                  </a:lnTo>
                  <a:lnTo>
                    <a:pt x="811" y="186"/>
                  </a:lnTo>
                  <a:lnTo>
                    <a:pt x="814" y="184"/>
                  </a:lnTo>
                  <a:lnTo>
                    <a:pt x="814" y="184"/>
                  </a:lnTo>
                  <a:lnTo>
                    <a:pt x="818" y="184"/>
                  </a:lnTo>
                  <a:lnTo>
                    <a:pt x="823" y="184"/>
                  </a:lnTo>
                  <a:lnTo>
                    <a:pt x="825" y="179"/>
                  </a:lnTo>
                  <a:lnTo>
                    <a:pt x="825" y="179"/>
                  </a:lnTo>
                  <a:lnTo>
                    <a:pt x="831" y="179"/>
                  </a:lnTo>
                  <a:lnTo>
                    <a:pt x="832" y="181"/>
                  </a:lnTo>
                  <a:lnTo>
                    <a:pt x="834" y="182"/>
                  </a:lnTo>
                  <a:lnTo>
                    <a:pt x="838" y="182"/>
                  </a:lnTo>
                  <a:lnTo>
                    <a:pt x="838" y="182"/>
                  </a:lnTo>
                  <a:lnTo>
                    <a:pt x="842" y="170"/>
                  </a:lnTo>
                  <a:lnTo>
                    <a:pt x="842" y="170"/>
                  </a:lnTo>
                  <a:lnTo>
                    <a:pt x="843" y="171"/>
                  </a:lnTo>
                  <a:lnTo>
                    <a:pt x="843" y="171"/>
                  </a:lnTo>
                  <a:lnTo>
                    <a:pt x="845" y="177"/>
                  </a:lnTo>
                  <a:lnTo>
                    <a:pt x="845" y="177"/>
                  </a:lnTo>
                  <a:lnTo>
                    <a:pt x="849" y="177"/>
                  </a:lnTo>
                  <a:lnTo>
                    <a:pt x="851" y="177"/>
                  </a:lnTo>
                  <a:lnTo>
                    <a:pt x="851" y="175"/>
                  </a:lnTo>
                  <a:lnTo>
                    <a:pt x="851" y="175"/>
                  </a:lnTo>
                  <a:lnTo>
                    <a:pt x="854" y="173"/>
                  </a:lnTo>
                  <a:lnTo>
                    <a:pt x="858" y="171"/>
                  </a:lnTo>
                  <a:lnTo>
                    <a:pt x="858" y="171"/>
                  </a:lnTo>
                  <a:lnTo>
                    <a:pt x="845" y="164"/>
                  </a:lnTo>
                  <a:lnTo>
                    <a:pt x="845" y="164"/>
                  </a:lnTo>
                  <a:lnTo>
                    <a:pt x="849" y="160"/>
                  </a:lnTo>
                  <a:lnTo>
                    <a:pt x="852" y="157"/>
                  </a:lnTo>
                  <a:lnTo>
                    <a:pt x="852" y="157"/>
                  </a:lnTo>
                  <a:lnTo>
                    <a:pt x="854" y="155"/>
                  </a:lnTo>
                  <a:lnTo>
                    <a:pt x="852" y="153"/>
                  </a:lnTo>
                  <a:lnTo>
                    <a:pt x="851" y="153"/>
                  </a:lnTo>
                  <a:lnTo>
                    <a:pt x="851" y="150"/>
                  </a:lnTo>
                  <a:lnTo>
                    <a:pt x="856" y="148"/>
                  </a:lnTo>
                  <a:lnTo>
                    <a:pt x="856" y="148"/>
                  </a:lnTo>
                  <a:lnTo>
                    <a:pt x="858" y="139"/>
                  </a:lnTo>
                  <a:lnTo>
                    <a:pt x="860" y="131"/>
                  </a:lnTo>
                  <a:lnTo>
                    <a:pt x="860" y="131"/>
                  </a:lnTo>
                  <a:lnTo>
                    <a:pt x="869" y="131"/>
                  </a:lnTo>
                  <a:lnTo>
                    <a:pt x="874" y="129"/>
                  </a:lnTo>
                  <a:lnTo>
                    <a:pt x="880" y="126"/>
                  </a:lnTo>
                  <a:lnTo>
                    <a:pt x="885" y="117"/>
                  </a:lnTo>
                  <a:lnTo>
                    <a:pt x="885" y="124"/>
                  </a:lnTo>
                  <a:lnTo>
                    <a:pt x="893" y="119"/>
                  </a:lnTo>
                  <a:lnTo>
                    <a:pt x="893" y="119"/>
                  </a:lnTo>
                  <a:lnTo>
                    <a:pt x="893" y="120"/>
                  </a:lnTo>
                  <a:lnTo>
                    <a:pt x="894" y="120"/>
                  </a:lnTo>
                  <a:lnTo>
                    <a:pt x="896" y="124"/>
                  </a:lnTo>
                  <a:lnTo>
                    <a:pt x="896" y="124"/>
                  </a:lnTo>
                  <a:lnTo>
                    <a:pt x="909" y="113"/>
                  </a:lnTo>
                  <a:lnTo>
                    <a:pt x="909" y="113"/>
                  </a:lnTo>
                  <a:lnTo>
                    <a:pt x="903" y="99"/>
                  </a:lnTo>
                  <a:lnTo>
                    <a:pt x="903" y="99"/>
                  </a:lnTo>
                  <a:lnTo>
                    <a:pt x="907" y="100"/>
                  </a:lnTo>
                  <a:lnTo>
                    <a:pt x="907" y="100"/>
                  </a:lnTo>
                  <a:lnTo>
                    <a:pt x="907" y="100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5" name="Freeform 17">
              <a:extLst>
                <a:ext uri="{FF2B5EF4-FFF2-40B4-BE49-F238E27FC236}">
                  <a16:creationId xmlns:a16="http://schemas.microsoft.com/office/drawing/2014/main" id="{C76D7717-5B19-407F-8AFF-804B69B8A3D8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2457" y="4956496"/>
              <a:ext cx="124572" cy="148300"/>
            </a:xfrm>
            <a:custGeom>
              <a:avLst/>
              <a:gdLst>
                <a:gd name="T0" fmla="*/ 78 w 84"/>
                <a:gd name="T1" fmla="*/ 66 h 100"/>
                <a:gd name="T2" fmla="*/ 84 w 84"/>
                <a:gd name="T3" fmla="*/ 55 h 100"/>
                <a:gd name="T4" fmla="*/ 78 w 84"/>
                <a:gd name="T5" fmla="*/ 49 h 100"/>
                <a:gd name="T6" fmla="*/ 74 w 84"/>
                <a:gd name="T7" fmla="*/ 48 h 100"/>
                <a:gd name="T8" fmla="*/ 71 w 84"/>
                <a:gd name="T9" fmla="*/ 38 h 100"/>
                <a:gd name="T10" fmla="*/ 69 w 84"/>
                <a:gd name="T11" fmla="*/ 37 h 100"/>
                <a:gd name="T12" fmla="*/ 60 w 84"/>
                <a:gd name="T13" fmla="*/ 33 h 100"/>
                <a:gd name="T14" fmla="*/ 54 w 84"/>
                <a:gd name="T15" fmla="*/ 29 h 100"/>
                <a:gd name="T16" fmla="*/ 51 w 84"/>
                <a:gd name="T17" fmla="*/ 24 h 100"/>
                <a:gd name="T18" fmla="*/ 45 w 84"/>
                <a:gd name="T19" fmla="*/ 20 h 100"/>
                <a:gd name="T20" fmla="*/ 40 w 84"/>
                <a:gd name="T21" fmla="*/ 18 h 100"/>
                <a:gd name="T22" fmla="*/ 36 w 84"/>
                <a:gd name="T23" fmla="*/ 9 h 100"/>
                <a:gd name="T24" fmla="*/ 11 w 84"/>
                <a:gd name="T25" fmla="*/ 4 h 100"/>
                <a:gd name="T26" fmla="*/ 9 w 84"/>
                <a:gd name="T27" fmla="*/ 7 h 100"/>
                <a:gd name="T28" fmla="*/ 7 w 84"/>
                <a:gd name="T29" fmla="*/ 17 h 100"/>
                <a:gd name="T30" fmla="*/ 7 w 84"/>
                <a:gd name="T31" fmla="*/ 20 h 100"/>
                <a:gd name="T32" fmla="*/ 3 w 84"/>
                <a:gd name="T33" fmla="*/ 26 h 100"/>
                <a:gd name="T34" fmla="*/ 3 w 84"/>
                <a:gd name="T35" fmla="*/ 29 h 100"/>
                <a:gd name="T36" fmla="*/ 2 w 84"/>
                <a:gd name="T37" fmla="*/ 38 h 100"/>
                <a:gd name="T38" fmla="*/ 0 w 84"/>
                <a:gd name="T39" fmla="*/ 44 h 100"/>
                <a:gd name="T40" fmla="*/ 2 w 84"/>
                <a:gd name="T41" fmla="*/ 48 h 100"/>
                <a:gd name="T42" fmla="*/ 0 w 84"/>
                <a:gd name="T43" fmla="*/ 53 h 100"/>
                <a:gd name="T44" fmla="*/ 2 w 84"/>
                <a:gd name="T45" fmla="*/ 62 h 100"/>
                <a:gd name="T46" fmla="*/ 0 w 84"/>
                <a:gd name="T47" fmla="*/ 62 h 100"/>
                <a:gd name="T48" fmla="*/ 2 w 84"/>
                <a:gd name="T49" fmla="*/ 88 h 100"/>
                <a:gd name="T50" fmla="*/ 14 w 84"/>
                <a:gd name="T51" fmla="*/ 89 h 100"/>
                <a:gd name="T52" fmla="*/ 16 w 84"/>
                <a:gd name="T53" fmla="*/ 93 h 100"/>
                <a:gd name="T54" fmla="*/ 20 w 84"/>
                <a:gd name="T55" fmla="*/ 97 h 100"/>
                <a:gd name="T56" fmla="*/ 31 w 84"/>
                <a:gd name="T57" fmla="*/ 100 h 100"/>
                <a:gd name="T58" fmla="*/ 44 w 84"/>
                <a:gd name="T59" fmla="*/ 97 h 100"/>
                <a:gd name="T60" fmla="*/ 54 w 84"/>
                <a:gd name="T61" fmla="*/ 100 h 100"/>
                <a:gd name="T62" fmla="*/ 58 w 84"/>
                <a:gd name="T63" fmla="*/ 100 h 100"/>
                <a:gd name="T64" fmla="*/ 67 w 84"/>
                <a:gd name="T65" fmla="*/ 91 h 100"/>
                <a:gd name="T66" fmla="*/ 80 w 84"/>
                <a:gd name="T67" fmla="*/ 73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84" h="100">
                  <a:moveTo>
                    <a:pt x="80" y="73"/>
                  </a:moveTo>
                  <a:lnTo>
                    <a:pt x="78" y="66"/>
                  </a:lnTo>
                  <a:lnTo>
                    <a:pt x="84" y="55"/>
                  </a:lnTo>
                  <a:lnTo>
                    <a:pt x="84" y="55"/>
                  </a:lnTo>
                  <a:lnTo>
                    <a:pt x="84" y="53"/>
                  </a:lnTo>
                  <a:lnTo>
                    <a:pt x="78" y="49"/>
                  </a:lnTo>
                  <a:lnTo>
                    <a:pt x="78" y="49"/>
                  </a:lnTo>
                  <a:lnTo>
                    <a:pt x="74" y="48"/>
                  </a:lnTo>
                  <a:lnTo>
                    <a:pt x="73" y="46"/>
                  </a:lnTo>
                  <a:lnTo>
                    <a:pt x="71" y="38"/>
                  </a:lnTo>
                  <a:lnTo>
                    <a:pt x="71" y="38"/>
                  </a:lnTo>
                  <a:lnTo>
                    <a:pt x="69" y="37"/>
                  </a:lnTo>
                  <a:lnTo>
                    <a:pt x="67" y="35"/>
                  </a:lnTo>
                  <a:lnTo>
                    <a:pt x="60" y="33"/>
                  </a:lnTo>
                  <a:lnTo>
                    <a:pt x="60" y="33"/>
                  </a:lnTo>
                  <a:lnTo>
                    <a:pt x="54" y="29"/>
                  </a:lnTo>
                  <a:lnTo>
                    <a:pt x="51" y="24"/>
                  </a:lnTo>
                  <a:lnTo>
                    <a:pt x="51" y="24"/>
                  </a:lnTo>
                  <a:lnTo>
                    <a:pt x="47" y="22"/>
                  </a:lnTo>
                  <a:lnTo>
                    <a:pt x="45" y="20"/>
                  </a:lnTo>
                  <a:lnTo>
                    <a:pt x="42" y="20"/>
                  </a:lnTo>
                  <a:lnTo>
                    <a:pt x="40" y="18"/>
                  </a:lnTo>
                  <a:lnTo>
                    <a:pt x="40" y="18"/>
                  </a:lnTo>
                  <a:lnTo>
                    <a:pt x="36" y="9"/>
                  </a:lnTo>
                  <a:lnTo>
                    <a:pt x="22" y="0"/>
                  </a:lnTo>
                  <a:lnTo>
                    <a:pt x="11" y="4"/>
                  </a:lnTo>
                  <a:lnTo>
                    <a:pt x="11" y="4"/>
                  </a:lnTo>
                  <a:lnTo>
                    <a:pt x="9" y="7"/>
                  </a:lnTo>
                  <a:lnTo>
                    <a:pt x="7" y="11"/>
                  </a:lnTo>
                  <a:lnTo>
                    <a:pt x="7" y="17"/>
                  </a:lnTo>
                  <a:lnTo>
                    <a:pt x="7" y="17"/>
                  </a:lnTo>
                  <a:lnTo>
                    <a:pt x="7" y="20"/>
                  </a:lnTo>
                  <a:lnTo>
                    <a:pt x="5" y="22"/>
                  </a:lnTo>
                  <a:lnTo>
                    <a:pt x="3" y="26"/>
                  </a:lnTo>
                  <a:lnTo>
                    <a:pt x="3" y="29"/>
                  </a:lnTo>
                  <a:lnTo>
                    <a:pt x="3" y="29"/>
                  </a:lnTo>
                  <a:lnTo>
                    <a:pt x="3" y="35"/>
                  </a:lnTo>
                  <a:lnTo>
                    <a:pt x="2" y="38"/>
                  </a:lnTo>
                  <a:lnTo>
                    <a:pt x="0" y="40"/>
                  </a:lnTo>
                  <a:lnTo>
                    <a:pt x="0" y="44"/>
                  </a:lnTo>
                  <a:lnTo>
                    <a:pt x="0" y="44"/>
                  </a:lnTo>
                  <a:lnTo>
                    <a:pt x="2" y="48"/>
                  </a:lnTo>
                  <a:lnTo>
                    <a:pt x="0" y="53"/>
                  </a:lnTo>
                  <a:lnTo>
                    <a:pt x="0" y="53"/>
                  </a:lnTo>
                  <a:lnTo>
                    <a:pt x="2" y="60"/>
                  </a:lnTo>
                  <a:lnTo>
                    <a:pt x="2" y="62"/>
                  </a:lnTo>
                  <a:lnTo>
                    <a:pt x="0" y="62"/>
                  </a:lnTo>
                  <a:lnTo>
                    <a:pt x="0" y="62"/>
                  </a:lnTo>
                  <a:lnTo>
                    <a:pt x="2" y="88"/>
                  </a:lnTo>
                  <a:lnTo>
                    <a:pt x="2" y="88"/>
                  </a:lnTo>
                  <a:lnTo>
                    <a:pt x="9" y="88"/>
                  </a:lnTo>
                  <a:lnTo>
                    <a:pt x="14" y="89"/>
                  </a:lnTo>
                  <a:lnTo>
                    <a:pt x="14" y="89"/>
                  </a:lnTo>
                  <a:lnTo>
                    <a:pt x="16" y="93"/>
                  </a:lnTo>
                  <a:lnTo>
                    <a:pt x="20" y="97"/>
                  </a:lnTo>
                  <a:lnTo>
                    <a:pt x="20" y="97"/>
                  </a:lnTo>
                  <a:lnTo>
                    <a:pt x="27" y="100"/>
                  </a:lnTo>
                  <a:lnTo>
                    <a:pt x="31" y="100"/>
                  </a:lnTo>
                  <a:lnTo>
                    <a:pt x="44" y="97"/>
                  </a:lnTo>
                  <a:lnTo>
                    <a:pt x="44" y="97"/>
                  </a:lnTo>
                  <a:lnTo>
                    <a:pt x="49" y="99"/>
                  </a:lnTo>
                  <a:lnTo>
                    <a:pt x="54" y="100"/>
                  </a:lnTo>
                  <a:lnTo>
                    <a:pt x="58" y="100"/>
                  </a:lnTo>
                  <a:lnTo>
                    <a:pt x="58" y="100"/>
                  </a:lnTo>
                  <a:lnTo>
                    <a:pt x="62" y="97"/>
                  </a:lnTo>
                  <a:lnTo>
                    <a:pt x="67" y="91"/>
                  </a:lnTo>
                  <a:lnTo>
                    <a:pt x="80" y="73"/>
                  </a:lnTo>
                  <a:lnTo>
                    <a:pt x="80" y="7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6" name="Freeform 18">
              <a:extLst>
                <a:ext uri="{FF2B5EF4-FFF2-40B4-BE49-F238E27FC236}">
                  <a16:creationId xmlns:a16="http://schemas.microsoft.com/office/drawing/2014/main" id="{743495F6-AAEA-4B48-ADF9-C9257FF24F1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76276" y="2098746"/>
              <a:ext cx="229866" cy="398929"/>
            </a:xfrm>
            <a:custGeom>
              <a:avLst/>
              <a:gdLst>
                <a:gd name="T0" fmla="*/ 7 w 155"/>
                <a:gd name="T1" fmla="*/ 153 h 269"/>
                <a:gd name="T2" fmla="*/ 2 w 155"/>
                <a:gd name="T3" fmla="*/ 162 h 269"/>
                <a:gd name="T4" fmla="*/ 7 w 155"/>
                <a:gd name="T5" fmla="*/ 167 h 269"/>
                <a:gd name="T6" fmla="*/ 18 w 155"/>
                <a:gd name="T7" fmla="*/ 171 h 269"/>
                <a:gd name="T8" fmla="*/ 38 w 155"/>
                <a:gd name="T9" fmla="*/ 166 h 269"/>
                <a:gd name="T10" fmla="*/ 33 w 155"/>
                <a:gd name="T11" fmla="*/ 153 h 269"/>
                <a:gd name="T12" fmla="*/ 31 w 155"/>
                <a:gd name="T13" fmla="*/ 144 h 269"/>
                <a:gd name="T14" fmla="*/ 17 w 155"/>
                <a:gd name="T15" fmla="*/ 144 h 269"/>
                <a:gd name="T16" fmla="*/ 31 w 155"/>
                <a:gd name="T17" fmla="*/ 124 h 269"/>
                <a:gd name="T18" fmla="*/ 24 w 155"/>
                <a:gd name="T19" fmla="*/ 107 h 269"/>
                <a:gd name="T20" fmla="*/ 31 w 155"/>
                <a:gd name="T21" fmla="*/ 113 h 269"/>
                <a:gd name="T22" fmla="*/ 2 w 155"/>
                <a:gd name="T23" fmla="*/ 84 h 269"/>
                <a:gd name="T24" fmla="*/ 4 w 155"/>
                <a:gd name="T25" fmla="*/ 82 h 269"/>
                <a:gd name="T26" fmla="*/ 18 w 155"/>
                <a:gd name="T27" fmla="*/ 85 h 269"/>
                <a:gd name="T28" fmla="*/ 33 w 155"/>
                <a:gd name="T29" fmla="*/ 95 h 269"/>
                <a:gd name="T30" fmla="*/ 24 w 155"/>
                <a:gd name="T31" fmla="*/ 51 h 269"/>
                <a:gd name="T32" fmla="*/ 15 w 155"/>
                <a:gd name="T33" fmla="*/ 74 h 269"/>
                <a:gd name="T34" fmla="*/ 29 w 155"/>
                <a:gd name="T35" fmla="*/ 53 h 269"/>
                <a:gd name="T36" fmla="*/ 55 w 155"/>
                <a:gd name="T37" fmla="*/ 53 h 269"/>
                <a:gd name="T38" fmla="*/ 44 w 155"/>
                <a:gd name="T39" fmla="*/ 60 h 269"/>
                <a:gd name="T40" fmla="*/ 37 w 155"/>
                <a:gd name="T41" fmla="*/ 73 h 269"/>
                <a:gd name="T42" fmla="*/ 35 w 155"/>
                <a:gd name="T43" fmla="*/ 84 h 269"/>
                <a:gd name="T44" fmla="*/ 37 w 155"/>
                <a:gd name="T45" fmla="*/ 89 h 269"/>
                <a:gd name="T46" fmla="*/ 38 w 155"/>
                <a:gd name="T47" fmla="*/ 96 h 269"/>
                <a:gd name="T48" fmla="*/ 38 w 155"/>
                <a:gd name="T49" fmla="*/ 109 h 269"/>
                <a:gd name="T50" fmla="*/ 37 w 155"/>
                <a:gd name="T51" fmla="*/ 115 h 269"/>
                <a:gd name="T52" fmla="*/ 40 w 155"/>
                <a:gd name="T53" fmla="*/ 120 h 269"/>
                <a:gd name="T54" fmla="*/ 48 w 155"/>
                <a:gd name="T55" fmla="*/ 124 h 269"/>
                <a:gd name="T56" fmla="*/ 68 w 155"/>
                <a:gd name="T57" fmla="*/ 160 h 269"/>
                <a:gd name="T58" fmla="*/ 75 w 155"/>
                <a:gd name="T59" fmla="*/ 182 h 269"/>
                <a:gd name="T60" fmla="*/ 53 w 155"/>
                <a:gd name="T61" fmla="*/ 187 h 269"/>
                <a:gd name="T62" fmla="*/ 48 w 155"/>
                <a:gd name="T63" fmla="*/ 202 h 269"/>
                <a:gd name="T64" fmla="*/ 40 w 155"/>
                <a:gd name="T65" fmla="*/ 220 h 269"/>
                <a:gd name="T66" fmla="*/ 55 w 155"/>
                <a:gd name="T67" fmla="*/ 224 h 269"/>
                <a:gd name="T68" fmla="*/ 75 w 155"/>
                <a:gd name="T69" fmla="*/ 227 h 269"/>
                <a:gd name="T70" fmla="*/ 53 w 155"/>
                <a:gd name="T71" fmla="*/ 237 h 269"/>
                <a:gd name="T72" fmla="*/ 33 w 155"/>
                <a:gd name="T73" fmla="*/ 266 h 269"/>
                <a:gd name="T74" fmla="*/ 44 w 155"/>
                <a:gd name="T75" fmla="*/ 260 h 269"/>
                <a:gd name="T76" fmla="*/ 68 w 155"/>
                <a:gd name="T77" fmla="*/ 258 h 269"/>
                <a:gd name="T78" fmla="*/ 88 w 155"/>
                <a:gd name="T79" fmla="*/ 253 h 269"/>
                <a:gd name="T80" fmla="*/ 106 w 155"/>
                <a:gd name="T81" fmla="*/ 246 h 269"/>
                <a:gd name="T82" fmla="*/ 146 w 155"/>
                <a:gd name="T83" fmla="*/ 242 h 269"/>
                <a:gd name="T84" fmla="*/ 135 w 155"/>
                <a:gd name="T85" fmla="*/ 231 h 269"/>
                <a:gd name="T86" fmla="*/ 148 w 155"/>
                <a:gd name="T87" fmla="*/ 224 h 269"/>
                <a:gd name="T88" fmla="*/ 155 w 155"/>
                <a:gd name="T89" fmla="*/ 206 h 269"/>
                <a:gd name="T90" fmla="*/ 148 w 155"/>
                <a:gd name="T91" fmla="*/ 197 h 269"/>
                <a:gd name="T92" fmla="*/ 133 w 155"/>
                <a:gd name="T93" fmla="*/ 200 h 269"/>
                <a:gd name="T94" fmla="*/ 128 w 155"/>
                <a:gd name="T95" fmla="*/ 184 h 269"/>
                <a:gd name="T96" fmla="*/ 126 w 155"/>
                <a:gd name="T97" fmla="*/ 175 h 269"/>
                <a:gd name="T98" fmla="*/ 104 w 155"/>
                <a:gd name="T99" fmla="*/ 153 h 269"/>
                <a:gd name="T100" fmla="*/ 95 w 155"/>
                <a:gd name="T101" fmla="*/ 129 h 269"/>
                <a:gd name="T102" fmla="*/ 84 w 155"/>
                <a:gd name="T103" fmla="*/ 122 h 269"/>
                <a:gd name="T104" fmla="*/ 84 w 155"/>
                <a:gd name="T105" fmla="*/ 111 h 269"/>
                <a:gd name="T106" fmla="*/ 91 w 155"/>
                <a:gd name="T107" fmla="*/ 95 h 269"/>
                <a:gd name="T108" fmla="*/ 73 w 155"/>
                <a:gd name="T109" fmla="*/ 78 h 269"/>
                <a:gd name="T110" fmla="*/ 59 w 155"/>
                <a:gd name="T111" fmla="*/ 78 h 269"/>
                <a:gd name="T112" fmla="*/ 66 w 155"/>
                <a:gd name="T113" fmla="*/ 67 h 269"/>
                <a:gd name="T114" fmla="*/ 73 w 155"/>
                <a:gd name="T115" fmla="*/ 49 h 269"/>
                <a:gd name="T116" fmla="*/ 62 w 155"/>
                <a:gd name="T117" fmla="*/ 45 h 269"/>
                <a:gd name="T118" fmla="*/ 110 w 155"/>
                <a:gd name="T119" fmla="*/ 16 h 2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55" h="269">
                  <a:moveTo>
                    <a:pt x="17" y="144"/>
                  </a:moveTo>
                  <a:lnTo>
                    <a:pt x="17" y="144"/>
                  </a:lnTo>
                  <a:lnTo>
                    <a:pt x="11" y="146"/>
                  </a:lnTo>
                  <a:lnTo>
                    <a:pt x="7" y="149"/>
                  </a:lnTo>
                  <a:lnTo>
                    <a:pt x="7" y="153"/>
                  </a:lnTo>
                  <a:lnTo>
                    <a:pt x="7" y="153"/>
                  </a:lnTo>
                  <a:lnTo>
                    <a:pt x="7" y="156"/>
                  </a:lnTo>
                  <a:lnTo>
                    <a:pt x="4" y="156"/>
                  </a:lnTo>
                  <a:lnTo>
                    <a:pt x="2" y="156"/>
                  </a:lnTo>
                  <a:lnTo>
                    <a:pt x="0" y="158"/>
                  </a:lnTo>
                  <a:lnTo>
                    <a:pt x="0" y="158"/>
                  </a:lnTo>
                  <a:lnTo>
                    <a:pt x="2" y="162"/>
                  </a:lnTo>
                  <a:lnTo>
                    <a:pt x="2" y="162"/>
                  </a:lnTo>
                  <a:lnTo>
                    <a:pt x="2" y="164"/>
                  </a:lnTo>
                  <a:lnTo>
                    <a:pt x="4" y="164"/>
                  </a:lnTo>
                  <a:lnTo>
                    <a:pt x="4" y="164"/>
                  </a:lnTo>
                  <a:lnTo>
                    <a:pt x="7" y="166"/>
                  </a:lnTo>
                  <a:lnTo>
                    <a:pt x="7" y="167"/>
                  </a:lnTo>
                  <a:lnTo>
                    <a:pt x="7" y="169"/>
                  </a:lnTo>
                  <a:lnTo>
                    <a:pt x="9" y="169"/>
                  </a:lnTo>
                  <a:lnTo>
                    <a:pt x="9" y="169"/>
                  </a:lnTo>
                  <a:lnTo>
                    <a:pt x="13" y="167"/>
                  </a:lnTo>
                  <a:lnTo>
                    <a:pt x="15" y="167"/>
                  </a:lnTo>
                  <a:lnTo>
                    <a:pt x="18" y="171"/>
                  </a:lnTo>
                  <a:lnTo>
                    <a:pt x="26" y="169"/>
                  </a:lnTo>
                  <a:lnTo>
                    <a:pt x="26" y="169"/>
                  </a:lnTo>
                  <a:lnTo>
                    <a:pt x="29" y="166"/>
                  </a:lnTo>
                  <a:lnTo>
                    <a:pt x="29" y="166"/>
                  </a:lnTo>
                  <a:lnTo>
                    <a:pt x="33" y="166"/>
                  </a:lnTo>
                  <a:lnTo>
                    <a:pt x="38" y="166"/>
                  </a:lnTo>
                  <a:lnTo>
                    <a:pt x="38" y="166"/>
                  </a:lnTo>
                  <a:lnTo>
                    <a:pt x="37" y="164"/>
                  </a:lnTo>
                  <a:lnTo>
                    <a:pt x="33" y="164"/>
                  </a:lnTo>
                  <a:lnTo>
                    <a:pt x="33" y="164"/>
                  </a:lnTo>
                  <a:lnTo>
                    <a:pt x="33" y="158"/>
                  </a:lnTo>
                  <a:lnTo>
                    <a:pt x="33" y="153"/>
                  </a:lnTo>
                  <a:lnTo>
                    <a:pt x="29" y="153"/>
                  </a:lnTo>
                  <a:lnTo>
                    <a:pt x="29" y="153"/>
                  </a:lnTo>
                  <a:lnTo>
                    <a:pt x="29" y="151"/>
                  </a:lnTo>
                  <a:lnTo>
                    <a:pt x="31" y="147"/>
                  </a:lnTo>
                  <a:lnTo>
                    <a:pt x="31" y="146"/>
                  </a:lnTo>
                  <a:lnTo>
                    <a:pt x="31" y="144"/>
                  </a:lnTo>
                  <a:lnTo>
                    <a:pt x="24" y="144"/>
                  </a:lnTo>
                  <a:lnTo>
                    <a:pt x="24" y="144"/>
                  </a:lnTo>
                  <a:lnTo>
                    <a:pt x="11" y="151"/>
                  </a:lnTo>
                  <a:lnTo>
                    <a:pt x="11" y="151"/>
                  </a:lnTo>
                  <a:lnTo>
                    <a:pt x="15" y="146"/>
                  </a:lnTo>
                  <a:lnTo>
                    <a:pt x="17" y="144"/>
                  </a:lnTo>
                  <a:lnTo>
                    <a:pt x="17" y="144"/>
                  </a:lnTo>
                  <a:close/>
                  <a:moveTo>
                    <a:pt x="31" y="116"/>
                  </a:moveTo>
                  <a:lnTo>
                    <a:pt x="31" y="116"/>
                  </a:lnTo>
                  <a:lnTo>
                    <a:pt x="29" y="122"/>
                  </a:lnTo>
                  <a:lnTo>
                    <a:pt x="29" y="124"/>
                  </a:lnTo>
                  <a:lnTo>
                    <a:pt x="31" y="124"/>
                  </a:lnTo>
                  <a:lnTo>
                    <a:pt x="31" y="124"/>
                  </a:lnTo>
                  <a:lnTo>
                    <a:pt x="33" y="120"/>
                  </a:lnTo>
                  <a:lnTo>
                    <a:pt x="33" y="116"/>
                  </a:lnTo>
                  <a:lnTo>
                    <a:pt x="31" y="116"/>
                  </a:lnTo>
                  <a:lnTo>
                    <a:pt x="31" y="116"/>
                  </a:lnTo>
                  <a:close/>
                  <a:moveTo>
                    <a:pt x="24" y="107"/>
                  </a:moveTo>
                  <a:lnTo>
                    <a:pt x="24" y="107"/>
                  </a:lnTo>
                  <a:lnTo>
                    <a:pt x="24" y="111"/>
                  </a:lnTo>
                  <a:lnTo>
                    <a:pt x="26" y="116"/>
                  </a:lnTo>
                  <a:lnTo>
                    <a:pt x="26" y="116"/>
                  </a:lnTo>
                  <a:lnTo>
                    <a:pt x="29" y="116"/>
                  </a:lnTo>
                  <a:lnTo>
                    <a:pt x="31" y="113"/>
                  </a:lnTo>
                  <a:lnTo>
                    <a:pt x="29" y="109"/>
                  </a:lnTo>
                  <a:lnTo>
                    <a:pt x="24" y="107"/>
                  </a:lnTo>
                  <a:lnTo>
                    <a:pt x="24" y="107"/>
                  </a:lnTo>
                  <a:close/>
                  <a:moveTo>
                    <a:pt x="4" y="82"/>
                  </a:moveTo>
                  <a:lnTo>
                    <a:pt x="4" y="82"/>
                  </a:lnTo>
                  <a:lnTo>
                    <a:pt x="2" y="84"/>
                  </a:lnTo>
                  <a:lnTo>
                    <a:pt x="4" y="85"/>
                  </a:lnTo>
                  <a:lnTo>
                    <a:pt x="6" y="87"/>
                  </a:lnTo>
                  <a:lnTo>
                    <a:pt x="6" y="87"/>
                  </a:lnTo>
                  <a:lnTo>
                    <a:pt x="9" y="84"/>
                  </a:lnTo>
                  <a:lnTo>
                    <a:pt x="7" y="82"/>
                  </a:lnTo>
                  <a:lnTo>
                    <a:pt x="4" y="82"/>
                  </a:lnTo>
                  <a:lnTo>
                    <a:pt x="4" y="82"/>
                  </a:lnTo>
                  <a:close/>
                  <a:moveTo>
                    <a:pt x="24" y="78"/>
                  </a:moveTo>
                  <a:lnTo>
                    <a:pt x="24" y="78"/>
                  </a:lnTo>
                  <a:lnTo>
                    <a:pt x="20" y="82"/>
                  </a:lnTo>
                  <a:lnTo>
                    <a:pt x="18" y="85"/>
                  </a:lnTo>
                  <a:lnTo>
                    <a:pt x="18" y="85"/>
                  </a:lnTo>
                  <a:lnTo>
                    <a:pt x="20" y="85"/>
                  </a:lnTo>
                  <a:lnTo>
                    <a:pt x="22" y="89"/>
                  </a:lnTo>
                  <a:lnTo>
                    <a:pt x="24" y="95"/>
                  </a:lnTo>
                  <a:lnTo>
                    <a:pt x="24" y="95"/>
                  </a:lnTo>
                  <a:lnTo>
                    <a:pt x="29" y="96"/>
                  </a:lnTo>
                  <a:lnTo>
                    <a:pt x="33" y="95"/>
                  </a:lnTo>
                  <a:lnTo>
                    <a:pt x="31" y="93"/>
                  </a:lnTo>
                  <a:lnTo>
                    <a:pt x="26" y="93"/>
                  </a:lnTo>
                  <a:lnTo>
                    <a:pt x="26" y="93"/>
                  </a:lnTo>
                  <a:lnTo>
                    <a:pt x="24" y="78"/>
                  </a:lnTo>
                  <a:lnTo>
                    <a:pt x="24" y="78"/>
                  </a:lnTo>
                  <a:close/>
                  <a:moveTo>
                    <a:pt x="24" y="51"/>
                  </a:moveTo>
                  <a:lnTo>
                    <a:pt x="24" y="51"/>
                  </a:lnTo>
                  <a:lnTo>
                    <a:pt x="22" y="53"/>
                  </a:lnTo>
                  <a:lnTo>
                    <a:pt x="18" y="56"/>
                  </a:lnTo>
                  <a:lnTo>
                    <a:pt x="15" y="65"/>
                  </a:lnTo>
                  <a:lnTo>
                    <a:pt x="15" y="73"/>
                  </a:lnTo>
                  <a:lnTo>
                    <a:pt x="15" y="74"/>
                  </a:lnTo>
                  <a:lnTo>
                    <a:pt x="17" y="74"/>
                  </a:lnTo>
                  <a:lnTo>
                    <a:pt x="17" y="74"/>
                  </a:lnTo>
                  <a:lnTo>
                    <a:pt x="22" y="71"/>
                  </a:lnTo>
                  <a:lnTo>
                    <a:pt x="28" y="60"/>
                  </a:lnTo>
                  <a:lnTo>
                    <a:pt x="29" y="56"/>
                  </a:lnTo>
                  <a:lnTo>
                    <a:pt x="29" y="53"/>
                  </a:lnTo>
                  <a:lnTo>
                    <a:pt x="28" y="51"/>
                  </a:lnTo>
                  <a:lnTo>
                    <a:pt x="24" y="51"/>
                  </a:lnTo>
                  <a:lnTo>
                    <a:pt x="24" y="51"/>
                  </a:lnTo>
                  <a:close/>
                  <a:moveTo>
                    <a:pt x="62" y="45"/>
                  </a:moveTo>
                  <a:lnTo>
                    <a:pt x="62" y="45"/>
                  </a:lnTo>
                  <a:lnTo>
                    <a:pt x="55" y="53"/>
                  </a:lnTo>
                  <a:lnTo>
                    <a:pt x="48" y="49"/>
                  </a:lnTo>
                  <a:lnTo>
                    <a:pt x="48" y="49"/>
                  </a:lnTo>
                  <a:lnTo>
                    <a:pt x="48" y="53"/>
                  </a:lnTo>
                  <a:lnTo>
                    <a:pt x="48" y="58"/>
                  </a:lnTo>
                  <a:lnTo>
                    <a:pt x="44" y="60"/>
                  </a:lnTo>
                  <a:lnTo>
                    <a:pt x="44" y="60"/>
                  </a:lnTo>
                  <a:lnTo>
                    <a:pt x="42" y="64"/>
                  </a:lnTo>
                  <a:lnTo>
                    <a:pt x="42" y="67"/>
                  </a:lnTo>
                  <a:lnTo>
                    <a:pt x="44" y="69"/>
                  </a:lnTo>
                  <a:lnTo>
                    <a:pt x="44" y="73"/>
                  </a:lnTo>
                  <a:lnTo>
                    <a:pt x="44" y="73"/>
                  </a:lnTo>
                  <a:lnTo>
                    <a:pt x="37" y="73"/>
                  </a:lnTo>
                  <a:lnTo>
                    <a:pt x="37" y="73"/>
                  </a:lnTo>
                  <a:lnTo>
                    <a:pt x="37" y="80"/>
                  </a:lnTo>
                  <a:lnTo>
                    <a:pt x="33" y="80"/>
                  </a:lnTo>
                  <a:lnTo>
                    <a:pt x="33" y="80"/>
                  </a:lnTo>
                  <a:lnTo>
                    <a:pt x="35" y="82"/>
                  </a:lnTo>
                  <a:lnTo>
                    <a:pt x="35" y="84"/>
                  </a:lnTo>
                  <a:lnTo>
                    <a:pt x="37" y="87"/>
                  </a:lnTo>
                  <a:lnTo>
                    <a:pt x="37" y="87"/>
                  </a:lnTo>
                  <a:lnTo>
                    <a:pt x="40" y="87"/>
                  </a:lnTo>
                  <a:lnTo>
                    <a:pt x="40" y="87"/>
                  </a:lnTo>
                  <a:lnTo>
                    <a:pt x="37" y="87"/>
                  </a:lnTo>
                  <a:lnTo>
                    <a:pt x="37" y="89"/>
                  </a:lnTo>
                  <a:lnTo>
                    <a:pt x="38" y="89"/>
                  </a:lnTo>
                  <a:lnTo>
                    <a:pt x="38" y="89"/>
                  </a:lnTo>
                  <a:lnTo>
                    <a:pt x="33" y="91"/>
                  </a:lnTo>
                  <a:lnTo>
                    <a:pt x="33" y="93"/>
                  </a:lnTo>
                  <a:lnTo>
                    <a:pt x="37" y="96"/>
                  </a:lnTo>
                  <a:lnTo>
                    <a:pt x="38" y="96"/>
                  </a:lnTo>
                  <a:lnTo>
                    <a:pt x="38" y="96"/>
                  </a:lnTo>
                  <a:lnTo>
                    <a:pt x="33" y="100"/>
                  </a:lnTo>
                  <a:lnTo>
                    <a:pt x="33" y="100"/>
                  </a:lnTo>
                  <a:lnTo>
                    <a:pt x="33" y="104"/>
                  </a:lnTo>
                  <a:lnTo>
                    <a:pt x="33" y="109"/>
                  </a:lnTo>
                  <a:lnTo>
                    <a:pt x="38" y="109"/>
                  </a:lnTo>
                  <a:lnTo>
                    <a:pt x="38" y="109"/>
                  </a:lnTo>
                  <a:lnTo>
                    <a:pt x="42" y="109"/>
                  </a:lnTo>
                  <a:lnTo>
                    <a:pt x="42" y="109"/>
                  </a:lnTo>
                  <a:lnTo>
                    <a:pt x="40" y="113"/>
                  </a:lnTo>
                  <a:lnTo>
                    <a:pt x="37" y="115"/>
                  </a:lnTo>
                  <a:lnTo>
                    <a:pt x="37" y="115"/>
                  </a:lnTo>
                  <a:lnTo>
                    <a:pt x="37" y="120"/>
                  </a:lnTo>
                  <a:lnTo>
                    <a:pt x="37" y="127"/>
                  </a:lnTo>
                  <a:lnTo>
                    <a:pt x="37" y="127"/>
                  </a:lnTo>
                  <a:lnTo>
                    <a:pt x="38" y="124"/>
                  </a:lnTo>
                  <a:lnTo>
                    <a:pt x="40" y="120"/>
                  </a:lnTo>
                  <a:lnTo>
                    <a:pt x="40" y="120"/>
                  </a:lnTo>
                  <a:lnTo>
                    <a:pt x="44" y="120"/>
                  </a:lnTo>
                  <a:lnTo>
                    <a:pt x="46" y="120"/>
                  </a:lnTo>
                  <a:lnTo>
                    <a:pt x="46" y="118"/>
                  </a:lnTo>
                  <a:lnTo>
                    <a:pt x="48" y="120"/>
                  </a:lnTo>
                  <a:lnTo>
                    <a:pt x="48" y="124"/>
                  </a:lnTo>
                  <a:lnTo>
                    <a:pt x="48" y="124"/>
                  </a:lnTo>
                  <a:lnTo>
                    <a:pt x="46" y="135"/>
                  </a:lnTo>
                  <a:lnTo>
                    <a:pt x="44" y="151"/>
                  </a:lnTo>
                  <a:lnTo>
                    <a:pt x="44" y="151"/>
                  </a:lnTo>
                  <a:lnTo>
                    <a:pt x="75" y="149"/>
                  </a:lnTo>
                  <a:lnTo>
                    <a:pt x="75" y="149"/>
                  </a:lnTo>
                  <a:lnTo>
                    <a:pt x="68" y="160"/>
                  </a:lnTo>
                  <a:lnTo>
                    <a:pt x="68" y="160"/>
                  </a:lnTo>
                  <a:lnTo>
                    <a:pt x="82" y="164"/>
                  </a:lnTo>
                  <a:lnTo>
                    <a:pt x="82" y="164"/>
                  </a:lnTo>
                  <a:lnTo>
                    <a:pt x="80" y="175"/>
                  </a:lnTo>
                  <a:lnTo>
                    <a:pt x="79" y="180"/>
                  </a:lnTo>
                  <a:lnTo>
                    <a:pt x="75" y="182"/>
                  </a:lnTo>
                  <a:lnTo>
                    <a:pt x="73" y="184"/>
                  </a:lnTo>
                  <a:lnTo>
                    <a:pt x="68" y="184"/>
                  </a:lnTo>
                  <a:lnTo>
                    <a:pt x="53" y="180"/>
                  </a:lnTo>
                  <a:lnTo>
                    <a:pt x="53" y="180"/>
                  </a:lnTo>
                  <a:lnTo>
                    <a:pt x="53" y="187"/>
                  </a:lnTo>
                  <a:lnTo>
                    <a:pt x="53" y="187"/>
                  </a:lnTo>
                  <a:lnTo>
                    <a:pt x="55" y="187"/>
                  </a:lnTo>
                  <a:lnTo>
                    <a:pt x="57" y="187"/>
                  </a:lnTo>
                  <a:lnTo>
                    <a:pt x="59" y="189"/>
                  </a:lnTo>
                  <a:lnTo>
                    <a:pt x="59" y="189"/>
                  </a:lnTo>
                  <a:lnTo>
                    <a:pt x="48" y="202"/>
                  </a:lnTo>
                  <a:lnTo>
                    <a:pt x="48" y="202"/>
                  </a:lnTo>
                  <a:lnTo>
                    <a:pt x="53" y="200"/>
                  </a:lnTo>
                  <a:lnTo>
                    <a:pt x="59" y="200"/>
                  </a:lnTo>
                  <a:lnTo>
                    <a:pt x="59" y="200"/>
                  </a:lnTo>
                  <a:lnTo>
                    <a:pt x="59" y="209"/>
                  </a:lnTo>
                  <a:lnTo>
                    <a:pt x="59" y="209"/>
                  </a:lnTo>
                  <a:lnTo>
                    <a:pt x="40" y="220"/>
                  </a:lnTo>
                  <a:lnTo>
                    <a:pt x="40" y="220"/>
                  </a:lnTo>
                  <a:lnTo>
                    <a:pt x="42" y="226"/>
                  </a:lnTo>
                  <a:lnTo>
                    <a:pt x="44" y="229"/>
                  </a:lnTo>
                  <a:lnTo>
                    <a:pt x="48" y="227"/>
                  </a:lnTo>
                  <a:lnTo>
                    <a:pt x="55" y="224"/>
                  </a:lnTo>
                  <a:lnTo>
                    <a:pt x="55" y="224"/>
                  </a:lnTo>
                  <a:lnTo>
                    <a:pt x="55" y="231"/>
                  </a:lnTo>
                  <a:lnTo>
                    <a:pt x="55" y="231"/>
                  </a:lnTo>
                  <a:lnTo>
                    <a:pt x="64" y="229"/>
                  </a:lnTo>
                  <a:lnTo>
                    <a:pt x="69" y="229"/>
                  </a:lnTo>
                  <a:lnTo>
                    <a:pt x="69" y="229"/>
                  </a:lnTo>
                  <a:lnTo>
                    <a:pt x="75" y="227"/>
                  </a:lnTo>
                  <a:lnTo>
                    <a:pt x="84" y="227"/>
                  </a:lnTo>
                  <a:lnTo>
                    <a:pt x="84" y="227"/>
                  </a:lnTo>
                  <a:lnTo>
                    <a:pt x="82" y="229"/>
                  </a:lnTo>
                  <a:lnTo>
                    <a:pt x="82" y="231"/>
                  </a:lnTo>
                  <a:lnTo>
                    <a:pt x="80" y="237"/>
                  </a:lnTo>
                  <a:lnTo>
                    <a:pt x="53" y="237"/>
                  </a:lnTo>
                  <a:lnTo>
                    <a:pt x="53" y="237"/>
                  </a:lnTo>
                  <a:lnTo>
                    <a:pt x="42" y="253"/>
                  </a:lnTo>
                  <a:lnTo>
                    <a:pt x="37" y="260"/>
                  </a:lnTo>
                  <a:lnTo>
                    <a:pt x="29" y="266"/>
                  </a:lnTo>
                  <a:lnTo>
                    <a:pt x="29" y="266"/>
                  </a:lnTo>
                  <a:lnTo>
                    <a:pt x="33" y="266"/>
                  </a:lnTo>
                  <a:lnTo>
                    <a:pt x="37" y="268"/>
                  </a:lnTo>
                  <a:lnTo>
                    <a:pt x="38" y="269"/>
                  </a:lnTo>
                  <a:lnTo>
                    <a:pt x="44" y="268"/>
                  </a:lnTo>
                  <a:lnTo>
                    <a:pt x="44" y="268"/>
                  </a:lnTo>
                  <a:lnTo>
                    <a:pt x="44" y="260"/>
                  </a:lnTo>
                  <a:lnTo>
                    <a:pt x="44" y="260"/>
                  </a:lnTo>
                  <a:lnTo>
                    <a:pt x="53" y="257"/>
                  </a:lnTo>
                  <a:lnTo>
                    <a:pt x="53" y="257"/>
                  </a:lnTo>
                  <a:lnTo>
                    <a:pt x="59" y="257"/>
                  </a:lnTo>
                  <a:lnTo>
                    <a:pt x="60" y="257"/>
                  </a:lnTo>
                  <a:lnTo>
                    <a:pt x="64" y="258"/>
                  </a:lnTo>
                  <a:lnTo>
                    <a:pt x="68" y="258"/>
                  </a:lnTo>
                  <a:lnTo>
                    <a:pt x="68" y="258"/>
                  </a:lnTo>
                  <a:lnTo>
                    <a:pt x="73" y="251"/>
                  </a:lnTo>
                  <a:lnTo>
                    <a:pt x="73" y="251"/>
                  </a:lnTo>
                  <a:lnTo>
                    <a:pt x="79" y="251"/>
                  </a:lnTo>
                  <a:lnTo>
                    <a:pt x="84" y="253"/>
                  </a:lnTo>
                  <a:lnTo>
                    <a:pt x="88" y="253"/>
                  </a:lnTo>
                  <a:lnTo>
                    <a:pt x="91" y="253"/>
                  </a:lnTo>
                  <a:lnTo>
                    <a:pt x="91" y="253"/>
                  </a:lnTo>
                  <a:lnTo>
                    <a:pt x="95" y="249"/>
                  </a:lnTo>
                  <a:lnTo>
                    <a:pt x="97" y="246"/>
                  </a:lnTo>
                  <a:lnTo>
                    <a:pt x="97" y="246"/>
                  </a:lnTo>
                  <a:lnTo>
                    <a:pt x="106" y="246"/>
                  </a:lnTo>
                  <a:lnTo>
                    <a:pt x="113" y="248"/>
                  </a:lnTo>
                  <a:lnTo>
                    <a:pt x="122" y="249"/>
                  </a:lnTo>
                  <a:lnTo>
                    <a:pt x="131" y="249"/>
                  </a:lnTo>
                  <a:lnTo>
                    <a:pt x="131" y="249"/>
                  </a:lnTo>
                  <a:lnTo>
                    <a:pt x="139" y="246"/>
                  </a:lnTo>
                  <a:lnTo>
                    <a:pt x="146" y="242"/>
                  </a:lnTo>
                  <a:lnTo>
                    <a:pt x="146" y="237"/>
                  </a:lnTo>
                  <a:lnTo>
                    <a:pt x="146" y="237"/>
                  </a:lnTo>
                  <a:lnTo>
                    <a:pt x="141" y="237"/>
                  </a:lnTo>
                  <a:lnTo>
                    <a:pt x="133" y="237"/>
                  </a:lnTo>
                  <a:lnTo>
                    <a:pt x="133" y="237"/>
                  </a:lnTo>
                  <a:lnTo>
                    <a:pt x="135" y="231"/>
                  </a:lnTo>
                  <a:lnTo>
                    <a:pt x="137" y="227"/>
                  </a:lnTo>
                  <a:lnTo>
                    <a:pt x="139" y="224"/>
                  </a:lnTo>
                  <a:lnTo>
                    <a:pt x="139" y="224"/>
                  </a:lnTo>
                  <a:lnTo>
                    <a:pt x="142" y="224"/>
                  </a:lnTo>
                  <a:lnTo>
                    <a:pt x="146" y="224"/>
                  </a:lnTo>
                  <a:lnTo>
                    <a:pt x="148" y="224"/>
                  </a:lnTo>
                  <a:lnTo>
                    <a:pt x="151" y="222"/>
                  </a:lnTo>
                  <a:lnTo>
                    <a:pt x="151" y="222"/>
                  </a:lnTo>
                  <a:lnTo>
                    <a:pt x="153" y="218"/>
                  </a:lnTo>
                  <a:lnTo>
                    <a:pt x="153" y="213"/>
                  </a:lnTo>
                  <a:lnTo>
                    <a:pt x="155" y="206"/>
                  </a:lnTo>
                  <a:lnTo>
                    <a:pt x="155" y="206"/>
                  </a:lnTo>
                  <a:lnTo>
                    <a:pt x="153" y="204"/>
                  </a:lnTo>
                  <a:lnTo>
                    <a:pt x="153" y="200"/>
                  </a:lnTo>
                  <a:lnTo>
                    <a:pt x="151" y="198"/>
                  </a:lnTo>
                  <a:lnTo>
                    <a:pt x="151" y="198"/>
                  </a:lnTo>
                  <a:lnTo>
                    <a:pt x="151" y="198"/>
                  </a:lnTo>
                  <a:lnTo>
                    <a:pt x="148" y="197"/>
                  </a:lnTo>
                  <a:lnTo>
                    <a:pt x="144" y="197"/>
                  </a:lnTo>
                  <a:lnTo>
                    <a:pt x="139" y="195"/>
                  </a:lnTo>
                  <a:lnTo>
                    <a:pt x="137" y="202"/>
                  </a:lnTo>
                  <a:lnTo>
                    <a:pt x="137" y="202"/>
                  </a:lnTo>
                  <a:lnTo>
                    <a:pt x="133" y="202"/>
                  </a:lnTo>
                  <a:lnTo>
                    <a:pt x="133" y="200"/>
                  </a:lnTo>
                  <a:lnTo>
                    <a:pt x="131" y="200"/>
                  </a:lnTo>
                  <a:lnTo>
                    <a:pt x="130" y="200"/>
                  </a:lnTo>
                  <a:lnTo>
                    <a:pt x="130" y="200"/>
                  </a:lnTo>
                  <a:lnTo>
                    <a:pt x="131" y="186"/>
                  </a:lnTo>
                  <a:lnTo>
                    <a:pt x="131" y="186"/>
                  </a:lnTo>
                  <a:lnTo>
                    <a:pt x="128" y="184"/>
                  </a:lnTo>
                  <a:lnTo>
                    <a:pt x="126" y="180"/>
                  </a:lnTo>
                  <a:lnTo>
                    <a:pt x="126" y="180"/>
                  </a:lnTo>
                  <a:lnTo>
                    <a:pt x="131" y="180"/>
                  </a:lnTo>
                  <a:lnTo>
                    <a:pt x="131" y="178"/>
                  </a:lnTo>
                  <a:lnTo>
                    <a:pt x="131" y="175"/>
                  </a:lnTo>
                  <a:lnTo>
                    <a:pt x="126" y="175"/>
                  </a:lnTo>
                  <a:lnTo>
                    <a:pt x="126" y="175"/>
                  </a:lnTo>
                  <a:lnTo>
                    <a:pt x="111" y="156"/>
                  </a:lnTo>
                  <a:lnTo>
                    <a:pt x="111" y="156"/>
                  </a:lnTo>
                  <a:lnTo>
                    <a:pt x="108" y="155"/>
                  </a:lnTo>
                  <a:lnTo>
                    <a:pt x="106" y="155"/>
                  </a:lnTo>
                  <a:lnTo>
                    <a:pt x="104" y="153"/>
                  </a:lnTo>
                  <a:lnTo>
                    <a:pt x="104" y="153"/>
                  </a:lnTo>
                  <a:lnTo>
                    <a:pt x="102" y="147"/>
                  </a:lnTo>
                  <a:lnTo>
                    <a:pt x="100" y="140"/>
                  </a:lnTo>
                  <a:lnTo>
                    <a:pt x="99" y="135"/>
                  </a:lnTo>
                  <a:lnTo>
                    <a:pt x="95" y="129"/>
                  </a:lnTo>
                  <a:lnTo>
                    <a:pt x="95" y="129"/>
                  </a:lnTo>
                  <a:lnTo>
                    <a:pt x="91" y="127"/>
                  </a:lnTo>
                  <a:lnTo>
                    <a:pt x="88" y="127"/>
                  </a:lnTo>
                  <a:lnTo>
                    <a:pt x="88" y="127"/>
                  </a:lnTo>
                  <a:lnTo>
                    <a:pt x="88" y="122"/>
                  </a:lnTo>
                  <a:lnTo>
                    <a:pt x="88" y="122"/>
                  </a:lnTo>
                  <a:lnTo>
                    <a:pt x="84" y="122"/>
                  </a:lnTo>
                  <a:lnTo>
                    <a:pt x="82" y="122"/>
                  </a:lnTo>
                  <a:lnTo>
                    <a:pt x="80" y="122"/>
                  </a:lnTo>
                  <a:lnTo>
                    <a:pt x="77" y="122"/>
                  </a:lnTo>
                  <a:lnTo>
                    <a:pt x="77" y="122"/>
                  </a:lnTo>
                  <a:lnTo>
                    <a:pt x="84" y="113"/>
                  </a:lnTo>
                  <a:lnTo>
                    <a:pt x="84" y="111"/>
                  </a:lnTo>
                  <a:lnTo>
                    <a:pt x="84" y="107"/>
                  </a:lnTo>
                  <a:lnTo>
                    <a:pt x="84" y="105"/>
                  </a:lnTo>
                  <a:lnTo>
                    <a:pt x="80" y="105"/>
                  </a:lnTo>
                  <a:lnTo>
                    <a:pt x="80" y="105"/>
                  </a:lnTo>
                  <a:lnTo>
                    <a:pt x="86" y="100"/>
                  </a:lnTo>
                  <a:lnTo>
                    <a:pt x="91" y="95"/>
                  </a:lnTo>
                  <a:lnTo>
                    <a:pt x="91" y="95"/>
                  </a:lnTo>
                  <a:lnTo>
                    <a:pt x="95" y="85"/>
                  </a:lnTo>
                  <a:lnTo>
                    <a:pt x="95" y="78"/>
                  </a:lnTo>
                  <a:lnTo>
                    <a:pt x="91" y="76"/>
                  </a:lnTo>
                  <a:lnTo>
                    <a:pt x="86" y="74"/>
                  </a:lnTo>
                  <a:lnTo>
                    <a:pt x="73" y="78"/>
                  </a:lnTo>
                  <a:lnTo>
                    <a:pt x="62" y="80"/>
                  </a:lnTo>
                  <a:lnTo>
                    <a:pt x="62" y="80"/>
                  </a:lnTo>
                  <a:lnTo>
                    <a:pt x="60" y="80"/>
                  </a:lnTo>
                  <a:lnTo>
                    <a:pt x="60" y="78"/>
                  </a:lnTo>
                  <a:lnTo>
                    <a:pt x="60" y="78"/>
                  </a:lnTo>
                  <a:lnTo>
                    <a:pt x="59" y="78"/>
                  </a:lnTo>
                  <a:lnTo>
                    <a:pt x="59" y="78"/>
                  </a:lnTo>
                  <a:lnTo>
                    <a:pt x="59" y="73"/>
                  </a:lnTo>
                  <a:lnTo>
                    <a:pt x="60" y="67"/>
                  </a:lnTo>
                  <a:lnTo>
                    <a:pt x="60" y="67"/>
                  </a:lnTo>
                  <a:lnTo>
                    <a:pt x="64" y="65"/>
                  </a:lnTo>
                  <a:lnTo>
                    <a:pt x="66" y="67"/>
                  </a:lnTo>
                  <a:lnTo>
                    <a:pt x="66" y="65"/>
                  </a:lnTo>
                  <a:lnTo>
                    <a:pt x="69" y="58"/>
                  </a:lnTo>
                  <a:lnTo>
                    <a:pt x="75" y="58"/>
                  </a:lnTo>
                  <a:lnTo>
                    <a:pt x="75" y="58"/>
                  </a:lnTo>
                  <a:lnTo>
                    <a:pt x="75" y="51"/>
                  </a:lnTo>
                  <a:lnTo>
                    <a:pt x="73" y="49"/>
                  </a:lnTo>
                  <a:lnTo>
                    <a:pt x="73" y="47"/>
                  </a:lnTo>
                  <a:lnTo>
                    <a:pt x="73" y="49"/>
                  </a:lnTo>
                  <a:lnTo>
                    <a:pt x="73" y="49"/>
                  </a:lnTo>
                  <a:lnTo>
                    <a:pt x="68" y="47"/>
                  </a:lnTo>
                  <a:lnTo>
                    <a:pt x="62" y="45"/>
                  </a:lnTo>
                  <a:lnTo>
                    <a:pt x="62" y="45"/>
                  </a:lnTo>
                  <a:close/>
                  <a:moveTo>
                    <a:pt x="110" y="0"/>
                  </a:moveTo>
                  <a:lnTo>
                    <a:pt x="110" y="0"/>
                  </a:lnTo>
                  <a:lnTo>
                    <a:pt x="104" y="3"/>
                  </a:lnTo>
                  <a:lnTo>
                    <a:pt x="104" y="7"/>
                  </a:lnTo>
                  <a:lnTo>
                    <a:pt x="106" y="13"/>
                  </a:lnTo>
                  <a:lnTo>
                    <a:pt x="110" y="16"/>
                  </a:lnTo>
                  <a:lnTo>
                    <a:pt x="110" y="16"/>
                  </a:lnTo>
                  <a:lnTo>
                    <a:pt x="110" y="5"/>
                  </a:lnTo>
                  <a:lnTo>
                    <a:pt x="110" y="0"/>
                  </a:lnTo>
                  <a:lnTo>
                    <a:pt x="110" y="0"/>
                  </a:lnTo>
                  <a:lnTo>
                    <a:pt x="110" y="0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7" name="Freeform 19">
              <a:extLst>
                <a:ext uri="{FF2B5EF4-FFF2-40B4-BE49-F238E27FC236}">
                  <a16:creationId xmlns:a16="http://schemas.microsoft.com/office/drawing/2014/main" id="{CEC71884-C533-4D15-93D8-5E987A6B41C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82165" y="3279218"/>
              <a:ext cx="180927" cy="280288"/>
            </a:xfrm>
            <a:custGeom>
              <a:avLst/>
              <a:gdLst>
                <a:gd name="T0" fmla="*/ 64 w 122"/>
                <a:gd name="T1" fmla="*/ 14 h 189"/>
                <a:gd name="T2" fmla="*/ 60 w 122"/>
                <a:gd name="T3" fmla="*/ 7 h 189"/>
                <a:gd name="T4" fmla="*/ 65 w 122"/>
                <a:gd name="T5" fmla="*/ 0 h 189"/>
                <a:gd name="T6" fmla="*/ 67 w 122"/>
                <a:gd name="T7" fmla="*/ 9 h 189"/>
                <a:gd name="T8" fmla="*/ 69 w 122"/>
                <a:gd name="T9" fmla="*/ 18 h 189"/>
                <a:gd name="T10" fmla="*/ 25 w 122"/>
                <a:gd name="T11" fmla="*/ 189 h 189"/>
                <a:gd name="T12" fmla="*/ 29 w 122"/>
                <a:gd name="T13" fmla="*/ 189 h 189"/>
                <a:gd name="T14" fmla="*/ 36 w 122"/>
                <a:gd name="T15" fmla="*/ 182 h 189"/>
                <a:gd name="T16" fmla="*/ 38 w 122"/>
                <a:gd name="T17" fmla="*/ 182 h 189"/>
                <a:gd name="T18" fmla="*/ 43 w 122"/>
                <a:gd name="T19" fmla="*/ 182 h 189"/>
                <a:gd name="T20" fmla="*/ 47 w 122"/>
                <a:gd name="T21" fmla="*/ 182 h 189"/>
                <a:gd name="T22" fmla="*/ 49 w 122"/>
                <a:gd name="T23" fmla="*/ 175 h 189"/>
                <a:gd name="T24" fmla="*/ 54 w 122"/>
                <a:gd name="T25" fmla="*/ 167 h 189"/>
                <a:gd name="T26" fmla="*/ 62 w 122"/>
                <a:gd name="T27" fmla="*/ 166 h 189"/>
                <a:gd name="T28" fmla="*/ 69 w 122"/>
                <a:gd name="T29" fmla="*/ 167 h 189"/>
                <a:gd name="T30" fmla="*/ 76 w 122"/>
                <a:gd name="T31" fmla="*/ 153 h 189"/>
                <a:gd name="T32" fmla="*/ 93 w 122"/>
                <a:gd name="T33" fmla="*/ 147 h 189"/>
                <a:gd name="T34" fmla="*/ 91 w 122"/>
                <a:gd name="T35" fmla="*/ 146 h 189"/>
                <a:gd name="T36" fmla="*/ 93 w 122"/>
                <a:gd name="T37" fmla="*/ 135 h 189"/>
                <a:gd name="T38" fmla="*/ 95 w 122"/>
                <a:gd name="T39" fmla="*/ 120 h 189"/>
                <a:gd name="T40" fmla="*/ 102 w 122"/>
                <a:gd name="T41" fmla="*/ 120 h 189"/>
                <a:gd name="T42" fmla="*/ 105 w 122"/>
                <a:gd name="T43" fmla="*/ 111 h 189"/>
                <a:gd name="T44" fmla="*/ 107 w 122"/>
                <a:gd name="T45" fmla="*/ 100 h 189"/>
                <a:gd name="T46" fmla="*/ 111 w 122"/>
                <a:gd name="T47" fmla="*/ 95 h 189"/>
                <a:gd name="T48" fmla="*/ 122 w 122"/>
                <a:gd name="T49" fmla="*/ 80 h 189"/>
                <a:gd name="T50" fmla="*/ 122 w 122"/>
                <a:gd name="T51" fmla="*/ 71 h 189"/>
                <a:gd name="T52" fmla="*/ 122 w 122"/>
                <a:gd name="T53" fmla="*/ 71 h 189"/>
                <a:gd name="T54" fmla="*/ 115 w 122"/>
                <a:gd name="T55" fmla="*/ 69 h 189"/>
                <a:gd name="T56" fmla="*/ 111 w 122"/>
                <a:gd name="T57" fmla="*/ 60 h 189"/>
                <a:gd name="T58" fmla="*/ 107 w 122"/>
                <a:gd name="T59" fmla="*/ 49 h 189"/>
                <a:gd name="T60" fmla="*/ 104 w 122"/>
                <a:gd name="T61" fmla="*/ 47 h 189"/>
                <a:gd name="T62" fmla="*/ 93 w 122"/>
                <a:gd name="T63" fmla="*/ 44 h 189"/>
                <a:gd name="T64" fmla="*/ 87 w 122"/>
                <a:gd name="T65" fmla="*/ 42 h 189"/>
                <a:gd name="T66" fmla="*/ 78 w 122"/>
                <a:gd name="T67" fmla="*/ 33 h 189"/>
                <a:gd name="T68" fmla="*/ 71 w 122"/>
                <a:gd name="T69" fmla="*/ 20 h 189"/>
                <a:gd name="T70" fmla="*/ 65 w 122"/>
                <a:gd name="T71" fmla="*/ 25 h 189"/>
                <a:gd name="T72" fmla="*/ 64 w 122"/>
                <a:gd name="T73" fmla="*/ 25 h 189"/>
                <a:gd name="T74" fmla="*/ 60 w 122"/>
                <a:gd name="T75" fmla="*/ 25 h 189"/>
                <a:gd name="T76" fmla="*/ 58 w 122"/>
                <a:gd name="T77" fmla="*/ 25 h 189"/>
                <a:gd name="T78" fmla="*/ 62 w 122"/>
                <a:gd name="T79" fmla="*/ 31 h 189"/>
                <a:gd name="T80" fmla="*/ 58 w 122"/>
                <a:gd name="T81" fmla="*/ 35 h 189"/>
                <a:gd name="T82" fmla="*/ 56 w 122"/>
                <a:gd name="T83" fmla="*/ 36 h 189"/>
                <a:gd name="T84" fmla="*/ 56 w 122"/>
                <a:gd name="T85" fmla="*/ 40 h 189"/>
                <a:gd name="T86" fmla="*/ 58 w 122"/>
                <a:gd name="T87" fmla="*/ 40 h 189"/>
                <a:gd name="T88" fmla="*/ 58 w 122"/>
                <a:gd name="T89" fmla="*/ 44 h 189"/>
                <a:gd name="T90" fmla="*/ 56 w 122"/>
                <a:gd name="T91" fmla="*/ 53 h 189"/>
                <a:gd name="T92" fmla="*/ 53 w 122"/>
                <a:gd name="T93" fmla="*/ 60 h 189"/>
                <a:gd name="T94" fmla="*/ 62 w 122"/>
                <a:gd name="T95" fmla="*/ 78 h 189"/>
                <a:gd name="T96" fmla="*/ 58 w 122"/>
                <a:gd name="T97" fmla="*/ 102 h 189"/>
                <a:gd name="T98" fmla="*/ 53 w 122"/>
                <a:gd name="T99" fmla="*/ 122 h 189"/>
                <a:gd name="T100" fmla="*/ 51 w 122"/>
                <a:gd name="T101" fmla="*/ 124 h 189"/>
                <a:gd name="T102" fmla="*/ 0 w 122"/>
                <a:gd name="T103" fmla="*/ 151 h 189"/>
                <a:gd name="T104" fmla="*/ 25 w 122"/>
                <a:gd name="T105" fmla="*/ 189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22" h="189">
                  <a:moveTo>
                    <a:pt x="69" y="18"/>
                  </a:moveTo>
                  <a:lnTo>
                    <a:pt x="64" y="14"/>
                  </a:lnTo>
                  <a:lnTo>
                    <a:pt x="64" y="9"/>
                  </a:lnTo>
                  <a:lnTo>
                    <a:pt x="60" y="7"/>
                  </a:lnTo>
                  <a:lnTo>
                    <a:pt x="60" y="7"/>
                  </a:lnTo>
                  <a:lnTo>
                    <a:pt x="65" y="0"/>
                  </a:lnTo>
                  <a:lnTo>
                    <a:pt x="65" y="0"/>
                  </a:lnTo>
                  <a:lnTo>
                    <a:pt x="67" y="9"/>
                  </a:lnTo>
                  <a:lnTo>
                    <a:pt x="69" y="18"/>
                  </a:lnTo>
                  <a:lnTo>
                    <a:pt x="69" y="18"/>
                  </a:lnTo>
                  <a:close/>
                  <a:moveTo>
                    <a:pt x="25" y="189"/>
                  </a:moveTo>
                  <a:lnTo>
                    <a:pt x="25" y="189"/>
                  </a:lnTo>
                  <a:lnTo>
                    <a:pt x="29" y="189"/>
                  </a:lnTo>
                  <a:lnTo>
                    <a:pt x="29" y="189"/>
                  </a:lnTo>
                  <a:lnTo>
                    <a:pt x="33" y="186"/>
                  </a:lnTo>
                  <a:lnTo>
                    <a:pt x="36" y="182"/>
                  </a:lnTo>
                  <a:lnTo>
                    <a:pt x="36" y="182"/>
                  </a:lnTo>
                  <a:lnTo>
                    <a:pt x="38" y="182"/>
                  </a:lnTo>
                  <a:lnTo>
                    <a:pt x="40" y="182"/>
                  </a:lnTo>
                  <a:lnTo>
                    <a:pt x="43" y="182"/>
                  </a:lnTo>
                  <a:lnTo>
                    <a:pt x="47" y="182"/>
                  </a:lnTo>
                  <a:lnTo>
                    <a:pt x="47" y="182"/>
                  </a:lnTo>
                  <a:lnTo>
                    <a:pt x="49" y="178"/>
                  </a:lnTo>
                  <a:lnTo>
                    <a:pt x="49" y="175"/>
                  </a:lnTo>
                  <a:lnTo>
                    <a:pt x="51" y="169"/>
                  </a:lnTo>
                  <a:lnTo>
                    <a:pt x="54" y="167"/>
                  </a:lnTo>
                  <a:lnTo>
                    <a:pt x="54" y="167"/>
                  </a:lnTo>
                  <a:lnTo>
                    <a:pt x="62" y="166"/>
                  </a:lnTo>
                  <a:lnTo>
                    <a:pt x="69" y="167"/>
                  </a:lnTo>
                  <a:lnTo>
                    <a:pt x="69" y="167"/>
                  </a:lnTo>
                  <a:lnTo>
                    <a:pt x="73" y="158"/>
                  </a:lnTo>
                  <a:lnTo>
                    <a:pt x="76" y="153"/>
                  </a:lnTo>
                  <a:lnTo>
                    <a:pt x="82" y="151"/>
                  </a:lnTo>
                  <a:lnTo>
                    <a:pt x="93" y="147"/>
                  </a:lnTo>
                  <a:lnTo>
                    <a:pt x="93" y="147"/>
                  </a:lnTo>
                  <a:lnTo>
                    <a:pt x="91" y="146"/>
                  </a:lnTo>
                  <a:lnTo>
                    <a:pt x="91" y="142"/>
                  </a:lnTo>
                  <a:lnTo>
                    <a:pt x="93" y="135"/>
                  </a:lnTo>
                  <a:lnTo>
                    <a:pt x="95" y="120"/>
                  </a:lnTo>
                  <a:lnTo>
                    <a:pt x="95" y="120"/>
                  </a:lnTo>
                  <a:lnTo>
                    <a:pt x="102" y="120"/>
                  </a:lnTo>
                  <a:lnTo>
                    <a:pt x="102" y="120"/>
                  </a:lnTo>
                  <a:lnTo>
                    <a:pt x="104" y="115"/>
                  </a:lnTo>
                  <a:lnTo>
                    <a:pt x="105" y="111"/>
                  </a:lnTo>
                  <a:lnTo>
                    <a:pt x="105" y="106"/>
                  </a:lnTo>
                  <a:lnTo>
                    <a:pt x="107" y="100"/>
                  </a:lnTo>
                  <a:lnTo>
                    <a:pt x="107" y="100"/>
                  </a:lnTo>
                  <a:lnTo>
                    <a:pt x="111" y="95"/>
                  </a:lnTo>
                  <a:lnTo>
                    <a:pt x="116" y="87"/>
                  </a:lnTo>
                  <a:lnTo>
                    <a:pt x="122" y="80"/>
                  </a:lnTo>
                  <a:lnTo>
                    <a:pt x="122" y="76"/>
                  </a:lnTo>
                  <a:lnTo>
                    <a:pt x="122" y="71"/>
                  </a:lnTo>
                  <a:lnTo>
                    <a:pt x="122" y="71"/>
                  </a:lnTo>
                  <a:lnTo>
                    <a:pt x="122" y="71"/>
                  </a:lnTo>
                  <a:lnTo>
                    <a:pt x="118" y="69"/>
                  </a:lnTo>
                  <a:lnTo>
                    <a:pt x="115" y="69"/>
                  </a:lnTo>
                  <a:lnTo>
                    <a:pt x="115" y="69"/>
                  </a:lnTo>
                  <a:lnTo>
                    <a:pt x="111" y="60"/>
                  </a:lnTo>
                  <a:lnTo>
                    <a:pt x="109" y="53"/>
                  </a:lnTo>
                  <a:lnTo>
                    <a:pt x="107" y="49"/>
                  </a:lnTo>
                  <a:lnTo>
                    <a:pt x="107" y="49"/>
                  </a:lnTo>
                  <a:lnTo>
                    <a:pt x="104" y="47"/>
                  </a:lnTo>
                  <a:lnTo>
                    <a:pt x="98" y="45"/>
                  </a:lnTo>
                  <a:lnTo>
                    <a:pt x="93" y="44"/>
                  </a:lnTo>
                  <a:lnTo>
                    <a:pt x="87" y="42"/>
                  </a:lnTo>
                  <a:lnTo>
                    <a:pt x="87" y="42"/>
                  </a:lnTo>
                  <a:lnTo>
                    <a:pt x="84" y="38"/>
                  </a:lnTo>
                  <a:lnTo>
                    <a:pt x="78" y="33"/>
                  </a:lnTo>
                  <a:lnTo>
                    <a:pt x="71" y="20"/>
                  </a:lnTo>
                  <a:lnTo>
                    <a:pt x="71" y="20"/>
                  </a:lnTo>
                  <a:lnTo>
                    <a:pt x="69" y="22"/>
                  </a:lnTo>
                  <a:lnTo>
                    <a:pt x="65" y="25"/>
                  </a:lnTo>
                  <a:lnTo>
                    <a:pt x="65" y="25"/>
                  </a:lnTo>
                  <a:lnTo>
                    <a:pt x="64" y="25"/>
                  </a:lnTo>
                  <a:lnTo>
                    <a:pt x="62" y="25"/>
                  </a:lnTo>
                  <a:lnTo>
                    <a:pt x="60" y="25"/>
                  </a:lnTo>
                  <a:lnTo>
                    <a:pt x="58" y="25"/>
                  </a:lnTo>
                  <a:lnTo>
                    <a:pt x="58" y="25"/>
                  </a:lnTo>
                  <a:lnTo>
                    <a:pt x="60" y="29"/>
                  </a:lnTo>
                  <a:lnTo>
                    <a:pt x="62" y="31"/>
                  </a:lnTo>
                  <a:lnTo>
                    <a:pt x="62" y="31"/>
                  </a:lnTo>
                  <a:lnTo>
                    <a:pt x="58" y="35"/>
                  </a:lnTo>
                  <a:lnTo>
                    <a:pt x="58" y="35"/>
                  </a:lnTo>
                  <a:lnTo>
                    <a:pt x="56" y="36"/>
                  </a:lnTo>
                  <a:lnTo>
                    <a:pt x="54" y="38"/>
                  </a:lnTo>
                  <a:lnTo>
                    <a:pt x="56" y="40"/>
                  </a:lnTo>
                  <a:lnTo>
                    <a:pt x="58" y="40"/>
                  </a:lnTo>
                  <a:lnTo>
                    <a:pt x="58" y="40"/>
                  </a:lnTo>
                  <a:lnTo>
                    <a:pt x="58" y="40"/>
                  </a:lnTo>
                  <a:lnTo>
                    <a:pt x="58" y="44"/>
                  </a:lnTo>
                  <a:lnTo>
                    <a:pt x="58" y="47"/>
                  </a:lnTo>
                  <a:lnTo>
                    <a:pt x="56" y="53"/>
                  </a:lnTo>
                  <a:lnTo>
                    <a:pt x="56" y="53"/>
                  </a:lnTo>
                  <a:lnTo>
                    <a:pt x="53" y="60"/>
                  </a:lnTo>
                  <a:lnTo>
                    <a:pt x="53" y="64"/>
                  </a:lnTo>
                  <a:lnTo>
                    <a:pt x="62" y="78"/>
                  </a:lnTo>
                  <a:lnTo>
                    <a:pt x="62" y="78"/>
                  </a:lnTo>
                  <a:lnTo>
                    <a:pt x="58" y="102"/>
                  </a:lnTo>
                  <a:lnTo>
                    <a:pt x="54" y="116"/>
                  </a:lnTo>
                  <a:lnTo>
                    <a:pt x="53" y="122"/>
                  </a:lnTo>
                  <a:lnTo>
                    <a:pt x="51" y="124"/>
                  </a:lnTo>
                  <a:lnTo>
                    <a:pt x="51" y="124"/>
                  </a:lnTo>
                  <a:lnTo>
                    <a:pt x="0" y="147"/>
                  </a:lnTo>
                  <a:lnTo>
                    <a:pt x="0" y="151"/>
                  </a:lnTo>
                  <a:lnTo>
                    <a:pt x="16" y="182"/>
                  </a:lnTo>
                  <a:lnTo>
                    <a:pt x="25" y="18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8" name="Freeform 20">
              <a:extLst>
                <a:ext uri="{FF2B5EF4-FFF2-40B4-BE49-F238E27FC236}">
                  <a16:creationId xmlns:a16="http://schemas.microsoft.com/office/drawing/2014/main" id="{C403F5AE-4248-4956-8E4F-12871F396758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9919" y="3289599"/>
              <a:ext cx="127538" cy="86014"/>
            </a:xfrm>
            <a:custGeom>
              <a:avLst/>
              <a:gdLst>
                <a:gd name="T0" fmla="*/ 0 w 86"/>
                <a:gd name="T1" fmla="*/ 15 h 58"/>
                <a:gd name="T2" fmla="*/ 0 w 86"/>
                <a:gd name="T3" fmla="*/ 22 h 58"/>
                <a:gd name="T4" fmla="*/ 7 w 86"/>
                <a:gd name="T5" fmla="*/ 31 h 58"/>
                <a:gd name="T6" fmla="*/ 9 w 86"/>
                <a:gd name="T7" fmla="*/ 49 h 58"/>
                <a:gd name="T8" fmla="*/ 9 w 86"/>
                <a:gd name="T9" fmla="*/ 49 h 58"/>
                <a:gd name="T10" fmla="*/ 62 w 86"/>
                <a:gd name="T11" fmla="*/ 58 h 58"/>
                <a:gd name="T12" fmla="*/ 62 w 86"/>
                <a:gd name="T13" fmla="*/ 58 h 58"/>
                <a:gd name="T14" fmla="*/ 66 w 86"/>
                <a:gd name="T15" fmla="*/ 57 h 58"/>
                <a:gd name="T16" fmla="*/ 68 w 86"/>
                <a:gd name="T17" fmla="*/ 57 h 58"/>
                <a:gd name="T18" fmla="*/ 68 w 86"/>
                <a:gd name="T19" fmla="*/ 57 h 58"/>
                <a:gd name="T20" fmla="*/ 68 w 86"/>
                <a:gd name="T21" fmla="*/ 53 h 58"/>
                <a:gd name="T22" fmla="*/ 71 w 86"/>
                <a:gd name="T23" fmla="*/ 46 h 58"/>
                <a:gd name="T24" fmla="*/ 71 w 86"/>
                <a:gd name="T25" fmla="*/ 46 h 58"/>
                <a:gd name="T26" fmla="*/ 73 w 86"/>
                <a:gd name="T27" fmla="*/ 40 h 58"/>
                <a:gd name="T28" fmla="*/ 73 w 86"/>
                <a:gd name="T29" fmla="*/ 37 h 58"/>
                <a:gd name="T30" fmla="*/ 73 w 86"/>
                <a:gd name="T31" fmla="*/ 33 h 58"/>
                <a:gd name="T32" fmla="*/ 73 w 86"/>
                <a:gd name="T33" fmla="*/ 33 h 58"/>
                <a:gd name="T34" fmla="*/ 73 w 86"/>
                <a:gd name="T35" fmla="*/ 33 h 58"/>
                <a:gd name="T36" fmla="*/ 71 w 86"/>
                <a:gd name="T37" fmla="*/ 33 h 58"/>
                <a:gd name="T38" fmla="*/ 69 w 86"/>
                <a:gd name="T39" fmla="*/ 31 h 58"/>
                <a:gd name="T40" fmla="*/ 71 w 86"/>
                <a:gd name="T41" fmla="*/ 29 h 58"/>
                <a:gd name="T42" fmla="*/ 73 w 86"/>
                <a:gd name="T43" fmla="*/ 28 h 58"/>
                <a:gd name="T44" fmla="*/ 73 w 86"/>
                <a:gd name="T45" fmla="*/ 28 h 58"/>
                <a:gd name="T46" fmla="*/ 77 w 86"/>
                <a:gd name="T47" fmla="*/ 24 h 58"/>
                <a:gd name="T48" fmla="*/ 77 w 86"/>
                <a:gd name="T49" fmla="*/ 24 h 58"/>
                <a:gd name="T50" fmla="*/ 75 w 86"/>
                <a:gd name="T51" fmla="*/ 22 h 58"/>
                <a:gd name="T52" fmla="*/ 73 w 86"/>
                <a:gd name="T53" fmla="*/ 18 h 58"/>
                <a:gd name="T54" fmla="*/ 73 w 86"/>
                <a:gd name="T55" fmla="*/ 18 h 58"/>
                <a:gd name="T56" fmla="*/ 75 w 86"/>
                <a:gd name="T57" fmla="*/ 18 h 58"/>
                <a:gd name="T58" fmla="*/ 77 w 86"/>
                <a:gd name="T59" fmla="*/ 18 h 58"/>
                <a:gd name="T60" fmla="*/ 79 w 86"/>
                <a:gd name="T61" fmla="*/ 18 h 58"/>
                <a:gd name="T62" fmla="*/ 80 w 86"/>
                <a:gd name="T63" fmla="*/ 18 h 58"/>
                <a:gd name="T64" fmla="*/ 80 w 86"/>
                <a:gd name="T65" fmla="*/ 18 h 58"/>
                <a:gd name="T66" fmla="*/ 84 w 86"/>
                <a:gd name="T67" fmla="*/ 15 h 58"/>
                <a:gd name="T68" fmla="*/ 86 w 86"/>
                <a:gd name="T69" fmla="*/ 13 h 58"/>
                <a:gd name="T70" fmla="*/ 84 w 86"/>
                <a:gd name="T71" fmla="*/ 11 h 58"/>
                <a:gd name="T72" fmla="*/ 79 w 86"/>
                <a:gd name="T73" fmla="*/ 7 h 58"/>
                <a:gd name="T74" fmla="*/ 79 w 86"/>
                <a:gd name="T75" fmla="*/ 2 h 58"/>
                <a:gd name="T76" fmla="*/ 75 w 86"/>
                <a:gd name="T77" fmla="*/ 0 h 58"/>
                <a:gd name="T78" fmla="*/ 75 w 86"/>
                <a:gd name="T79" fmla="*/ 0 h 58"/>
                <a:gd name="T80" fmla="*/ 69 w 86"/>
                <a:gd name="T81" fmla="*/ 7 h 58"/>
                <a:gd name="T82" fmla="*/ 64 w 86"/>
                <a:gd name="T83" fmla="*/ 15 h 58"/>
                <a:gd name="T84" fmla="*/ 57 w 86"/>
                <a:gd name="T85" fmla="*/ 20 h 58"/>
                <a:gd name="T86" fmla="*/ 48 w 86"/>
                <a:gd name="T87" fmla="*/ 26 h 58"/>
                <a:gd name="T88" fmla="*/ 44 w 86"/>
                <a:gd name="T89" fmla="*/ 31 h 58"/>
                <a:gd name="T90" fmla="*/ 44 w 86"/>
                <a:gd name="T91" fmla="*/ 31 h 58"/>
                <a:gd name="T92" fmla="*/ 40 w 86"/>
                <a:gd name="T93" fmla="*/ 29 h 58"/>
                <a:gd name="T94" fmla="*/ 37 w 86"/>
                <a:gd name="T95" fmla="*/ 28 h 58"/>
                <a:gd name="T96" fmla="*/ 33 w 86"/>
                <a:gd name="T97" fmla="*/ 26 h 58"/>
                <a:gd name="T98" fmla="*/ 33 w 86"/>
                <a:gd name="T99" fmla="*/ 26 h 58"/>
                <a:gd name="T100" fmla="*/ 22 w 86"/>
                <a:gd name="T101" fmla="*/ 26 h 58"/>
                <a:gd name="T102" fmla="*/ 18 w 86"/>
                <a:gd name="T103" fmla="*/ 28 h 58"/>
                <a:gd name="T104" fmla="*/ 15 w 86"/>
                <a:gd name="T105" fmla="*/ 28 h 58"/>
                <a:gd name="T106" fmla="*/ 6 w 86"/>
                <a:gd name="T107" fmla="*/ 26 h 58"/>
                <a:gd name="T108" fmla="*/ 6 w 86"/>
                <a:gd name="T109" fmla="*/ 26 h 58"/>
                <a:gd name="T110" fmla="*/ 6 w 86"/>
                <a:gd name="T111" fmla="*/ 17 h 58"/>
                <a:gd name="T112" fmla="*/ 0 w 86"/>
                <a:gd name="T113" fmla="*/ 15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86" h="58">
                  <a:moveTo>
                    <a:pt x="0" y="15"/>
                  </a:moveTo>
                  <a:lnTo>
                    <a:pt x="0" y="22"/>
                  </a:lnTo>
                  <a:lnTo>
                    <a:pt x="7" y="31"/>
                  </a:lnTo>
                  <a:lnTo>
                    <a:pt x="9" y="49"/>
                  </a:lnTo>
                  <a:lnTo>
                    <a:pt x="9" y="49"/>
                  </a:lnTo>
                  <a:lnTo>
                    <a:pt x="62" y="58"/>
                  </a:lnTo>
                  <a:lnTo>
                    <a:pt x="62" y="58"/>
                  </a:lnTo>
                  <a:lnTo>
                    <a:pt x="66" y="57"/>
                  </a:lnTo>
                  <a:lnTo>
                    <a:pt x="68" y="57"/>
                  </a:lnTo>
                  <a:lnTo>
                    <a:pt x="68" y="57"/>
                  </a:lnTo>
                  <a:lnTo>
                    <a:pt x="68" y="53"/>
                  </a:lnTo>
                  <a:lnTo>
                    <a:pt x="71" y="46"/>
                  </a:lnTo>
                  <a:lnTo>
                    <a:pt x="71" y="46"/>
                  </a:lnTo>
                  <a:lnTo>
                    <a:pt x="73" y="40"/>
                  </a:lnTo>
                  <a:lnTo>
                    <a:pt x="73" y="37"/>
                  </a:lnTo>
                  <a:lnTo>
                    <a:pt x="73" y="33"/>
                  </a:lnTo>
                  <a:lnTo>
                    <a:pt x="73" y="33"/>
                  </a:lnTo>
                  <a:lnTo>
                    <a:pt x="73" y="33"/>
                  </a:lnTo>
                  <a:lnTo>
                    <a:pt x="71" y="33"/>
                  </a:lnTo>
                  <a:lnTo>
                    <a:pt x="69" y="31"/>
                  </a:lnTo>
                  <a:lnTo>
                    <a:pt x="71" y="29"/>
                  </a:lnTo>
                  <a:lnTo>
                    <a:pt x="73" y="28"/>
                  </a:lnTo>
                  <a:lnTo>
                    <a:pt x="73" y="28"/>
                  </a:lnTo>
                  <a:lnTo>
                    <a:pt x="77" y="24"/>
                  </a:lnTo>
                  <a:lnTo>
                    <a:pt x="77" y="24"/>
                  </a:lnTo>
                  <a:lnTo>
                    <a:pt x="75" y="22"/>
                  </a:lnTo>
                  <a:lnTo>
                    <a:pt x="73" y="18"/>
                  </a:lnTo>
                  <a:lnTo>
                    <a:pt x="73" y="18"/>
                  </a:lnTo>
                  <a:lnTo>
                    <a:pt x="75" y="18"/>
                  </a:lnTo>
                  <a:lnTo>
                    <a:pt x="77" y="18"/>
                  </a:lnTo>
                  <a:lnTo>
                    <a:pt x="79" y="18"/>
                  </a:lnTo>
                  <a:lnTo>
                    <a:pt x="80" y="18"/>
                  </a:lnTo>
                  <a:lnTo>
                    <a:pt x="80" y="18"/>
                  </a:lnTo>
                  <a:lnTo>
                    <a:pt x="84" y="15"/>
                  </a:lnTo>
                  <a:lnTo>
                    <a:pt x="86" y="13"/>
                  </a:lnTo>
                  <a:lnTo>
                    <a:pt x="84" y="11"/>
                  </a:lnTo>
                  <a:lnTo>
                    <a:pt x="79" y="7"/>
                  </a:lnTo>
                  <a:lnTo>
                    <a:pt x="79" y="2"/>
                  </a:lnTo>
                  <a:lnTo>
                    <a:pt x="75" y="0"/>
                  </a:lnTo>
                  <a:lnTo>
                    <a:pt x="75" y="0"/>
                  </a:lnTo>
                  <a:lnTo>
                    <a:pt x="69" y="7"/>
                  </a:lnTo>
                  <a:lnTo>
                    <a:pt x="64" y="15"/>
                  </a:lnTo>
                  <a:lnTo>
                    <a:pt x="57" y="20"/>
                  </a:lnTo>
                  <a:lnTo>
                    <a:pt x="48" y="26"/>
                  </a:lnTo>
                  <a:lnTo>
                    <a:pt x="44" y="31"/>
                  </a:lnTo>
                  <a:lnTo>
                    <a:pt x="44" y="31"/>
                  </a:lnTo>
                  <a:lnTo>
                    <a:pt x="40" y="29"/>
                  </a:lnTo>
                  <a:lnTo>
                    <a:pt x="37" y="28"/>
                  </a:lnTo>
                  <a:lnTo>
                    <a:pt x="33" y="26"/>
                  </a:lnTo>
                  <a:lnTo>
                    <a:pt x="33" y="26"/>
                  </a:lnTo>
                  <a:lnTo>
                    <a:pt x="22" y="26"/>
                  </a:lnTo>
                  <a:lnTo>
                    <a:pt x="18" y="28"/>
                  </a:lnTo>
                  <a:lnTo>
                    <a:pt x="15" y="28"/>
                  </a:lnTo>
                  <a:lnTo>
                    <a:pt x="6" y="26"/>
                  </a:lnTo>
                  <a:lnTo>
                    <a:pt x="6" y="26"/>
                  </a:lnTo>
                  <a:lnTo>
                    <a:pt x="6" y="17"/>
                  </a:lnTo>
                  <a:lnTo>
                    <a:pt x="0" y="1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9" name="Freeform 21">
              <a:extLst>
                <a:ext uri="{FF2B5EF4-FFF2-40B4-BE49-F238E27FC236}">
                  <a16:creationId xmlns:a16="http://schemas.microsoft.com/office/drawing/2014/main" id="{C50C2444-A661-478F-883B-20628A58CCF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11847" y="2411660"/>
              <a:ext cx="378167" cy="289186"/>
            </a:xfrm>
            <a:custGeom>
              <a:avLst/>
              <a:gdLst>
                <a:gd name="T0" fmla="*/ 102 w 255"/>
                <a:gd name="T1" fmla="*/ 148 h 195"/>
                <a:gd name="T2" fmla="*/ 93 w 255"/>
                <a:gd name="T3" fmla="*/ 151 h 195"/>
                <a:gd name="T4" fmla="*/ 84 w 255"/>
                <a:gd name="T5" fmla="*/ 166 h 195"/>
                <a:gd name="T6" fmla="*/ 93 w 255"/>
                <a:gd name="T7" fmla="*/ 168 h 195"/>
                <a:gd name="T8" fmla="*/ 111 w 255"/>
                <a:gd name="T9" fmla="*/ 157 h 195"/>
                <a:gd name="T10" fmla="*/ 242 w 255"/>
                <a:gd name="T11" fmla="*/ 115 h 195"/>
                <a:gd name="T12" fmla="*/ 253 w 255"/>
                <a:gd name="T13" fmla="*/ 106 h 195"/>
                <a:gd name="T14" fmla="*/ 253 w 255"/>
                <a:gd name="T15" fmla="*/ 93 h 195"/>
                <a:gd name="T16" fmla="*/ 248 w 255"/>
                <a:gd name="T17" fmla="*/ 80 h 195"/>
                <a:gd name="T18" fmla="*/ 253 w 255"/>
                <a:gd name="T19" fmla="*/ 71 h 195"/>
                <a:gd name="T20" fmla="*/ 248 w 255"/>
                <a:gd name="T21" fmla="*/ 60 h 195"/>
                <a:gd name="T22" fmla="*/ 233 w 255"/>
                <a:gd name="T23" fmla="*/ 51 h 195"/>
                <a:gd name="T24" fmla="*/ 226 w 255"/>
                <a:gd name="T25" fmla="*/ 46 h 195"/>
                <a:gd name="T26" fmla="*/ 204 w 255"/>
                <a:gd name="T27" fmla="*/ 51 h 195"/>
                <a:gd name="T28" fmla="*/ 197 w 255"/>
                <a:gd name="T29" fmla="*/ 40 h 195"/>
                <a:gd name="T30" fmla="*/ 189 w 255"/>
                <a:gd name="T31" fmla="*/ 31 h 195"/>
                <a:gd name="T32" fmla="*/ 171 w 255"/>
                <a:gd name="T33" fmla="*/ 27 h 195"/>
                <a:gd name="T34" fmla="*/ 160 w 255"/>
                <a:gd name="T35" fmla="*/ 22 h 195"/>
                <a:gd name="T36" fmla="*/ 157 w 255"/>
                <a:gd name="T37" fmla="*/ 11 h 195"/>
                <a:gd name="T38" fmla="*/ 147 w 255"/>
                <a:gd name="T39" fmla="*/ 4 h 195"/>
                <a:gd name="T40" fmla="*/ 137 w 255"/>
                <a:gd name="T41" fmla="*/ 6 h 195"/>
                <a:gd name="T42" fmla="*/ 122 w 255"/>
                <a:gd name="T43" fmla="*/ 4 h 195"/>
                <a:gd name="T44" fmla="*/ 115 w 255"/>
                <a:gd name="T45" fmla="*/ 13 h 195"/>
                <a:gd name="T46" fmla="*/ 95 w 255"/>
                <a:gd name="T47" fmla="*/ 13 h 195"/>
                <a:gd name="T48" fmla="*/ 85 w 255"/>
                <a:gd name="T49" fmla="*/ 13 h 195"/>
                <a:gd name="T50" fmla="*/ 71 w 255"/>
                <a:gd name="T51" fmla="*/ 13 h 195"/>
                <a:gd name="T52" fmla="*/ 34 w 255"/>
                <a:gd name="T53" fmla="*/ 9 h 195"/>
                <a:gd name="T54" fmla="*/ 25 w 255"/>
                <a:gd name="T55" fmla="*/ 9 h 195"/>
                <a:gd name="T56" fmla="*/ 22 w 255"/>
                <a:gd name="T57" fmla="*/ 22 h 195"/>
                <a:gd name="T58" fmla="*/ 20 w 255"/>
                <a:gd name="T59" fmla="*/ 27 h 195"/>
                <a:gd name="T60" fmla="*/ 20 w 255"/>
                <a:gd name="T61" fmla="*/ 47 h 195"/>
                <a:gd name="T62" fmla="*/ 14 w 255"/>
                <a:gd name="T63" fmla="*/ 71 h 195"/>
                <a:gd name="T64" fmla="*/ 13 w 255"/>
                <a:gd name="T65" fmla="*/ 88 h 195"/>
                <a:gd name="T66" fmla="*/ 3 w 255"/>
                <a:gd name="T67" fmla="*/ 100 h 195"/>
                <a:gd name="T68" fmla="*/ 16 w 255"/>
                <a:gd name="T69" fmla="*/ 106 h 195"/>
                <a:gd name="T70" fmla="*/ 33 w 255"/>
                <a:gd name="T71" fmla="*/ 111 h 195"/>
                <a:gd name="T72" fmla="*/ 47 w 255"/>
                <a:gd name="T73" fmla="*/ 104 h 195"/>
                <a:gd name="T74" fmla="*/ 55 w 255"/>
                <a:gd name="T75" fmla="*/ 97 h 195"/>
                <a:gd name="T76" fmla="*/ 65 w 255"/>
                <a:gd name="T77" fmla="*/ 89 h 195"/>
                <a:gd name="T78" fmla="*/ 82 w 255"/>
                <a:gd name="T79" fmla="*/ 95 h 195"/>
                <a:gd name="T80" fmla="*/ 95 w 255"/>
                <a:gd name="T81" fmla="*/ 111 h 195"/>
                <a:gd name="T82" fmla="*/ 100 w 255"/>
                <a:gd name="T83" fmla="*/ 129 h 195"/>
                <a:gd name="T84" fmla="*/ 116 w 255"/>
                <a:gd name="T85" fmla="*/ 146 h 195"/>
                <a:gd name="T86" fmla="*/ 140 w 255"/>
                <a:gd name="T87" fmla="*/ 146 h 195"/>
                <a:gd name="T88" fmla="*/ 149 w 255"/>
                <a:gd name="T89" fmla="*/ 157 h 195"/>
                <a:gd name="T90" fmla="*/ 166 w 255"/>
                <a:gd name="T91" fmla="*/ 166 h 195"/>
                <a:gd name="T92" fmla="*/ 160 w 255"/>
                <a:gd name="T93" fmla="*/ 162 h 195"/>
                <a:gd name="T94" fmla="*/ 157 w 255"/>
                <a:gd name="T95" fmla="*/ 175 h 195"/>
                <a:gd name="T96" fmla="*/ 164 w 255"/>
                <a:gd name="T97" fmla="*/ 182 h 195"/>
                <a:gd name="T98" fmla="*/ 208 w 255"/>
                <a:gd name="T99" fmla="*/ 175 h 195"/>
                <a:gd name="T100" fmla="*/ 182 w 255"/>
                <a:gd name="T101" fmla="*/ 162 h 195"/>
                <a:gd name="T102" fmla="*/ 171 w 255"/>
                <a:gd name="T103" fmla="*/ 157 h 195"/>
                <a:gd name="T104" fmla="*/ 191 w 255"/>
                <a:gd name="T105" fmla="*/ 153 h 195"/>
                <a:gd name="T106" fmla="*/ 220 w 255"/>
                <a:gd name="T107" fmla="*/ 139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55" h="195">
                  <a:moveTo>
                    <a:pt x="113" y="151"/>
                  </a:moveTo>
                  <a:lnTo>
                    <a:pt x="113" y="151"/>
                  </a:lnTo>
                  <a:lnTo>
                    <a:pt x="109" y="149"/>
                  </a:lnTo>
                  <a:lnTo>
                    <a:pt x="104" y="148"/>
                  </a:lnTo>
                  <a:lnTo>
                    <a:pt x="104" y="148"/>
                  </a:lnTo>
                  <a:lnTo>
                    <a:pt x="102" y="148"/>
                  </a:lnTo>
                  <a:lnTo>
                    <a:pt x="100" y="146"/>
                  </a:lnTo>
                  <a:lnTo>
                    <a:pt x="98" y="144"/>
                  </a:lnTo>
                  <a:lnTo>
                    <a:pt x="96" y="146"/>
                  </a:lnTo>
                  <a:lnTo>
                    <a:pt x="96" y="146"/>
                  </a:lnTo>
                  <a:lnTo>
                    <a:pt x="96" y="149"/>
                  </a:lnTo>
                  <a:lnTo>
                    <a:pt x="93" y="151"/>
                  </a:lnTo>
                  <a:lnTo>
                    <a:pt x="91" y="153"/>
                  </a:lnTo>
                  <a:lnTo>
                    <a:pt x="89" y="155"/>
                  </a:lnTo>
                  <a:lnTo>
                    <a:pt x="89" y="155"/>
                  </a:lnTo>
                  <a:lnTo>
                    <a:pt x="87" y="162"/>
                  </a:lnTo>
                  <a:lnTo>
                    <a:pt x="84" y="166"/>
                  </a:lnTo>
                  <a:lnTo>
                    <a:pt x="84" y="166"/>
                  </a:lnTo>
                  <a:lnTo>
                    <a:pt x="87" y="168"/>
                  </a:lnTo>
                  <a:lnTo>
                    <a:pt x="87" y="168"/>
                  </a:lnTo>
                  <a:lnTo>
                    <a:pt x="91" y="170"/>
                  </a:lnTo>
                  <a:lnTo>
                    <a:pt x="93" y="170"/>
                  </a:lnTo>
                  <a:lnTo>
                    <a:pt x="93" y="168"/>
                  </a:lnTo>
                  <a:lnTo>
                    <a:pt x="93" y="168"/>
                  </a:lnTo>
                  <a:lnTo>
                    <a:pt x="96" y="168"/>
                  </a:lnTo>
                  <a:lnTo>
                    <a:pt x="100" y="168"/>
                  </a:lnTo>
                  <a:lnTo>
                    <a:pt x="100" y="166"/>
                  </a:lnTo>
                  <a:lnTo>
                    <a:pt x="100" y="166"/>
                  </a:lnTo>
                  <a:lnTo>
                    <a:pt x="109" y="160"/>
                  </a:lnTo>
                  <a:lnTo>
                    <a:pt x="111" y="157"/>
                  </a:lnTo>
                  <a:lnTo>
                    <a:pt x="113" y="151"/>
                  </a:lnTo>
                  <a:lnTo>
                    <a:pt x="113" y="151"/>
                  </a:lnTo>
                  <a:close/>
                  <a:moveTo>
                    <a:pt x="235" y="133"/>
                  </a:moveTo>
                  <a:lnTo>
                    <a:pt x="237" y="122"/>
                  </a:lnTo>
                  <a:lnTo>
                    <a:pt x="242" y="115"/>
                  </a:lnTo>
                  <a:lnTo>
                    <a:pt x="242" y="115"/>
                  </a:lnTo>
                  <a:lnTo>
                    <a:pt x="249" y="117"/>
                  </a:lnTo>
                  <a:lnTo>
                    <a:pt x="253" y="115"/>
                  </a:lnTo>
                  <a:lnTo>
                    <a:pt x="255" y="113"/>
                  </a:lnTo>
                  <a:lnTo>
                    <a:pt x="255" y="113"/>
                  </a:lnTo>
                  <a:lnTo>
                    <a:pt x="255" y="109"/>
                  </a:lnTo>
                  <a:lnTo>
                    <a:pt x="253" y="106"/>
                  </a:lnTo>
                  <a:lnTo>
                    <a:pt x="251" y="102"/>
                  </a:lnTo>
                  <a:lnTo>
                    <a:pt x="251" y="98"/>
                  </a:lnTo>
                  <a:lnTo>
                    <a:pt x="251" y="98"/>
                  </a:lnTo>
                  <a:lnTo>
                    <a:pt x="251" y="95"/>
                  </a:lnTo>
                  <a:lnTo>
                    <a:pt x="253" y="95"/>
                  </a:lnTo>
                  <a:lnTo>
                    <a:pt x="253" y="93"/>
                  </a:lnTo>
                  <a:lnTo>
                    <a:pt x="253" y="91"/>
                  </a:lnTo>
                  <a:lnTo>
                    <a:pt x="253" y="91"/>
                  </a:lnTo>
                  <a:lnTo>
                    <a:pt x="251" y="89"/>
                  </a:lnTo>
                  <a:lnTo>
                    <a:pt x="251" y="86"/>
                  </a:lnTo>
                  <a:lnTo>
                    <a:pt x="251" y="82"/>
                  </a:lnTo>
                  <a:lnTo>
                    <a:pt x="248" y="80"/>
                  </a:lnTo>
                  <a:lnTo>
                    <a:pt x="248" y="80"/>
                  </a:lnTo>
                  <a:lnTo>
                    <a:pt x="248" y="78"/>
                  </a:lnTo>
                  <a:lnTo>
                    <a:pt x="248" y="78"/>
                  </a:lnTo>
                  <a:lnTo>
                    <a:pt x="251" y="73"/>
                  </a:lnTo>
                  <a:lnTo>
                    <a:pt x="251" y="73"/>
                  </a:lnTo>
                  <a:lnTo>
                    <a:pt x="253" y="71"/>
                  </a:lnTo>
                  <a:lnTo>
                    <a:pt x="249" y="69"/>
                  </a:lnTo>
                  <a:lnTo>
                    <a:pt x="249" y="69"/>
                  </a:lnTo>
                  <a:lnTo>
                    <a:pt x="249" y="68"/>
                  </a:lnTo>
                  <a:lnTo>
                    <a:pt x="249" y="66"/>
                  </a:lnTo>
                  <a:lnTo>
                    <a:pt x="251" y="62"/>
                  </a:lnTo>
                  <a:lnTo>
                    <a:pt x="248" y="60"/>
                  </a:lnTo>
                  <a:lnTo>
                    <a:pt x="248" y="60"/>
                  </a:lnTo>
                  <a:lnTo>
                    <a:pt x="244" y="57"/>
                  </a:lnTo>
                  <a:lnTo>
                    <a:pt x="239" y="55"/>
                  </a:lnTo>
                  <a:lnTo>
                    <a:pt x="239" y="55"/>
                  </a:lnTo>
                  <a:lnTo>
                    <a:pt x="235" y="53"/>
                  </a:lnTo>
                  <a:lnTo>
                    <a:pt x="233" y="51"/>
                  </a:lnTo>
                  <a:lnTo>
                    <a:pt x="231" y="51"/>
                  </a:lnTo>
                  <a:lnTo>
                    <a:pt x="231" y="51"/>
                  </a:lnTo>
                  <a:lnTo>
                    <a:pt x="228" y="49"/>
                  </a:lnTo>
                  <a:lnTo>
                    <a:pt x="228" y="47"/>
                  </a:lnTo>
                  <a:lnTo>
                    <a:pt x="228" y="47"/>
                  </a:lnTo>
                  <a:lnTo>
                    <a:pt x="226" y="46"/>
                  </a:lnTo>
                  <a:lnTo>
                    <a:pt x="222" y="46"/>
                  </a:lnTo>
                  <a:lnTo>
                    <a:pt x="219" y="46"/>
                  </a:lnTo>
                  <a:lnTo>
                    <a:pt x="219" y="46"/>
                  </a:lnTo>
                  <a:lnTo>
                    <a:pt x="213" y="47"/>
                  </a:lnTo>
                  <a:lnTo>
                    <a:pt x="213" y="47"/>
                  </a:lnTo>
                  <a:lnTo>
                    <a:pt x="204" y="51"/>
                  </a:lnTo>
                  <a:lnTo>
                    <a:pt x="204" y="51"/>
                  </a:lnTo>
                  <a:lnTo>
                    <a:pt x="202" y="46"/>
                  </a:lnTo>
                  <a:lnTo>
                    <a:pt x="202" y="42"/>
                  </a:lnTo>
                  <a:lnTo>
                    <a:pt x="198" y="40"/>
                  </a:lnTo>
                  <a:lnTo>
                    <a:pt x="198" y="40"/>
                  </a:lnTo>
                  <a:lnTo>
                    <a:pt x="197" y="40"/>
                  </a:lnTo>
                  <a:lnTo>
                    <a:pt x="197" y="40"/>
                  </a:lnTo>
                  <a:lnTo>
                    <a:pt x="193" y="37"/>
                  </a:lnTo>
                  <a:lnTo>
                    <a:pt x="193" y="37"/>
                  </a:lnTo>
                  <a:lnTo>
                    <a:pt x="191" y="35"/>
                  </a:lnTo>
                  <a:lnTo>
                    <a:pt x="189" y="33"/>
                  </a:lnTo>
                  <a:lnTo>
                    <a:pt x="189" y="31"/>
                  </a:lnTo>
                  <a:lnTo>
                    <a:pt x="188" y="31"/>
                  </a:lnTo>
                  <a:lnTo>
                    <a:pt x="188" y="31"/>
                  </a:lnTo>
                  <a:lnTo>
                    <a:pt x="182" y="31"/>
                  </a:lnTo>
                  <a:lnTo>
                    <a:pt x="177" y="27"/>
                  </a:lnTo>
                  <a:lnTo>
                    <a:pt x="177" y="27"/>
                  </a:lnTo>
                  <a:lnTo>
                    <a:pt x="171" y="27"/>
                  </a:lnTo>
                  <a:lnTo>
                    <a:pt x="166" y="27"/>
                  </a:lnTo>
                  <a:lnTo>
                    <a:pt x="166" y="27"/>
                  </a:lnTo>
                  <a:lnTo>
                    <a:pt x="164" y="27"/>
                  </a:lnTo>
                  <a:lnTo>
                    <a:pt x="162" y="24"/>
                  </a:lnTo>
                  <a:lnTo>
                    <a:pt x="162" y="22"/>
                  </a:lnTo>
                  <a:lnTo>
                    <a:pt x="160" y="22"/>
                  </a:lnTo>
                  <a:lnTo>
                    <a:pt x="160" y="22"/>
                  </a:lnTo>
                  <a:lnTo>
                    <a:pt x="158" y="20"/>
                  </a:lnTo>
                  <a:lnTo>
                    <a:pt x="158" y="16"/>
                  </a:lnTo>
                  <a:lnTo>
                    <a:pt x="157" y="13"/>
                  </a:lnTo>
                  <a:lnTo>
                    <a:pt x="157" y="13"/>
                  </a:lnTo>
                  <a:lnTo>
                    <a:pt x="157" y="11"/>
                  </a:lnTo>
                  <a:lnTo>
                    <a:pt x="155" y="6"/>
                  </a:lnTo>
                  <a:lnTo>
                    <a:pt x="155" y="6"/>
                  </a:lnTo>
                  <a:lnTo>
                    <a:pt x="155" y="4"/>
                  </a:lnTo>
                  <a:lnTo>
                    <a:pt x="153" y="4"/>
                  </a:lnTo>
                  <a:lnTo>
                    <a:pt x="149" y="4"/>
                  </a:lnTo>
                  <a:lnTo>
                    <a:pt x="147" y="4"/>
                  </a:lnTo>
                  <a:lnTo>
                    <a:pt x="147" y="4"/>
                  </a:lnTo>
                  <a:lnTo>
                    <a:pt x="144" y="0"/>
                  </a:lnTo>
                  <a:lnTo>
                    <a:pt x="142" y="0"/>
                  </a:lnTo>
                  <a:lnTo>
                    <a:pt x="140" y="4"/>
                  </a:lnTo>
                  <a:lnTo>
                    <a:pt x="140" y="4"/>
                  </a:lnTo>
                  <a:lnTo>
                    <a:pt x="137" y="6"/>
                  </a:lnTo>
                  <a:lnTo>
                    <a:pt x="133" y="6"/>
                  </a:lnTo>
                  <a:lnTo>
                    <a:pt x="131" y="2"/>
                  </a:lnTo>
                  <a:lnTo>
                    <a:pt x="131" y="2"/>
                  </a:lnTo>
                  <a:lnTo>
                    <a:pt x="124" y="2"/>
                  </a:lnTo>
                  <a:lnTo>
                    <a:pt x="124" y="2"/>
                  </a:lnTo>
                  <a:lnTo>
                    <a:pt x="122" y="4"/>
                  </a:lnTo>
                  <a:lnTo>
                    <a:pt x="120" y="7"/>
                  </a:lnTo>
                  <a:lnTo>
                    <a:pt x="120" y="7"/>
                  </a:lnTo>
                  <a:lnTo>
                    <a:pt x="118" y="13"/>
                  </a:lnTo>
                  <a:lnTo>
                    <a:pt x="118" y="15"/>
                  </a:lnTo>
                  <a:lnTo>
                    <a:pt x="115" y="13"/>
                  </a:lnTo>
                  <a:lnTo>
                    <a:pt x="115" y="13"/>
                  </a:lnTo>
                  <a:lnTo>
                    <a:pt x="107" y="13"/>
                  </a:lnTo>
                  <a:lnTo>
                    <a:pt x="102" y="13"/>
                  </a:lnTo>
                  <a:lnTo>
                    <a:pt x="102" y="13"/>
                  </a:lnTo>
                  <a:lnTo>
                    <a:pt x="98" y="11"/>
                  </a:lnTo>
                  <a:lnTo>
                    <a:pt x="96" y="11"/>
                  </a:lnTo>
                  <a:lnTo>
                    <a:pt x="95" y="13"/>
                  </a:lnTo>
                  <a:lnTo>
                    <a:pt x="95" y="13"/>
                  </a:lnTo>
                  <a:lnTo>
                    <a:pt x="93" y="13"/>
                  </a:lnTo>
                  <a:lnTo>
                    <a:pt x="91" y="13"/>
                  </a:lnTo>
                  <a:lnTo>
                    <a:pt x="87" y="11"/>
                  </a:lnTo>
                  <a:lnTo>
                    <a:pt x="87" y="11"/>
                  </a:lnTo>
                  <a:lnTo>
                    <a:pt x="85" y="13"/>
                  </a:lnTo>
                  <a:lnTo>
                    <a:pt x="85" y="16"/>
                  </a:lnTo>
                  <a:lnTo>
                    <a:pt x="84" y="11"/>
                  </a:lnTo>
                  <a:lnTo>
                    <a:pt x="84" y="11"/>
                  </a:lnTo>
                  <a:lnTo>
                    <a:pt x="78" y="11"/>
                  </a:lnTo>
                  <a:lnTo>
                    <a:pt x="78" y="11"/>
                  </a:lnTo>
                  <a:lnTo>
                    <a:pt x="71" y="13"/>
                  </a:lnTo>
                  <a:lnTo>
                    <a:pt x="64" y="11"/>
                  </a:lnTo>
                  <a:lnTo>
                    <a:pt x="64" y="11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40" y="9"/>
                  </a:lnTo>
                  <a:lnTo>
                    <a:pt x="34" y="9"/>
                  </a:lnTo>
                  <a:lnTo>
                    <a:pt x="34" y="9"/>
                  </a:lnTo>
                  <a:lnTo>
                    <a:pt x="33" y="13"/>
                  </a:lnTo>
                  <a:lnTo>
                    <a:pt x="31" y="15"/>
                  </a:lnTo>
                  <a:lnTo>
                    <a:pt x="29" y="13"/>
                  </a:lnTo>
                  <a:lnTo>
                    <a:pt x="29" y="13"/>
                  </a:lnTo>
                  <a:lnTo>
                    <a:pt x="25" y="9"/>
                  </a:lnTo>
                  <a:lnTo>
                    <a:pt x="24" y="9"/>
                  </a:lnTo>
                  <a:lnTo>
                    <a:pt x="20" y="11"/>
                  </a:lnTo>
                  <a:lnTo>
                    <a:pt x="20" y="11"/>
                  </a:lnTo>
                  <a:lnTo>
                    <a:pt x="18" y="13"/>
                  </a:lnTo>
                  <a:lnTo>
                    <a:pt x="18" y="16"/>
                  </a:lnTo>
                  <a:lnTo>
                    <a:pt x="22" y="22"/>
                  </a:lnTo>
                  <a:lnTo>
                    <a:pt x="22" y="22"/>
                  </a:lnTo>
                  <a:lnTo>
                    <a:pt x="22" y="24"/>
                  </a:lnTo>
                  <a:lnTo>
                    <a:pt x="22" y="24"/>
                  </a:lnTo>
                  <a:lnTo>
                    <a:pt x="20" y="26"/>
                  </a:lnTo>
                  <a:lnTo>
                    <a:pt x="20" y="27"/>
                  </a:lnTo>
                  <a:lnTo>
                    <a:pt x="20" y="27"/>
                  </a:lnTo>
                  <a:lnTo>
                    <a:pt x="20" y="31"/>
                  </a:lnTo>
                  <a:lnTo>
                    <a:pt x="20" y="35"/>
                  </a:lnTo>
                  <a:lnTo>
                    <a:pt x="18" y="38"/>
                  </a:lnTo>
                  <a:lnTo>
                    <a:pt x="18" y="38"/>
                  </a:lnTo>
                  <a:lnTo>
                    <a:pt x="18" y="42"/>
                  </a:lnTo>
                  <a:lnTo>
                    <a:pt x="20" y="47"/>
                  </a:lnTo>
                  <a:lnTo>
                    <a:pt x="24" y="51"/>
                  </a:lnTo>
                  <a:lnTo>
                    <a:pt x="24" y="51"/>
                  </a:lnTo>
                  <a:lnTo>
                    <a:pt x="20" y="62"/>
                  </a:lnTo>
                  <a:lnTo>
                    <a:pt x="20" y="62"/>
                  </a:lnTo>
                  <a:lnTo>
                    <a:pt x="14" y="71"/>
                  </a:lnTo>
                  <a:lnTo>
                    <a:pt x="14" y="71"/>
                  </a:lnTo>
                  <a:lnTo>
                    <a:pt x="14" y="73"/>
                  </a:lnTo>
                  <a:lnTo>
                    <a:pt x="14" y="77"/>
                  </a:lnTo>
                  <a:lnTo>
                    <a:pt x="16" y="82"/>
                  </a:lnTo>
                  <a:lnTo>
                    <a:pt x="16" y="82"/>
                  </a:lnTo>
                  <a:lnTo>
                    <a:pt x="16" y="84"/>
                  </a:lnTo>
                  <a:lnTo>
                    <a:pt x="13" y="88"/>
                  </a:lnTo>
                  <a:lnTo>
                    <a:pt x="7" y="89"/>
                  </a:lnTo>
                  <a:lnTo>
                    <a:pt x="2" y="91"/>
                  </a:lnTo>
                  <a:lnTo>
                    <a:pt x="0" y="98"/>
                  </a:lnTo>
                  <a:lnTo>
                    <a:pt x="0" y="98"/>
                  </a:lnTo>
                  <a:lnTo>
                    <a:pt x="2" y="98"/>
                  </a:lnTo>
                  <a:lnTo>
                    <a:pt x="3" y="100"/>
                  </a:lnTo>
                  <a:lnTo>
                    <a:pt x="5" y="102"/>
                  </a:lnTo>
                  <a:lnTo>
                    <a:pt x="5" y="102"/>
                  </a:lnTo>
                  <a:lnTo>
                    <a:pt x="7" y="104"/>
                  </a:lnTo>
                  <a:lnTo>
                    <a:pt x="9" y="106"/>
                  </a:lnTo>
                  <a:lnTo>
                    <a:pt x="16" y="106"/>
                  </a:lnTo>
                  <a:lnTo>
                    <a:pt x="16" y="106"/>
                  </a:lnTo>
                  <a:lnTo>
                    <a:pt x="22" y="106"/>
                  </a:lnTo>
                  <a:lnTo>
                    <a:pt x="25" y="109"/>
                  </a:lnTo>
                  <a:lnTo>
                    <a:pt x="25" y="109"/>
                  </a:lnTo>
                  <a:lnTo>
                    <a:pt x="29" y="111"/>
                  </a:lnTo>
                  <a:lnTo>
                    <a:pt x="33" y="111"/>
                  </a:lnTo>
                  <a:lnTo>
                    <a:pt x="33" y="111"/>
                  </a:lnTo>
                  <a:lnTo>
                    <a:pt x="36" y="108"/>
                  </a:lnTo>
                  <a:lnTo>
                    <a:pt x="38" y="106"/>
                  </a:lnTo>
                  <a:lnTo>
                    <a:pt x="42" y="104"/>
                  </a:lnTo>
                  <a:lnTo>
                    <a:pt x="42" y="104"/>
                  </a:lnTo>
                  <a:lnTo>
                    <a:pt x="45" y="104"/>
                  </a:lnTo>
                  <a:lnTo>
                    <a:pt x="47" y="104"/>
                  </a:lnTo>
                  <a:lnTo>
                    <a:pt x="49" y="100"/>
                  </a:lnTo>
                  <a:lnTo>
                    <a:pt x="49" y="100"/>
                  </a:lnTo>
                  <a:lnTo>
                    <a:pt x="49" y="98"/>
                  </a:lnTo>
                  <a:lnTo>
                    <a:pt x="51" y="97"/>
                  </a:lnTo>
                  <a:lnTo>
                    <a:pt x="55" y="97"/>
                  </a:lnTo>
                  <a:lnTo>
                    <a:pt x="55" y="97"/>
                  </a:lnTo>
                  <a:lnTo>
                    <a:pt x="55" y="93"/>
                  </a:lnTo>
                  <a:lnTo>
                    <a:pt x="58" y="91"/>
                  </a:lnTo>
                  <a:lnTo>
                    <a:pt x="62" y="91"/>
                  </a:lnTo>
                  <a:lnTo>
                    <a:pt x="64" y="91"/>
                  </a:lnTo>
                  <a:lnTo>
                    <a:pt x="64" y="91"/>
                  </a:lnTo>
                  <a:lnTo>
                    <a:pt x="65" y="89"/>
                  </a:lnTo>
                  <a:lnTo>
                    <a:pt x="67" y="89"/>
                  </a:lnTo>
                  <a:lnTo>
                    <a:pt x="73" y="91"/>
                  </a:lnTo>
                  <a:lnTo>
                    <a:pt x="73" y="91"/>
                  </a:lnTo>
                  <a:lnTo>
                    <a:pt x="78" y="93"/>
                  </a:lnTo>
                  <a:lnTo>
                    <a:pt x="82" y="95"/>
                  </a:lnTo>
                  <a:lnTo>
                    <a:pt x="82" y="95"/>
                  </a:lnTo>
                  <a:lnTo>
                    <a:pt x="89" y="102"/>
                  </a:lnTo>
                  <a:lnTo>
                    <a:pt x="89" y="102"/>
                  </a:lnTo>
                  <a:lnTo>
                    <a:pt x="93" y="106"/>
                  </a:lnTo>
                  <a:lnTo>
                    <a:pt x="93" y="109"/>
                  </a:lnTo>
                  <a:lnTo>
                    <a:pt x="95" y="111"/>
                  </a:lnTo>
                  <a:lnTo>
                    <a:pt x="95" y="111"/>
                  </a:lnTo>
                  <a:lnTo>
                    <a:pt x="95" y="115"/>
                  </a:lnTo>
                  <a:lnTo>
                    <a:pt x="95" y="117"/>
                  </a:lnTo>
                  <a:lnTo>
                    <a:pt x="98" y="120"/>
                  </a:lnTo>
                  <a:lnTo>
                    <a:pt x="98" y="120"/>
                  </a:lnTo>
                  <a:lnTo>
                    <a:pt x="100" y="126"/>
                  </a:lnTo>
                  <a:lnTo>
                    <a:pt x="100" y="129"/>
                  </a:lnTo>
                  <a:lnTo>
                    <a:pt x="100" y="129"/>
                  </a:lnTo>
                  <a:lnTo>
                    <a:pt x="100" y="133"/>
                  </a:lnTo>
                  <a:lnTo>
                    <a:pt x="102" y="137"/>
                  </a:lnTo>
                  <a:lnTo>
                    <a:pt x="106" y="140"/>
                  </a:lnTo>
                  <a:lnTo>
                    <a:pt x="113" y="151"/>
                  </a:lnTo>
                  <a:lnTo>
                    <a:pt x="116" y="146"/>
                  </a:lnTo>
                  <a:lnTo>
                    <a:pt x="116" y="146"/>
                  </a:lnTo>
                  <a:lnTo>
                    <a:pt x="126" y="144"/>
                  </a:lnTo>
                  <a:lnTo>
                    <a:pt x="135" y="142"/>
                  </a:lnTo>
                  <a:lnTo>
                    <a:pt x="135" y="142"/>
                  </a:lnTo>
                  <a:lnTo>
                    <a:pt x="138" y="144"/>
                  </a:lnTo>
                  <a:lnTo>
                    <a:pt x="140" y="146"/>
                  </a:lnTo>
                  <a:lnTo>
                    <a:pt x="138" y="148"/>
                  </a:lnTo>
                  <a:lnTo>
                    <a:pt x="131" y="148"/>
                  </a:lnTo>
                  <a:lnTo>
                    <a:pt x="131" y="148"/>
                  </a:lnTo>
                  <a:lnTo>
                    <a:pt x="138" y="153"/>
                  </a:lnTo>
                  <a:lnTo>
                    <a:pt x="142" y="157"/>
                  </a:lnTo>
                  <a:lnTo>
                    <a:pt x="149" y="157"/>
                  </a:lnTo>
                  <a:lnTo>
                    <a:pt x="149" y="157"/>
                  </a:lnTo>
                  <a:lnTo>
                    <a:pt x="158" y="153"/>
                  </a:lnTo>
                  <a:lnTo>
                    <a:pt x="158" y="153"/>
                  </a:lnTo>
                  <a:lnTo>
                    <a:pt x="166" y="155"/>
                  </a:lnTo>
                  <a:lnTo>
                    <a:pt x="166" y="155"/>
                  </a:lnTo>
                  <a:lnTo>
                    <a:pt x="166" y="166"/>
                  </a:lnTo>
                  <a:lnTo>
                    <a:pt x="166" y="166"/>
                  </a:lnTo>
                  <a:lnTo>
                    <a:pt x="164" y="166"/>
                  </a:lnTo>
                  <a:lnTo>
                    <a:pt x="164" y="164"/>
                  </a:lnTo>
                  <a:lnTo>
                    <a:pt x="164" y="162"/>
                  </a:lnTo>
                  <a:lnTo>
                    <a:pt x="160" y="162"/>
                  </a:lnTo>
                  <a:lnTo>
                    <a:pt x="160" y="162"/>
                  </a:lnTo>
                  <a:lnTo>
                    <a:pt x="146" y="170"/>
                  </a:lnTo>
                  <a:lnTo>
                    <a:pt x="146" y="175"/>
                  </a:lnTo>
                  <a:lnTo>
                    <a:pt x="146" y="175"/>
                  </a:lnTo>
                  <a:lnTo>
                    <a:pt x="151" y="175"/>
                  </a:lnTo>
                  <a:lnTo>
                    <a:pt x="157" y="175"/>
                  </a:lnTo>
                  <a:lnTo>
                    <a:pt x="157" y="175"/>
                  </a:lnTo>
                  <a:lnTo>
                    <a:pt x="157" y="177"/>
                  </a:lnTo>
                  <a:lnTo>
                    <a:pt x="158" y="177"/>
                  </a:lnTo>
                  <a:lnTo>
                    <a:pt x="158" y="177"/>
                  </a:lnTo>
                  <a:lnTo>
                    <a:pt x="160" y="177"/>
                  </a:lnTo>
                  <a:lnTo>
                    <a:pt x="160" y="177"/>
                  </a:lnTo>
                  <a:lnTo>
                    <a:pt x="164" y="182"/>
                  </a:lnTo>
                  <a:lnTo>
                    <a:pt x="162" y="186"/>
                  </a:lnTo>
                  <a:lnTo>
                    <a:pt x="158" y="195"/>
                  </a:lnTo>
                  <a:lnTo>
                    <a:pt x="158" y="195"/>
                  </a:lnTo>
                  <a:lnTo>
                    <a:pt x="182" y="188"/>
                  </a:lnTo>
                  <a:lnTo>
                    <a:pt x="208" y="180"/>
                  </a:lnTo>
                  <a:lnTo>
                    <a:pt x="208" y="175"/>
                  </a:lnTo>
                  <a:lnTo>
                    <a:pt x="208" y="175"/>
                  </a:lnTo>
                  <a:lnTo>
                    <a:pt x="193" y="173"/>
                  </a:lnTo>
                  <a:lnTo>
                    <a:pt x="186" y="171"/>
                  </a:lnTo>
                  <a:lnTo>
                    <a:pt x="180" y="170"/>
                  </a:lnTo>
                  <a:lnTo>
                    <a:pt x="180" y="170"/>
                  </a:lnTo>
                  <a:lnTo>
                    <a:pt x="182" y="162"/>
                  </a:lnTo>
                  <a:lnTo>
                    <a:pt x="182" y="162"/>
                  </a:lnTo>
                  <a:lnTo>
                    <a:pt x="180" y="162"/>
                  </a:lnTo>
                  <a:lnTo>
                    <a:pt x="175" y="162"/>
                  </a:lnTo>
                  <a:lnTo>
                    <a:pt x="175" y="162"/>
                  </a:lnTo>
                  <a:lnTo>
                    <a:pt x="173" y="160"/>
                  </a:lnTo>
                  <a:lnTo>
                    <a:pt x="171" y="157"/>
                  </a:lnTo>
                  <a:lnTo>
                    <a:pt x="169" y="153"/>
                  </a:lnTo>
                  <a:lnTo>
                    <a:pt x="167" y="149"/>
                  </a:lnTo>
                  <a:lnTo>
                    <a:pt x="167" y="149"/>
                  </a:lnTo>
                  <a:lnTo>
                    <a:pt x="177" y="153"/>
                  </a:lnTo>
                  <a:lnTo>
                    <a:pt x="184" y="153"/>
                  </a:lnTo>
                  <a:lnTo>
                    <a:pt x="191" y="153"/>
                  </a:lnTo>
                  <a:lnTo>
                    <a:pt x="191" y="153"/>
                  </a:lnTo>
                  <a:lnTo>
                    <a:pt x="195" y="148"/>
                  </a:lnTo>
                  <a:lnTo>
                    <a:pt x="200" y="142"/>
                  </a:lnTo>
                  <a:lnTo>
                    <a:pt x="217" y="142"/>
                  </a:lnTo>
                  <a:lnTo>
                    <a:pt x="220" y="139"/>
                  </a:lnTo>
                  <a:lnTo>
                    <a:pt x="220" y="139"/>
                  </a:lnTo>
                  <a:lnTo>
                    <a:pt x="235" y="133"/>
                  </a:lnTo>
                  <a:lnTo>
                    <a:pt x="235" y="13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0" name="Freeform 22">
              <a:extLst>
                <a:ext uri="{FF2B5EF4-FFF2-40B4-BE49-F238E27FC236}">
                  <a16:creationId xmlns:a16="http://schemas.microsoft.com/office/drawing/2014/main" id="{B7DC7316-44C9-4B93-92E8-98EFBE749F9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40868" y="3927291"/>
              <a:ext cx="134954" cy="189825"/>
            </a:xfrm>
            <a:custGeom>
              <a:avLst/>
              <a:gdLst>
                <a:gd name="T0" fmla="*/ 19 w 91"/>
                <a:gd name="T1" fmla="*/ 71 h 128"/>
                <a:gd name="T2" fmla="*/ 13 w 91"/>
                <a:gd name="T3" fmla="*/ 77 h 128"/>
                <a:gd name="T4" fmla="*/ 9 w 91"/>
                <a:gd name="T5" fmla="*/ 89 h 128"/>
                <a:gd name="T6" fmla="*/ 6 w 91"/>
                <a:gd name="T7" fmla="*/ 104 h 128"/>
                <a:gd name="T8" fmla="*/ 4 w 91"/>
                <a:gd name="T9" fmla="*/ 109 h 128"/>
                <a:gd name="T10" fmla="*/ 4 w 91"/>
                <a:gd name="T11" fmla="*/ 120 h 128"/>
                <a:gd name="T12" fmla="*/ 13 w 91"/>
                <a:gd name="T13" fmla="*/ 126 h 128"/>
                <a:gd name="T14" fmla="*/ 19 w 91"/>
                <a:gd name="T15" fmla="*/ 128 h 128"/>
                <a:gd name="T16" fmla="*/ 26 w 91"/>
                <a:gd name="T17" fmla="*/ 124 h 128"/>
                <a:gd name="T18" fmla="*/ 44 w 91"/>
                <a:gd name="T19" fmla="*/ 119 h 128"/>
                <a:gd name="T20" fmla="*/ 40 w 91"/>
                <a:gd name="T21" fmla="*/ 119 h 128"/>
                <a:gd name="T22" fmla="*/ 44 w 91"/>
                <a:gd name="T23" fmla="*/ 104 h 128"/>
                <a:gd name="T24" fmla="*/ 42 w 91"/>
                <a:gd name="T25" fmla="*/ 95 h 128"/>
                <a:gd name="T26" fmla="*/ 50 w 91"/>
                <a:gd name="T27" fmla="*/ 88 h 128"/>
                <a:gd name="T28" fmla="*/ 57 w 91"/>
                <a:gd name="T29" fmla="*/ 88 h 128"/>
                <a:gd name="T30" fmla="*/ 66 w 91"/>
                <a:gd name="T31" fmla="*/ 86 h 128"/>
                <a:gd name="T32" fmla="*/ 73 w 91"/>
                <a:gd name="T33" fmla="*/ 86 h 128"/>
                <a:gd name="T34" fmla="*/ 77 w 91"/>
                <a:gd name="T35" fmla="*/ 91 h 128"/>
                <a:gd name="T36" fmla="*/ 79 w 91"/>
                <a:gd name="T37" fmla="*/ 98 h 128"/>
                <a:gd name="T38" fmla="*/ 82 w 91"/>
                <a:gd name="T39" fmla="*/ 93 h 128"/>
                <a:gd name="T40" fmla="*/ 82 w 91"/>
                <a:gd name="T41" fmla="*/ 89 h 128"/>
                <a:gd name="T42" fmla="*/ 82 w 91"/>
                <a:gd name="T43" fmla="*/ 86 h 128"/>
                <a:gd name="T44" fmla="*/ 80 w 91"/>
                <a:gd name="T45" fmla="*/ 73 h 128"/>
                <a:gd name="T46" fmla="*/ 84 w 91"/>
                <a:gd name="T47" fmla="*/ 68 h 128"/>
                <a:gd name="T48" fmla="*/ 84 w 91"/>
                <a:gd name="T49" fmla="*/ 57 h 128"/>
                <a:gd name="T50" fmla="*/ 90 w 91"/>
                <a:gd name="T51" fmla="*/ 53 h 128"/>
                <a:gd name="T52" fmla="*/ 91 w 91"/>
                <a:gd name="T53" fmla="*/ 44 h 128"/>
                <a:gd name="T54" fmla="*/ 88 w 91"/>
                <a:gd name="T55" fmla="*/ 35 h 128"/>
                <a:gd name="T56" fmla="*/ 86 w 91"/>
                <a:gd name="T57" fmla="*/ 22 h 128"/>
                <a:gd name="T58" fmla="*/ 88 w 91"/>
                <a:gd name="T59" fmla="*/ 15 h 128"/>
                <a:gd name="T60" fmla="*/ 86 w 91"/>
                <a:gd name="T61" fmla="*/ 11 h 128"/>
                <a:gd name="T62" fmla="*/ 82 w 91"/>
                <a:gd name="T63" fmla="*/ 9 h 128"/>
                <a:gd name="T64" fmla="*/ 73 w 91"/>
                <a:gd name="T65" fmla="*/ 6 h 128"/>
                <a:gd name="T66" fmla="*/ 64 w 91"/>
                <a:gd name="T67" fmla="*/ 2 h 128"/>
                <a:gd name="T68" fmla="*/ 59 w 91"/>
                <a:gd name="T69" fmla="*/ 4 h 128"/>
                <a:gd name="T70" fmla="*/ 51 w 91"/>
                <a:gd name="T71" fmla="*/ 4 h 128"/>
                <a:gd name="T72" fmla="*/ 42 w 91"/>
                <a:gd name="T73" fmla="*/ 11 h 128"/>
                <a:gd name="T74" fmla="*/ 44 w 91"/>
                <a:gd name="T75" fmla="*/ 18 h 128"/>
                <a:gd name="T76" fmla="*/ 39 w 91"/>
                <a:gd name="T77" fmla="*/ 29 h 128"/>
                <a:gd name="T78" fmla="*/ 39 w 91"/>
                <a:gd name="T79" fmla="*/ 31 h 128"/>
                <a:gd name="T80" fmla="*/ 35 w 91"/>
                <a:gd name="T81" fmla="*/ 42 h 128"/>
                <a:gd name="T82" fmla="*/ 37 w 91"/>
                <a:gd name="T83" fmla="*/ 46 h 128"/>
                <a:gd name="T84" fmla="*/ 39 w 91"/>
                <a:gd name="T85" fmla="*/ 51 h 128"/>
                <a:gd name="T86" fmla="*/ 31 w 91"/>
                <a:gd name="T87" fmla="*/ 58 h 128"/>
                <a:gd name="T88" fmla="*/ 28 w 91"/>
                <a:gd name="T89" fmla="*/ 68 h 128"/>
                <a:gd name="T90" fmla="*/ 51 w 91"/>
                <a:gd name="T91" fmla="*/ 58 h 128"/>
                <a:gd name="T92" fmla="*/ 57 w 91"/>
                <a:gd name="T93" fmla="*/ 62 h 128"/>
                <a:gd name="T94" fmla="*/ 51 w 91"/>
                <a:gd name="T95" fmla="*/ 66 h 128"/>
                <a:gd name="T96" fmla="*/ 50 w 91"/>
                <a:gd name="T97" fmla="*/ 58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91" h="128">
                  <a:moveTo>
                    <a:pt x="22" y="69"/>
                  </a:moveTo>
                  <a:lnTo>
                    <a:pt x="22" y="69"/>
                  </a:lnTo>
                  <a:lnTo>
                    <a:pt x="19" y="71"/>
                  </a:lnTo>
                  <a:lnTo>
                    <a:pt x="17" y="73"/>
                  </a:lnTo>
                  <a:lnTo>
                    <a:pt x="17" y="73"/>
                  </a:lnTo>
                  <a:lnTo>
                    <a:pt x="13" y="77"/>
                  </a:lnTo>
                  <a:lnTo>
                    <a:pt x="11" y="82"/>
                  </a:lnTo>
                  <a:lnTo>
                    <a:pt x="11" y="82"/>
                  </a:lnTo>
                  <a:lnTo>
                    <a:pt x="9" y="89"/>
                  </a:lnTo>
                  <a:lnTo>
                    <a:pt x="8" y="98"/>
                  </a:lnTo>
                  <a:lnTo>
                    <a:pt x="8" y="98"/>
                  </a:lnTo>
                  <a:lnTo>
                    <a:pt x="6" y="104"/>
                  </a:lnTo>
                  <a:lnTo>
                    <a:pt x="6" y="104"/>
                  </a:lnTo>
                  <a:lnTo>
                    <a:pt x="4" y="109"/>
                  </a:lnTo>
                  <a:lnTo>
                    <a:pt x="4" y="109"/>
                  </a:lnTo>
                  <a:lnTo>
                    <a:pt x="0" y="113"/>
                  </a:lnTo>
                  <a:lnTo>
                    <a:pt x="2" y="117"/>
                  </a:lnTo>
                  <a:lnTo>
                    <a:pt x="4" y="120"/>
                  </a:lnTo>
                  <a:lnTo>
                    <a:pt x="6" y="120"/>
                  </a:lnTo>
                  <a:lnTo>
                    <a:pt x="6" y="120"/>
                  </a:lnTo>
                  <a:lnTo>
                    <a:pt x="13" y="126"/>
                  </a:lnTo>
                  <a:lnTo>
                    <a:pt x="13" y="126"/>
                  </a:lnTo>
                  <a:lnTo>
                    <a:pt x="17" y="128"/>
                  </a:lnTo>
                  <a:lnTo>
                    <a:pt x="19" y="128"/>
                  </a:lnTo>
                  <a:lnTo>
                    <a:pt x="20" y="126"/>
                  </a:lnTo>
                  <a:lnTo>
                    <a:pt x="20" y="126"/>
                  </a:lnTo>
                  <a:lnTo>
                    <a:pt x="26" y="124"/>
                  </a:lnTo>
                  <a:lnTo>
                    <a:pt x="29" y="122"/>
                  </a:lnTo>
                  <a:lnTo>
                    <a:pt x="44" y="122"/>
                  </a:lnTo>
                  <a:lnTo>
                    <a:pt x="44" y="119"/>
                  </a:lnTo>
                  <a:lnTo>
                    <a:pt x="44" y="119"/>
                  </a:lnTo>
                  <a:lnTo>
                    <a:pt x="42" y="120"/>
                  </a:lnTo>
                  <a:lnTo>
                    <a:pt x="40" y="119"/>
                  </a:lnTo>
                  <a:lnTo>
                    <a:pt x="40" y="113"/>
                  </a:lnTo>
                  <a:lnTo>
                    <a:pt x="42" y="108"/>
                  </a:lnTo>
                  <a:lnTo>
                    <a:pt x="44" y="104"/>
                  </a:lnTo>
                  <a:lnTo>
                    <a:pt x="44" y="104"/>
                  </a:lnTo>
                  <a:lnTo>
                    <a:pt x="42" y="100"/>
                  </a:lnTo>
                  <a:lnTo>
                    <a:pt x="42" y="95"/>
                  </a:lnTo>
                  <a:lnTo>
                    <a:pt x="42" y="95"/>
                  </a:lnTo>
                  <a:lnTo>
                    <a:pt x="46" y="91"/>
                  </a:lnTo>
                  <a:lnTo>
                    <a:pt x="50" y="88"/>
                  </a:lnTo>
                  <a:lnTo>
                    <a:pt x="50" y="88"/>
                  </a:lnTo>
                  <a:lnTo>
                    <a:pt x="53" y="88"/>
                  </a:lnTo>
                  <a:lnTo>
                    <a:pt x="57" y="88"/>
                  </a:lnTo>
                  <a:lnTo>
                    <a:pt x="66" y="89"/>
                  </a:lnTo>
                  <a:lnTo>
                    <a:pt x="66" y="89"/>
                  </a:lnTo>
                  <a:lnTo>
                    <a:pt x="66" y="86"/>
                  </a:lnTo>
                  <a:lnTo>
                    <a:pt x="70" y="84"/>
                  </a:lnTo>
                  <a:lnTo>
                    <a:pt x="70" y="84"/>
                  </a:lnTo>
                  <a:lnTo>
                    <a:pt x="73" y="86"/>
                  </a:lnTo>
                  <a:lnTo>
                    <a:pt x="77" y="88"/>
                  </a:lnTo>
                  <a:lnTo>
                    <a:pt x="77" y="88"/>
                  </a:lnTo>
                  <a:lnTo>
                    <a:pt x="77" y="91"/>
                  </a:lnTo>
                  <a:lnTo>
                    <a:pt x="77" y="97"/>
                  </a:lnTo>
                  <a:lnTo>
                    <a:pt x="77" y="97"/>
                  </a:lnTo>
                  <a:lnTo>
                    <a:pt x="79" y="98"/>
                  </a:lnTo>
                  <a:lnTo>
                    <a:pt x="80" y="98"/>
                  </a:lnTo>
                  <a:lnTo>
                    <a:pt x="80" y="102"/>
                  </a:lnTo>
                  <a:lnTo>
                    <a:pt x="82" y="93"/>
                  </a:lnTo>
                  <a:lnTo>
                    <a:pt x="82" y="93"/>
                  </a:lnTo>
                  <a:lnTo>
                    <a:pt x="82" y="91"/>
                  </a:lnTo>
                  <a:lnTo>
                    <a:pt x="82" y="89"/>
                  </a:lnTo>
                  <a:lnTo>
                    <a:pt x="82" y="88"/>
                  </a:lnTo>
                  <a:lnTo>
                    <a:pt x="82" y="88"/>
                  </a:lnTo>
                  <a:lnTo>
                    <a:pt x="82" y="86"/>
                  </a:lnTo>
                  <a:lnTo>
                    <a:pt x="80" y="80"/>
                  </a:lnTo>
                  <a:lnTo>
                    <a:pt x="80" y="77"/>
                  </a:lnTo>
                  <a:lnTo>
                    <a:pt x="80" y="73"/>
                  </a:lnTo>
                  <a:lnTo>
                    <a:pt x="80" y="73"/>
                  </a:lnTo>
                  <a:lnTo>
                    <a:pt x="82" y="71"/>
                  </a:lnTo>
                  <a:lnTo>
                    <a:pt x="84" y="68"/>
                  </a:lnTo>
                  <a:lnTo>
                    <a:pt x="84" y="60"/>
                  </a:lnTo>
                  <a:lnTo>
                    <a:pt x="84" y="60"/>
                  </a:lnTo>
                  <a:lnTo>
                    <a:pt x="84" y="57"/>
                  </a:lnTo>
                  <a:lnTo>
                    <a:pt x="86" y="55"/>
                  </a:lnTo>
                  <a:lnTo>
                    <a:pt x="88" y="55"/>
                  </a:lnTo>
                  <a:lnTo>
                    <a:pt x="90" y="53"/>
                  </a:lnTo>
                  <a:lnTo>
                    <a:pt x="90" y="53"/>
                  </a:lnTo>
                  <a:lnTo>
                    <a:pt x="91" y="44"/>
                  </a:lnTo>
                  <a:lnTo>
                    <a:pt x="91" y="44"/>
                  </a:lnTo>
                  <a:lnTo>
                    <a:pt x="91" y="38"/>
                  </a:lnTo>
                  <a:lnTo>
                    <a:pt x="88" y="35"/>
                  </a:lnTo>
                  <a:lnTo>
                    <a:pt x="88" y="35"/>
                  </a:lnTo>
                  <a:lnTo>
                    <a:pt x="86" y="31"/>
                  </a:lnTo>
                  <a:lnTo>
                    <a:pt x="84" y="29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88" y="17"/>
                  </a:lnTo>
                  <a:lnTo>
                    <a:pt x="88" y="15"/>
                  </a:lnTo>
                  <a:lnTo>
                    <a:pt x="86" y="13"/>
                  </a:lnTo>
                  <a:lnTo>
                    <a:pt x="86" y="13"/>
                  </a:lnTo>
                  <a:lnTo>
                    <a:pt x="86" y="11"/>
                  </a:lnTo>
                  <a:lnTo>
                    <a:pt x="86" y="11"/>
                  </a:lnTo>
                  <a:lnTo>
                    <a:pt x="82" y="9"/>
                  </a:lnTo>
                  <a:lnTo>
                    <a:pt x="82" y="9"/>
                  </a:lnTo>
                  <a:lnTo>
                    <a:pt x="79" y="6"/>
                  </a:lnTo>
                  <a:lnTo>
                    <a:pt x="79" y="0"/>
                  </a:lnTo>
                  <a:lnTo>
                    <a:pt x="73" y="6"/>
                  </a:lnTo>
                  <a:lnTo>
                    <a:pt x="73" y="6"/>
                  </a:lnTo>
                  <a:lnTo>
                    <a:pt x="68" y="2"/>
                  </a:lnTo>
                  <a:lnTo>
                    <a:pt x="64" y="2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9" y="4"/>
                  </a:lnTo>
                  <a:lnTo>
                    <a:pt x="55" y="4"/>
                  </a:lnTo>
                  <a:lnTo>
                    <a:pt x="55" y="4"/>
                  </a:lnTo>
                  <a:lnTo>
                    <a:pt x="51" y="4"/>
                  </a:lnTo>
                  <a:lnTo>
                    <a:pt x="48" y="7"/>
                  </a:lnTo>
                  <a:lnTo>
                    <a:pt x="42" y="11"/>
                  </a:lnTo>
                  <a:lnTo>
                    <a:pt x="42" y="11"/>
                  </a:lnTo>
                  <a:lnTo>
                    <a:pt x="44" y="15"/>
                  </a:lnTo>
                  <a:lnTo>
                    <a:pt x="44" y="18"/>
                  </a:lnTo>
                  <a:lnTo>
                    <a:pt x="44" y="18"/>
                  </a:lnTo>
                  <a:lnTo>
                    <a:pt x="39" y="26"/>
                  </a:lnTo>
                  <a:lnTo>
                    <a:pt x="37" y="27"/>
                  </a:lnTo>
                  <a:lnTo>
                    <a:pt x="39" y="29"/>
                  </a:lnTo>
                  <a:lnTo>
                    <a:pt x="39" y="29"/>
                  </a:lnTo>
                  <a:lnTo>
                    <a:pt x="40" y="29"/>
                  </a:lnTo>
                  <a:lnTo>
                    <a:pt x="39" y="31"/>
                  </a:lnTo>
                  <a:lnTo>
                    <a:pt x="37" y="35"/>
                  </a:lnTo>
                  <a:lnTo>
                    <a:pt x="37" y="35"/>
                  </a:lnTo>
                  <a:lnTo>
                    <a:pt x="35" y="42"/>
                  </a:lnTo>
                  <a:lnTo>
                    <a:pt x="35" y="44"/>
                  </a:lnTo>
                  <a:lnTo>
                    <a:pt x="37" y="46"/>
                  </a:lnTo>
                  <a:lnTo>
                    <a:pt x="37" y="46"/>
                  </a:lnTo>
                  <a:lnTo>
                    <a:pt x="37" y="47"/>
                  </a:lnTo>
                  <a:lnTo>
                    <a:pt x="39" y="49"/>
                  </a:lnTo>
                  <a:lnTo>
                    <a:pt x="39" y="51"/>
                  </a:lnTo>
                  <a:lnTo>
                    <a:pt x="37" y="53"/>
                  </a:lnTo>
                  <a:lnTo>
                    <a:pt x="31" y="58"/>
                  </a:lnTo>
                  <a:lnTo>
                    <a:pt x="31" y="58"/>
                  </a:lnTo>
                  <a:lnTo>
                    <a:pt x="29" y="64"/>
                  </a:lnTo>
                  <a:lnTo>
                    <a:pt x="28" y="68"/>
                  </a:lnTo>
                  <a:lnTo>
                    <a:pt x="28" y="68"/>
                  </a:lnTo>
                  <a:lnTo>
                    <a:pt x="22" y="69"/>
                  </a:lnTo>
                  <a:lnTo>
                    <a:pt x="22" y="69"/>
                  </a:lnTo>
                  <a:close/>
                  <a:moveTo>
                    <a:pt x="51" y="58"/>
                  </a:moveTo>
                  <a:lnTo>
                    <a:pt x="51" y="58"/>
                  </a:lnTo>
                  <a:lnTo>
                    <a:pt x="55" y="58"/>
                  </a:lnTo>
                  <a:lnTo>
                    <a:pt x="57" y="62"/>
                  </a:lnTo>
                  <a:lnTo>
                    <a:pt x="57" y="64"/>
                  </a:lnTo>
                  <a:lnTo>
                    <a:pt x="51" y="66"/>
                  </a:lnTo>
                  <a:lnTo>
                    <a:pt x="51" y="66"/>
                  </a:lnTo>
                  <a:lnTo>
                    <a:pt x="50" y="64"/>
                  </a:lnTo>
                  <a:lnTo>
                    <a:pt x="48" y="60"/>
                  </a:lnTo>
                  <a:lnTo>
                    <a:pt x="50" y="58"/>
                  </a:lnTo>
                  <a:lnTo>
                    <a:pt x="51" y="58"/>
                  </a:lnTo>
                  <a:lnTo>
                    <a:pt x="51" y="58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1" name="Freeform 23">
              <a:extLst>
                <a:ext uri="{FF2B5EF4-FFF2-40B4-BE49-F238E27FC236}">
                  <a16:creationId xmlns:a16="http://schemas.microsoft.com/office/drawing/2014/main" id="{707525D6-39CF-4302-97F0-07401B1BF12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01444" y="2746819"/>
              <a:ext cx="329227" cy="240247"/>
            </a:xfrm>
            <a:custGeom>
              <a:avLst/>
              <a:gdLst>
                <a:gd name="T0" fmla="*/ 0 w 222"/>
                <a:gd name="T1" fmla="*/ 29 h 162"/>
                <a:gd name="T2" fmla="*/ 5 w 222"/>
                <a:gd name="T3" fmla="*/ 22 h 162"/>
                <a:gd name="T4" fmla="*/ 7 w 222"/>
                <a:gd name="T5" fmla="*/ 20 h 162"/>
                <a:gd name="T6" fmla="*/ 12 w 222"/>
                <a:gd name="T7" fmla="*/ 16 h 162"/>
                <a:gd name="T8" fmla="*/ 21 w 222"/>
                <a:gd name="T9" fmla="*/ 20 h 162"/>
                <a:gd name="T10" fmla="*/ 27 w 222"/>
                <a:gd name="T11" fmla="*/ 31 h 162"/>
                <a:gd name="T12" fmla="*/ 34 w 222"/>
                <a:gd name="T13" fmla="*/ 38 h 162"/>
                <a:gd name="T14" fmla="*/ 27 w 222"/>
                <a:gd name="T15" fmla="*/ 47 h 162"/>
                <a:gd name="T16" fmla="*/ 29 w 222"/>
                <a:gd name="T17" fmla="*/ 51 h 162"/>
                <a:gd name="T18" fmla="*/ 16 w 222"/>
                <a:gd name="T19" fmla="*/ 51 h 162"/>
                <a:gd name="T20" fmla="*/ 7 w 222"/>
                <a:gd name="T21" fmla="*/ 44 h 162"/>
                <a:gd name="T22" fmla="*/ 1 w 222"/>
                <a:gd name="T23" fmla="*/ 55 h 162"/>
                <a:gd name="T24" fmla="*/ 1 w 222"/>
                <a:gd name="T25" fmla="*/ 69 h 162"/>
                <a:gd name="T26" fmla="*/ 9 w 222"/>
                <a:gd name="T27" fmla="*/ 66 h 162"/>
                <a:gd name="T28" fmla="*/ 21 w 222"/>
                <a:gd name="T29" fmla="*/ 64 h 162"/>
                <a:gd name="T30" fmla="*/ 14 w 222"/>
                <a:gd name="T31" fmla="*/ 71 h 162"/>
                <a:gd name="T32" fmla="*/ 14 w 222"/>
                <a:gd name="T33" fmla="*/ 75 h 162"/>
                <a:gd name="T34" fmla="*/ 18 w 222"/>
                <a:gd name="T35" fmla="*/ 78 h 162"/>
                <a:gd name="T36" fmla="*/ 16 w 222"/>
                <a:gd name="T37" fmla="*/ 84 h 162"/>
                <a:gd name="T38" fmla="*/ 25 w 222"/>
                <a:gd name="T39" fmla="*/ 97 h 162"/>
                <a:gd name="T40" fmla="*/ 20 w 222"/>
                <a:gd name="T41" fmla="*/ 98 h 162"/>
                <a:gd name="T42" fmla="*/ 32 w 222"/>
                <a:gd name="T43" fmla="*/ 113 h 162"/>
                <a:gd name="T44" fmla="*/ 41 w 222"/>
                <a:gd name="T45" fmla="*/ 102 h 162"/>
                <a:gd name="T46" fmla="*/ 65 w 222"/>
                <a:gd name="T47" fmla="*/ 98 h 162"/>
                <a:gd name="T48" fmla="*/ 96 w 222"/>
                <a:gd name="T49" fmla="*/ 106 h 162"/>
                <a:gd name="T50" fmla="*/ 127 w 222"/>
                <a:gd name="T51" fmla="*/ 120 h 162"/>
                <a:gd name="T52" fmla="*/ 140 w 222"/>
                <a:gd name="T53" fmla="*/ 137 h 162"/>
                <a:gd name="T54" fmla="*/ 151 w 222"/>
                <a:gd name="T55" fmla="*/ 153 h 162"/>
                <a:gd name="T56" fmla="*/ 158 w 222"/>
                <a:gd name="T57" fmla="*/ 160 h 162"/>
                <a:gd name="T58" fmla="*/ 176 w 222"/>
                <a:gd name="T59" fmla="*/ 148 h 162"/>
                <a:gd name="T60" fmla="*/ 187 w 222"/>
                <a:gd name="T61" fmla="*/ 124 h 162"/>
                <a:gd name="T62" fmla="*/ 198 w 222"/>
                <a:gd name="T63" fmla="*/ 117 h 162"/>
                <a:gd name="T64" fmla="*/ 211 w 222"/>
                <a:gd name="T65" fmla="*/ 113 h 162"/>
                <a:gd name="T66" fmla="*/ 218 w 222"/>
                <a:gd name="T67" fmla="*/ 100 h 162"/>
                <a:gd name="T68" fmla="*/ 200 w 222"/>
                <a:gd name="T69" fmla="*/ 97 h 162"/>
                <a:gd name="T70" fmla="*/ 180 w 222"/>
                <a:gd name="T71" fmla="*/ 87 h 162"/>
                <a:gd name="T72" fmla="*/ 162 w 222"/>
                <a:gd name="T73" fmla="*/ 71 h 162"/>
                <a:gd name="T74" fmla="*/ 149 w 222"/>
                <a:gd name="T75" fmla="*/ 53 h 162"/>
                <a:gd name="T76" fmla="*/ 136 w 222"/>
                <a:gd name="T77" fmla="*/ 38 h 162"/>
                <a:gd name="T78" fmla="*/ 116 w 222"/>
                <a:gd name="T79" fmla="*/ 44 h 162"/>
                <a:gd name="T80" fmla="*/ 111 w 222"/>
                <a:gd name="T81" fmla="*/ 35 h 162"/>
                <a:gd name="T82" fmla="*/ 98 w 222"/>
                <a:gd name="T83" fmla="*/ 13 h 162"/>
                <a:gd name="T84" fmla="*/ 87 w 222"/>
                <a:gd name="T85" fmla="*/ 0 h 162"/>
                <a:gd name="T86" fmla="*/ 69 w 222"/>
                <a:gd name="T87" fmla="*/ 11 h 162"/>
                <a:gd name="T88" fmla="*/ 71 w 222"/>
                <a:gd name="T89" fmla="*/ 24 h 162"/>
                <a:gd name="T90" fmla="*/ 52 w 222"/>
                <a:gd name="T91" fmla="*/ 26 h 162"/>
                <a:gd name="T92" fmla="*/ 38 w 222"/>
                <a:gd name="T93" fmla="*/ 26 h 162"/>
                <a:gd name="T94" fmla="*/ 25 w 222"/>
                <a:gd name="T95" fmla="*/ 9 h 162"/>
                <a:gd name="T96" fmla="*/ 16 w 222"/>
                <a:gd name="T97" fmla="*/ 7 h 162"/>
                <a:gd name="T98" fmla="*/ 1 w 222"/>
                <a:gd name="T99" fmla="*/ 16 h 162"/>
                <a:gd name="T100" fmla="*/ 7 w 222"/>
                <a:gd name="T101" fmla="*/ 77 h 162"/>
                <a:gd name="T102" fmla="*/ 5 w 222"/>
                <a:gd name="T103" fmla="*/ 80 h 162"/>
                <a:gd name="T104" fmla="*/ 10 w 222"/>
                <a:gd name="T105" fmla="*/ 77 h 162"/>
                <a:gd name="T106" fmla="*/ 7 w 222"/>
                <a:gd name="T107" fmla="*/ 77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22" h="162">
                  <a:moveTo>
                    <a:pt x="0" y="18"/>
                  </a:moveTo>
                  <a:lnTo>
                    <a:pt x="0" y="18"/>
                  </a:lnTo>
                  <a:lnTo>
                    <a:pt x="0" y="29"/>
                  </a:lnTo>
                  <a:lnTo>
                    <a:pt x="5" y="29"/>
                  </a:lnTo>
                  <a:lnTo>
                    <a:pt x="5" y="29"/>
                  </a:lnTo>
                  <a:lnTo>
                    <a:pt x="5" y="22"/>
                  </a:lnTo>
                  <a:lnTo>
                    <a:pt x="5" y="22"/>
                  </a:lnTo>
                  <a:lnTo>
                    <a:pt x="7" y="22"/>
                  </a:lnTo>
                  <a:lnTo>
                    <a:pt x="7" y="20"/>
                  </a:lnTo>
                  <a:lnTo>
                    <a:pt x="9" y="16"/>
                  </a:lnTo>
                  <a:lnTo>
                    <a:pt x="9" y="16"/>
                  </a:lnTo>
                  <a:lnTo>
                    <a:pt x="12" y="16"/>
                  </a:lnTo>
                  <a:lnTo>
                    <a:pt x="14" y="18"/>
                  </a:lnTo>
                  <a:lnTo>
                    <a:pt x="18" y="20"/>
                  </a:lnTo>
                  <a:lnTo>
                    <a:pt x="21" y="20"/>
                  </a:lnTo>
                  <a:lnTo>
                    <a:pt x="21" y="24"/>
                  </a:lnTo>
                  <a:lnTo>
                    <a:pt x="21" y="24"/>
                  </a:lnTo>
                  <a:lnTo>
                    <a:pt x="27" y="31"/>
                  </a:lnTo>
                  <a:lnTo>
                    <a:pt x="34" y="40"/>
                  </a:lnTo>
                  <a:lnTo>
                    <a:pt x="34" y="40"/>
                  </a:lnTo>
                  <a:lnTo>
                    <a:pt x="34" y="38"/>
                  </a:lnTo>
                  <a:lnTo>
                    <a:pt x="34" y="42"/>
                  </a:lnTo>
                  <a:lnTo>
                    <a:pt x="30" y="47"/>
                  </a:lnTo>
                  <a:lnTo>
                    <a:pt x="27" y="47"/>
                  </a:lnTo>
                  <a:lnTo>
                    <a:pt x="27" y="47"/>
                  </a:lnTo>
                  <a:lnTo>
                    <a:pt x="27" y="49"/>
                  </a:lnTo>
                  <a:lnTo>
                    <a:pt x="29" y="51"/>
                  </a:lnTo>
                  <a:lnTo>
                    <a:pt x="29" y="51"/>
                  </a:lnTo>
                  <a:lnTo>
                    <a:pt x="21" y="53"/>
                  </a:lnTo>
                  <a:lnTo>
                    <a:pt x="16" y="51"/>
                  </a:lnTo>
                  <a:lnTo>
                    <a:pt x="12" y="47"/>
                  </a:lnTo>
                  <a:lnTo>
                    <a:pt x="9" y="46"/>
                  </a:lnTo>
                  <a:lnTo>
                    <a:pt x="7" y="44"/>
                  </a:lnTo>
                  <a:lnTo>
                    <a:pt x="5" y="44"/>
                  </a:lnTo>
                  <a:lnTo>
                    <a:pt x="1" y="55"/>
                  </a:lnTo>
                  <a:lnTo>
                    <a:pt x="1" y="55"/>
                  </a:lnTo>
                  <a:lnTo>
                    <a:pt x="1" y="60"/>
                  </a:lnTo>
                  <a:lnTo>
                    <a:pt x="1" y="69"/>
                  </a:lnTo>
                  <a:lnTo>
                    <a:pt x="1" y="69"/>
                  </a:lnTo>
                  <a:lnTo>
                    <a:pt x="5" y="66"/>
                  </a:lnTo>
                  <a:lnTo>
                    <a:pt x="7" y="66"/>
                  </a:lnTo>
                  <a:lnTo>
                    <a:pt x="9" y="66"/>
                  </a:lnTo>
                  <a:lnTo>
                    <a:pt x="9" y="66"/>
                  </a:lnTo>
                  <a:lnTo>
                    <a:pt x="21" y="64"/>
                  </a:lnTo>
                  <a:lnTo>
                    <a:pt x="21" y="64"/>
                  </a:lnTo>
                  <a:lnTo>
                    <a:pt x="14" y="67"/>
                  </a:lnTo>
                  <a:lnTo>
                    <a:pt x="12" y="69"/>
                  </a:lnTo>
                  <a:lnTo>
                    <a:pt x="14" y="71"/>
                  </a:lnTo>
                  <a:lnTo>
                    <a:pt x="14" y="71"/>
                  </a:lnTo>
                  <a:lnTo>
                    <a:pt x="14" y="73"/>
                  </a:lnTo>
                  <a:lnTo>
                    <a:pt x="14" y="75"/>
                  </a:lnTo>
                  <a:lnTo>
                    <a:pt x="16" y="73"/>
                  </a:lnTo>
                  <a:lnTo>
                    <a:pt x="16" y="73"/>
                  </a:lnTo>
                  <a:lnTo>
                    <a:pt x="18" y="78"/>
                  </a:lnTo>
                  <a:lnTo>
                    <a:pt x="18" y="82"/>
                  </a:lnTo>
                  <a:lnTo>
                    <a:pt x="16" y="84"/>
                  </a:lnTo>
                  <a:lnTo>
                    <a:pt x="16" y="84"/>
                  </a:lnTo>
                  <a:lnTo>
                    <a:pt x="23" y="89"/>
                  </a:lnTo>
                  <a:lnTo>
                    <a:pt x="25" y="93"/>
                  </a:lnTo>
                  <a:lnTo>
                    <a:pt x="25" y="97"/>
                  </a:lnTo>
                  <a:lnTo>
                    <a:pt x="23" y="98"/>
                  </a:lnTo>
                  <a:lnTo>
                    <a:pt x="20" y="98"/>
                  </a:lnTo>
                  <a:lnTo>
                    <a:pt x="20" y="98"/>
                  </a:lnTo>
                  <a:lnTo>
                    <a:pt x="20" y="118"/>
                  </a:lnTo>
                  <a:lnTo>
                    <a:pt x="30" y="120"/>
                  </a:lnTo>
                  <a:lnTo>
                    <a:pt x="32" y="113"/>
                  </a:lnTo>
                  <a:lnTo>
                    <a:pt x="34" y="109"/>
                  </a:lnTo>
                  <a:lnTo>
                    <a:pt x="38" y="106"/>
                  </a:lnTo>
                  <a:lnTo>
                    <a:pt x="41" y="102"/>
                  </a:lnTo>
                  <a:lnTo>
                    <a:pt x="51" y="104"/>
                  </a:lnTo>
                  <a:lnTo>
                    <a:pt x="56" y="102"/>
                  </a:lnTo>
                  <a:lnTo>
                    <a:pt x="65" y="98"/>
                  </a:lnTo>
                  <a:lnTo>
                    <a:pt x="82" y="102"/>
                  </a:lnTo>
                  <a:lnTo>
                    <a:pt x="92" y="104"/>
                  </a:lnTo>
                  <a:lnTo>
                    <a:pt x="96" y="106"/>
                  </a:lnTo>
                  <a:lnTo>
                    <a:pt x="109" y="111"/>
                  </a:lnTo>
                  <a:lnTo>
                    <a:pt x="118" y="115"/>
                  </a:lnTo>
                  <a:lnTo>
                    <a:pt x="127" y="120"/>
                  </a:lnTo>
                  <a:lnTo>
                    <a:pt x="133" y="124"/>
                  </a:lnTo>
                  <a:lnTo>
                    <a:pt x="136" y="129"/>
                  </a:lnTo>
                  <a:lnTo>
                    <a:pt x="140" y="137"/>
                  </a:lnTo>
                  <a:lnTo>
                    <a:pt x="149" y="138"/>
                  </a:lnTo>
                  <a:lnTo>
                    <a:pt x="149" y="146"/>
                  </a:lnTo>
                  <a:lnTo>
                    <a:pt x="151" y="153"/>
                  </a:lnTo>
                  <a:lnTo>
                    <a:pt x="147" y="160"/>
                  </a:lnTo>
                  <a:lnTo>
                    <a:pt x="154" y="162"/>
                  </a:lnTo>
                  <a:lnTo>
                    <a:pt x="158" y="160"/>
                  </a:lnTo>
                  <a:lnTo>
                    <a:pt x="165" y="162"/>
                  </a:lnTo>
                  <a:lnTo>
                    <a:pt x="178" y="155"/>
                  </a:lnTo>
                  <a:lnTo>
                    <a:pt x="176" y="148"/>
                  </a:lnTo>
                  <a:lnTo>
                    <a:pt x="185" y="138"/>
                  </a:lnTo>
                  <a:lnTo>
                    <a:pt x="187" y="133"/>
                  </a:lnTo>
                  <a:lnTo>
                    <a:pt x="187" y="124"/>
                  </a:lnTo>
                  <a:lnTo>
                    <a:pt x="191" y="120"/>
                  </a:lnTo>
                  <a:lnTo>
                    <a:pt x="193" y="115"/>
                  </a:lnTo>
                  <a:lnTo>
                    <a:pt x="198" y="117"/>
                  </a:lnTo>
                  <a:lnTo>
                    <a:pt x="204" y="120"/>
                  </a:lnTo>
                  <a:lnTo>
                    <a:pt x="211" y="120"/>
                  </a:lnTo>
                  <a:lnTo>
                    <a:pt x="211" y="113"/>
                  </a:lnTo>
                  <a:lnTo>
                    <a:pt x="213" y="107"/>
                  </a:lnTo>
                  <a:lnTo>
                    <a:pt x="222" y="104"/>
                  </a:lnTo>
                  <a:lnTo>
                    <a:pt x="218" y="100"/>
                  </a:lnTo>
                  <a:lnTo>
                    <a:pt x="213" y="100"/>
                  </a:lnTo>
                  <a:lnTo>
                    <a:pt x="207" y="97"/>
                  </a:lnTo>
                  <a:lnTo>
                    <a:pt x="200" y="97"/>
                  </a:lnTo>
                  <a:lnTo>
                    <a:pt x="194" y="91"/>
                  </a:lnTo>
                  <a:lnTo>
                    <a:pt x="185" y="93"/>
                  </a:lnTo>
                  <a:lnTo>
                    <a:pt x="180" y="87"/>
                  </a:lnTo>
                  <a:lnTo>
                    <a:pt x="173" y="80"/>
                  </a:lnTo>
                  <a:lnTo>
                    <a:pt x="167" y="77"/>
                  </a:lnTo>
                  <a:lnTo>
                    <a:pt x="162" y="71"/>
                  </a:lnTo>
                  <a:lnTo>
                    <a:pt x="160" y="64"/>
                  </a:lnTo>
                  <a:lnTo>
                    <a:pt x="154" y="58"/>
                  </a:lnTo>
                  <a:lnTo>
                    <a:pt x="149" y="53"/>
                  </a:lnTo>
                  <a:lnTo>
                    <a:pt x="151" y="46"/>
                  </a:lnTo>
                  <a:lnTo>
                    <a:pt x="143" y="36"/>
                  </a:lnTo>
                  <a:lnTo>
                    <a:pt x="136" y="38"/>
                  </a:lnTo>
                  <a:lnTo>
                    <a:pt x="127" y="36"/>
                  </a:lnTo>
                  <a:lnTo>
                    <a:pt x="123" y="40"/>
                  </a:lnTo>
                  <a:lnTo>
                    <a:pt x="116" y="44"/>
                  </a:lnTo>
                  <a:lnTo>
                    <a:pt x="111" y="42"/>
                  </a:lnTo>
                  <a:lnTo>
                    <a:pt x="107" y="38"/>
                  </a:lnTo>
                  <a:lnTo>
                    <a:pt x="111" y="35"/>
                  </a:lnTo>
                  <a:lnTo>
                    <a:pt x="109" y="27"/>
                  </a:lnTo>
                  <a:lnTo>
                    <a:pt x="100" y="24"/>
                  </a:lnTo>
                  <a:lnTo>
                    <a:pt x="98" y="13"/>
                  </a:lnTo>
                  <a:lnTo>
                    <a:pt x="94" y="4"/>
                  </a:lnTo>
                  <a:lnTo>
                    <a:pt x="91" y="2"/>
                  </a:lnTo>
                  <a:lnTo>
                    <a:pt x="87" y="0"/>
                  </a:lnTo>
                  <a:lnTo>
                    <a:pt x="82" y="5"/>
                  </a:lnTo>
                  <a:lnTo>
                    <a:pt x="78" y="11"/>
                  </a:lnTo>
                  <a:lnTo>
                    <a:pt x="69" y="11"/>
                  </a:lnTo>
                  <a:lnTo>
                    <a:pt x="65" y="15"/>
                  </a:lnTo>
                  <a:lnTo>
                    <a:pt x="67" y="20"/>
                  </a:lnTo>
                  <a:lnTo>
                    <a:pt x="71" y="24"/>
                  </a:lnTo>
                  <a:lnTo>
                    <a:pt x="69" y="27"/>
                  </a:lnTo>
                  <a:lnTo>
                    <a:pt x="52" y="26"/>
                  </a:lnTo>
                  <a:lnTo>
                    <a:pt x="52" y="26"/>
                  </a:lnTo>
                  <a:lnTo>
                    <a:pt x="47" y="26"/>
                  </a:lnTo>
                  <a:lnTo>
                    <a:pt x="38" y="26"/>
                  </a:lnTo>
                  <a:lnTo>
                    <a:pt x="38" y="26"/>
                  </a:lnTo>
                  <a:lnTo>
                    <a:pt x="36" y="22"/>
                  </a:lnTo>
                  <a:lnTo>
                    <a:pt x="32" y="15"/>
                  </a:lnTo>
                  <a:lnTo>
                    <a:pt x="25" y="9"/>
                  </a:lnTo>
                  <a:lnTo>
                    <a:pt x="21" y="9"/>
                  </a:lnTo>
                  <a:lnTo>
                    <a:pt x="16" y="7"/>
                  </a:lnTo>
                  <a:lnTo>
                    <a:pt x="16" y="7"/>
                  </a:lnTo>
                  <a:lnTo>
                    <a:pt x="9" y="9"/>
                  </a:lnTo>
                  <a:lnTo>
                    <a:pt x="5" y="11"/>
                  </a:lnTo>
                  <a:lnTo>
                    <a:pt x="1" y="16"/>
                  </a:lnTo>
                  <a:lnTo>
                    <a:pt x="0" y="18"/>
                  </a:lnTo>
                  <a:close/>
                  <a:moveTo>
                    <a:pt x="7" y="77"/>
                  </a:moveTo>
                  <a:lnTo>
                    <a:pt x="7" y="77"/>
                  </a:lnTo>
                  <a:lnTo>
                    <a:pt x="5" y="77"/>
                  </a:lnTo>
                  <a:lnTo>
                    <a:pt x="5" y="78"/>
                  </a:lnTo>
                  <a:lnTo>
                    <a:pt x="5" y="80"/>
                  </a:lnTo>
                  <a:lnTo>
                    <a:pt x="9" y="80"/>
                  </a:lnTo>
                  <a:lnTo>
                    <a:pt x="9" y="80"/>
                  </a:lnTo>
                  <a:lnTo>
                    <a:pt x="10" y="77"/>
                  </a:lnTo>
                  <a:lnTo>
                    <a:pt x="10" y="75"/>
                  </a:lnTo>
                  <a:lnTo>
                    <a:pt x="7" y="77"/>
                  </a:lnTo>
                  <a:lnTo>
                    <a:pt x="7" y="7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2" name="Freeform 24">
              <a:extLst>
                <a:ext uri="{FF2B5EF4-FFF2-40B4-BE49-F238E27FC236}">
                  <a16:creationId xmlns:a16="http://schemas.microsoft.com/office/drawing/2014/main" id="{B147929B-2B7A-4A86-A8B9-2085A692D7BF}"/>
                </a:ext>
              </a:extLst>
            </p:cNvPr>
            <p:cNvSpPr>
              <a:spLocks/>
            </p:cNvSpPr>
            <p:nvPr/>
          </p:nvSpPr>
          <p:spPr bwMode="auto">
            <a:xfrm>
              <a:off x="6178582" y="2776480"/>
              <a:ext cx="446385" cy="204655"/>
            </a:xfrm>
            <a:custGeom>
              <a:avLst/>
              <a:gdLst>
                <a:gd name="T0" fmla="*/ 159 w 301"/>
                <a:gd name="T1" fmla="*/ 138 h 138"/>
                <a:gd name="T2" fmla="*/ 164 w 301"/>
                <a:gd name="T3" fmla="*/ 131 h 138"/>
                <a:gd name="T4" fmla="*/ 168 w 301"/>
                <a:gd name="T5" fmla="*/ 124 h 138"/>
                <a:gd name="T6" fmla="*/ 174 w 301"/>
                <a:gd name="T7" fmla="*/ 120 h 138"/>
                <a:gd name="T8" fmla="*/ 184 w 301"/>
                <a:gd name="T9" fmla="*/ 117 h 138"/>
                <a:gd name="T10" fmla="*/ 195 w 301"/>
                <a:gd name="T11" fmla="*/ 117 h 138"/>
                <a:gd name="T12" fmla="*/ 215 w 301"/>
                <a:gd name="T13" fmla="*/ 109 h 138"/>
                <a:gd name="T14" fmla="*/ 237 w 301"/>
                <a:gd name="T15" fmla="*/ 106 h 138"/>
                <a:gd name="T16" fmla="*/ 254 w 301"/>
                <a:gd name="T17" fmla="*/ 106 h 138"/>
                <a:gd name="T18" fmla="*/ 263 w 301"/>
                <a:gd name="T19" fmla="*/ 104 h 138"/>
                <a:gd name="T20" fmla="*/ 274 w 301"/>
                <a:gd name="T21" fmla="*/ 102 h 138"/>
                <a:gd name="T22" fmla="*/ 290 w 301"/>
                <a:gd name="T23" fmla="*/ 106 h 138"/>
                <a:gd name="T24" fmla="*/ 290 w 301"/>
                <a:gd name="T25" fmla="*/ 95 h 138"/>
                <a:gd name="T26" fmla="*/ 285 w 301"/>
                <a:gd name="T27" fmla="*/ 78 h 138"/>
                <a:gd name="T28" fmla="*/ 288 w 301"/>
                <a:gd name="T29" fmla="*/ 69 h 138"/>
                <a:gd name="T30" fmla="*/ 288 w 301"/>
                <a:gd name="T31" fmla="*/ 58 h 138"/>
                <a:gd name="T32" fmla="*/ 292 w 301"/>
                <a:gd name="T33" fmla="*/ 55 h 138"/>
                <a:gd name="T34" fmla="*/ 299 w 301"/>
                <a:gd name="T35" fmla="*/ 53 h 138"/>
                <a:gd name="T36" fmla="*/ 285 w 301"/>
                <a:gd name="T37" fmla="*/ 40 h 138"/>
                <a:gd name="T38" fmla="*/ 279 w 301"/>
                <a:gd name="T39" fmla="*/ 29 h 138"/>
                <a:gd name="T40" fmla="*/ 283 w 301"/>
                <a:gd name="T41" fmla="*/ 18 h 138"/>
                <a:gd name="T42" fmla="*/ 277 w 301"/>
                <a:gd name="T43" fmla="*/ 9 h 138"/>
                <a:gd name="T44" fmla="*/ 265 w 301"/>
                <a:gd name="T45" fmla="*/ 9 h 138"/>
                <a:gd name="T46" fmla="*/ 250 w 301"/>
                <a:gd name="T47" fmla="*/ 7 h 138"/>
                <a:gd name="T48" fmla="*/ 235 w 301"/>
                <a:gd name="T49" fmla="*/ 15 h 138"/>
                <a:gd name="T50" fmla="*/ 212 w 301"/>
                <a:gd name="T51" fmla="*/ 20 h 138"/>
                <a:gd name="T52" fmla="*/ 204 w 301"/>
                <a:gd name="T53" fmla="*/ 22 h 138"/>
                <a:gd name="T54" fmla="*/ 172 w 301"/>
                <a:gd name="T55" fmla="*/ 13 h 138"/>
                <a:gd name="T56" fmla="*/ 161 w 301"/>
                <a:gd name="T57" fmla="*/ 16 h 138"/>
                <a:gd name="T58" fmla="*/ 153 w 301"/>
                <a:gd name="T59" fmla="*/ 7 h 138"/>
                <a:gd name="T60" fmla="*/ 141 w 301"/>
                <a:gd name="T61" fmla="*/ 0 h 138"/>
                <a:gd name="T62" fmla="*/ 95 w 301"/>
                <a:gd name="T63" fmla="*/ 9 h 138"/>
                <a:gd name="T64" fmla="*/ 84 w 301"/>
                <a:gd name="T65" fmla="*/ 13 h 138"/>
                <a:gd name="T66" fmla="*/ 62 w 301"/>
                <a:gd name="T67" fmla="*/ 18 h 138"/>
                <a:gd name="T68" fmla="*/ 55 w 301"/>
                <a:gd name="T69" fmla="*/ 27 h 138"/>
                <a:gd name="T70" fmla="*/ 48 w 301"/>
                <a:gd name="T71" fmla="*/ 31 h 138"/>
                <a:gd name="T72" fmla="*/ 22 w 301"/>
                <a:gd name="T73" fmla="*/ 36 h 138"/>
                <a:gd name="T74" fmla="*/ 28 w 301"/>
                <a:gd name="T75" fmla="*/ 27 h 138"/>
                <a:gd name="T76" fmla="*/ 31 w 301"/>
                <a:gd name="T77" fmla="*/ 11 h 138"/>
                <a:gd name="T78" fmla="*/ 26 w 301"/>
                <a:gd name="T79" fmla="*/ 4 h 138"/>
                <a:gd name="T80" fmla="*/ 17 w 301"/>
                <a:gd name="T81" fmla="*/ 4 h 138"/>
                <a:gd name="T82" fmla="*/ 17 w 301"/>
                <a:gd name="T83" fmla="*/ 11 h 138"/>
                <a:gd name="T84" fmla="*/ 17 w 301"/>
                <a:gd name="T85" fmla="*/ 18 h 138"/>
                <a:gd name="T86" fmla="*/ 8 w 301"/>
                <a:gd name="T87" fmla="*/ 20 h 138"/>
                <a:gd name="T88" fmla="*/ 0 w 301"/>
                <a:gd name="T89" fmla="*/ 35 h 138"/>
                <a:gd name="T90" fmla="*/ 4 w 301"/>
                <a:gd name="T91" fmla="*/ 46 h 138"/>
                <a:gd name="T92" fmla="*/ 0 w 301"/>
                <a:gd name="T93" fmla="*/ 57 h 138"/>
                <a:gd name="T94" fmla="*/ 11 w 301"/>
                <a:gd name="T95" fmla="*/ 64 h 138"/>
                <a:gd name="T96" fmla="*/ 13 w 301"/>
                <a:gd name="T97" fmla="*/ 77 h 138"/>
                <a:gd name="T98" fmla="*/ 4 w 301"/>
                <a:gd name="T99" fmla="*/ 82 h 138"/>
                <a:gd name="T100" fmla="*/ 13 w 301"/>
                <a:gd name="T101" fmla="*/ 87 h 138"/>
                <a:gd name="T102" fmla="*/ 19 w 301"/>
                <a:gd name="T103" fmla="*/ 109 h 138"/>
                <a:gd name="T104" fmla="*/ 28 w 301"/>
                <a:gd name="T105" fmla="*/ 117 h 138"/>
                <a:gd name="T106" fmla="*/ 37 w 301"/>
                <a:gd name="T107" fmla="*/ 115 h 138"/>
                <a:gd name="T108" fmla="*/ 61 w 301"/>
                <a:gd name="T109" fmla="*/ 133 h 138"/>
                <a:gd name="T110" fmla="*/ 70 w 301"/>
                <a:gd name="T111" fmla="*/ 126 h 138"/>
                <a:gd name="T112" fmla="*/ 92 w 301"/>
                <a:gd name="T113" fmla="*/ 124 h 138"/>
                <a:gd name="T114" fmla="*/ 108 w 301"/>
                <a:gd name="T115" fmla="*/ 135 h 138"/>
                <a:gd name="T116" fmla="*/ 135 w 301"/>
                <a:gd name="T117" fmla="*/ 120 h 138"/>
                <a:gd name="T118" fmla="*/ 146 w 301"/>
                <a:gd name="T119" fmla="*/ 117 h 138"/>
                <a:gd name="T120" fmla="*/ 153 w 301"/>
                <a:gd name="T121" fmla="*/ 124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01" h="138">
                  <a:moveTo>
                    <a:pt x="153" y="138"/>
                  </a:moveTo>
                  <a:lnTo>
                    <a:pt x="153" y="138"/>
                  </a:lnTo>
                  <a:lnTo>
                    <a:pt x="153" y="138"/>
                  </a:lnTo>
                  <a:lnTo>
                    <a:pt x="159" y="138"/>
                  </a:lnTo>
                  <a:lnTo>
                    <a:pt x="159" y="138"/>
                  </a:lnTo>
                  <a:lnTo>
                    <a:pt x="163" y="137"/>
                  </a:lnTo>
                  <a:lnTo>
                    <a:pt x="163" y="135"/>
                  </a:lnTo>
                  <a:lnTo>
                    <a:pt x="163" y="133"/>
                  </a:lnTo>
                  <a:lnTo>
                    <a:pt x="164" y="131"/>
                  </a:lnTo>
                  <a:lnTo>
                    <a:pt x="164" y="131"/>
                  </a:lnTo>
                  <a:lnTo>
                    <a:pt x="168" y="131"/>
                  </a:lnTo>
                  <a:lnTo>
                    <a:pt x="170" y="131"/>
                  </a:lnTo>
                  <a:lnTo>
                    <a:pt x="170" y="128"/>
                  </a:lnTo>
                  <a:lnTo>
                    <a:pt x="170" y="128"/>
                  </a:lnTo>
                  <a:lnTo>
                    <a:pt x="168" y="124"/>
                  </a:lnTo>
                  <a:lnTo>
                    <a:pt x="168" y="122"/>
                  </a:lnTo>
                  <a:lnTo>
                    <a:pt x="170" y="118"/>
                  </a:lnTo>
                  <a:lnTo>
                    <a:pt x="170" y="118"/>
                  </a:lnTo>
                  <a:lnTo>
                    <a:pt x="172" y="118"/>
                  </a:lnTo>
                  <a:lnTo>
                    <a:pt x="174" y="120"/>
                  </a:lnTo>
                  <a:lnTo>
                    <a:pt x="175" y="120"/>
                  </a:lnTo>
                  <a:lnTo>
                    <a:pt x="177" y="120"/>
                  </a:lnTo>
                  <a:lnTo>
                    <a:pt x="177" y="120"/>
                  </a:lnTo>
                  <a:lnTo>
                    <a:pt x="181" y="117"/>
                  </a:lnTo>
                  <a:lnTo>
                    <a:pt x="184" y="117"/>
                  </a:lnTo>
                  <a:lnTo>
                    <a:pt x="184" y="117"/>
                  </a:lnTo>
                  <a:lnTo>
                    <a:pt x="190" y="117"/>
                  </a:lnTo>
                  <a:lnTo>
                    <a:pt x="192" y="117"/>
                  </a:lnTo>
                  <a:lnTo>
                    <a:pt x="195" y="117"/>
                  </a:lnTo>
                  <a:lnTo>
                    <a:pt x="195" y="117"/>
                  </a:lnTo>
                  <a:lnTo>
                    <a:pt x="199" y="115"/>
                  </a:lnTo>
                  <a:lnTo>
                    <a:pt x="204" y="115"/>
                  </a:lnTo>
                  <a:lnTo>
                    <a:pt x="210" y="113"/>
                  </a:lnTo>
                  <a:lnTo>
                    <a:pt x="215" y="109"/>
                  </a:lnTo>
                  <a:lnTo>
                    <a:pt x="215" y="109"/>
                  </a:lnTo>
                  <a:lnTo>
                    <a:pt x="219" y="108"/>
                  </a:lnTo>
                  <a:lnTo>
                    <a:pt x="226" y="108"/>
                  </a:lnTo>
                  <a:lnTo>
                    <a:pt x="232" y="108"/>
                  </a:lnTo>
                  <a:lnTo>
                    <a:pt x="237" y="106"/>
                  </a:lnTo>
                  <a:lnTo>
                    <a:pt x="237" y="106"/>
                  </a:lnTo>
                  <a:lnTo>
                    <a:pt x="245" y="102"/>
                  </a:lnTo>
                  <a:lnTo>
                    <a:pt x="250" y="100"/>
                  </a:lnTo>
                  <a:lnTo>
                    <a:pt x="252" y="104"/>
                  </a:lnTo>
                  <a:lnTo>
                    <a:pt x="252" y="104"/>
                  </a:lnTo>
                  <a:lnTo>
                    <a:pt x="254" y="106"/>
                  </a:lnTo>
                  <a:lnTo>
                    <a:pt x="256" y="106"/>
                  </a:lnTo>
                  <a:lnTo>
                    <a:pt x="256" y="106"/>
                  </a:lnTo>
                  <a:lnTo>
                    <a:pt x="259" y="104"/>
                  </a:lnTo>
                  <a:lnTo>
                    <a:pt x="259" y="104"/>
                  </a:lnTo>
                  <a:lnTo>
                    <a:pt x="263" y="104"/>
                  </a:lnTo>
                  <a:lnTo>
                    <a:pt x="265" y="106"/>
                  </a:lnTo>
                  <a:lnTo>
                    <a:pt x="268" y="108"/>
                  </a:lnTo>
                  <a:lnTo>
                    <a:pt x="270" y="106"/>
                  </a:lnTo>
                  <a:lnTo>
                    <a:pt x="270" y="106"/>
                  </a:lnTo>
                  <a:lnTo>
                    <a:pt x="274" y="102"/>
                  </a:lnTo>
                  <a:lnTo>
                    <a:pt x="277" y="104"/>
                  </a:lnTo>
                  <a:lnTo>
                    <a:pt x="279" y="108"/>
                  </a:lnTo>
                  <a:lnTo>
                    <a:pt x="286" y="104"/>
                  </a:lnTo>
                  <a:lnTo>
                    <a:pt x="290" y="106"/>
                  </a:lnTo>
                  <a:lnTo>
                    <a:pt x="290" y="106"/>
                  </a:lnTo>
                  <a:lnTo>
                    <a:pt x="292" y="104"/>
                  </a:lnTo>
                  <a:lnTo>
                    <a:pt x="292" y="102"/>
                  </a:lnTo>
                  <a:lnTo>
                    <a:pt x="292" y="100"/>
                  </a:lnTo>
                  <a:lnTo>
                    <a:pt x="292" y="100"/>
                  </a:lnTo>
                  <a:lnTo>
                    <a:pt x="290" y="95"/>
                  </a:lnTo>
                  <a:lnTo>
                    <a:pt x="288" y="89"/>
                  </a:lnTo>
                  <a:lnTo>
                    <a:pt x="288" y="89"/>
                  </a:lnTo>
                  <a:lnTo>
                    <a:pt x="285" y="84"/>
                  </a:lnTo>
                  <a:lnTo>
                    <a:pt x="283" y="82"/>
                  </a:lnTo>
                  <a:lnTo>
                    <a:pt x="285" y="78"/>
                  </a:lnTo>
                  <a:lnTo>
                    <a:pt x="285" y="78"/>
                  </a:lnTo>
                  <a:lnTo>
                    <a:pt x="286" y="75"/>
                  </a:lnTo>
                  <a:lnTo>
                    <a:pt x="288" y="71"/>
                  </a:lnTo>
                  <a:lnTo>
                    <a:pt x="288" y="71"/>
                  </a:lnTo>
                  <a:lnTo>
                    <a:pt x="288" y="69"/>
                  </a:lnTo>
                  <a:lnTo>
                    <a:pt x="288" y="66"/>
                  </a:lnTo>
                  <a:lnTo>
                    <a:pt x="288" y="66"/>
                  </a:lnTo>
                  <a:lnTo>
                    <a:pt x="285" y="62"/>
                  </a:lnTo>
                  <a:lnTo>
                    <a:pt x="285" y="60"/>
                  </a:lnTo>
                  <a:lnTo>
                    <a:pt x="288" y="58"/>
                  </a:lnTo>
                  <a:lnTo>
                    <a:pt x="288" y="58"/>
                  </a:lnTo>
                  <a:lnTo>
                    <a:pt x="290" y="57"/>
                  </a:lnTo>
                  <a:lnTo>
                    <a:pt x="290" y="55"/>
                  </a:lnTo>
                  <a:lnTo>
                    <a:pt x="290" y="55"/>
                  </a:lnTo>
                  <a:lnTo>
                    <a:pt x="292" y="55"/>
                  </a:lnTo>
                  <a:lnTo>
                    <a:pt x="292" y="55"/>
                  </a:lnTo>
                  <a:lnTo>
                    <a:pt x="296" y="57"/>
                  </a:lnTo>
                  <a:lnTo>
                    <a:pt x="297" y="58"/>
                  </a:lnTo>
                  <a:lnTo>
                    <a:pt x="299" y="53"/>
                  </a:lnTo>
                  <a:lnTo>
                    <a:pt x="299" y="53"/>
                  </a:lnTo>
                  <a:lnTo>
                    <a:pt x="301" y="49"/>
                  </a:lnTo>
                  <a:lnTo>
                    <a:pt x="299" y="46"/>
                  </a:lnTo>
                  <a:lnTo>
                    <a:pt x="296" y="44"/>
                  </a:lnTo>
                  <a:lnTo>
                    <a:pt x="296" y="44"/>
                  </a:lnTo>
                  <a:lnTo>
                    <a:pt x="285" y="40"/>
                  </a:lnTo>
                  <a:lnTo>
                    <a:pt x="279" y="38"/>
                  </a:lnTo>
                  <a:lnTo>
                    <a:pt x="277" y="36"/>
                  </a:lnTo>
                  <a:lnTo>
                    <a:pt x="277" y="35"/>
                  </a:lnTo>
                  <a:lnTo>
                    <a:pt x="277" y="35"/>
                  </a:lnTo>
                  <a:lnTo>
                    <a:pt x="279" y="29"/>
                  </a:lnTo>
                  <a:lnTo>
                    <a:pt x="279" y="27"/>
                  </a:lnTo>
                  <a:lnTo>
                    <a:pt x="283" y="26"/>
                  </a:lnTo>
                  <a:lnTo>
                    <a:pt x="283" y="26"/>
                  </a:lnTo>
                  <a:lnTo>
                    <a:pt x="285" y="22"/>
                  </a:lnTo>
                  <a:lnTo>
                    <a:pt x="283" y="18"/>
                  </a:lnTo>
                  <a:lnTo>
                    <a:pt x="281" y="15"/>
                  </a:lnTo>
                  <a:lnTo>
                    <a:pt x="277" y="13"/>
                  </a:lnTo>
                  <a:lnTo>
                    <a:pt x="277" y="13"/>
                  </a:lnTo>
                  <a:lnTo>
                    <a:pt x="277" y="11"/>
                  </a:lnTo>
                  <a:lnTo>
                    <a:pt x="277" y="9"/>
                  </a:lnTo>
                  <a:lnTo>
                    <a:pt x="276" y="9"/>
                  </a:lnTo>
                  <a:lnTo>
                    <a:pt x="276" y="9"/>
                  </a:lnTo>
                  <a:lnTo>
                    <a:pt x="266" y="11"/>
                  </a:lnTo>
                  <a:lnTo>
                    <a:pt x="266" y="11"/>
                  </a:lnTo>
                  <a:lnTo>
                    <a:pt x="265" y="9"/>
                  </a:lnTo>
                  <a:lnTo>
                    <a:pt x="259" y="7"/>
                  </a:lnTo>
                  <a:lnTo>
                    <a:pt x="259" y="7"/>
                  </a:lnTo>
                  <a:lnTo>
                    <a:pt x="256" y="7"/>
                  </a:lnTo>
                  <a:lnTo>
                    <a:pt x="250" y="7"/>
                  </a:lnTo>
                  <a:lnTo>
                    <a:pt x="250" y="7"/>
                  </a:lnTo>
                  <a:lnTo>
                    <a:pt x="246" y="9"/>
                  </a:lnTo>
                  <a:lnTo>
                    <a:pt x="245" y="9"/>
                  </a:lnTo>
                  <a:lnTo>
                    <a:pt x="241" y="7"/>
                  </a:lnTo>
                  <a:lnTo>
                    <a:pt x="241" y="7"/>
                  </a:lnTo>
                  <a:lnTo>
                    <a:pt x="235" y="15"/>
                  </a:lnTo>
                  <a:lnTo>
                    <a:pt x="230" y="20"/>
                  </a:lnTo>
                  <a:lnTo>
                    <a:pt x="221" y="22"/>
                  </a:lnTo>
                  <a:lnTo>
                    <a:pt x="214" y="22"/>
                  </a:lnTo>
                  <a:lnTo>
                    <a:pt x="214" y="22"/>
                  </a:lnTo>
                  <a:lnTo>
                    <a:pt x="212" y="20"/>
                  </a:lnTo>
                  <a:lnTo>
                    <a:pt x="212" y="18"/>
                  </a:lnTo>
                  <a:lnTo>
                    <a:pt x="210" y="16"/>
                  </a:lnTo>
                  <a:lnTo>
                    <a:pt x="206" y="16"/>
                  </a:lnTo>
                  <a:lnTo>
                    <a:pt x="204" y="22"/>
                  </a:lnTo>
                  <a:lnTo>
                    <a:pt x="204" y="22"/>
                  </a:lnTo>
                  <a:lnTo>
                    <a:pt x="190" y="24"/>
                  </a:lnTo>
                  <a:lnTo>
                    <a:pt x="175" y="20"/>
                  </a:lnTo>
                  <a:lnTo>
                    <a:pt x="175" y="20"/>
                  </a:lnTo>
                  <a:lnTo>
                    <a:pt x="174" y="15"/>
                  </a:lnTo>
                  <a:lnTo>
                    <a:pt x="172" y="13"/>
                  </a:lnTo>
                  <a:lnTo>
                    <a:pt x="170" y="13"/>
                  </a:lnTo>
                  <a:lnTo>
                    <a:pt x="170" y="13"/>
                  </a:lnTo>
                  <a:lnTo>
                    <a:pt x="166" y="13"/>
                  </a:lnTo>
                  <a:lnTo>
                    <a:pt x="164" y="15"/>
                  </a:lnTo>
                  <a:lnTo>
                    <a:pt x="161" y="16"/>
                  </a:lnTo>
                  <a:lnTo>
                    <a:pt x="157" y="16"/>
                  </a:lnTo>
                  <a:lnTo>
                    <a:pt x="157" y="16"/>
                  </a:lnTo>
                  <a:lnTo>
                    <a:pt x="155" y="15"/>
                  </a:lnTo>
                  <a:lnTo>
                    <a:pt x="155" y="13"/>
                  </a:lnTo>
                  <a:lnTo>
                    <a:pt x="153" y="7"/>
                  </a:lnTo>
                  <a:lnTo>
                    <a:pt x="153" y="7"/>
                  </a:lnTo>
                  <a:lnTo>
                    <a:pt x="148" y="6"/>
                  </a:lnTo>
                  <a:lnTo>
                    <a:pt x="143" y="4"/>
                  </a:lnTo>
                  <a:lnTo>
                    <a:pt x="141" y="0"/>
                  </a:lnTo>
                  <a:lnTo>
                    <a:pt x="141" y="0"/>
                  </a:lnTo>
                  <a:lnTo>
                    <a:pt x="108" y="0"/>
                  </a:lnTo>
                  <a:lnTo>
                    <a:pt x="108" y="0"/>
                  </a:lnTo>
                  <a:lnTo>
                    <a:pt x="104" y="2"/>
                  </a:lnTo>
                  <a:lnTo>
                    <a:pt x="99" y="6"/>
                  </a:lnTo>
                  <a:lnTo>
                    <a:pt x="95" y="9"/>
                  </a:lnTo>
                  <a:lnTo>
                    <a:pt x="92" y="13"/>
                  </a:lnTo>
                  <a:lnTo>
                    <a:pt x="92" y="13"/>
                  </a:lnTo>
                  <a:lnTo>
                    <a:pt x="88" y="11"/>
                  </a:lnTo>
                  <a:lnTo>
                    <a:pt x="84" y="13"/>
                  </a:lnTo>
                  <a:lnTo>
                    <a:pt x="84" y="13"/>
                  </a:lnTo>
                  <a:lnTo>
                    <a:pt x="82" y="16"/>
                  </a:lnTo>
                  <a:lnTo>
                    <a:pt x="79" y="20"/>
                  </a:lnTo>
                  <a:lnTo>
                    <a:pt x="79" y="20"/>
                  </a:lnTo>
                  <a:lnTo>
                    <a:pt x="71" y="20"/>
                  </a:lnTo>
                  <a:lnTo>
                    <a:pt x="62" y="18"/>
                  </a:lnTo>
                  <a:lnTo>
                    <a:pt x="55" y="18"/>
                  </a:lnTo>
                  <a:lnTo>
                    <a:pt x="48" y="16"/>
                  </a:lnTo>
                  <a:lnTo>
                    <a:pt x="46" y="24"/>
                  </a:lnTo>
                  <a:lnTo>
                    <a:pt x="46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51" y="27"/>
                  </a:lnTo>
                  <a:lnTo>
                    <a:pt x="46" y="27"/>
                  </a:lnTo>
                  <a:lnTo>
                    <a:pt x="46" y="27"/>
                  </a:lnTo>
                  <a:lnTo>
                    <a:pt x="48" y="31"/>
                  </a:lnTo>
                  <a:lnTo>
                    <a:pt x="48" y="31"/>
                  </a:lnTo>
                  <a:lnTo>
                    <a:pt x="26" y="31"/>
                  </a:lnTo>
                  <a:lnTo>
                    <a:pt x="26" y="36"/>
                  </a:lnTo>
                  <a:lnTo>
                    <a:pt x="26" y="36"/>
                  </a:lnTo>
                  <a:lnTo>
                    <a:pt x="22" y="36"/>
                  </a:lnTo>
                  <a:lnTo>
                    <a:pt x="20" y="35"/>
                  </a:lnTo>
                  <a:lnTo>
                    <a:pt x="17" y="35"/>
                  </a:lnTo>
                  <a:lnTo>
                    <a:pt x="13" y="35"/>
                  </a:lnTo>
                  <a:lnTo>
                    <a:pt x="13" y="35"/>
                  </a:lnTo>
                  <a:lnTo>
                    <a:pt x="28" y="27"/>
                  </a:lnTo>
                  <a:lnTo>
                    <a:pt x="42" y="22"/>
                  </a:lnTo>
                  <a:lnTo>
                    <a:pt x="42" y="16"/>
                  </a:lnTo>
                  <a:lnTo>
                    <a:pt x="42" y="16"/>
                  </a:lnTo>
                  <a:lnTo>
                    <a:pt x="35" y="13"/>
                  </a:lnTo>
                  <a:lnTo>
                    <a:pt x="31" y="11"/>
                  </a:lnTo>
                  <a:lnTo>
                    <a:pt x="28" y="9"/>
                  </a:lnTo>
                  <a:lnTo>
                    <a:pt x="28" y="9"/>
                  </a:lnTo>
                  <a:lnTo>
                    <a:pt x="26" y="6"/>
                  </a:lnTo>
                  <a:lnTo>
                    <a:pt x="26" y="4"/>
                  </a:lnTo>
                  <a:lnTo>
                    <a:pt x="26" y="4"/>
                  </a:lnTo>
                  <a:lnTo>
                    <a:pt x="24" y="6"/>
                  </a:lnTo>
                  <a:lnTo>
                    <a:pt x="22" y="6"/>
                  </a:lnTo>
                  <a:lnTo>
                    <a:pt x="20" y="6"/>
                  </a:lnTo>
                  <a:lnTo>
                    <a:pt x="20" y="6"/>
                  </a:lnTo>
                  <a:lnTo>
                    <a:pt x="17" y="4"/>
                  </a:lnTo>
                  <a:lnTo>
                    <a:pt x="13" y="4"/>
                  </a:lnTo>
                  <a:lnTo>
                    <a:pt x="13" y="4"/>
                  </a:lnTo>
                  <a:lnTo>
                    <a:pt x="11" y="7"/>
                  </a:lnTo>
                  <a:lnTo>
                    <a:pt x="11" y="7"/>
                  </a:lnTo>
                  <a:lnTo>
                    <a:pt x="17" y="11"/>
                  </a:lnTo>
                  <a:lnTo>
                    <a:pt x="17" y="11"/>
                  </a:lnTo>
                  <a:lnTo>
                    <a:pt x="19" y="13"/>
                  </a:lnTo>
                  <a:lnTo>
                    <a:pt x="19" y="16"/>
                  </a:lnTo>
                  <a:lnTo>
                    <a:pt x="17" y="18"/>
                  </a:lnTo>
                  <a:lnTo>
                    <a:pt x="17" y="18"/>
                  </a:lnTo>
                  <a:lnTo>
                    <a:pt x="13" y="18"/>
                  </a:lnTo>
                  <a:lnTo>
                    <a:pt x="11" y="18"/>
                  </a:lnTo>
                  <a:lnTo>
                    <a:pt x="8" y="18"/>
                  </a:lnTo>
                  <a:lnTo>
                    <a:pt x="8" y="20"/>
                  </a:lnTo>
                  <a:lnTo>
                    <a:pt x="8" y="20"/>
                  </a:lnTo>
                  <a:lnTo>
                    <a:pt x="6" y="24"/>
                  </a:lnTo>
                  <a:lnTo>
                    <a:pt x="4" y="27"/>
                  </a:lnTo>
                  <a:lnTo>
                    <a:pt x="0" y="31"/>
                  </a:lnTo>
                  <a:lnTo>
                    <a:pt x="0" y="35"/>
                  </a:lnTo>
                  <a:lnTo>
                    <a:pt x="0" y="35"/>
                  </a:lnTo>
                  <a:lnTo>
                    <a:pt x="4" y="40"/>
                  </a:lnTo>
                  <a:lnTo>
                    <a:pt x="4" y="40"/>
                  </a:lnTo>
                  <a:lnTo>
                    <a:pt x="13" y="35"/>
                  </a:lnTo>
                  <a:lnTo>
                    <a:pt x="13" y="35"/>
                  </a:lnTo>
                  <a:lnTo>
                    <a:pt x="4" y="46"/>
                  </a:lnTo>
                  <a:lnTo>
                    <a:pt x="4" y="46"/>
                  </a:lnTo>
                  <a:lnTo>
                    <a:pt x="2" y="46"/>
                  </a:lnTo>
                  <a:lnTo>
                    <a:pt x="2" y="46"/>
                  </a:lnTo>
                  <a:lnTo>
                    <a:pt x="0" y="49"/>
                  </a:lnTo>
                  <a:lnTo>
                    <a:pt x="0" y="57"/>
                  </a:lnTo>
                  <a:lnTo>
                    <a:pt x="0" y="57"/>
                  </a:lnTo>
                  <a:lnTo>
                    <a:pt x="6" y="57"/>
                  </a:lnTo>
                  <a:lnTo>
                    <a:pt x="11" y="58"/>
                  </a:lnTo>
                  <a:lnTo>
                    <a:pt x="11" y="58"/>
                  </a:lnTo>
                  <a:lnTo>
                    <a:pt x="11" y="64"/>
                  </a:lnTo>
                  <a:lnTo>
                    <a:pt x="11" y="67"/>
                  </a:lnTo>
                  <a:lnTo>
                    <a:pt x="11" y="71"/>
                  </a:lnTo>
                  <a:lnTo>
                    <a:pt x="11" y="75"/>
                  </a:lnTo>
                  <a:lnTo>
                    <a:pt x="11" y="75"/>
                  </a:lnTo>
                  <a:lnTo>
                    <a:pt x="13" y="77"/>
                  </a:lnTo>
                  <a:lnTo>
                    <a:pt x="15" y="80"/>
                  </a:lnTo>
                  <a:lnTo>
                    <a:pt x="15" y="80"/>
                  </a:lnTo>
                  <a:lnTo>
                    <a:pt x="10" y="82"/>
                  </a:lnTo>
                  <a:lnTo>
                    <a:pt x="4" y="82"/>
                  </a:lnTo>
                  <a:lnTo>
                    <a:pt x="4" y="82"/>
                  </a:lnTo>
                  <a:lnTo>
                    <a:pt x="4" y="84"/>
                  </a:lnTo>
                  <a:lnTo>
                    <a:pt x="6" y="87"/>
                  </a:lnTo>
                  <a:lnTo>
                    <a:pt x="6" y="89"/>
                  </a:lnTo>
                  <a:lnTo>
                    <a:pt x="6" y="89"/>
                  </a:lnTo>
                  <a:lnTo>
                    <a:pt x="13" y="87"/>
                  </a:lnTo>
                  <a:lnTo>
                    <a:pt x="13" y="87"/>
                  </a:lnTo>
                  <a:lnTo>
                    <a:pt x="15" y="98"/>
                  </a:lnTo>
                  <a:lnTo>
                    <a:pt x="15" y="109"/>
                  </a:lnTo>
                  <a:lnTo>
                    <a:pt x="15" y="109"/>
                  </a:lnTo>
                  <a:lnTo>
                    <a:pt x="19" y="109"/>
                  </a:lnTo>
                  <a:lnTo>
                    <a:pt x="22" y="109"/>
                  </a:lnTo>
                  <a:lnTo>
                    <a:pt x="26" y="109"/>
                  </a:lnTo>
                  <a:lnTo>
                    <a:pt x="28" y="109"/>
                  </a:lnTo>
                  <a:lnTo>
                    <a:pt x="28" y="109"/>
                  </a:lnTo>
                  <a:lnTo>
                    <a:pt x="28" y="117"/>
                  </a:lnTo>
                  <a:lnTo>
                    <a:pt x="28" y="117"/>
                  </a:lnTo>
                  <a:lnTo>
                    <a:pt x="31" y="117"/>
                  </a:lnTo>
                  <a:lnTo>
                    <a:pt x="33" y="117"/>
                  </a:lnTo>
                  <a:lnTo>
                    <a:pt x="37" y="115"/>
                  </a:lnTo>
                  <a:lnTo>
                    <a:pt x="37" y="115"/>
                  </a:lnTo>
                  <a:lnTo>
                    <a:pt x="46" y="126"/>
                  </a:lnTo>
                  <a:lnTo>
                    <a:pt x="55" y="135"/>
                  </a:lnTo>
                  <a:lnTo>
                    <a:pt x="55" y="135"/>
                  </a:lnTo>
                  <a:lnTo>
                    <a:pt x="57" y="133"/>
                  </a:lnTo>
                  <a:lnTo>
                    <a:pt x="61" y="133"/>
                  </a:lnTo>
                  <a:lnTo>
                    <a:pt x="62" y="133"/>
                  </a:lnTo>
                  <a:lnTo>
                    <a:pt x="64" y="131"/>
                  </a:lnTo>
                  <a:lnTo>
                    <a:pt x="64" y="131"/>
                  </a:lnTo>
                  <a:lnTo>
                    <a:pt x="68" y="129"/>
                  </a:lnTo>
                  <a:lnTo>
                    <a:pt x="70" y="126"/>
                  </a:lnTo>
                  <a:lnTo>
                    <a:pt x="71" y="120"/>
                  </a:lnTo>
                  <a:lnTo>
                    <a:pt x="75" y="118"/>
                  </a:lnTo>
                  <a:lnTo>
                    <a:pt x="79" y="118"/>
                  </a:lnTo>
                  <a:lnTo>
                    <a:pt x="84" y="120"/>
                  </a:lnTo>
                  <a:lnTo>
                    <a:pt x="92" y="124"/>
                  </a:lnTo>
                  <a:lnTo>
                    <a:pt x="92" y="124"/>
                  </a:lnTo>
                  <a:lnTo>
                    <a:pt x="97" y="129"/>
                  </a:lnTo>
                  <a:lnTo>
                    <a:pt x="101" y="135"/>
                  </a:lnTo>
                  <a:lnTo>
                    <a:pt x="101" y="135"/>
                  </a:lnTo>
                  <a:lnTo>
                    <a:pt x="108" y="135"/>
                  </a:lnTo>
                  <a:lnTo>
                    <a:pt x="113" y="133"/>
                  </a:lnTo>
                  <a:lnTo>
                    <a:pt x="122" y="128"/>
                  </a:lnTo>
                  <a:lnTo>
                    <a:pt x="133" y="120"/>
                  </a:lnTo>
                  <a:lnTo>
                    <a:pt x="133" y="120"/>
                  </a:lnTo>
                  <a:lnTo>
                    <a:pt x="135" y="120"/>
                  </a:lnTo>
                  <a:lnTo>
                    <a:pt x="137" y="122"/>
                  </a:lnTo>
                  <a:lnTo>
                    <a:pt x="139" y="122"/>
                  </a:lnTo>
                  <a:lnTo>
                    <a:pt x="143" y="122"/>
                  </a:lnTo>
                  <a:lnTo>
                    <a:pt x="143" y="122"/>
                  </a:lnTo>
                  <a:lnTo>
                    <a:pt x="146" y="117"/>
                  </a:lnTo>
                  <a:lnTo>
                    <a:pt x="150" y="113"/>
                  </a:lnTo>
                  <a:lnTo>
                    <a:pt x="150" y="113"/>
                  </a:lnTo>
                  <a:lnTo>
                    <a:pt x="152" y="117"/>
                  </a:lnTo>
                  <a:lnTo>
                    <a:pt x="153" y="120"/>
                  </a:lnTo>
                  <a:lnTo>
                    <a:pt x="153" y="124"/>
                  </a:lnTo>
                  <a:lnTo>
                    <a:pt x="148" y="128"/>
                  </a:lnTo>
                  <a:lnTo>
                    <a:pt x="148" y="128"/>
                  </a:lnTo>
                  <a:lnTo>
                    <a:pt x="150" y="138"/>
                  </a:lnTo>
                  <a:lnTo>
                    <a:pt x="153" y="138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3" name="Freeform 25">
              <a:extLst>
                <a:ext uri="{FF2B5EF4-FFF2-40B4-BE49-F238E27FC236}">
                  <a16:creationId xmlns:a16="http://schemas.microsoft.com/office/drawing/2014/main" id="{64CF61FA-F74D-40CF-AD34-88B84292A75D}"/>
                </a:ext>
              </a:extLst>
            </p:cNvPr>
            <p:cNvSpPr>
              <a:spLocks/>
            </p:cNvSpPr>
            <p:nvPr/>
          </p:nvSpPr>
          <p:spPr bwMode="auto">
            <a:xfrm>
              <a:off x="5730714" y="2933678"/>
              <a:ext cx="97878" cy="207621"/>
            </a:xfrm>
            <a:custGeom>
              <a:avLst/>
              <a:gdLst>
                <a:gd name="T0" fmla="*/ 64 w 66"/>
                <a:gd name="T1" fmla="*/ 82 h 140"/>
                <a:gd name="T2" fmla="*/ 64 w 66"/>
                <a:gd name="T3" fmla="*/ 80 h 140"/>
                <a:gd name="T4" fmla="*/ 58 w 66"/>
                <a:gd name="T5" fmla="*/ 82 h 140"/>
                <a:gd name="T6" fmla="*/ 55 w 66"/>
                <a:gd name="T7" fmla="*/ 78 h 140"/>
                <a:gd name="T8" fmla="*/ 51 w 66"/>
                <a:gd name="T9" fmla="*/ 74 h 140"/>
                <a:gd name="T10" fmla="*/ 51 w 66"/>
                <a:gd name="T11" fmla="*/ 69 h 140"/>
                <a:gd name="T12" fmla="*/ 49 w 66"/>
                <a:gd name="T13" fmla="*/ 65 h 140"/>
                <a:gd name="T14" fmla="*/ 53 w 66"/>
                <a:gd name="T15" fmla="*/ 62 h 140"/>
                <a:gd name="T16" fmla="*/ 56 w 66"/>
                <a:gd name="T17" fmla="*/ 60 h 140"/>
                <a:gd name="T18" fmla="*/ 60 w 66"/>
                <a:gd name="T19" fmla="*/ 36 h 140"/>
                <a:gd name="T20" fmla="*/ 53 w 66"/>
                <a:gd name="T21" fmla="*/ 36 h 140"/>
                <a:gd name="T22" fmla="*/ 53 w 66"/>
                <a:gd name="T23" fmla="*/ 31 h 140"/>
                <a:gd name="T24" fmla="*/ 53 w 66"/>
                <a:gd name="T25" fmla="*/ 25 h 140"/>
                <a:gd name="T26" fmla="*/ 60 w 66"/>
                <a:gd name="T27" fmla="*/ 7 h 140"/>
                <a:gd name="T28" fmla="*/ 58 w 66"/>
                <a:gd name="T29" fmla="*/ 9 h 140"/>
                <a:gd name="T30" fmla="*/ 51 w 66"/>
                <a:gd name="T31" fmla="*/ 9 h 140"/>
                <a:gd name="T32" fmla="*/ 51 w 66"/>
                <a:gd name="T33" fmla="*/ 2 h 140"/>
                <a:gd name="T34" fmla="*/ 44 w 66"/>
                <a:gd name="T35" fmla="*/ 0 h 140"/>
                <a:gd name="T36" fmla="*/ 40 w 66"/>
                <a:gd name="T37" fmla="*/ 0 h 140"/>
                <a:gd name="T38" fmla="*/ 27 w 66"/>
                <a:gd name="T39" fmla="*/ 7 h 140"/>
                <a:gd name="T40" fmla="*/ 18 w 66"/>
                <a:gd name="T41" fmla="*/ 5 h 140"/>
                <a:gd name="T42" fmla="*/ 11 w 66"/>
                <a:gd name="T43" fmla="*/ 3 h 140"/>
                <a:gd name="T44" fmla="*/ 11 w 66"/>
                <a:gd name="T45" fmla="*/ 14 h 140"/>
                <a:gd name="T46" fmla="*/ 11 w 66"/>
                <a:gd name="T47" fmla="*/ 18 h 140"/>
                <a:gd name="T48" fmla="*/ 14 w 66"/>
                <a:gd name="T49" fmla="*/ 22 h 140"/>
                <a:gd name="T50" fmla="*/ 14 w 66"/>
                <a:gd name="T51" fmla="*/ 27 h 140"/>
                <a:gd name="T52" fmla="*/ 18 w 66"/>
                <a:gd name="T53" fmla="*/ 43 h 140"/>
                <a:gd name="T54" fmla="*/ 16 w 66"/>
                <a:gd name="T55" fmla="*/ 47 h 140"/>
                <a:gd name="T56" fmla="*/ 14 w 66"/>
                <a:gd name="T57" fmla="*/ 49 h 140"/>
                <a:gd name="T58" fmla="*/ 13 w 66"/>
                <a:gd name="T59" fmla="*/ 51 h 140"/>
                <a:gd name="T60" fmla="*/ 9 w 66"/>
                <a:gd name="T61" fmla="*/ 60 h 140"/>
                <a:gd name="T62" fmla="*/ 5 w 66"/>
                <a:gd name="T63" fmla="*/ 62 h 140"/>
                <a:gd name="T64" fmla="*/ 0 w 66"/>
                <a:gd name="T65" fmla="*/ 63 h 140"/>
                <a:gd name="T66" fmla="*/ 0 w 66"/>
                <a:gd name="T67" fmla="*/ 67 h 140"/>
                <a:gd name="T68" fmla="*/ 4 w 66"/>
                <a:gd name="T69" fmla="*/ 84 h 140"/>
                <a:gd name="T70" fmla="*/ 5 w 66"/>
                <a:gd name="T71" fmla="*/ 84 h 140"/>
                <a:gd name="T72" fmla="*/ 9 w 66"/>
                <a:gd name="T73" fmla="*/ 87 h 140"/>
                <a:gd name="T74" fmla="*/ 13 w 66"/>
                <a:gd name="T75" fmla="*/ 94 h 140"/>
                <a:gd name="T76" fmla="*/ 22 w 66"/>
                <a:gd name="T77" fmla="*/ 104 h 140"/>
                <a:gd name="T78" fmla="*/ 27 w 66"/>
                <a:gd name="T79" fmla="*/ 140 h 140"/>
                <a:gd name="T80" fmla="*/ 36 w 66"/>
                <a:gd name="T81" fmla="*/ 135 h 140"/>
                <a:gd name="T82" fmla="*/ 36 w 66"/>
                <a:gd name="T83" fmla="*/ 133 h 140"/>
                <a:gd name="T84" fmla="*/ 40 w 66"/>
                <a:gd name="T85" fmla="*/ 129 h 140"/>
                <a:gd name="T86" fmla="*/ 40 w 66"/>
                <a:gd name="T87" fmla="*/ 124 h 140"/>
                <a:gd name="T88" fmla="*/ 40 w 66"/>
                <a:gd name="T89" fmla="*/ 114 h 140"/>
                <a:gd name="T90" fmla="*/ 40 w 66"/>
                <a:gd name="T91" fmla="*/ 111 h 140"/>
                <a:gd name="T92" fmla="*/ 47 w 66"/>
                <a:gd name="T93" fmla="*/ 107 h 140"/>
                <a:gd name="T94" fmla="*/ 49 w 66"/>
                <a:gd name="T95" fmla="*/ 105 h 140"/>
                <a:gd name="T96" fmla="*/ 58 w 66"/>
                <a:gd name="T97" fmla="*/ 100 h 140"/>
                <a:gd name="T98" fmla="*/ 60 w 66"/>
                <a:gd name="T99" fmla="*/ 96 h 140"/>
                <a:gd name="T100" fmla="*/ 60 w 66"/>
                <a:gd name="T101" fmla="*/ 89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66" h="140">
                  <a:moveTo>
                    <a:pt x="64" y="82"/>
                  </a:moveTo>
                  <a:lnTo>
                    <a:pt x="64" y="82"/>
                  </a:lnTo>
                  <a:lnTo>
                    <a:pt x="64" y="80"/>
                  </a:lnTo>
                  <a:lnTo>
                    <a:pt x="64" y="80"/>
                  </a:lnTo>
                  <a:lnTo>
                    <a:pt x="60" y="80"/>
                  </a:lnTo>
                  <a:lnTo>
                    <a:pt x="58" y="82"/>
                  </a:lnTo>
                  <a:lnTo>
                    <a:pt x="58" y="82"/>
                  </a:lnTo>
                  <a:lnTo>
                    <a:pt x="55" y="78"/>
                  </a:lnTo>
                  <a:lnTo>
                    <a:pt x="51" y="74"/>
                  </a:lnTo>
                  <a:lnTo>
                    <a:pt x="51" y="74"/>
                  </a:lnTo>
                  <a:lnTo>
                    <a:pt x="51" y="71"/>
                  </a:lnTo>
                  <a:lnTo>
                    <a:pt x="51" y="69"/>
                  </a:lnTo>
                  <a:lnTo>
                    <a:pt x="49" y="67"/>
                  </a:lnTo>
                  <a:lnTo>
                    <a:pt x="49" y="65"/>
                  </a:lnTo>
                  <a:lnTo>
                    <a:pt x="49" y="65"/>
                  </a:lnTo>
                  <a:lnTo>
                    <a:pt x="53" y="62"/>
                  </a:lnTo>
                  <a:lnTo>
                    <a:pt x="56" y="60"/>
                  </a:lnTo>
                  <a:lnTo>
                    <a:pt x="56" y="60"/>
                  </a:lnTo>
                  <a:lnTo>
                    <a:pt x="58" y="47"/>
                  </a:lnTo>
                  <a:lnTo>
                    <a:pt x="60" y="36"/>
                  </a:lnTo>
                  <a:lnTo>
                    <a:pt x="60" y="36"/>
                  </a:lnTo>
                  <a:lnTo>
                    <a:pt x="53" y="36"/>
                  </a:lnTo>
                  <a:lnTo>
                    <a:pt x="53" y="36"/>
                  </a:lnTo>
                  <a:lnTo>
                    <a:pt x="53" y="31"/>
                  </a:lnTo>
                  <a:lnTo>
                    <a:pt x="53" y="25"/>
                  </a:lnTo>
                  <a:lnTo>
                    <a:pt x="53" y="25"/>
                  </a:lnTo>
                  <a:lnTo>
                    <a:pt x="66" y="7"/>
                  </a:lnTo>
                  <a:lnTo>
                    <a:pt x="60" y="7"/>
                  </a:lnTo>
                  <a:lnTo>
                    <a:pt x="60" y="7"/>
                  </a:lnTo>
                  <a:lnTo>
                    <a:pt x="58" y="9"/>
                  </a:lnTo>
                  <a:lnTo>
                    <a:pt x="55" y="9"/>
                  </a:lnTo>
                  <a:lnTo>
                    <a:pt x="51" y="9"/>
                  </a:lnTo>
                  <a:lnTo>
                    <a:pt x="51" y="9"/>
                  </a:lnTo>
                  <a:lnTo>
                    <a:pt x="51" y="2"/>
                  </a:lnTo>
                  <a:lnTo>
                    <a:pt x="51" y="2"/>
                  </a:lnTo>
                  <a:lnTo>
                    <a:pt x="44" y="0"/>
                  </a:lnTo>
                  <a:lnTo>
                    <a:pt x="44" y="0"/>
                  </a:lnTo>
                  <a:lnTo>
                    <a:pt x="40" y="0"/>
                  </a:lnTo>
                  <a:lnTo>
                    <a:pt x="35" y="2"/>
                  </a:lnTo>
                  <a:lnTo>
                    <a:pt x="27" y="7"/>
                  </a:lnTo>
                  <a:lnTo>
                    <a:pt x="27" y="7"/>
                  </a:lnTo>
                  <a:lnTo>
                    <a:pt x="18" y="5"/>
                  </a:lnTo>
                  <a:lnTo>
                    <a:pt x="11" y="3"/>
                  </a:lnTo>
                  <a:lnTo>
                    <a:pt x="11" y="3"/>
                  </a:lnTo>
                  <a:lnTo>
                    <a:pt x="9" y="11"/>
                  </a:lnTo>
                  <a:lnTo>
                    <a:pt x="11" y="14"/>
                  </a:lnTo>
                  <a:lnTo>
                    <a:pt x="11" y="18"/>
                  </a:lnTo>
                  <a:lnTo>
                    <a:pt x="11" y="18"/>
                  </a:lnTo>
                  <a:lnTo>
                    <a:pt x="13" y="20"/>
                  </a:lnTo>
                  <a:lnTo>
                    <a:pt x="14" y="22"/>
                  </a:lnTo>
                  <a:lnTo>
                    <a:pt x="14" y="27"/>
                  </a:lnTo>
                  <a:lnTo>
                    <a:pt x="14" y="27"/>
                  </a:lnTo>
                  <a:lnTo>
                    <a:pt x="14" y="34"/>
                  </a:lnTo>
                  <a:lnTo>
                    <a:pt x="18" y="43"/>
                  </a:lnTo>
                  <a:lnTo>
                    <a:pt x="18" y="43"/>
                  </a:lnTo>
                  <a:lnTo>
                    <a:pt x="16" y="47"/>
                  </a:lnTo>
                  <a:lnTo>
                    <a:pt x="16" y="49"/>
                  </a:lnTo>
                  <a:lnTo>
                    <a:pt x="14" y="49"/>
                  </a:lnTo>
                  <a:lnTo>
                    <a:pt x="13" y="51"/>
                  </a:lnTo>
                  <a:lnTo>
                    <a:pt x="13" y="51"/>
                  </a:lnTo>
                  <a:lnTo>
                    <a:pt x="11" y="58"/>
                  </a:lnTo>
                  <a:lnTo>
                    <a:pt x="9" y="60"/>
                  </a:lnTo>
                  <a:lnTo>
                    <a:pt x="5" y="62"/>
                  </a:lnTo>
                  <a:lnTo>
                    <a:pt x="5" y="62"/>
                  </a:lnTo>
                  <a:lnTo>
                    <a:pt x="2" y="62"/>
                  </a:lnTo>
                  <a:lnTo>
                    <a:pt x="0" y="63"/>
                  </a:lnTo>
                  <a:lnTo>
                    <a:pt x="0" y="67"/>
                  </a:lnTo>
                  <a:lnTo>
                    <a:pt x="0" y="67"/>
                  </a:lnTo>
                  <a:lnTo>
                    <a:pt x="2" y="76"/>
                  </a:lnTo>
                  <a:lnTo>
                    <a:pt x="4" y="84"/>
                  </a:lnTo>
                  <a:lnTo>
                    <a:pt x="4" y="84"/>
                  </a:lnTo>
                  <a:lnTo>
                    <a:pt x="5" y="84"/>
                  </a:lnTo>
                  <a:lnTo>
                    <a:pt x="7" y="85"/>
                  </a:lnTo>
                  <a:lnTo>
                    <a:pt x="9" y="87"/>
                  </a:lnTo>
                  <a:lnTo>
                    <a:pt x="9" y="87"/>
                  </a:lnTo>
                  <a:lnTo>
                    <a:pt x="13" y="94"/>
                  </a:lnTo>
                  <a:lnTo>
                    <a:pt x="13" y="100"/>
                  </a:lnTo>
                  <a:lnTo>
                    <a:pt x="22" y="104"/>
                  </a:lnTo>
                  <a:lnTo>
                    <a:pt x="27" y="140"/>
                  </a:lnTo>
                  <a:lnTo>
                    <a:pt x="27" y="140"/>
                  </a:lnTo>
                  <a:lnTo>
                    <a:pt x="33" y="138"/>
                  </a:lnTo>
                  <a:lnTo>
                    <a:pt x="36" y="135"/>
                  </a:lnTo>
                  <a:lnTo>
                    <a:pt x="36" y="133"/>
                  </a:lnTo>
                  <a:lnTo>
                    <a:pt x="36" y="133"/>
                  </a:lnTo>
                  <a:lnTo>
                    <a:pt x="38" y="131"/>
                  </a:lnTo>
                  <a:lnTo>
                    <a:pt x="40" y="129"/>
                  </a:lnTo>
                  <a:lnTo>
                    <a:pt x="40" y="127"/>
                  </a:lnTo>
                  <a:lnTo>
                    <a:pt x="40" y="124"/>
                  </a:lnTo>
                  <a:lnTo>
                    <a:pt x="40" y="124"/>
                  </a:lnTo>
                  <a:lnTo>
                    <a:pt x="40" y="114"/>
                  </a:lnTo>
                  <a:lnTo>
                    <a:pt x="40" y="111"/>
                  </a:lnTo>
                  <a:lnTo>
                    <a:pt x="40" y="111"/>
                  </a:lnTo>
                  <a:lnTo>
                    <a:pt x="42" y="109"/>
                  </a:lnTo>
                  <a:lnTo>
                    <a:pt x="47" y="107"/>
                  </a:lnTo>
                  <a:lnTo>
                    <a:pt x="47" y="107"/>
                  </a:lnTo>
                  <a:lnTo>
                    <a:pt x="49" y="105"/>
                  </a:lnTo>
                  <a:lnTo>
                    <a:pt x="51" y="104"/>
                  </a:lnTo>
                  <a:lnTo>
                    <a:pt x="58" y="100"/>
                  </a:lnTo>
                  <a:lnTo>
                    <a:pt x="58" y="100"/>
                  </a:lnTo>
                  <a:lnTo>
                    <a:pt x="60" y="96"/>
                  </a:lnTo>
                  <a:lnTo>
                    <a:pt x="60" y="94"/>
                  </a:lnTo>
                  <a:lnTo>
                    <a:pt x="60" y="89"/>
                  </a:lnTo>
                  <a:lnTo>
                    <a:pt x="64" y="8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4" name="Freeform 26">
              <a:extLst>
                <a:ext uri="{FF2B5EF4-FFF2-40B4-BE49-F238E27FC236}">
                  <a16:creationId xmlns:a16="http://schemas.microsoft.com/office/drawing/2014/main" id="{09ACB816-B31B-4933-93D9-6FE6695BF27B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1273" y="3738949"/>
              <a:ext cx="14830" cy="16314"/>
            </a:xfrm>
            <a:custGeom>
              <a:avLst/>
              <a:gdLst>
                <a:gd name="T0" fmla="*/ 0 w 10"/>
                <a:gd name="T1" fmla="*/ 0 h 11"/>
                <a:gd name="T2" fmla="*/ 0 w 10"/>
                <a:gd name="T3" fmla="*/ 0 h 11"/>
                <a:gd name="T4" fmla="*/ 2 w 10"/>
                <a:gd name="T5" fmla="*/ 1 h 11"/>
                <a:gd name="T6" fmla="*/ 2 w 10"/>
                <a:gd name="T7" fmla="*/ 5 h 11"/>
                <a:gd name="T8" fmla="*/ 2 w 10"/>
                <a:gd name="T9" fmla="*/ 9 h 11"/>
                <a:gd name="T10" fmla="*/ 4 w 10"/>
                <a:gd name="T11" fmla="*/ 11 h 11"/>
                <a:gd name="T12" fmla="*/ 4 w 10"/>
                <a:gd name="T13" fmla="*/ 11 h 11"/>
                <a:gd name="T14" fmla="*/ 8 w 10"/>
                <a:gd name="T15" fmla="*/ 11 h 11"/>
                <a:gd name="T16" fmla="*/ 10 w 10"/>
                <a:gd name="T17" fmla="*/ 7 h 11"/>
                <a:gd name="T18" fmla="*/ 8 w 10"/>
                <a:gd name="T19" fmla="*/ 0 h 11"/>
                <a:gd name="T20" fmla="*/ 8 w 10"/>
                <a:gd name="T21" fmla="*/ 0 h 11"/>
                <a:gd name="T22" fmla="*/ 0 w 10"/>
                <a:gd name="T23" fmla="*/ 0 h 11"/>
                <a:gd name="T24" fmla="*/ 0 w 10"/>
                <a:gd name="T25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1">
                  <a:moveTo>
                    <a:pt x="0" y="0"/>
                  </a:moveTo>
                  <a:lnTo>
                    <a:pt x="0" y="0"/>
                  </a:lnTo>
                  <a:lnTo>
                    <a:pt x="2" y="1"/>
                  </a:lnTo>
                  <a:lnTo>
                    <a:pt x="2" y="5"/>
                  </a:lnTo>
                  <a:lnTo>
                    <a:pt x="2" y="9"/>
                  </a:lnTo>
                  <a:lnTo>
                    <a:pt x="4" y="11"/>
                  </a:lnTo>
                  <a:lnTo>
                    <a:pt x="4" y="11"/>
                  </a:lnTo>
                  <a:lnTo>
                    <a:pt x="8" y="11"/>
                  </a:lnTo>
                  <a:lnTo>
                    <a:pt x="10" y="7"/>
                  </a:lnTo>
                  <a:lnTo>
                    <a:pt x="8" y="0"/>
                  </a:lnTo>
                  <a:lnTo>
                    <a:pt x="8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5" name="Freeform 27">
              <a:extLst>
                <a:ext uri="{FF2B5EF4-FFF2-40B4-BE49-F238E27FC236}">
                  <a16:creationId xmlns:a16="http://schemas.microsoft.com/office/drawing/2014/main" id="{12F8F19C-C972-4021-9589-D7C6F577EA3A}"/>
                </a:ext>
              </a:extLst>
            </p:cNvPr>
            <p:cNvSpPr>
              <a:spLocks/>
            </p:cNvSpPr>
            <p:nvPr/>
          </p:nvSpPr>
          <p:spPr bwMode="auto">
            <a:xfrm>
              <a:off x="5554237" y="3709289"/>
              <a:ext cx="48940" cy="180927"/>
            </a:xfrm>
            <a:custGeom>
              <a:avLst/>
              <a:gdLst>
                <a:gd name="T0" fmla="*/ 31 w 33"/>
                <a:gd name="T1" fmla="*/ 109 h 122"/>
                <a:gd name="T2" fmla="*/ 30 w 33"/>
                <a:gd name="T3" fmla="*/ 105 h 122"/>
                <a:gd name="T4" fmla="*/ 28 w 33"/>
                <a:gd name="T5" fmla="*/ 100 h 122"/>
                <a:gd name="T6" fmla="*/ 28 w 33"/>
                <a:gd name="T7" fmla="*/ 96 h 122"/>
                <a:gd name="T8" fmla="*/ 28 w 33"/>
                <a:gd name="T9" fmla="*/ 91 h 122"/>
                <a:gd name="T10" fmla="*/ 28 w 33"/>
                <a:gd name="T11" fmla="*/ 80 h 122"/>
                <a:gd name="T12" fmla="*/ 30 w 33"/>
                <a:gd name="T13" fmla="*/ 72 h 122"/>
                <a:gd name="T14" fmla="*/ 30 w 33"/>
                <a:gd name="T15" fmla="*/ 67 h 122"/>
                <a:gd name="T16" fmla="*/ 28 w 33"/>
                <a:gd name="T17" fmla="*/ 56 h 122"/>
                <a:gd name="T18" fmla="*/ 30 w 33"/>
                <a:gd name="T19" fmla="*/ 52 h 122"/>
                <a:gd name="T20" fmla="*/ 30 w 33"/>
                <a:gd name="T21" fmla="*/ 43 h 122"/>
                <a:gd name="T22" fmla="*/ 30 w 33"/>
                <a:gd name="T23" fmla="*/ 40 h 122"/>
                <a:gd name="T24" fmla="*/ 28 w 33"/>
                <a:gd name="T25" fmla="*/ 31 h 122"/>
                <a:gd name="T26" fmla="*/ 28 w 33"/>
                <a:gd name="T27" fmla="*/ 25 h 122"/>
                <a:gd name="T28" fmla="*/ 15 w 33"/>
                <a:gd name="T29" fmla="*/ 18 h 122"/>
                <a:gd name="T30" fmla="*/ 17 w 33"/>
                <a:gd name="T31" fmla="*/ 1 h 122"/>
                <a:gd name="T32" fmla="*/ 8 w 33"/>
                <a:gd name="T33" fmla="*/ 0 h 122"/>
                <a:gd name="T34" fmla="*/ 0 w 33"/>
                <a:gd name="T35" fmla="*/ 0 h 122"/>
                <a:gd name="T36" fmla="*/ 0 w 33"/>
                <a:gd name="T37" fmla="*/ 10 h 122"/>
                <a:gd name="T38" fmla="*/ 0 w 33"/>
                <a:gd name="T39" fmla="*/ 14 h 122"/>
                <a:gd name="T40" fmla="*/ 6 w 33"/>
                <a:gd name="T41" fmla="*/ 20 h 122"/>
                <a:gd name="T42" fmla="*/ 6 w 33"/>
                <a:gd name="T43" fmla="*/ 23 h 122"/>
                <a:gd name="T44" fmla="*/ 8 w 33"/>
                <a:gd name="T45" fmla="*/ 34 h 122"/>
                <a:gd name="T46" fmla="*/ 6 w 33"/>
                <a:gd name="T47" fmla="*/ 38 h 122"/>
                <a:gd name="T48" fmla="*/ 6 w 33"/>
                <a:gd name="T49" fmla="*/ 41 h 122"/>
                <a:gd name="T50" fmla="*/ 8 w 33"/>
                <a:gd name="T51" fmla="*/ 45 h 122"/>
                <a:gd name="T52" fmla="*/ 6 w 33"/>
                <a:gd name="T53" fmla="*/ 52 h 122"/>
                <a:gd name="T54" fmla="*/ 6 w 33"/>
                <a:gd name="T55" fmla="*/ 60 h 122"/>
                <a:gd name="T56" fmla="*/ 10 w 33"/>
                <a:gd name="T57" fmla="*/ 65 h 122"/>
                <a:gd name="T58" fmla="*/ 11 w 33"/>
                <a:gd name="T59" fmla="*/ 71 h 122"/>
                <a:gd name="T60" fmla="*/ 10 w 33"/>
                <a:gd name="T61" fmla="*/ 85 h 122"/>
                <a:gd name="T62" fmla="*/ 10 w 33"/>
                <a:gd name="T63" fmla="*/ 92 h 122"/>
                <a:gd name="T64" fmla="*/ 10 w 33"/>
                <a:gd name="T65" fmla="*/ 94 h 122"/>
                <a:gd name="T66" fmla="*/ 10 w 33"/>
                <a:gd name="T67" fmla="*/ 96 h 122"/>
                <a:gd name="T68" fmla="*/ 10 w 33"/>
                <a:gd name="T69" fmla="*/ 98 h 122"/>
                <a:gd name="T70" fmla="*/ 17 w 33"/>
                <a:gd name="T71" fmla="*/ 107 h 122"/>
                <a:gd name="T72" fmla="*/ 21 w 33"/>
                <a:gd name="T73" fmla="*/ 114 h 122"/>
                <a:gd name="T74" fmla="*/ 21 w 33"/>
                <a:gd name="T75" fmla="*/ 120 h 122"/>
                <a:gd name="T76" fmla="*/ 24 w 33"/>
                <a:gd name="T77" fmla="*/ 122 h 122"/>
                <a:gd name="T78" fmla="*/ 26 w 33"/>
                <a:gd name="T79" fmla="*/ 120 h 122"/>
                <a:gd name="T80" fmla="*/ 31 w 33"/>
                <a:gd name="T81" fmla="*/ 113 h 122"/>
                <a:gd name="T82" fmla="*/ 31 w 33"/>
                <a:gd name="T83" fmla="*/ 109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3" h="122">
                  <a:moveTo>
                    <a:pt x="31" y="109"/>
                  </a:moveTo>
                  <a:lnTo>
                    <a:pt x="31" y="109"/>
                  </a:lnTo>
                  <a:lnTo>
                    <a:pt x="31" y="109"/>
                  </a:lnTo>
                  <a:lnTo>
                    <a:pt x="30" y="105"/>
                  </a:lnTo>
                  <a:lnTo>
                    <a:pt x="30" y="105"/>
                  </a:lnTo>
                  <a:lnTo>
                    <a:pt x="28" y="100"/>
                  </a:lnTo>
                  <a:lnTo>
                    <a:pt x="28" y="100"/>
                  </a:lnTo>
                  <a:lnTo>
                    <a:pt x="28" y="96"/>
                  </a:lnTo>
                  <a:lnTo>
                    <a:pt x="28" y="91"/>
                  </a:lnTo>
                  <a:lnTo>
                    <a:pt x="28" y="91"/>
                  </a:lnTo>
                  <a:lnTo>
                    <a:pt x="26" y="85"/>
                  </a:lnTo>
                  <a:lnTo>
                    <a:pt x="28" y="80"/>
                  </a:lnTo>
                  <a:lnTo>
                    <a:pt x="28" y="80"/>
                  </a:lnTo>
                  <a:lnTo>
                    <a:pt x="30" y="72"/>
                  </a:lnTo>
                  <a:lnTo>
                    <a:pt x="30" y="67"/>
                  </a:lnTo>
                  <a:lnTo>
                    <a:pt x="30" y="67"/>
                  </a:lnTo>
                  <a:lnTo>
                    <a:pt x="28" y="60"/>
                  </a:lnTo>
                  <a:lnTo>
                    <a:pt x="28" y="56"/>
                  </a:lnTo>
                  <a:lnTo>
                    <a:pt x="30" y="52"/>
                  </a:lnTo>
                  <a:lnTo>
                    <a:pt x="30" y="52"/>
                  </a:lnTo>
                  <a:lnTo>
                    <a:pt x="30" y="47"/>
                  </a:lnTo>
                  <a:lnTo>
                    <a:pt x="30" y="43"/>
                  </a:lnTo>
                  <a:lnTo>
                    <a:pt x="30" y="40"/>
                  </a:lnTo>
                  <a:lnTo>
                    <a:pt x="30" y="40"/>
                  </a:lnTo>
                  <a:lnTo>
                    <a:pt x="28" y="38"/>
                  </a:lnTo>
                  <a:lnTo>
                    <a:pt x="28" y="31"/>
                  </a:lnTo>
                  <a:lnTo>
                    <a:pt x="28" y="31"/>
                  </a:lnTo>
                  <a:lnTo>
                    <a:pt x="28" y="25"/>
                  </a:lnTo>
                  <a:lnTo>
                    <a:pt x="26" y="20"/>
                  </a:lnTo>
                  <a:lnTo>
                    <a:pt x="15" y="18"/>
                  </a:lnTo>
                  <a:lnTo>
                    <a:pt x="17" y="1"/>
                  </a:lnTo>
                  <a:lnTo>
                    <a:pt x="17" y="1"/>
                  </a:lnTo>
                  <a:lnTo>
                    <a:pt x="8" y="0"/>
                  </a:lnTo>
                  <a:lnTo>
                    <a:pt x="8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5"/>
                  </a:lnTo>
                  <a:lnTo>
                    <a:pt x="0" y="10"/>
                  </a:lnTo>
                  <a:lnTo>
                    <a:pt x="0" y="14"/>
                  </a:lnTo>
                  <a:lnTo>
                    <a:pt x="0" y="14"/>
                  </a:lnTo>
                  <a:lnTo>
                    <a:pt x="4" y="16"/>
                  </a:lnTo>
                  <a:lnTo>
                    <a:pt x="6" y="20"/>
                  </a:lnTo>
                  <a:lnTo>
                    <a:pt x="6" y="23"/>
                  </a:lnTo>
                  <a:lnTo>
                    <a:pt x="6" y="23"/>
                  </a:lnTo>
                  <a:lnTo>
                    <a:pt x="8" y="31"/>
                  </a:lnTo>
                  <a:lnTo>
                    <a:pt x="8" y="34"/>
                  </a:lnTo>
                  <a:lnTo>
                    <a:pt x="6" y="38"/>
                  </a:lnTo>
                  <a:lnTo>
                    <a:pt x="6" y="38"/>
                  </a:lnTo>
                  <a:lnTo>
                    <a:pt x="6" y="41"/>
                  </a:lnTo>
                  <a:lnTo>
                    <a:pt x="6" y="41"/>
                  </a:lnTo>
                  <a:lnTo>
                    <a:pt x="8" y="43"/>
                  </a:lnTo>
                  <a:lnTo>
                    <a:pt x="8" y="45"/>
                  </a:lnTo>
                  <a:lnTo>
                    <a:pt x="8" y="45"/>
                  </a:lnTo>
                  <a:lnTo>
                    <a:pt x="6" y="52"/>
                  </a:lnTo>
                  <a:lnTo>
                    <a:pt x="4" y="56"/>
                  </a:lnTo>
                  <a:lnTo>
                    <a:pt x="6" y="60"/>
                  </a:lnTo>
                  <a:lnTo>
                    <a:pt x="6" y="60"/>
                  </a:lnTo>
                  <a:lnTo>
                    <a:pt x="10" y="65"/>
                  </a:lnTo>
                  <a:lnTo>
                    <a:pt x="11" y="71"/>
                  </a:lnTo>
                  <a:lnTo>
                    <a:pt x="11" y="71"/>
                  </a:lnTo>
                  <a:lnTo>
                    <a:pt x="10" y="85"/>
                  </a:lnTo>
                  <a:lnTo>
                    <a:pt x="10" y="85"/>
                  </a:lnTo>
                  <a:lnTo>
                    <a:pt x="10" y="91"/>
                  </a:lnTo>
                  <a:lnTo>
                    <a:pt x="10" y="92"/>
                  </a:lnTo>
                  <a:lnTo>
                    <a:pt x="10" y="94"/>
                  </a:lnTo>
                  <a:lnTo>
                    <a:pt x="10" y="94"/>
                  </a:lnTo>
                  <a:lnTo>
                    <a:pt x="11" y="94"/>
                  </a:lnTo>
                  <a:lnTo>
                    <a:pt x="10" y="96"/>
                  </a:lnTo>
                  <a:lnTo>
                    <a:pt x="10" y="96"/>
                  </a:lnTo>
                  <a:lnTo>
                    <a:pt x="10" y="98"/>
                  </a:lnTo>
                  <a:lnTo>
                    <a:pt x="10" y="98"/>
                  </a:lnTo>
                  <a:lnTo>
                    <a:pt x="17" y="107"/>
                  </a:lnTo>
                  <a:lnTo>
                    <a:pt x="21" y="114"/>
                  </a:lnTo>
                  <a:lnTo>
                    <a:pt x="21" y="114"/>
                  </a:lnTo>
                  <a:lnTo>
                    <a:pt x="21" y="116"/>
                  </a:lnTo>
                  <a:lnTo>
                    <a:pt x="21" y="120"/>
                  </a:lnTo>
                  <a:lnTo>
                    <a:pt x="21" y="122"/>
                  </a:lnTo>
                  <a:lnTo>
                    <a:pt x="24" y="122"/>
                  </a:lnTo>
                  <a:lnTo>
                    <a:pt x="24" y="122"/>
                  </a:lnTo>
                  <a:lnTo>
                    <a:pt x="26" y="120"/>
                  </a:lnTo>
                  <a:lnTo>
                    <a:pt x="28" y="116"/>
                  </a:lnTo>
                  <a:lnTo>
                    <a:pt x="31" y="113"/>
                  </a:lnTo>
                  <a:lnTo>
                    <a:pt x="33" y="109"/>
                  </a:lnTo>
                  <a:lnTo>
                    <a:pt x="31" y="10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6" name="Freeform 28">
              <a:extLst>
                <a:ext uri="{FF2B5EF4-FFF2-40B4-BE49-F238E27FC236}">
                  <a16:creationId xmlns:a16="http://schemas.microsoft.com/office/drawing/2014/main" id="{5D1B4015-85F1-4C55-9980-7A6903B20B9D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4759" y="3466076"/>
              <a:ext cx="183893" cy="434521"/>
            </a:xfrm>
            <a:custGeom>
              <a:avLst/>
              <a:gdLst>
                <a:gd name="T0" fmla="*/ 19 w 124"/>
                <a:gd name="T1" fmla="*/ 187 h 293"/>
                <a:gd name="T2" fmla="*/ 15 w 124"/>
                <a:gd name="T3" fmla="*/ 187 h 293"/>
                <a:gd name="T4" fmla="*/ 13 w 124"/>
                <a:gd name="T5" fmla="*/ 213 h 293"/>
                <a:gd name="T6" fmla="*/ 8 w 124"/>
                <a:gd name="T7" fmla="*/ 227 h 293"/>
                <a:gd name="T8" fmla="*/ 13 w 124"/>
                <a:gd name="T9" fmla="*/ 236 h 293"/>
                <a:gd name="T10" fmla="*/ 35 w 124"/>
                <a:gd name="T11" fmla="*/ 264 h 293"/>
                <a:gd name="T12" fmla="*/ 39 w 124"/>
                <a:gd name="T13" fmla="*/ 275 h 293"/>
                <a:gd name="T14" fmla="*/ 51 w 124"/>
                <a:gd name="T15" fmla="*/ 284 h 293"/>
                <a:gd name="T16" fmla="*/ 59 w 124"/>
                <a:gd name="T17" fmla="*/ 289 h 293"/>
                <a:gd name="T18" fmla="*/ 64 w 124"/>
                <a:gd name="T19" fmla="*/ 275 h 293"/>
                <a:gd name="T20" fmla="*/ 61 w 124"/>
                <a:gd name="T21" fmla="*/ 266 h 293"/>
                <a:gd name="T22" fmla="*/ 55 w 124"/>
                <a:gd name="T23" fmla="*/ 258 h 293"/>
                <a:gd name="T24" fmla="*/ 42 w 124"/>
                <a:gd name="T25" fmla="*/ 253 h 293"/>
                <a:gd name="T26" fmla="*/ 41 w 124"/>
                <a:gd name="T27" fmla="*/ 244 h 293"/>
                <a:gd name="T28" fmla="*/ 37 w 124"/>
                <a:gd name="T29" fmla="*/ 235 h 293"/>
                <a:gd name="T30" fmla="*/ 26 w 124"/>
                <a:gd name="T31" fmla="*/ 220 h 293"/>
                <a:gd name="T32" fmla="*/ 22 w 124"/>
                <a:gd name="T33" fmla="*/ 220 h 293"/>
                <a:gd name="T34" fmla="*/ 26 w 124"/>
                <a:gd name="T35" fmla="*/ 189 h 293"/>
                <a:gd name="T36" fmla="*/ 33 w 124"/>
                <a:gd name="T37" fmla="*/ 138 h 293"/>
                <a:gd name="T38" fmla="*/ 46 w 124"/>
                <a:gd name="T39" fmla="*/ 136 h 293"/>
                <a:gd name="T40" fmla="*/ 50 w 124"/>
                <a:gd name="T41" fmla="*/ 138 h 293"/>
                <a:gd name="T42" fmla="*/ 53 w 124"/>
                <a:gd name="T43" fmla="*/ 151 h 293"/>
                <a:gd name="T44" fmla="*/ 59 w 124"/>
                <a:gd name="T45" fmla="*/ 151 h 293"/>
                <a:gd name="T46" fmla="*/ 64 w 124"/>
                <a:gd name="T47" fmla="*/ 153 h 293"/>
                <a:gd name="T48" fmla="*/ 66 w 124"/>
                <a:gd name="T49" fmla="*/ 158 h 293"/>
                <a:gd name="T50" fmla="*/ 75 w 124"/>
                <a:gd name="T51" fmla="*/ 160 h 293"/>
                <a:gd name="T52" fmla="*/ 75 w 124"/>
                <a:gd name="T53" fmla="*/ 167 h 293"/>
                <a:gd name="T54" fmla="*/ 72 w 124"/>
                <a:gd name="T55" fmla="*/ 147 h 293"/>
                <a:gd name="T56" fmla="*/ 77 w 124"/>
                <a:gd name="T57" fmla="*/ 123 h 293"/>
                <a:gd name="T58" fmla="*/ 95 w 124"/>
                <a:gd name="T59" fmla="*/ 120 h 293"/>
                <a:gd name="T60" fmla="*/ 117 w 124"/>
                <a:gd name="T61" fmla="*/ 111 h 293"/>
                <a:gd name="T62" fmla="*/ 123 w 124"/>
                <a:gd name="T63" fmla="*/ 96 h 293"/>
                <a:gd name="T64" fmla="*/ 117 w 124"/>
                <a:gd name="T65" fmla="*/ 78 h 293"/>
                <a:gd name="T66" fmla="*/ 108 w 124"/>
                <a:gd name="T67" fmla="*/ 58 h 293"/>
                <a:gd name="T68" fmla="*/ 95 w 124"/>
                <a:gd name="T69" fmla="*/ 40 h 293"/>
                <a:gd name="T70" fmla="*/ 79 w 124"/>
                <a:gd name="T71" fmla="*/ 29 h 293"/>
                <a:gd name="T72" fmla="*/ 68 w 124"/>
                <a:gd name="T73" fmla="*/ 40 h 293"/>
                <a:gd name="T74" fmla="*/ 55 w 124"/>
                <a:gd name="T75" fmla="*/ 38 h 293"/>
                <a:gd name="T76" fmla="*/ 44 w 124"/>
                <a:gd name="T77" fmla="*/ 25 h 293"/>
                <a:gd name="T78" fmla="*/ 51 w 124"/>
                <a:gd name="T79" fmla="*/ 7 h 293"/>
                <a:gd name="T80" fmla="*/ 41 w 124"/>
                <a:gd name="T81" fmla="*/ 1 h 293"/>
                <a:gd name="T82" fmla="*/ 24 w 124"/>
                <a:gd name="T83" fmla="*/ 0 h 293"/>
                <a:gd name="T84" fmla="*/ 17 w 124"/>
                <a:gd name="T85" fmla="*/ 12 h 293"/>
                <a:gd name="T86" fmla="*/ 2 w 124"/>
                <a:gd name="T87" fmla="*/ 20 h 293"/>
                <a:gd name="T88" fmla="*/ 2 w 124"/>
                <a:gd name="T89" fmla="*/ 41 h 293"/>
                <a:gd name="T90" fmla="*/ 10 w 124"/>
                <a:gd name="T91" fmla="*/ 76 h 293"/>
                <a:gd name="T92" fmla="*/ 8 w 124"/>
                <a:gd name="T93" fmla="*/ 94 h 293"/>
                <a:gd name="T94" fmla="*/ 24 w 124"/>
                <a:gd name="T95" fmla="*/ 133 h 293"/>
                <a:gd name="T96" fmla="*/ 24 w 124"/>
                <a:gd name="T97" fmla="*/ 164 h 293"/>
                <a:gd name="T98" fmla="*/ 19 w 124"/>
                <a:gd name="T99" fmla="*/ 180 h 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24" h="293">
                  <a:moveTo>
                    <a:pt x="19" y="180"/>
                  </a:moveTo>
                  <a:lnTo>
                    <a:pt x="19" y="180"/>
                  </a:lnTo>
                  <a:lnTo>
                    <a:pt x="19" y="187"/>
                  </a:lnTo>
                  <a:lnTo>
                    <a:pt x="19" y="187"/>
                  </a:lnTo>
                  <a:lnTo>
                    <a:pt x="15" y="187"/>
                  </a:lnTo>
                  <a:lnTo>
                    <a:pt x="15" y="187"/>
                  </a:lnTo>
                  <a:lnTo>
                    <a:pt x="15" y="209"/>
                  </a:lnTo>
                  <a:lnTo>
                    <a:pt x="15" y="209"/>
                  </a:lnTo>
                  <a:lnTo>
                    <a:pt x="13" y="213"/>
                  </a:lnTo>
                  <a:lnTo>
                    <a:pt x="11" y="216"/>
                  </a:lnTo>
                  <a:lnTo>
                    <a:pt x="10" y="220"/>
                  </a:lnTo>
                  <a:lnTo>
                    <a:pt x="8" y="227"/>
                  </a:lnTo>
                  <a:lnTo>
                    <a:pt x="8" y="227"/>
                  </a:lnTo>
                  <a:lnTo>
                    <a:pt x="10" y="231"/>
                  </a:lnTo>
                  <a:lnTo>
                    <a:pt x="13" y="236"/>
                  </a:lnTo>
                  <a:lnTo>
                    <a:pt x="22" y="246"/>
                  </a:lnTo>
                  <a:lnTo>
                    <a:pt x="31" y="258"/>
                  </a:lnTo>
                  <a:lnTo>
                    <a:pt x="35" y="264"/>
                  </a:lnTo>
                  <a:lnTo>
                    <a:pt x="37" y="267"/>
                  </a:lnTo>
                  <a:lnTo>
                    <a:pt x="37" y="267"/>
                  </a:lnTo>
                  <a:lnTo>
                    <a:pt x="39" y="275"/>
                  </a:lnTo>
                  <a:lnTo>
                    <a:pt x="39" y="282"/>
                  </a:lnTo>
                  <a:lnTo>
                    <a:pt x="44" y="280"/>
                  </a:lnTo>
                  <a:lnTo>
                    <a:pt x="51" y="284"/>
                  </a:lnTo>
                  <a:lnTo>
                    <a:pt x="51" y="293"/>
                  </a:lnTo>
                  <a:lnTo>
                    <a:pt x="57" y="293"/>
                  </a:lnTo>
                  <a:lnTo>
                    <a:pt x="59" y="289"/>
                  </a:lnTo>
                  <a:lnTo>
                    <a:pt x="62" y="289"/>
                  </a:lnTo>
                  <a:lnTo>
                    <a:pt x="64" y="282"/>
                  </a:lnTo>
                  <a:lnTo>
                    <a:pt x="64" y="275"/>
                  </a:lnTo>
                  <a:lnTo>
                    <a:pt x="64" y="275"/>
                  </a:lnTo>
                  <a:lnTo>
                    <a:pt x="62" y="271"/>
                  </a:lnTo>
                  <a:lnTo>
                    <a:pt x="61" y="266"/>
                  </a:lnTo>
                  <a:lnTo>
                    <a:pt x="59" y="262"/>
                  </a:lnTo>
                  <a:lnTo>
                    <a:pt x="55" y="258"/>
                  </a:lnTo>
                  <a:lnTo>
                    <a:pt x="55" y="258"/>
                  </a:lnTo>
                  <a:lnTo>
                    <a:pt x="48" y="256"/>
                  </a:lnTo>
                  <a:lnTo>
                    <a:pt x="46" y="255"/>
                  </a:lnTo>
                  <a:lnTo>
                    <a:pt x="42" y="253"/>
                  </a:lnTo>
                  <a:lnTo>
                    <a:pt x="42" y="253"/>
                  </a:lnTo>
                  <a:lnTo>
                    <a:pt x="41" y="249"/>
                  </a:lnTo>
                  <a:lnTo>
                    <a:pt x="41" y="244"/>
                  </a:lnTo>
                  <a:lnTo>
                    <a:pt x="39" y="240"/>
                  </a:lnTo>
                  <a:lnTo>
                    <a:pt x="37" y="235"/>
                  </a:lnTo>
                  <a:lnTo>
                    <a:pt x="37" y="235"/>
                  </a:lnTo>
                  <a:lnTo>
                    <a:pt x="30" y="235"/>
                  </a:lnTo>
                  <a:lnTo>
                    <a:pt x="30" y="235"/>
                  </a:lnTo>
                  <a:lnTo>
                    <a:pt x="26" y="220"/>
                  </a:lnTo>
                  <a:lnTo>
                    <a:pt x="26" y="220"/>
                  </a:lnTo>
                  <a:lnTo>
                    <a:pt x="22" y="220"/>
                  </a:lnTo>
                  <a:lnTo>
                    <a:pt x="22" y="220"/>
                  </a:lnTo>
                  <a:lnTo>
                    <a:pt x="22" y="213"/>
                  </a:lnTo>
                  <a:lnTo>
                    <a:pt x="22" y="205"/>
                  </a:lnTo>
                  <a:lnTo>
                    <a:pt x="26" y="189"/>
                  </a:lnTo>
                  <a:lnTo>
                    <a:pt x="35" y="164"/>
                  </a:lnTo>
                  <a:lnTo>
                    <a:pt x="33" y="144"/>
                  </a:lnTo>
                  <a:lnTo>
                    <a:pt x="33" y="138"/>
                  </a:lnTo>
                  <a:lnTo>
                    <a:pt x="33" y="138"/>
                  </a:lnTo>
                  <a:lnTo>
                    <a:pt x="46" y="136"/>
                  </a:lnTo>
                  <a:lnTo>
                    <a:pt x="46" y="136"/>
                  </a:lnTo>
                  <a:lnTo>
                    <a:pt x="46" y="138"/>
                  </a:lnTo>
                  <a:lnTo>
                    <a:pt x="50" y="138"/>
                  </a:lnTo>
                  <a:lnTo>
                    <a:pt x="50" y="138"/>
                  </a:lnTo>
                  <a:lnTo>
                    <a:pt x="50" y="145"/>
                  </a:lnTo>
                  <a:lnTo>
                    <a:pt x="51" y="149"/>
                  </a:lnTo>
                  <a:lnTo>
                    <a:pt x="53" y="151"/>
                  </a:lnTo>
                  <a:lnTo>
                    <a:pt x="53" y="151"/>
                  </a:lnTo>
                  <a:lnTo>
                    <a:pt x="55" y="151"/>
                  </a:lnTo>
                  <a:lnTo>
                    <a:pt x="59" y="151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64" y="153"/>
                  </a:lnTo>
                  <a:lnTo>
                    <a:pt x="64" y="156"/>
                  </a:lnTo>
                  <a:lnTo>
                    <a:pt x="64" y="156"/>
                  </a:lnTo>
                  <a:lnTo>
                    <a:pt x="66" y="158"/>
                  </a:lnTo>
                  <a:lnTo>
                    <a:pt x="70" y="158"/>
                  </a:lnTo>
                  <a:lnTo>
                    <a:pt x="75" y="160"/>
                  </a:lnTo>
                  <a:lnTo>
                    <a:pt x="75" y="160"/>
                  </a:lnTo>
                  <a:lnTo>
                    <a:pt x="75" y="164"/>
                  </a:lnTo>
                  <a:lnTo>
                    <a:pt x="75" y="167"/>
                  </a:lnTo>
                  <a:lnTo>
                    <a:pt x="75" y="167"/>
                  </a:lnTo>
                  <a:lnTo>
                    <a:pt x="75" y="167"/>
                  </a:lnTo>
                  <a:lnTo>
                    <a:pt x="77" y="154"/>
                  </a:lnTo>
                  <a:lnTo>
                    <a:pt x="72" y="147"/>
                  </a:lnTo>
                  <a:lnTo>
                    <a:pt x="70" y="134"/>
                  </a:lnTo>
                  <a:lnTo>
                    <a:pt x="72" y="125"/>
                  </a:lnTo>
                  <a:lnTo>
                    <a:pt x="77" y="123"/>
                  </a:lnTo>
                  <a:lnTo>
                    <a:pt x="84" y="118"/>
                  </a:lnTo>
                  <a:lnTo>
                    <a:pt x="90" y="120"/>
                  </a:lnTo>
                  <a:lnTo>
                    <a:pt x="95" y="120"/>
                  </a:lnTo>
                  <a:lnTo>
                    <a:pt x="102" y="114"/>
                  </a:lnTo>
                  <a:lnTo>
                    <a:pt x="106" y="111"/>
                  </a:lnTo>
                  <a:lnTo>
                    <a:pt x="117" y="111"/>
                  </a:lnTo>
                  <a:lnTo>
                    <a:pt x="121" y="105"/>
                  </a:lnTo>
                  <a:lnTo>
                    <a:pt x="124" y="100"/>
                  </a:lnTo>
                  <a:lnTo>
                    <a:pt x="123" y="96"/>
                  </a:lnTo>
                  <a:lnTo>
                    <a:pt x="119" y="89"/>
                  </a:lnTo>
                  <a:lnTo>
                    <a:pt x="119" y="82"/>
                  </a:lnTo>
                  <a:lnTo>
                    <a:pt x="117" y="78"/>
                  </a:lnTo>
                  <a:lnTo>
                    <a:pt x="112" y="72"/>
                  </a:lnTo>
                  <a:lnTo>
                    <a:pt x="108" y="67"/>
                  </a:lnTo>
                  <a:lnTo>
                    <a:pt x="108" y="58"/>
                  </a:lnTo>
                  <a:lnTo>
                    <a:pt x="108" y="51"/>
                  </a:lnTo>
                  <a:lnTo>
                    <a:pt x="101" y="38"/>
                  </a:lnTo>
                  <a:lnTo>
                    <a:pt x="95" y="40"/>
                  </a:lnTo>
                  <a:lnTo>
                    <a:pt x="90" y="36"/>
                  </a:lnTo>
                  <a:lnTo>
                    <a:pt x="86" y="29"/>
                  </a:lnTo>
                  <a:lnTo>
                    <a:pt x="79" y="29"/>
                  </a:lnTo>
                  <a:lnTo>
                    <a:pt x="75" y="32"/>
                  </a:lnTo>
                  <a:lnTo>
                    <a:pt x="70" y="32"/>
                  </a:lnTo>
                  <a:lnTo>
                    <a:pt x="68" y="40"/>
                  </a:lnTo>
                  <a:lnTo>
                    <a:pt x="62" y="41"/>
                  </a:lnTo>
                  <a:lnTo>
                    <a:pt x="59" y="40"/>
                  </a:lnTo>
                  <a:lnTo>
                    <a:pt x="55" y="38"/>
                  </a:lnTo>
                  <a:lnTo>
                    <a:pt x="48" y="36"/>
                  </a:lnTo>
                  <a:lnTo>
                    <a:pt x="46" y="29"/>
                  </a:lnTo>
                  <a:lnTo>
                    <a:pt x="44" y="25"/>
                  </a:lnTo>
                  <a:lnTo>
                    <a:pt x="46" y="20"/>
                  </a:lnTo>
                  <a:lnTo>
                    <a:pt x="51" y="12"/>
                  </a:lnTo>
                  <a:lnTo>
                    <a:pt x="51" y="7"/>
                  </a:lnTo>
                  <a:lnTo>
                    <a:pt x="44" y="9"/>
                  </a:lnTo>
                  <a:lnTo>
                    <a:pt x="41" y="7"/>
                  </a:lnTo>
                  <a:lnTo>
                    <a:pt x="41" y="1"/>
                  </a:lnTo>
                  <a:lnTo>
                    <a:pt x="41" y="3"/>
                  </a:lnTo>
                  <a:lnTo>
                    <a:pt x="28" y="3"/>
                  </a:lnTo>
                  <a:lnTo>
                    <a:pt x="24" y="0"/>
                  </a:lnTo>
                  <a:lnTo>
                    <a:pt x="21" y="0"/>
                  </a:lnTo>
                  <a:lnTo>
                    <a:pt x="17" y="7"/>
                  </a:lnTo>
                  <a:lnTo>
                    <a:pt x="17" y="12"/>
                  </a:lnTo>
                  <a:lnTo>
                    <a:pt x="13" y="12"/>
                  </a:lnTo>
                  <a:lnTo>
                    <a:pt x="8" y="20"/>
                  </a:lnTo>
                  <a:lnTo>
                    <a:pt x="2" y="20"/>
                  </a:lnTo>
                  <a:lnTo>
                    <a:pt x="0" y="25"/>
                  </a:lnTo>
                  <a:lnTo>
                    <a:pt x="4" y="34"/>
                  </a:lnTo>
                  <a:lnTo>
                    <a:pt x="2" y="41"/>
                  </a:lnTo>
                  <a:lnTo>
                    <a:pt x="0" y="52"/>
                  </a:lnTo>
                  <a:lnTo>
                    <a:pt x="2" y="67"/>
                  </a:lnTo>
                  <a:lnTo>
                    <a:pt x="10" y="76"/>
                  </a:lnTo>
                  <a:lnTo>
                    <a:pt x="17" y="83"/>
                  </a:lnTo>
                  <a:lnTo>
                    <a:pt x="17" y="91"/>
                  </a:lnTo>
                  <a:lnTo>
                    <a:pt x="8" y="94"/>
                  </a:lnTo>
                  <a:lnTo>
                    <a:pt x="11" y="111"/>
                  </a:lnTo>
                  <a:lnTo>
                    <a:pt x="15" y="125"/>
                  </a:lnTo>
                  <a:lnTo>
                    <a:pt x="24" y="133"/>
                  </a:lnTo>
                  <a:lnTo>
                    <a:pt x="28" y="145"/>
                  </a:lnTo>
                  <a:lnTo>
                    <a:pt x="28" y="156"/>
                  </a:lnTo>
                  <a:lnTo>
                    <a:pt x="24" y="164"/>
                  </a:lnTo>
                  <a:lnTo>
                    <a:pt x="22" y="174"/>
                  </a:lnTo>
                  <a:lnTo>
                    <a:pt x="21" y="180"/>
                  </a:lnTo>
                  <a:lnTo>
                    <a:pt x="19" y="18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7" name="Freeform 29">
              <a:extLst>
                <a:ext uri="{FF2B5EF4-FFF2-40B4-BE49-F238E27FC236}">
                  <a16:creationId xmlns:a16="http://schemas.microsoft.com/office/drawing/2014/main" id="{803ECE58-7D2E-4FDC-8EFD-79DC44E71E2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52732" y="4105251"/>
              <a:ext cx="253594" cy="305499"/>
            </a:xfrm>
            <a:custGeom>
              <a:avLst/>
              <a:gdLst>
                <a:gd name="T0" fmla="*/ 138 w 171"/>
                <a:gd name="T1" fmla="*/ 42 h 206"/>
                <a:gd name="T2" fmla="*/ 131 w 171"/>
                <a:gd name="T3" fmla="*/ 39 h 206"/>
                <a:gd name="T4" fmla="*/ 129 w 171"/>
                <a:gd name="T5" fmla="*/ 24 h 206"/>
                <a:gd name="T6" fmla="*/ 72 w 171"/>
                <a:gd name="T7" fmla="*/ 8 h 206"/>
                <a:gd name="T8" fmla="*/ 72 w 171"/>
                <a:gd name="T9" fmla="*/ 15 h 206"/>
                <a:gd name="T10" fmla="*/ 78 w 171"/>
                <a:gd name="T11" fmla="*/ 22 h 206"/>
                <a:gd name="T12" fmla="*/ 69 w 171"/>
                <a:gd name="T13" fmla="*/ 24 h 206"/>
                <a:gd name="T14" fmla="*/ 69 w 171"/>
                <a:gd name="T15" fmla="*/ 35 h 206"/>
                <a:gd name="T16" fmla="*/ 51 w 171"/>
                <a:gd name="T17" fmla="*/ 20 h 206"/>
                <a:gd name="T18" fmla="*/ 47 w 171"/>
                <a:gd name="T19" fmla="*/ 33 h 206"/>
                <a:gd name="T20" fmla="*/ 40 w 171"/>
                <a:gd name="T21" fmla="*/ 33 h 206"/>
                <a:gd name="T22" fmla="*/ 36 w 171"/>
                <a:gd name="T23" fmla="*/ 2 h 206"/>
                <a:gd name="T24" fmla="*/ 25 w 171"/>
                <a:gd name="T25" fmla="*/ 13 h 206"/>
                <a:gd name="T26" fmla="*/ 25 w 171"/>
                <a:gd name="T27" fmla="*/ 26 h 206"/>
                <a:gd name="T28" fmla="*/ 25 w 171"/>
                <a:gd name="T29" fmla="*/ 37 h 206"/>
                <a:gd name="T30" fmla="*/ 31 w 171"/>
                <a:gd name="T31" fmla="*/ 37 h 206"/>
                <a:gd name="T32" fmla="*/ 23 w 171"/>
                <a:gd name="T33" fmla="*/ 48 h 206"/>
                <a:gd name="T34" fmla="*/ 12 w 171"/>
                <a:gd name="T35" fmla="*/ 62 h 206"/>
                <a:gd name="T36" fmla="*/ 1 w 171"/>
                <a:gd name="T37" fmla="*/ 60 h 206"/>
                <a:gd name="T38" fmla="*/ 14 w 171"/>
                <a:gd name="T39" fmla="*/ 97 h 206"/>
                <a:gd name="T40" fmla="*/ 18 w 171"/>
                <a:gd name="T41" fmla="*/ 110 h 206"/>
                <a:gd name="T42" fmla="*/ 20 w 171"/>
                <a:gd name="T43" fmla="*/ 122 h 206"/>
                <a:gd name="T44" fmla="*/ 40 w 171"/>
                <a:gd name="T45" fmla="*/ 137 h 206"/>
                <a:gd name="T46" fmla="*/ 40 w 171"/>
                <a:gd name="T47" fmla="*/ 144 h 206"/>
                <a:gd name="T48" fmla="*/ 47 w 171"/>
                <a:gd name="T49" fmla="*/ 150 h 206"/>
                <a:gd name="T50" fmla="*/ 71 w 171"/>
                <a:gd name="T51" fmla="*/ 159 h 206"/>
                <a:gd name="T52" fmla="*/ 76 w 171"/>
                <a:gd name="T53" fmla="*/ 164 h 206"/>
                <a:gd name="T54" fmla="*/ 78 w 171"/>
                <a:gd name="T55" fmla="*/ 193 h 206"/>
                <a:gd name="T56" fmla="*/ 76 w 171"/>
                <a:gd name="T57" fmla="*/ 204 h 206"/>
                <a:gd name="T58" fmla="*/ 93 w 171"/>
                <a:gd name="T59" fmla="*/ 199 h 206"/>
                <a:gd name="T60" fmla="*/ 100 w 171"/>
                <a:gd name="T61" fmla="*/ 204 h 206"/>
                <a:gd name="T62" fmla="*/ 109 w 171"/>
                <a:gd name="T63" fmla="*/ 204 h 206"/>
                <a:gd name="T64" fmla="*/ 127 w 171"/>
                <a:gd name="T65" fmla="*/ 201 h 206"/>
                <a:gd name="T66" fmla="*/ 133 w 171"/>
                <a:gd name="T67" fmla="*/ 197 h 206"/>
                <a:gd name="T68" fmla="*/ 140 w 171"/>
                <a:gd name="T69" fmla="*/ 197 h 206"/>
                <a:gd name="T70" fmla="*/ 147 w 171"/>
                <a:gd name="T71" fmla="*/ 192 h 206"/>
                <a:gd name="T72" fmla="*/ 160 w 171"/>
                <a:gd name="T73" fmla="*/ 188 h 206"/>
                <a:gd name="T74" fmla="*/ 171 w 171"/>
                <a:gd name="T75" fmla="*/ 181 h 206"/>
                <a:gd name="T76" fmla="*/ 164 w 171"/>
                <a:gd name="T77" fmla="*/ 166 h 206"/>
                <a:gd name="T78" fmla="*/ 154 w 171"/>
                <a:gd name="T79" fmla="*/ 139 h 206"/>
                <a:gd name="T80" fmla="*/ 158 w 171"/>
                <a:gd name="T81" fmla="*/ 111 h 206"/>
                <a:gd name="T82" fmla="*/ 147 w 171"/>
                <a:gd name="T83" fmla="*/ 99 h 206"/>
                <a:gd name="T84" fmla="*/ 145 w 171"/>
                <a:gd name="T85" fmla="*/ 84 h 206"/>
                <a:gd name="T86" fmla="*/ 156 w 171"/>
                <a:gd name="T87" fmla="*/ 55 h 206"/>
                <a:gd name="T88" fmla="*/ 153 w 171"/>
                <a:gd name="T89" fmla="*/ 97 h 206"/>
                <a:gd name="T90" fmla="*/ 156 w 171"/>
                <a:gd name="T91" fmla="*/ 99 h 206"/>
                <a:gd name="T92" fmla="*/ 151 w 171"/>
                <a:gd name="T93" fmla="*/ 90 h 206"/>
                <a:gd name="T94" fmla="*/ 65 w 171"/>
                <a:gd name="T95" fmla="*/ 11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71" h="206">
                  <a:moveTo>
                    <a:pt x="156" y="55"/>
                  </a:moveTo>
                  <a:lnTo>
                    <a:pt x="140" y="44"/>
                  </a:lnTo>
                  <a:lnTo>
                    <a:pt x="140" y="44"/>
                  </a:lnTo>
                  <a:lnTo>
                    <a:pt x="138" y="42"/>
                  </a:lnTo>
                  <a:lnTo>
                    <a:pt x="134" y="40"/>
                  </a:lnTo>
                  <a:lnTo>
                    <a:pt x="134" y="40"/>
                  </a:lnTo>
                  <a:lnTo>
                    <a:pt x="133" y="40"/>
                  </a:lnTo>
                  <a:lnTo>
                    <a:pt x="131" y="39"/>
                  </a:lnTo>
                  <a:lnTo>
                    <a:pt x="131" y="33"/>
                  </a:lnTo>
                  <a:lnTo>
                    <a:pt x="131" y="33"/>
                  </a:lnTo>
                  <a:lnTo>
                    <a:pt x="131" y="28"/>
                  </a:lnTo>
                  <a:lnTo>
                    <a:pt x="129" y="24"/>
                  </a:lnTo>
                  <a:lnTo>
                    <a:pt x="76" y="0"/>
                  </a:lnTo>
                  <a:lnTo>
                    <a:pt x="76" y="8"/>
                  </a:lnTo>
                  <a:lnTo>
                    <a:pt x="76" y="8"/>
                  </a:lnTo>
                  <a:lnTo>
                    <a:pt x="72" y="8"/>
                  </a:lnTo>
                  <a:lnTo>
                    <a:pt x="71" y="9"/>
                  </a:lnTo>
                  <a:lnTo>
                    <a:pt x="69" y="11"/>
                  </a:lnTo>
                  <a:lnTo>
                    <a:pt x="69" y="11"/>
                  </a:lnTo>
                  <a:lnTo>
                    <a:pt x="72" y="15"/>
                  </a:lnTo>
                  <a:lnTo>
                    <a:pt x="78" y="19"/>
                  </a:lnTo>
                  <a:lnTo>
                    <a:pt x="78" y="19"/>
                  </a:lnTo>
                  <a:lnTo>
                    <a:pt x="78" y="20"/>
                  </a:lnTo>
                  <a:lnTo>
                    <a:pt x="78" y="22"/>
                  </a:lnTo>
                  <a:lnTo>
                    <a:pt x="78" y="24"/>
                  </a:lnTo>
                  <a:lnTo>
                    <a:pt x="76" y="20"/>
                  </a:lnTo>
                  <a:lnTo>
                    <a:pt x="76" y="20"/>
                  </a:lnTo>
                  <a:lnTo>
                    <a:pt x="69" y="24"/>
                  </a:lnTo>
                  <a:lnTo>
                    <a:pt x="69" y="24"/>
                  </a:lnTo>
                  <a:lnTo>
                    <a:pt x="69" y="30"/>
                  </a:lnTo>
                  <a:lnTo>
                    <a:pt x="69" y="35"/>
                  </a:lnTo>
                  <a:lnTo>
                    <a:pt x="69" y="35"/>
                  </a:lnTo>
                  <a:lnTo>
                    <a:pt x="67" y="31"/>
                  </a:lnTo>
                  <a:lnTo>
                    <a:pt x="65" y="26"/>
                  </a:lnTo>
                  <a:lnTo>
                    <a:pt x="65" y="26"/>
                  </a:lnTo>
                  <a:lnTo>
                    <a:pt x="51" y="20"/>
                  </a:lnTo>
                  <a:lnTo>
                    <a:pt x="51" y="26"/>
                  </a:lnTo>
                  <a:lnTo>
                    <a:pt x="51" y="26"/>
                  </a:lnTo>
                  <a:lnTo>
                    <a:pt x="43" y="26"/>
                  </a:lnTo>
                  <a:lnTo>
                    <a:pt x="47" y="33"/>
                  </a:lnTo>
                  <a:lnTo>
                    <a:pt x="47" y="33"/>
                  </a:lnTo>
                  <a:lnTo>
                    <a:pt x="43" y="33"/>
                  </a:lnTo>
                  <a:lnTo>
                    <a:pt x="40" y="33"/>
                  </a:lnTo>
                  <a:lnTo>
                    <a:pt x="40" y="33"/>
                  </a:lnTo>
                  <a:lnTo>
                    <a:pt x="36" y="24"/>
                  </a:lnTo>
                  <a:lnTo>
                    <a:pt x="34" y="17"/>
                  </a:lnTo>
                  <a:lnTo>
                    <a:pt x="34" y="9"/>
                  </a:lnTo>
                  <a:lnTo>
                    <a:pt x="36" y="2"/>
                  </a:lnTo>
                  <a:lnTo>
                    <a:pt x="21" y="2"/>
                  </a:lnTo>
                  <a:lnTo>
                    <a:pt x="25" y="11"/>
                  </a:lnTo>
                  <a:lnTo>
                    <a:pt x="25" y="11"/>
                  </a:lnTo>
                  <a:lnTo>
                    <a:pt x="25" y="13"/>
                  </a:lnTo>
                  <a:lnTo>
                    <a:pt x="25" y="20"/>
                  </a:lnTo>
                  <a:lnTo>
                    <a:pt x="25" y="20"/>
                  </a:lnTo>
                  <a:lnTo>
                    <a:pt x="25" y="24"/>
                  </a:lnTo>
                  <a:lnTo>
                    <a:pt x="25" y="26"/>
                  </a:lnTo>
                  <a:lnTo>
                    <a:pt x="25" y="26"/>
                  </a:lnTo>
                  <a:lnTo>
                    <a:pt x="23" y="30"/>
                  </a:lnTo>
                  <a:lnTo>
                    <a:pt x="23" y="3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1" y="39"/>
                  </a:lnTo>
                  <a:lnTo>
                    <a:pt x="31" y="37"/>
                  </a:lnTo>
                  <a:lnTo>
                    <a:pt x="31" y="37"/>
                  </a:lnTo>
                  <a:lnTo>
                    <a:pt x="31" y="40"/>
                  </a:lnTo>
                  <a:lnTo>
                    <a:pt x="29" y="44"/>
                  </a:lnTo>
                  <a:lnTo>
                    <a:pt x="29" y="44"/>
                  </a:lnTo>
                  <a:lnTo>
                    <a:pt x="23" y="48"/>
                  </a:lnTo>
                  <a:lnTo>
                    <a:pt x="21" y="50"/>
                  </a:lnTo>
                  <a:lnTo>
                    <a:pt x="20" y="59"/>
                  </a:lnTo>
                  <a:lnTo>
                    <a:pt x="20" y="59"/>
                  </a:lnTo>
                  <a:lnTo>
                    <a:pt x="12" y="62"/>
                  </a:lnTo>
                  <a:lnTo>
                    <a:pt x="12" y="62"/>
                  </a:lnTo>
                  <a:lnTo>
                    <a:pt x="5" y="62"/>
                  </a:lnTo>
                  <a:lnTo>
                    <a:pt x="1" y="60"/>
                  </a:lnTo>
                  <a:lnTo>
                    <a:pt x="1" y="60"/>
                  </a:lnTo>
                  <a:lnTo>
                    <a:pt x="0" y="91"/>
                  </a:lnTo>
                  <a:lnTo>
                    <a:pt x="0" y="91"/>
                  </a:lnTo>
                  <a:lnTo>
                    <a:pt x="11" y="95"/>
                  </a:lnTo>
                  <a:lnTo>
                    <a:pt x="14" y="97"/>
                  </a:lnTo>
                  <a:lnTo>
                    <a:pt x="18" y="101"/>
                  </a:lnTo>
                  <a:lnTo>
                    <a:pt x="18" y="101"/>
                  </a:lnTo>
                  <a:lnTo>
                    <a:pt x="18" y="106"/>
                  </a:lnTo>
                  <a:lnTo>
                    <a:pt x="18" y="110"/>
                  </a:lnTo>
                  <a:lnTo>
                    <a:pt x="16" y="115"/>
                  </a:lnTo>
                  <a:lnTo>
                    <a:pt x="18" y="119"/>
                  </a:lnTo>
                  <a:lnTo>
                    <a:pt x="18" y="119"/>
                  </a:lnTo>
                  <a:lnTo>
                    <a:pt x="20" y="122"/>
                  </a:lnTo>
                  <a:lnTo>
                    <a:pt x="23" y="126"/>
                  </a:lnTo>
                  <a:lnTo>
                    <a:pt x="32" y="135"/>
                  </a:lnTo>
                  <a:lnTo>
                    <a:pt x="32" y="135"/>
                  </a:lnTo>
                  <a:lnTo>
                    <a:pt x="40" y="137"/>
                  </a:lnTo>
                  <a:lnTo>
                    <a:pt x="40" y="137"/>
                  </a:lnTo>
                  <a:lnTo>
                    <a:pt x="38" y="141"/>
                  </a:lnTo>
                  <a:lnTo>
                    <a:pt x="38" y="144"/>
                  </a:lnTo>
                  <a:lnTo>
                    <a:pt x="40" y="144"/>
                  </a:lnTo>
                  <a:lnTo>
                    <a:pt x="40" y="144"/>
                  </a:lnTo>
                  <a:lnTo>
                    <a:pt x="43" y="146"/>
                  </a:lnTo>
                  <a:lnTo>
                    <a:pt x="47" y="150"/>
                  </a:lnTo>
                  <a:lnTo>
                    <a:pt x="47" y="150"/>
                  </a:lnTo>
                  <a:lnTo>
                    <a:pt x="52" y="153"/>
                  </a:lnTo>
                  <a:lnTo>
                    <a:pt x="60" y="153"/>
                  </a:lnTo>
                  <a:lnTo>
                    <a:pt x="69" y="159"/>
                  </a:lnTo>
                  <a:lnTo>
                    <a:pt x="71" y="159"/>
                  </a:lnTo>
                  <a:lnTo>
                    <a:pt x="74" y="161"/>
                  </a:lnTo>
                  <a:lnTo>
                    <a:pt x="74" y="161"/>
                  </a:lnTo>
                  <a:lnTo>
                    <a:pt x="76" y="162"/>
                  </a:lnTo>
                  <a:lnTo>
                    <a:pt x="76" y="164"/>
                  </a:lnTo>
                  <a:lnTo>
                    <a:pt x="78" y="170"/>
                  </a:lnTo>
                  <a:lnTo>
                    <a:pt x="78" y="170"/>
                  </a:lnTo>
                  <a:lnTo>
                    <a:pt x="78" y="181"/>
                  </a:lnTo>
                  <a:lnTo>
                    <a:pt x="78" y="193"/>
                  </a:lnTo>
                  <a:lnTo>
                    <a:pt x="78" y="193"/>
                  </a:lnTo>
                  <a:lnTo>
                    <a:pt x="76" y="201"/>
                  </a:lnTo>
                  <a:lnTo>
                    <a:pt x="76" y="204"/>
                  </a:lnTo>
                  <a:lnTo>
                    <a:pt x="76" y="204"/>
                  </a:lnTo>
                  <a:lnTo>
                    <a:pt x="82" y="203"/>
                  </a:lnTo>
                  <a:lnTo>
                    <a:pt x="89" y="201"/>
                  </a:lnTo>
                  <a:lnTo>
                    <a:pt x="89" y="201"/>
                  </a:lnTo>
                  <a:lnTo>
                    <a:pt x="93" y="199"/>
                  </a:lnTo>
                  <a:lnTo>
                    <a:pt x="96" y="199"/>
                  </a:lnTo>
                  <a:lnTo>
                    <a:pt x="96" y="199"/>
                  </a:lnTo>
                  <a:lnTo>
                    <a:pt x="98" y="201"/>
                  </a:lnTo>
                  <a:lnTo>
                    <a:pt x="100" y="204"/>
                  </a:lnTo>
                  <a:lnTo>
                    <a:pt x="100" y="206"/>
                  </a:lnTo>
                  <a:lnTo>
                    <a:pt x="103" y="206"/>
                  </a:lnTo>
                  <a:lnTo>
                    <a:pt x="103" y="206"/>
                  </a:lnTo>
                  <a:lnTo>
                    <a:pt x="109" y="204"/>
                  </a:lnTo>
                  <a:lnTo>
                    <a:pt x="114" y="203"/>
                  </a:lnTo>
                  <a:lnTo>
                    <a:pt x="114" y="203"/>
                  </a:lnTo>
                  <a:lnTo>
                    <a:pt x="120" y="203"/>
                  </a:lnTo>
                  <a:lnTo>
                    <a:pt x="127" y="201"/>
                  </a:lnTo>
                  <a:lnTo>
                    <a:pt x="127" y="201"/>
                  </a:lnTo>
                  <a:lnTo>
                    <a:pt x="129" y="197"/>
                  </a:lnTo>
                  <a:lnTo>
                    <a:pt x="131" y="197"/>
                  </a:lnTo>
                  <a:lnTo>
                    <a:pt x="133" y="197"/>
                  </a:lnTo>
                  <a:lnTo>
                    <a:pt x="133" y="197"/>
                  </a:lnTo>
                  <a:lnTo>
                    <a:pt x="136" y="199"/>
                  </a:lnTo>
                  <a:lnTo>
                    <a:pt x="140" y="197"/>
                  </a:lnTo>
                  <a:lnTo>
                    <a:pt x="140" y="197"/>
                  </a:lnTo>
                  <a:lnTo>
                    <a:pt x="142" y="195"/>
                  </a:lnTo>
                  <a:lnTo>
                    <a:pt x="144" y="195"/>
                  </a:lnTo>
                  <a:lnTo>
                    <a:pt x="145" y="193"/>
                  </a:lnTo>
                  <a:lnTo>
                    <a:pt x="147" y="192"/>
                  </a:lnTo>
                  <a:lnTo>
                    <a:pt x="147" y="192"/>
                  </a:lnTo>
                  <a:lnTo>
                    <a:pt x="154" y="192"/>
                  </a:lnTo>
                  <a:lnTo>
                    <a:pt x="160" y="188"/>
                  </a:lnTo>
                  <a:lnTo>
                    <a:pt x="160" y="188"/>
                  </a:lnTo>
                  <a:lnTo>
                    <a:pt x="165" y="186"/>
                  </a:lnTo>
                  <a:lnTo>
                    <a:pt x="169" y="186"/>
                  </a:lnTo>
                  <a:lnTo>
                    <a:pt x="169" y="186"/>
                  </a:lnTo>
                  <a:lnTo>
                    <a:pt x="171" y="181"/>
                  </a:lnTo>
                  <a:lnTo>
                    <a:pt x="171" y="175"/>
                  </a:lnTo>
                  <a:lnTo>
                    <a:pt x="171" y="175"/>
                  </a:lnTo>
                  <a:lnTo>
                    <a:pt x="167" y="170"/>
                  </a:lnTo>
                  <a:lnTo>
                    <a:pt x="164" y="166"/>
                  </a:lnTo>
                  <a:lnTo>
                    <a:pt x="158" y="161"/>
                  </a:lnTo>
                  <a:lnTo>
                    <a:pt x="154" y="155"/>
                  </a:lnTo>
                  <a:lnTo>
                    <a:pt x="154" y="155"/>
                  </a:lnTo>
                  <a:lnTo>
                    <a:pt x="154" y="139"/>
                  </a:lnTo>
                  <a:lnTo>
                    <a:pt x="154" y="121"/>
                  </a:lnTo>
                  <a:lnTo>
                    <a:pt x="154" y="121"/>
                  </a:lnTo>
                  <a:lnTo>
                    <a:pt x="156" y="117"/>
                  </a:lnTo>
                  <a:lnTo>
                    <a:pt x="158" y="111"/>
                  </a:lnTo>
                  <a:lnTo>
                    <a:pt x="158" y="111"/>
                  </a:lnTo>
                  <a:lnTo>
                    <a:pt x="156" y="108"/>
                  </a:lnTo>
                  <a:lnTo>
                    <a:pt x="151" y="102"/>
                  </a:lnTo>
                  <a:lnTo>
                    <a:pt x="147" y="99"/>
                  </a:lnTo>
                  <a:lnTo>
                    <a:pt x="144" y="93"/>
                  </a:lnTo>
                  <a:lnTo>
                    <a:pt x="144" y="93"/>
                  </a:lnTo>
                  <a:lnTo>
                    <a:pt x="144" y="90"/>
                  </a:lnTo>
                  <a:lnTo>
                    <a:pt x="145" y="84"/>
                  </a:lnTo>
                  <a:lnTo>
                    <a:pt x="149" y="73"/>
                  </a:lnTo>
                  <a:lnTo>
                    <a:pt x="153" y="66"/>
                  </a:lnTo>
                  <a:lnTo>
                    <a:pt x="156" y="57"/>
                  </a:lnTo>
                  <a:lnTo>
                    <a:pt x="156" y="55"/>
                  </a:lnTo>
                  <a:close/>
                  <a:moveTo>
                    <a:pt x="151" y="90"/>
                  </a:moveTo>
                  <a:lnTo>
                    <a:pt x="151" y="90"/>
                  </a:lnTo>
                  <a:lnTo>
                    <a:pt x="153" y="93"/>
                  </a:lnTo>
                  <a:lnTo>
                    <a:pt x="153" y="97"/>
                  </a:lnTo>
                  <a:lnTo>
                    <a:pt x="154" y="99"/>
                  </a:lnTo>
                  <a:lnTo>
                    <a:pt x="154" y="99"/>
                  </a:lnTo>
                  <a:lnTo>
                    <a:pt x="154" y="99"/>
                  </a:lnTo>
                  <a:lnTo>
                    <a:pt x="156" y="99"/>
                  </a:lnTo>
                  <a:lnTo>
                    <a:pt x="156" y="95"/>
                  </a:lnTo>
                  <a:lnTo>
                    <a:pt x="154" y="91"/>
                  </a:lnTo>
                  <a:lnTo>
                    <a:pt x="151" y="90"/>
                  </a:lnTo>
                  <a:lnTo>
                    <a:pt x="151" y="90"/>
                  </a:lnTo>
                  <a:close/>
                  <a:moveTo>
                    <a:pt x="58" y="11"/>
                  </a:moveTo>
                  <a:lnTo>
                    <a:pt x="58" y="11"/>
                  </a:lnTo>
                  <a:lnTo>
                    <a:pt x="65" y="15"/>
                  </a:lnTo>
                  <a:lnTo>
                    <a:pt x="65" y="11"/>
                  </a:lnTo>
                  <a:lnTo>
                    <a:pt x="65" y="11"/>
                  </a:lnTo>
                  <a:lnTo>
                    <a:pt x="58" y="11"/>
                  </a:lnTo>
                  <a:lnTo>
                    <a:pt x="58" y="1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8" name="Freeform 30">
              <a:extLst>
                <a:ext uri="{FF2B5EF4-FFF2-40B4-BE49-F238E27FC236}">
                  <a16:creationId xmlns:a16="http://schemas.microsoft.com/office/drawing/2014/main" id="{0B922A27-16FB-448B-825C-7E0CF59A696A}"/>
                </a:ext>
              </a:extLst>
            </p:cNvPr>
            <p:cNvSpPr>
              <a:spLocks/>
            </p:cNvSpPr>
            <p:nvPr/>
          </p:nvSpPr>
          <p:spPr bwMode="auto">
            <a:xfrm>
              <a:off x="7141052" y="2800208"/>
              <a:ext cx="173512" cy="173512"/>
            </a:xfrm>
            <a:custGeom>
              <a:avLst/>
              <a:gdLst>
                <a:gd name="T0" fmla="*/ 93 w 117"/>
                <a:gd name="T1" fmla="*/ 48 h 117"/>
                <a:gd name="T2" fmla="*/ 109 w 117"/>
                <a:gd name="T3" fmla="*/ 53 h 117"/>
                <a:gd name="T4" fmla="*/ 108 w 117"/>
                <a:gd name="T5" fmla="*/ 68 h 117"/>
                <a:gd name="T6" fmla="*/ 117 w 117"/>
                <a:gd name="T7" fmla="*/ 88 h 117"/>
                <a:gd name="T8" fmla="*/ 100 w 117"/>
                <a:gd name="T9" fmla="*/ 97 h 117"/>
                <a:gd name="T10" fmla="*/ 71 w 117"/>
                <a:gd name="T11" fmla="*/ 101 h 117"/>
                <a:gd name="T12" fmla="*/ 53 w 117"/>
                <a:gd name="T13" fmla="*/ 113 h 117"/>
                <a:gd name="T14" fmla="*/ 40 w 117"/>
                <a:gd name="T15" fmla="*/ 99 h 117"/>
                <a:gd name="T16" fmla="*/ 37 w 117"/>
                <a:gd name="T17" fmla="*/ 81 h 117"/>
                <a:gd name="T18" fmla="*/ 24 w 117"/>
                <a:gd name="T19" fmla="*/ 86 h 117"/>
                <a:gd name="T20" fmla="*/ 7 w 117"/>
                <a:gd name="T21" fmla="*/ 90 h 117"/>
                <a:gd name="T22" fmla="*/ 11 w 117"/>
                <a:gd name="T23" fmla="*/ 82 h 117"/>
                <a:gd name="T24" fmla="*/ 13 w 117"/>
                <a:gd name="T25" fmla="*/ 79 h 117"/>
                <a:gd name="T26" fmla="*/ 18 w 117"/>
                <a:gd name="T27" fmla="*/ 71 h 117"/>
                <a:gd name="T28" fmla="*/ 15 w 117"/>
                <a:gd name="T29" fmla="*/ 68 h 117"/>
                <a:gd name="T30" fmla="*/ 18 w 117"/>
                <a:gd name="T31" fmla="*/ 57 h 117"/>
                <a:gd name="T32" fmla="*/ 17 w 117"/>
                <a:gd name="T33" fmla="*/ 55 h 117"/>
                <a:gd name="T34" fmla="*/ 6 w 117"/>
                <a:gd name="T35" fmla="*/ 55 h 117"/>
                <a:gd name="T36" fmla="*/ 0 w 117"/>
                <a:gd name="T37" fmla="*/ 48 h 117"/>
                <a:gd name="T38" fmla="*/ 4 w 117"/>
                <a:gd name="T39" fmla="*/ 42 h 117"/>
                <a:gd name="T40" fmla="*/ 11 w 117"/>
                <a:gd name="T41" fmla="*/ 41 h 117"/>
                <a:gd name="T42" fmla="*/ 11 w 117"/>
                <a:gd name="T43" fmla="*/ 44 h 117"/>
                <a:gd name="T44" fmla="*/ 22 w 117"/>
                <a:gd name="T45" fmla="*/ 37 h 117"/>
                <a:gd name="T46" fmla="*/ 24 w 117"/>
                <a:gd name="T47" fmla="*/ 33 h 117"/>
                <a:gd name="T48" fmla="*/ 24 w 117"/>
                <a:gd name="T49" fmla="*/ 33 h 117"/>
                <a:gd name="T50" fmla="*/ 24 w 117"/>
                <a:gd name="T51" fmla="*/ 30 h 117"/>
                <a:gd name="T52" fmla="*/ 27 w 117"/>
                <a:gd name="T53" fmla="*/ 24 h 117"/>
                <a:gd name="T54" fmla="*/ 31 w 117"/>
                <a:gd name="T55" fmla="*/ 19 h 117"/>
                <a:gd name="T56" fmla="*/ 26 w 117"/>
                <a:gd name="T57" fmla="*/ 11 h 117"/>
                <a:gd name="T58" fmla="*/ 29 w 117"/>
                <a:gd name="T59" fmla="*/ 8 h 117"/>
                <a:gd name="T60" fmla="*/ 35 w 117"/>
                <a:gd name="T61" fmla="*/ 10 h 117"/>
                <a:gd name="T62" fmla="*/ 40 w 117"/>
                <a:gd name="T63" fmla="*/ 11 h 117"/>
                <a:gd name="T64" fmla="*/ 44 w 117"/>
                <a:gd name="T65" fmla="*/ 8 h 117"/>
                <a:gd name="T66" fmla="*/ 53 w 117"/>
                <a:gd name="T67" fmla="*/ 10 h 117"/>
                <a:gd name="T68" fmla="*/ 51 w 117"/>
                <a:gd name="T69" fmla="*/ 22 h 117"/>
                <a:gd name="T70" fmla="*/ 33 w 117"/>
                <a:gd name="T71" fmla="*/ 28 h 117"/>
                <a:gd name="T72" fmla="*/ 49 w 117"/>
                <a:gd name="T73" fmla="*/ 35 h 117"/>
                <a:gd name="T74" fmla="*/ 53 w 117"/>
                <a:gd name="T75" fmla="*/ 39 h 117"/>
                <a:gd name="T76" fmla="*/ 62 w 117"/>
                <a:gd name="T77" fmla="*/ 37 h 117"/>
                <a:gd name="T78" fmla="*/ 66 w 117"/>
                <a:gd name="T79" fmla="*/ 41 h 117"/>
                <a:gd name="T80" fmla="*/ 71 w 117"/>
                <a:gd name="T81" fmla="*/ 41 h 117"/>
                <a:gd name="T82" fmla="*/ 80 w 117"/>
                <a:gd name="T83" fmla="*/ 41 h 117"/>
                <a:gd name="T84" fmla="*/ 93 w 117"/>
                <a:gd name="T85" fmla="*/ 41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17" h="117">
                  <a:moveTo>
                    <a:pt x="93" y="41"/>
                  </a:moveTo>
                  <a:lnTo>
                    <a:pt x="93" y="41"/>
                  </a:lnTo>
                  <a:lnTo>
                    <a:pt x="93" y="48"/>
                  </a:lnTo>
                  <a:lnTo>
                    <a:pt x="93" y="53"/>
                  </a:lnTo>
                  <a:lnTo>
                    <a:pt x="99" y="57"/>
                  </a:lnTo>
                  <a:lnTo>
                    <a:pt x="109" y="53"/>
                  </a:lnTo>
                  <a:lnTo>
                    <a:pt x="111" y="55"/>
                  </a:lnTo>
                  <a:lnTo>
                    <a:pt x="109" y="61"/>
                  </a:lnTo>
                  <a:lnTo>
                    <a:pt x="108" y="68"/>
                  </a:lnTo>
                  <a:lnTo>
                    <a:pt x="111" y="75"/>
                  </a:lnTo>
                  <a:lnTo>
                    <a:pt x="113" y="84"/>
                  </a:lnTo>
                  <a:lnTo>
                    <a:pt x="117" y="88"/>
                  </a:lnTo>
                  <a:lnTo>
                    <a:pt x="117" y="93"/>
                  </a:lnTo>
                  <a:lnTo>
                    <a:pt x="111" y="95"/>
                  </a:lnTo>
                  <a:lnTo>
                    <a:pt x="100" y="97"/>
                  </a:lnTo>
                  <a:lnTo>
                    <a:pt x="88" y="93"/>
                  </a:lnTo>
                  <a:lnTo>
                    <a:pt x="82" y="95"/>
                  </a:lnTo>
                  <a:lnTo>
                    <a:pt x="71" y="101"/>
                  </a:lnTo>
                  <a:lnTo>
                    <a:pt x="66" y="101"/>
                  </a:lnTo>
                  <a:lnTo>
                    <a:pt x="62" y="108"/>
                  </a:lnTo>
                  <a:lnTo>
                    <a:pt x="53" y="113"/>
                  </a:lnTo>
                  <a:lnTo>
                    <a:pt x="46" y="117"/>
                  </a:lnTo>
                  <a:lnTo>
                    <a:pt x="38" y="108"/>
                  </a:lnTo>
                  <a:lnTo>
                    <a:pt x="40" y="99"/>
                  </a:lnTo>
                  <a:lnTo>
                    <a:pt x="46" y="92"/>
                  </a:lnTo>
                  <a:lnTo>
                    <a:pt x="40" y="86"/>
                  </a:lnTo>
                  <a:lnTo>
                    <a:pt x="37" y="81"/>
                  </a:lnTo>
                  <a:lnTo>
                    <a:pt x="33" y="79"/>
                  </a:lnTo>
                  <a:lnTo>
                    <a:pt x="27" y="82"/>
                  </a:lnTo>
                  <a:lnTo>
                    <a:pt x="24" y="86"/>
                  </a:lnTo>
                  <a:lnTo>
                    <a:pt x="18" y="90"/>
                  </a:lnTo>
                  <a:lnTo>
                    <a:pt x="13" y="90"/>
                  </a:lnTo>
                  <a:lnTo>
                    <a:pt x="7" y="90"/>
                  </a:lnTo>
                  <a:lnTo>
                    <a:pt x="7" y="90"/>
                  </a:lnTo>
                  <a:lnTo>
                    <a:pt x="9" y="86"/>
                  </a:lnTo>
                  <a:lnTo>
                    <a:pt x="11" y="82"/>
                  </a:lnTo>
                  <a:lnTo>
                    <a:pt x="11" y="82"/>
                  </a:lnTo>
                  <a:lnTo>
                    <a:pt x="11" y="81"/>
                  </a:lnTo>
                  <a:lnTo>
                    <a:pt x="13" y="79"/>
                  </a:lnTo>
                  <a:lnTo>
                    <a:pt x="17" y="75"/>
                  </a:lnTo>
                  <a:lnTo>
                    <a:pt x="17" y="75"/>
                  </a:lnTo>
                  <a:lnTo>
                    <a:pt x="18" y="71"/>
                  </a:lnTo>
                  <a:lnTo>
                    <a:pt x="18" y="70"/>
                  </a:lnTo>
                  <a:lnTo>
                    <a:pt x="15" y="68"/>
                  </a:lnTo>
                  <a:lnTo>
                    <a:pt x="15" y="68"/>
                  </a:lnTo>
                  <a:lnTo>
                    <a:pt x="15" y="66"/>
                  </a:lnTo>
                  <a:lnTo>
                    <a:pt x="15" y="64"/>
                  </a:lnTo>
                  <a:lnTo>
                    <a:pt x="18" y="57"/>
                  </a:lnTo>
                  <a:lnTo>
                    <a:pt x="18" y="57"/>
                  </a:lnTo>
                  <a:lnTo>
                    <a:pt x="18" y="55"/>
                  </a:lnTo>
                  <a:lnTo>
                    <a:pt x="17" y="55"/>
                  </a:lnTo>
                  <a:lnTo>
                    <a:pt x="9" y="57"/>
                  </a:lnTo>
                  <a:lnTo>
                    <a:pt x="9" y="57"/>
                  </a:lnTo>
                  <a:lnTo>
                    <a:pt x="6" y="55"/>
                  </a:lnTo>
                  <a:lnTo>
                    <a:pt x="2" y="50"/>
                  </a:lnTo>
                  <a:lnTo>
                    <a:pt x="2" y="50"/>
                  </a:lnTo>
                  <a:lnTo>
                    <a:pt x="0" y="48"/>
                  </a:lnTo>
                  <a:lnTo>
                    <a:pt x="0" y="44"/>
                  </a:lnTo>
                  <a:lnTo>
                    <a:pt x="0" y="42"/>
                  </a:lnTo>
                  <a:lnTo>
                    <a:pt x="4" y="42"/>
                  </a:lnTo>
                  <a:lnTo>
                    <a:pt x="4" y="42"/>
                  </a:lnTo>
                  <a:lnTo>
                    <a:pt x="9" y="41"/>
                  </a:lnTo>
                  <a:lnTo>
                    <a:pt x="11" y="41"/>
                  </a:lnTo>
                  <a:lnTo>
                    <a:pt x="11" y="42"/>
                  </a:lnTo>
                  <a:lnTo>
                    <a:pt x="11" y="42"/>
                  </a:lnTo>
                  <a:lnTo>
                    <a:pt x="11" y="44"/>
                  </a:lnTo>
                  <a:lnTo>
                    <a:pt x="13" y="44"/>
                  </a:lnTo>
                  <a:lnTo>
                    <a:pt x="15" y="42"/>
                  </a:lnTo>
                  <a:lnTo>
                    <a:pt x="22" y="37"/>
                  </a:lnTo>
                  <a:lnTo>
                    <a:pt x="22" y="37"/>
                  </a:lnTo>
                  <a:lnTo>
                    <a:pt x="24" y="35"/>
                  </a:lnTo>
                  <a:lnTo>
                    <a:pt x="24" y="33"/>
                  </a:lnTo>
                  <a:lnTo>
                    <a:pt x="24" y="31"/>
                  </a:lnTo>
                  <a:lnTo>
                    <a:pt x="24" y="33"/>
                  </a:lnTo>
                  <a:lnTo>
                    <a:pt x="24" y="33"/>
                  </a:lnTo>
                  <a:lnTo>
                    <a:pt x="24" y="33"/>
                  </a:lnTo>
                  <a:lnTo>
                    <a:pt x="22" y="33"/>
                  </a:lnTo>
                  <a:lnTo>
                    <a:pt x="24" y="30"/>
                  </a:lnTo>
                  <a:lnTo>
                    <a:pt x="24" y="26"/>
                  </a:lnTo>
                  <a:lnTo>
                    <a:pt x="27" y="24"/>
                  </a:lnTo>
                  <a:lnTo>
                    <a:pt x="27" y="24"/>
                  </a:lnTo>
                  <a:lnTo>
                    <a:pt x="29" y="22"/>
                  </a:lnTo>
                  <a:lnTo>
                    <a:pt x="29" y="20"/>
                  </a:lnTo>
                  <a:lnTo>
                    <a:pt x="31" y="19"/>
                  </a:lnTo>
                  <a:lnTo>
                    <a:pt x="31" y="19"/>
                  </a:lnTo>
                  <a:lnTo>
                    <a:pt x="27" y="17"/>
                  </a:lnTo>
                  <a:lnTo>
                    <a:pt x="26" y="11"/>
                  </a:lnTo>
                  <a:lnTo>
                    <a:pt x="26" y="11"/>
                  </a:lnTo>
                  <a:lnTo>
                    <a:pt x="27" y="10"/>
                  </a:lnTo>
                  <a:lnTo>
                    <a:pt x="29" y="8"/>
                  </a:lnTo>
                  <a:lnTo>
                    <a:pt x="33" y="8"/>
                  </a:lnTo>
                  <a:lnTo>
                    <a:pt x="33" y="8"/>
                  </a:lnTo>
                  <a:lnTo>
                    <a:pt x="35" y="10"/>
                  </a:lnTo>
                  <a:lnTo>
                    <a:pt x="38" y="11"/>
                  </a:lnTo>
                  <a:lnTo>
                    <a:pt x="38" y="11"/>
                  </a:lnTo>
                  <a:lnTo>
                    <a:pt x="40" y="11"/>
                  </a:lnTo>
                  <a:lnTo>
                    <a:pt x="42" y="10"/>
                  </a:lnTo>
                  <a:lnTo>
                    <a:pt x="44" y="8"/>
                  </a:lnTo>
                  <a:lnTo>
                    <a:pt x="44" y="8"/>
                  </a:lnTo>
                  <a:lnTo>
                    <a:pt x="47" y="2"/>
                  </a:lnTo>
                  <a:lnTo>
                    <a:pt x="49" y="0"/>
                  </a:lnTo>
                  <a:lnTo>
                    <a:pt x="53" y="10"/>
                  </a:lnTo>
                  <a:lnTo>
                    <a:pt x="46" y="15"/>
                  </a:lnTo>
                  <a:lnTo>
                    <a:pt x="46" y="19"/>
                  </a:lnTo>
                  <a:lnTo>
                    <a:pt x="51" y="22"/>
                  </a:lnTo>
                  <a:lnTo>
                    <a:pt x="47" y="28"/>
                  </a:lnTo>
                  <a:lnTo>
                    <a:pt x="42" y="24"/>
                  </a:lnTo>
                  <a:lnTo>
                    <a:pt x="33" y="28"/>
                  </a:lnTo>
                  <a:lnTo>
                    <a:pt x="38" y="35"/>
                  </a:lnTo>
                  <a:lnTo>
                    <a:pt x="49" y="35"/>
                  </a:lnTo>
                  <a:lnTo>
                    <a:pt x="49" y="35"/>
                  </a:lnTo>
                  <a:lnTo>
                    <a:pt x="49" y="37"/>
                  </a:lnTo>
                  <a:lnTo>
                    <a:pt x="51" y="39"/>
                  </a:lnTo>
                  <a:lnTo>
                    <a:pt x="53" y="39"/>
                  </a:lnTo>
                  <a:lnTo>
                    <a:pt x="53" y="39"/>
                  </a:lnTo>
                  <a:lnTo>
                    <a:pt x="60" y="37"/>
                  </a:lnTo>
                  <a:lnTo>
                    <a:pt x="62" y="37"/>
                  </a:lnTo>
                  <a:lnTo>
                    <a:pt x="64" y="39"/>
                  </a:lnTo>
                  <a:lnTo>
                    <a:pt x="64" y="39"/>
                  </a:lnTo>
                  <a:lnTo>
                    <a:pt x="66" y="41"/>
                  </a:lnTo>
                  <a:lnTo>
                    <a:pt x="68" y="41"/>
                  </a:lnTo>
                  <a:lnTo>
                    <a:pt x="71" y="41"/>
                  </a:lnTo>
                  <a:lnTo>
                    <a:pt x="71" y="41"/>
                  </a:lnTo>
                  <a:lnTo>
                    <a:pt x="75" y="41"/>
                  </a:lnTo>
                  <a:lnTo>
                    <a:pt x="80" y="41"/>
                  </a:lnTo>
                  <a:lnTo>
                    <a:pt x="80" y="41"/>
                  </a:lnTo>
                  <a:lnTo>
                    <a:pt x="86" y="39"/>
                  </a:lnTo>
                  <a:lnTo>
                    <a:pt x="93" y="41"/>
                  </a:lnTo>
                  <a:lnTo>
                    <a:pt x="93" y="4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9" name="Freeform 31">
              <a:extLst>
                <a:ext uri="{FF2B5EF4-FFF2-40B4-BE49-F238E27FC236}">
                  <a16:creationId xmlns:a16="http://schemas.microsoft.com/office/drawing/2014/main" id="{F0EE1B25-264B-4613-8264-FB78F967D06D}"/>
                </a:ext>
              </a:extLst>
            </p:cNvPr>
            <p:cNvSpPr>
              <a:spLocks/>
            </p:cNvSpPr>
            <p:nvPr/>
          </p:nvSpPr>
          <p:spPr bwMode="auto">
            <a:xfrm>
              <a:off x="8380844" y="3311844"/>
              <a:ext cx="41524" cy="94912"/>
            </a:xfrm>
            <a:custGeom>
              <a:avLst/>
              <a:gdLst>
                <a:gd name="T0" fmla="*/ 21 w 28"/>
                <a:gd name="T1" fmla="*/ 0 h 64"/>
                <a:gd name="T2" fmla="*/ 21 w 28"/>
                <a:gd name="T3" fmla="*/ 0 h 64"/>
                <a:gd name="T4" fmla="*/ 10 w 28"/>
                <a:gd name="T5" fmla="*/ 18 h 64"/>
                <a:gd name="T6" fmla="*/ 6 w 28"/>
                <a:gd name="T7" fmla="*/ 25 h 64"/>
                <a:gd name="T8" fmla="*/ 2 w 28"/>
                <a:gd name="T9" fmla="*/ 34 h 64"/>
                <a:gd name="T10" fmla="*/ 2 w 28"/>
                <a:gd name="T11" fmla="*/ 34 h 64"/>
                <a:gd name="T12" fmla="*/ 0 w 28"/>
                <a:gd name="T13" fmla="*/ 45 h 64"/>
                <a:gd name="T14" fmla="*/ 2 w 28"/>
                <a:gd name="T15" fmla="*/ 51 h 64"/>
                <a:gd name="T16" fmla="*/ 8 w 28"/>
                <a:gd name="T17" fmla="*/ 64 h 64"/>
                <a:gd name="T18" fmla="*/ 13 w 28"/>
                <a:gd name="T19" fmla="*/ 64 h 64"/>
                <a:gd name="T20" fmla="*/ 13 w 28"/>
                <a:gd name="T21" fmla="*/ 64 h 64"/>
                <a:gd name="T22" fmla="*/ 19 w 28"/>
                <a:gd name="T23" fmla="*/ 49 h 64"/>
                <a:gd name="T24" fmla="*/ 22 w 28"/>
                <a:gd name="T25" fmla="*/ 33 h 64"/>
                <a:gd name="T26" fmla="*/ 26 w 28"/>
                <a:gd name="T27" fmla="*/ 16 h 64"/>
                <a:gd name="T28" fmla="*/ 28 w 28"/>
                <a:gd name="T29" fmla="*/ 0 h 64"/>
                <a:gd name="T30" fmla="*/ 28 w 28"/>
                <a:gd name="T31" fmla="*/ 0 h 64"/>
                <a:gd name="T32" fmla="*/ 21 w 28"/>
                <a:gd name="T33" fmla="*/ 0 h 64"/>
                <a:gd name="T34" fmla="*/ 21 w 28"/>
                <a:gd name="T35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" h="64">
                  <a:moveTo>
                    <a:pt x="21" y="0"/>
                  </a:moveTo>
                  <a:lnTo>
                    <a:pt x="21" y="0"/>
                  </a:lnTo>
                  <a:lnTo>
                    <a:pt x="10" y="18"/>
                  </a:lnTo>
                  <a:lnTo>
                    <a:pt x="6" y="25"/>
                  </a:lnTo>
                  <a:lnTo>
                    <a:pt x="2" y="34"/>
                  </a:lnTo>
                  <a:lnTo>
                    <a:pt x="2" y="34"/>
                  </a:lnTo>
                  <a:lnTo>
                    <a:pt x="0" y="45"/>
                  </a:lnTo>
                  <a:lnTo>
                    <a:pt x="2" y="51"/>
                  </a:lnTo>
                  <a:lnTo>
                    <a:pt x="8" y="64"/>
                  </a:lnTo>
                  <a:lnTo>
                    <a:pt x="13" y="64"/>
                  </a:lnTo>
                  <a:lnTo>
                    <a:pt x="13" y="64"/>
                  </a:lnTo>
                  <a:lnTo>
                    <a:pt x="19" y="49"/>
                  </a:lnTo>
                  <a:lnTo>
                    <a:pt x="22" y="33"/>
                  </a:lnTo>
                  <a:lnTo>
                    <a:pt x="26" y="16"/>
                  </a:lnTo>
                  <a:lnTo>
                    <a:pt x="28" y="0"/>
                  </a:lnTo>
                  <a:lnTo>
                    <a:pt x="28" y="0"/>
                  </a:lnTo>
                  <a:lnTo>
                    <a:pt x="21" y="0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50" name="Freeform 32">
              <a:extLst>
                <a:ext uri="{FF2B5EF4-FFF2-40B4-BE49-F238E27FC236}">
                  <a16:creationId xmlns:a16="http://schemas.microsoft.com/office/drawing/2014/main" id="{FC17B9A3-625F-4459-9E47-48F282BC49E2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1032" y="2924780"/>
              <a:ext cx="157199" cy="163130"/>
            </a:xfrm>
            <a:custGeom>
              <a:avLst/>
              <a:gdLst>
                <a:gd name="T0" fmla="*/ 5 w 106"/>
                <a:gd name="T1" fmla="*/ 68 h 110"/>
                <a:gd name="T2" fmla="*/ 11 w 106"/>
                <a:gd name="T3" fmla="*/ 60 h 110"/>
                <a:gd name="T4" fmla="*/ 13 w 106"/>
                <a:gd name="T5" fmla="*/ 60 h 110"/>
                <a:gd name="T6" fmla="*/ 20 w 106"/>
                <a:gd name="T7" fmla="*/ 59 h 110"/>
                <a:gd name="T8" fmla="*/ 24 w 106"/>
                <a:gd name="T9" fmla="*/ 60 h 110"/>
                <a:gd name="T10" fmla="*/ 20 w 106"/>
                <a:gd name="T11" fmla="*/ 68 h 110"/>
                <a:gd name="T12" fmla="*/ 16 w 106"/>
                <a:gd name="T13" fmla="*/ 77 h 110"/>
                <a:gd name="T14" fmla="*/ 14 w 106"/>
                <a:gd name="T15" fmla="*/ 88 h 110"/>
                <a:gd name="T16" fmla="*/ 11 w 106"/>
                <a:gd name="T17" fmla="*/ 90 h 110"/>
                <a:gd name="T18" fmla="*/ 9 w 106"/>
                <a:gd name="T19" fmla="*/ 91 h 110"/>
                <a:gd name="T20" fmla="*/ 3 w 106"/>
                <a:gd name="T21" fmla="*/ 97 h 110"/>
                <a:gd name="T22" fmla="*/ 3 w 106"/>
                <a:gd name="T23" fmla="*/ 110 h 110"/>
                <a:gd name="T24" fmla="*/ 5 w 106"/>
                <a:gd name="T25" fmla="*/ 110 h 110"/>
                <a:gd name="T26" fmla="*/ 5 w 106"/>
                <a:gd name="T27" fmla="*/ 110 h 110"/>
                <a:gd name="T28" fmla="*/ 9 w 106"/>
                <a:gd name="T29" fmla="*/ 108 h 110"/>
                <a:gd name="T30" fmla="*/ 16 w 106"/>
                <a:gd name="T31" fmla="*/ 108 h 110"/>
                <a:gd name="T32" fmla="*/ 18 w 106"/>
                <a:gd name="T33" fmla="*/ 110 h 110"/>
                <a:gd name="T34" fmla="*/ 29 w 106"/>
                <a:gd name="T35" fmla="*/ 110 h 110"/>
                <a:gd name="T36" fmla="*/ 85 w 106"/>
                <a:gd name="T37" fmla="*/ 68 h 110"/>
                <a:gd name="T38" fmla="*/ 89 w 106"/>
                <a:gd name="T39" fmla="*/ 62 h 110"/>
                <a:gd name="T40" fmla="*/ 93 w 106"/>
                <a:gd name="T41" fmla="*/ 53 h 110"/>
                <a:gd name="T42" fmla="*/ 95 w 106"/>
                <a:gd name="T43" fmla="*/ 48 h 110"/>
                <a:gd name="T44" fmla="*/ 93 w 106"/>
                <a:gd name="T45" fmla="*/ 44 h 110"/>
                <a:gd name="T46" fmla="*/ 93 w 106"/>
                <a:gd name="T47" fmla="*/ 38 h 110"/>
                <a:gd name="T48" fmla="*/ 96 w 106"/>
                <a:gd name="T49" fmla="*/ 35 h 110"/>
                <a:gd name="T50" fmla="*/ 95 w 106"/>
                <a:gd name="T51" fmla="*/ 31 h 110"/>
                <a:gd name="T52" fmla="*/ 95 w 106"/>
                <a:gd name="T53" fmla="*/ 26 h 110"/>
                <a:gd name="T54" fmla="*/ 96 w 106"/>
                <a:gd name="T55" fmla="*/ 20 h 110"/>
                <a:gd name="T56" fmla="*/ 102 w 106"/>
                <a:gd name="T57" fmla="*/ 17 h 110"/>
                <a:gd name="T58" fmla="*/ 106 w 106"/>
                <a:gd name="T59" fmla="*/ 9 h 110"/>
                <a:gd name="T60" fmla="*/ 106 w 106"/>
                <a:gd name="T61" fmla="*/ 6 h 110"/>
                <a:gd name="T62" fmla="*/ 102 w 106"/>
                <a:gd name="T63" fmla="*/ 4 h 110"/>
                <a:gd name="T64" fmla="*/ 100 w 106"/>
                <a:gd name="T65" fmla="*/ 0 h 110"/>
                <a:gd name="T66" fmla="*/ 87 w 106"/>
                <a:gd name="T67" fmla="*/ 6 h 110"/>
                <a:gd name="T68" fmla="*/ 82 w 106"/>
                <a:gd name="T69" fmla="*/ 8 h 110"/>
                <a:gd name="T70" fmla="*/ 69 w 106"/>
                <a:gd name="T71" fmla="*/ 8 h 110"/>
                <a:gd name="T72" fmla="*/ 65 w 106"/>
                <a:gd name="T73" fmla="*/ 9 h 110"/>
                <a:gd name="T74" fmla="*/ 54 w 106"/>
                <a:gd name="T75" fmla="*/ 15 h 110"/>
                <a:gd name="T76" fmla="*/ 45 w 106"/>
                <a:gd name="T77" fmla="*/ 17 h 110"/>
                <a:gd name="T78" fmla="*/ 42 w 106"/>
                <a:gd name="T79" fmla="*/ 17 h 110"/>
                <a:gd name="T80" fmla="*/ 34 w 106"/>
                <a:gd name="T81" fmla="*/ 17 h 110"/>
                <a:gd name="T82" fmla="*/ 31 w 106"/>
                <a:gd name="T83" fmla="*/ 17 h 110"/>
                <a:gd name="T84" fmla="*/ 27 w 106"/>
                <a:gd name="T85" fmla="*/ 20 h 110"/>
                <a:gd name="T86" fmla="*/ 24 w 106"/>
                <a:gd name="T87" fmla="*/ 20 h 110"/>
                <a:gd name="T88" fmla="*/ 20 w 106"/>
                <a:gd name="T89" fmla="*/ 18 h 110"/>
                <a:gd name="T90" fmla="*/ 18 w 106"/>
                <a:gd name="T91" fmla="*/ 22 h 110"/>
                <a:gd name="T92" fmla="*/ 20 w 106"/>
                <a:gd name="T93" fmla="*/ 28 h 110"/>
                <a:gd name="T94" fmla="*/ 20 w 106"/>
                <a:gd name="T95" fmla="*/ 31 h 110"/>
                <a:gd name="T96" fmla="*/ 14 w 106"/>
                <a:gd name="T97" fmla="*/ 31 h 110"/>
                <a:gd name="T98" fmla="*/ 13 w 106"/>
                <a:gd name="T99" fmla="*/ 33 h 110"/>
                <a:gd name="T100" fmla="*/ 13 w 106"/>
                <a:gd name="T101" fmla="*/ 37 h 110"/>
                <a:gd name="T102" fmla="*/ 9 w 106"/>
                <a:gd name="T103" fmla="*/ 38 h 110"/>
                <a:gd name="T104" fmla="*/ 3 w 106"/>
                <a:gd name="T105" fmla="*/ 38 h 110"/>
                <a:gd name="T106" fmla="*/ 0 w 106"/>
                <a:gd name="T107" fmla="*/ 38 h 110"/>
                <a:gd name="T108" fmla="*/ 3 w 106"/>
                <a:gd name="T109" fmla="*/ 49 h 110"/>
                <a:gd name="T110" fmla="*/ 2 w 106"/>
                <a:gd name="T111" fmla="*/ 57 h 110"/>
                <a:gd name="T112" fmla="*/ 0 w 106"/>
                <a:gd name="T113" fmla="*/ 60 h 110"/>
                <a:gd name="T114" fmla="*/ 3 w 106"/>
                <a:gd name="T115" fmla="*/ 64 h 110"/>
                <a:gd name="T116" fmla="*/ 5 w 106"/>
                <a:gd name="T117" fmla="*/ 68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06" h="110">
                  <a:moveTo>
                    <a:pt x="5" y="68"/>
                  </a:moveTo>
                  <a:lnTo>
                    <a:pt x="5" y="68"/>
                  </a:lnTo>
                  <a:lnTo>
                    <a:pt x="7" y="62"/>
                  </a:lnTo>
                  <a:lnTo>
                    <a:pt x="11" y="60"/>
                  </a:lnTo>
                  <a:lnTo>
                    <a:pt x="13" y="60"/>
                  </a:lnTo>
                  <a:lnTo>
                    <a:pt x="13" y="60"/>
                  </a:lnTo>
                  <a:lnTo>
                    <a:pt x="16" y="60"/>
                  </a:lnTo>
                  <a:lnTo>
                    <a:pt x="20" y="59"/>
                  </a:lnTo>
                  <a:lnTo>
                    <a:pt x="22" y="59"/>
                  </a:lnTo>
                  <a:lnTo>
                    <a:pt x="24" y="60"/>
                  </a:lnTo>
                  <a:lnTo>
                    <a:pt x="24" y="60"/>
                  </a:lnTo>
                  <a:lnTo>
                    <a:pt x="20" y="68"/>
                  </a:lnTo>
                  <a:lnTo>
                    <a:pt x="16" y="77"/>
                  </a:lnTo>
                  <a:lnTo>
                    <a:pt x="16" y="77"/>
                  </a:lnTo>
                  <a:lnTo>
                    <a:pt x="14" y="80"/>
                  </a:lnTo>
                  <a:lnTo>
                    <a:pt x="14" y="88"/>
                  </a:lnTo>
                  <a:lnTo>
                    <a:pt x="14" y="88"/>
                  </a:lnTo>
                  <a:lnTo>
                    <a:pt x="11" y="90"/>
                  </a:lnTo>
                  <a:lnTo>
                    <a:pt x="9" y="91"/>
                  </a:lnTo>
                  <a:lnTo>
                    <a:pt x="9" y="91"/>
                  </a:lnTo>
                  <a:lnTo>
                    <a:pt x="5" y="97"/>
                  </a:lnTo>
                  <a:lnTo>
                    <a:pt x="3" y="97"/>
                  </a:lnTo>
                  <a:lnTo>
                    <a:pt x="3" y="97"/>
                  </a:lnTo>
                  <a:lnTo>
                    <a:pt x="3" y="110"/>
                  </a:lnTo>
                  <a:lnTo>
                    <a:pt x="3" y="110"/>
                  </a:lnTo>
                  <a:lnTo>
                    <a:pt x="5" y="110"/>
                  </a:lnTo>
                  <a:lnTo>
                    <a:pt x="5" y="110"/>
                  </a:lnTo>
                  <a:lnTo>
                    <a:pt x="5" y="110"/>
                  </a:lnTo>
                  <a:lnTo>
                    <a:pt x="5" y="110"/>
                  </a:lnTo>
                  <a:lnTo>
                    <a:pt x="9" y="108"/>
                  </a:lnTo>
                  <a:lnTo>
                    <a:pt x="13" y="106"/>
                  </a:lnTo>
                  <a:lnTo>
                    <a:pt x="16" y="108"/>
                  </a:lnTo>
                  <a:lnTo>
                    <a:pt x="16" y="108"/>
                  </a:lnTo>
                  <a:lnTo>
                    <a:pt x="18" y="110"/>
                  </a:lnTo>
                  <a:lnTo>
                    <a:pt x="24" y="110"/>
                  </a:lnTo>
                  <a:lnTo>
                    <a:pt x="29" y="110"/>
                  </a:lnTo>
                  <a:lnTo>
                    <a:pt x="53" y="93"/>
                  </a:lnTo>
                  <a:lnTo>
                    <a:pt x="85" y="68"/>
                  </a:lnTo>
                  <a:lnTo>
                    <a:pt x="85" y="68"/>
                  </a:lnTo>
                  <a:lnTo>
                    <a:pt x="89" y="62"/>
                  </a:lnTo>
                  <a:lnTo>
                    <a:pt x="89" y="62"/>
                  </a:lnTo>
                  <a:lnTo>
                    <a:pt x="93" y="53"/>
                  </a:lnTo>
                  <a:lnTo>
                    <a:pt x="93" y="53"/>
                  </a:lnTo>
                  <a:lnTo>
                    <a:pt x="95" y="48"/>
                  </a:lnTo>
                  <a:lnTo>
                    <a:pt x="93" y="44"/>
                  </a:lnTo>
                  <a:lnTo>
                    <a:pt x="93" y="44"/>
                  </a:lnTo>
                  <a:lnTo>
                    <a:pt x="93" y="40"/>
                  </a:lnTo>
                  <a:lnTo>
                    <a:pt x="93" y="38"/>
                  </a:lnTo>
                  <a:lnTo>
                    <a:pt x="95" y="37"/>
                  </a:lnTo>
                  <a:lnTo>
                    <a:pt x="96" y="35"/>
                  </a:lnTo>
                  <a:lnTo>
                    <a:pt x="96" y="35"/>
                  </a:lnTo>
                  <a:lnTo>
                    <a:pt x="95" y="31"/>
                  </a:lnTo>
                  <a:lnTo>
                    <a:pt x="95" y="26"/>
                  </a:lnTo>
                  <a:lnTo>
                    <a:pt x="95" y="26"/>
                  </a:lnTo>
                  <a:lnTo>
                    <a:pt x="95" y="22"/>
                  </a:lnTo>
                  <a:lnTo>
                    <a:pt x="96" y="20"/>
                  </a:lnTo>
                  <a:lnTo>
                    <a:pt x="102" y="17"/>
                  </a:lnTo>
                  <a:lnTo>
                    <a:pt x="102" y="17"/>
                  </a:lnTo>
                  <a:lnTo>
                    <a:pt x="104" y="13"/>
                  </a:lnTo>
                  <a:lnTo>
                    <a:pt x="106" y="9"/>
                  </a:lnTo>
                  <a:lnTo>
                    <a:pt x="106" y="6"/>
                  </a:lnTo>
                  <a:lnTo>
                    <a:pt x="106" y="6"/>
                  </a:lnTo>
                  <a:lnTo>
                    <a:pt x="102" y="6"/>
                  </a:lnTo>
                  <a:lnTo>
                    <a:pt x="102" y="4"/>
                  </a:lnTo>
                  <a:lnTo>
                    <a:pt x="100" y="0"/>
                  </a:lnTo>
                  <a:lnTo>
                    <a:pt x="100" y="0"/>
                  </a:lnTo>
                  <a:lnTo>
                    <a:pt x="95" y="2"/>
                  </a:lnTo>
                  <a:lnTo>
                    <a:pt x="87" y="6"/>
                  </a:lnTo>
                  <a:lnTo>
                    <a:pt x="87" y="6"/>
                  </a:lnTo>
                  <a:lnTo>
                    <a:pt x="82" y="8"/>
                  </a:lnTo>
                  <a:lnTo>
                    <a:pt x="76" y="8"/>
                  </a:lnTo>
                  <a:lnTo>
                    <a:pt x="69" y="8"/>
                  </a:lnTo>
                  <a:lnTo>
                    <a:pt x="65" y="9"/>
                  </a:lnTo>
                  <a:lnTo>
                    <a:pt x="65" y="9"/>
                  </a:lnTo>
                  <a:lnTo>
                    <a:pt x="60" y="13"/>
                  </a:lnTo>
                  <a:lnTo>
                    <a:pt x="54" y="15"/>
                  </a:lnTo>
                  <a:lnTo>
                    <a:pt x="49" y="15"/>
                  </a:lnTo>
                  <a:lnTo>
                    <a:pt x="45" y="17"/>
                  </a:lnTo>
                  <a:lnTo>
                    <a:pt x="45" y="17"/>
                  </a:lnTo>
                  <a:lnTo>
                    <a:pt x="42" y="17"/>
                  </a:lnTo>
                  <a:lnTo>
                    <a:pt x="40" y="17"/>
                  </a:lnTo>
                  <a:lnTo>
                    <a:pt x="34" y="17"/>
                  </a:lnTo>
                  <a:lnTo>
                    <a:pt x="34" y="17"/>
                  </a:lnTo>
                  <a:lnTo>
                    <a:pt x="31" y="17"/>
                  </a:lnTo>
                  <a:lnTo>
                    <a:pt x="27" y="20"/>
                  </a:lnTo>
                  <a:lnTo>
                    <a:pt x="27" y="20"/>
                  </a:lnTo>
                  <a:lnTo>
                    <a:pt x="25" y="20"/>
                  </a:lnTo>
                  <a:lnTo>
                    <a:pt x="24" y="20"/>
                  </a:lnTo>
                  <a:lnTo>
                    <a:pt x="22" y="18"/>
                  </a:lnTo>
                  <a:lnTo>
                    <a:pt x="20" y="18"/>
                  </a:lnTo>
                  <a:lnTo>
                    <a:pt x="20" y="18"/>
                  </a:lnTo>
                  <a:lnTo>
                    <a:pt x="18" y="22"/>
                  </a:lnTo>
                  <a:lnTo>
                    <a:pt x="18" y="24"/>
                  </a:lnTo>
                  <a:lnTo>
                    <a:pt x="20" y="28"/>
                  </a:lnTo>
                  <a:lnTo>
                    <a:pt x="20" y="28"/>
                  </a:lnTo>
                  <a:lnTo>
                    <a:pt x="20" y="31"/>
                  </a:lnTo>
                  <a:lnTo>
                    <a:pt x="18" y="31"/>
                  </a:lnTo>
                  <a:lnTo>
                    <a:pt x="14" y="31"/>
                  </a:lnTo>
                  <a:lnTo>
                    <a:pt x="14" y="31"/>
                  </a:lnTo>
                  <a:lnTo>
                    <a:pt x="13" y="33"/>
                  </a:lnTo>
                  <a:lnTo>
                    <a:pt x="13" y="35"/>
                  </a:lnTo>
                  <a:lnTo>
                    <a:pt x="13" y="37"/>
                  </a:lnTo>
                  <a:lnTo>
                    <a:pt x="9" y="38"/>
                  </a:lnTo>
                  <a:lnTo>
                    <a:pt x="9" y="38"/>
                  </a:lnTo>
                  <a:lnTo>
                    <a:pt x="3" y="38"/>
                  </a:lnTo>
                  <a:lnTo>
                    <a:pt x="3" y="38"/>
                  </a:lnTo>
                  <a:lnTo>
                    <a:pt x="0" y="38"/>
                  </a:lnTo>
                  <a:lnTo>
                    <a:pt x="0" y="38"/>
                  </a:lnTo>
                  <a:lnTo>
                    <a:pt x="3" y="49"/>
                  </a:lnTo>
                  <a:lnTo>
                    <a:pt x="3" y="49"/>
                  </a:lnTo>
                  <a:lnTo>
                    <a:pt x="2" y="53"/>
                  </a:lnTo>
                  <a:lnTo>
                    <a:pt x="2" y="57"/>
                  </a:lnTo>
                  <a:lnTo>
                    <a:pt x="0" y="60"/>
                  </a:lnTo>
                  <a:lnTo>
                    <a:pt x="0" y="60"/>
                  </a:lnTo>
                  <a:lnTo>
                    <a:pt x="3" y="62"/>
                  </a:lnTo>
                  <a:lnTo>
                    <a:pt x="3" y="64"/>
                  </a:lnTo>
                  <a:lnTo>
                    <a:pt x="5" y="64"/>
                  </a:lnTo>
                  <a:lnTo>
                    <a:pt x="5" y="68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51" name="Freeform 33">
              <a:extLst>
                <a:ext uri="{FF2B5EF4-FFF2-40B4-BE49-F238E27FC236}">
                  <a16:creationId xmlns:a16="http://schemas.microsoft.com/office/drawing/2014/main" id="{552D2B6F-7942-4992-A8F1-085BF4195D6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830076" y="1753207"/>
              <a:ext cx="292152" cy="569474"/>
            </a:xfrm>
            <a:custGeom>
              <a:avLst/>
              <a:gdLst>
                <a:gd name="T0" fmla="*/ 6 w 197"/>
                <a:gd name="T1" fmla="*/ 304 h 384"/>
                <a:gd name="T2" fmla="*/ 28 w 197"/>
                <a:gd name="T3" fmla="*/ 340 h 384"/>
                <a:gd name="T4" fmla="*/ 19 w 197"/>
                <a:gd name="T5" fmla="*/ 360 h 384"/>
                <a:gd name="T6" fmla="*/ 20 w 197"/>
                <a:gd name="T7" fmla="*/ 369 h 384"/>
                <a:gd name="T8" fmla="*/ 46 w 197"/>
                <a:gd name="T9" fmla="*/ 357 h 384"/>
                <a:gd name="T10" fmla="*/ 82 w 197"/>
                <a:gd name="T11" fmla="*/ 348 h 384"/>
                <a:gd name="T12" fmla="*/ 84 w 197"/>
                <a:gd name="T13" fmla="*/ 338 h 384"/>
                <a:gd name="T14" fmla="*/ 82 w 197"/>
                <a:gd name="T15" fmla="*/ 320 h 384"/>
                <a:gd name="T16" fmla="*/ 84 w 197"/>
                <a:gd name="T17" fmla="*/ 291 h 384"/>
                <a:gd name="T18" fmla="*/ 95 w 197"/>
                <a:gd name="T19" fmla="*/ 282 h 384"/>
                <a:gd name="T20" fmla="*/ 119 w 197"/>
                <a:gd name="T21" fmla="*/ 275 h 384"/>
                <a:gd name="T22" fmla="*/ 124 w 197"/>
                <a:gd name="T23" fmla="*/ 262 h 384"/>
                <a:gd name="T24" fmla="*/ 95 w 197"/>
                <a:gd name="T25" fmla="*/ 235 h 384"/>
                <a:gd name="T26" fmla="*/ 97 w 197"/>
                <a:gd name="T27" fmla="*/ 196 h 384"/>
                <a:gd name="T28" fmla="*/ 97 w 197"/>
                <a:gd name="T29" fmla="*/ 184 h 384"/>
                <a:gd name="T30" fmla="*/ 108 w 197"/>
                <a:gd name="T31" fmla="*/ 176 h 384"/>
                <a:gd name="T32" fmla="*/ 117 w 197"/>
                <a:gd name="T33" fmla="*/ 167 h 384"/>
                <a:gd name="T34" fmla="*/ 126 w 197"/>
                <a:gd name="T35" fmla="*/ 147 h 384"/>
                <a:gd name="T36" fmla="*/ 152 w 197"/>
                <a:gd name="T37" fmla="*/ 136 h 384"/>
                <a:gd name="T38" fmla="*/ 159 w 197"/>
                <a:gd name="T39" fmla="*/ 120 h 384"/>
                <a:gd name="T40" fmla="*/ 164 w 197"/>
                <a:gd name="T41" fmla="*/ 93 h 384"/>
                <a:gd name="T42" fmla="*/ 177 w 197"/>
                <a:gd name="T43" fmla="*/ 82 h 384"/>
                <a:gd name="T44" fmla="*/ 193 w 197"/>
                <a:gd name="T45" fmla="*/ 72 h 384"/>
                <a:gd name="T46" fmla="*/ 195 w 197"/>
                <a:gd name="T47" fmla="*/ 56 h 384"/>
                <a:gd name="T48" fmla="*/ 193 w 197"/>
                <a:gd name="T49" fmla="*/ 40 h 384"/>
                <a:gd name="T50" fmla="*/ 190 w 197"/>
                <a:gd name="T51" fmla="*/ 31 h 384"/>
                <a:gd name="T52" fmla="*/ 170 w 197"/>
                <a:gd name="T53" fmla="*/ 16 h 384"/>
                <a:gd name="T54" fmla="*/ 159 w 197"/>
                <a:gd name="T55" fmla="*/ 3 h 384"/>
                <a:gd name="T56" fmla="*/ 142 w 197"/>
                <a:gd name="T57" fmla="*/ 16 h 384"/>
                <a:gd name="T58" fmla="*/ 126 w 197"/>
                <a:gd name="T59" fmla="*/ 21 h 384"/>
                <a:gd name="T60" fmla="*/ 121 w 197"/>
                <a:gd name="T61" fmla="*/ 29 h 384"/>
                <a:gd name="T62" fmla="*/ 121 w 197"/>
                <a:gd name="T63" fmla="*/ 36 h 384"/>
                <a:gd name="T64" fmla="*/ 102 w 197"/>
                <a:gd name="T65" fmla="*/ 32 h 384"/>
                <a:gd name="T66" fmla="*/ 93 w 197"/>
                <a:gd name="T67" fmla="*/ 52 h 384"/>
                <a:gd name="T68" fmla="*/ 84 w 197"/>
                <a:gd name="T69" fmla="*/ 63 h 384"/>
                <a:gd name="T70" fmla="*/ 75 w 197"/>
                <a:gd name="T71" fmla="*/ 74 h 384"/>
                <a:gd name="T72" fmla="*/ 59 w 197"/>
                <a:gd name="T73" fmla="*/ 100 h 384"/>
                <a:gd name="T74" fmla="*/ 59 w 197"/>
                <a:gd name="T75" fmla="*/ 120 h 384"/>
                <a:gd name="T76" fmla="*/ 44 w 197"/>
                <a:gd name="T77" fmla="*/ 122 h 384"/>
                <a:gd name="T78" fmla="*/ 29 w 197"/>
                <a:gd name="T79" fmla="*/ 131 h 384"/>
                <a:gd name="T80" fmla="*/ 20 w 197"/>
                <a:gd name="T81" fmla="*/ 149 h 384"/>
                <a:gd name="T82" fmla="*/ 15 w 197"/>
                <a:gd name="T83" fmla="*/ 167 h 384"/>
                <a:gd name="T84" fmla="*/ 15 w 197"/>
                <a:gd name="T85" fmla="*/ 193 h 384"/>
                <a:gd name="T86" fmla="*/ 15 w 197"/>
                <a:gd name="T87" fmla="*/ 204 h 384"/>
                <a:gd name="T88" fmla="*/ 17 w 197"/>
                <a:gd name="T89" fmla="*/ 222 h 384"/>
                <a:gd name="T90" fmla="*/ 11 w 197"/>
                <a:gd name="T91" fmla="*/ 235 h 384"/>
                <a:gd name="T92" fmla="*/ 13 w 197"/>
                <a:gd name="T93" fmla="*/ 249 h 384"/>
                <a:gd name="T94" fmla="*/ 6 w 197"/>
                <a:gd name="T95" fmla="*/ 258 h 384"/>
                <a:gd name="T96" fmla="*/ 9 w 197"/>
                <a:gd name="T97" fmla="*/ 273 h 384"/>
                <a:gd name="T98" fmla="*/ 2 w 197"/>
                <a:gd name="T99" fmla="*/ 282 h 384"/>
                <a:gd name="T100" fmla="*/ 55 w 197"/>
                <a:gd name="T101" fmla="*/ 384 h 384"/>
                <a:gd name="T102" fmla="*/ 53 w 197"/>
                <a:gd name="T103" fmla="*/ 375 h 384"/>
                <a:gd name="T104" fmla="*/ 113 w 197"/>
                <a:gd name="T105" fmla="*/ 313 h 384"/>
                <a:gd name="T106" fmla="*/ 122 w 197"/>
                <a:gd name="T107" fmla="*/ 311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97" h="384">
                  <a:moveTo>
                    <a:pt x="2" y="284"/>
                  </a:moveTo>
                  <a:lnTo>
                    <a:pt x="2" y="284"/>
                  </a:lnTo>
                  <a:lnTo>
                    <a:pt x="2" y="298"/>
                  </a:lnTo>
                  <a:lnTo>
                    <a:pt x="6" y="298"/>
                  </a:lnTo>
                  <a:lnTo>
                    <a:pt x="6" y="298"/>
                  </a:lnTo>
                  <a:lnTo>
                    <a:pt x="6" y="304"/>
                  </a:lnTo>
                  <a:lnTo>
                    <a:pt x="6" y="306"/>
                  </a:lnTo>
                  <a:lnTo>
                    <a:pt x="4" y="309"/>
                  </a:lnTo>
                  <a:lnTo>
                    <a:pt x="4" y="313"/>
                  </a:lnTo>
                  <a:lnTo>
                    <a:pt x="4" y="313"/>
                  </a:lnTo>
                  <a:lnTo>
                    <a:pt x="15" y="326"/>
                  </a:lnTo>
                  <a:lnTo>
                    <a:pt x="28" y="340"/>
                  </a:lnTo>
                  <a:lnTo>
                    <a:pt x="28" y="340"/>
                  </a:lnTo>
                  <a:lnTo>
                    <a:pt x="24" y="349"/>
                  </a:lnTo>
                  <a:lnTo>
                    <a:pt x="19" y="349"/>
                  </a:lnTo>
                  <a:lnTo>
                    <a:pt x="19" y="349"/>
                  </a:lnTo>
                  <a:lnTo>
                    <a:pt x="19" y="355"/>
                  </a:lnTo>
                  <a:lnTo>
                    <a:pt x="19" y="360"/>
                  </a:lnTo>
                  <a:lnTo>
                    <a:pt x="19" y="360"/>
                  </a:lnTo>
                  <a:lnTo>
                    <a:pt x="24" y="362"/>
                  </a:lnTo>
                  <a:lnTo>
                    <a:pt x="24" y="362"/>
                  </a:lnTo>
                  <a:lnTo>
                    <a:pt x="24" y="364"/>
                  </a:lnTo>
                  <a:lnTo>
                    <a:pt x="22" y="366"/>
                  </a:lnTo>
                  <a:lnTo>
                    <a:pt x="20" y="369"/>
                  </a:lnTo>
                  <a:lnTo>
                    <a:pt x="20" y="369"/>
                  </a:lnTo>
                  <a:lnTo>
                    <a:pt x="33" y="369"/>
                  </a:lnTo>
                  <a:lnTo>
                    <a:pt x="46" y="369"/>
                  </a:lnTo>
                  <a:lnTo>
                    <a:pt x="46" y="369"/>
                  </a:lnTo>
                  <a:lnTo>
                    <a:pt x="46" y="364"/>
                  </a:lnTo>
                  <a:lnTo>
                    <a:pt x="46" y="357"/>
                  </a:lnTo>
                  <a:lnTo>
                    <a:pt x="46" y="357"/>
                  </a:lnTo>
                  <a:lnTo>
                    <a:pt x="53" y="348"/>
                  </a:lnTo>
                  <a:lnTo>
                    <a:pt x="53" y="348"/>
                  </a:lnTo>
                  <a:lnTo>
                    <a:pt x="68" y="349"/>
                  </a:lnTo>
                  <a:lnTo>
                    <a:pt x="75" y="349"/>
                  </a:lnTo>
                  <a:lnTo>
                    <a:pt x="82" y="348"/>
                  </a:lnTo>
                  <a:lnTo>
                    <a:pt x="82" y="348"/>
                  </a:lnTo>
                  <a:lnTo>
                    <a:pt x="84" y="342"/>
                  </a:lnTo>
                  <a:lnTo>
                    <a:pt x="86" y="335"/>
                  </a:lnTo>
                  <a:lnTo>
                    <a:pt x="86" y="335"/>
                  </a:lnTo>
                  <a:lnTo>
                    <a:pt x="84" y="337"/>
                  </a:lnTo>
                  <a:lnTo>
                    <a:pt x="84" y="338"/>
                  </a:lnTo>
                  <a:lnTo>
                    <a:pt x="82" y="340"/>
                  </a:lnTo>
                  <a:lnTo>
                    <a:pt x="82" y="340"/>
                  </a:lnTo>
                  <a:lnTo>
                    <a:pt x="81" y="340"/>
                  </a:lnTo>
                  <a:lnTo>
                    <a:pt x="81" y="338"/>
                  </a:lnTo>
                  <a:lnTo>
                    <a:pt x="81" y="333"/>
                  </a:lnTo>
                  <a:lnTo>
                    <a:pt x="82" y="320"/>
                  </a:lnTo>
                  <a:lnTo>
                    <a:pt x="82" y="320"/>
                  </a:lnTo>
                  <a:lnTo>
                    <a:pt x="86" y="306"/>
                  </a:lnTo>
                  <a:lnTo>
                    <a:pt x="88" y="297"/>
                  </a:lnTo>
                  <a:lnTo>
                    <a:pt x="86" y="293"/>
                  </a:lnTo>
                  <a:lnTo>
                    <a:pt x="84" y="291"/>
                  </a:lnTo>
                  <a:lnTo>
                    <a:pt x="84" y="291"/>
                  </a:lnTo>
                  <a:lnTo>
                    <a:pt x="88" y="287"/>
                  </a:lnTo>
                  <a:lnTo>
                    <a:pt x="88" y="286"/>
                  </a:lnTo>
                  <a:lnTo>
                    <a:pt x="86" y="286"/>
                  </a:lnTo>
                  <a:lnTo>
                    <a:pt x="90" y="284"/>
                  </a:lnTo>
                  <a:lnTo>
                    <a:pt x="90" y="284"/>
                  </a:lnTo>
                  <a:lnTo>
                    <a:pt x="95" y="282"/>
                  </a:lnTo>
                  <a:lnTo>
                    <a:pt x="99" y="284"/>
                  </a:lnTo>
                  <a:lnTo>
                    <a:pt x="102" y="284"/>
                  </a:lnTo>
                  <a:lnTo>
                    <a:pt x="106" y="284"/>
                  </a:lnTo>
                  <a:lnTo>
                    <a:pt x="113" y="275"/>
                  </a:lnTo>
                  <a:lnTo>
                    <a:pt x="119" y="275"/>
                  </a:lnTo>
                  <a:lnTo>
                    <a:pt x="119" y="275"/>
                  </a:lnTo>
                  <a:lnTo>
                    <a:pt x="119" y="271"/>
                  </a:lnTo>
                  <a:lnTo>
                    <a:pt x="117" y="269"/>
                  </a:lnTo>
                  <a:lnTo>
                    <a:pt x="113" y="267"/>
                  </a:lnTo>
                  <a:lnTo>
                    <a:pt x="113" y="267"/>
                  </a:lnTo>
                  <a:lnTo>
                    <a:pt x="119" y="264"/>
                  </a:lnTo>
                  <a:lnTo>
                    <a:pt x="124" y="262"/>
                  </a:lnTo>
                  <a:lnTo>
                    <a:pt x="124" y="256"/>
                  </a:lnTo>
                  <a:lnTo>
                    <a:pt x="124" y="256"/>
                  </a:lnTo>
                  <a:lnTo>
                    <a:pt x="117" y="247"/>
                  </a:lnTo>
                  <a:lnTo>
                    <a:pt x="111" y="242"/>
                  </a:lnTo>
                  <a:lnTo>
                    <a:pt x="104" y="236"/>
                  </a:lnTo>
                  <a:lnTo>
                    <a:pt x="95" y="235"/>
                  </a:lnTo>
                  <a:lnTo>
                    <a:pt x="95" y="235"/>
                  </a:lnTo>
                  <a:lnTo>
                    <a:pt x="95" y="215"/>
                  </a:lnTo>
                  <a:lnTo>
                    <a:pt x="95" y="202"/>
                  </a:lnTo>
                  <a:lnTo>
                    <a:pt x="93" y="198"/>
                  </a:lnTo>
                  <a:lnTo>
                    <a:pt x="91" y="196"/>
                  </a:lnTo>
                  <a:lnTo>
                    <a:pt x="97" y="196"/>
                  </a:lnTo>
                  <a:lnTo>
                    <a:pt x="97" y="196"/>
                  </a:lnTo>
                  <a:lnTo>
                    <a:pt x="97" y="191"/>
                  </a:lnTo>
                  <a:lnTo>
                    <a:pt x="99" y="189"/>
                  </a:lnTo>
                  <a:lnTo>
                    <a:pt x="99" y="189"/>
                  </a:lnTo>
                  <a:lnTo>
                    <a:pt x="97" y="185"/>
                  </a:lnTo>
                  <a:lnTo>
                    <a:pt x="97" y="184"/>
                  </a:lnTo>
                  <a:lnTo>
                    <a:pt x="97" y="182"/>
                  </a:lnTo>
                  <a:lnTo>
                    <a:pt x="97" y="182"/>
                  </a:lnTo>
                  <a:lnTo>
                    <a:pt x="101" y="180"/>
                  </a:lnTo>
                  <a:lnTo>
                    <a:pt x="106" y="178"/>
                  </a:lnTo>
                  <a:lnTo>
                    <a:pt x="106" y="178"/>
                  </a:lnTo>
                  <a:lnTo>
                    <a:pt x="108" y="176"/>
                  </a:lnTo>
                  <a:lnTo>
                    <a:pt x="108" y="173"/>
                  </a:lnTo>
                  <a:lnTo>
                    <a:pt x="106" y="169"/>
                  </a:lnTo>
                  <a:lnTo>
                    <a:pt x="106" y="169"/>
                  </a:lnTo>
                  <a:lnTo>
                    <a:pt x="111" y="167"/>
                  </a:lnTo>
                  <a:lnTo>
                    <a:pt x="117" y="167"/>
                  </a:lnTo>
                  <a:lnTo>
                    <a:pt x="117" y="167"/>
                  </a:lnTo>
                  <a:lnTo>
                    <a:pt x="117" y="162"/>
                  </a:lnTo>
                  <a:lnTo>
                    <a:pt x="119" y="156"/>
                  </a:lnTo>
                  <a:lnTo>
                    <a:pt x="119" y="153"/>
                  </a:lnTo>
                  <a:lnTo>
                    <a:pt x="121" y="149"/>
                  </a:lnTo>
                  <a:lnTo>
                    <a:pt x="121" y="149"/>
                  </a:lnTo>
                  <a:lnTo>
                    <a:pt x="126" y="147"/>
                  </a:lnTo>
                  <a:lnTo>
                    <a:pt x="133" y="145"/>
                  </a:lnTo>
                  <a:lnTo>
                    <a:pt x="142" y="144"/>
                  </a:lnTo>
                  <a:lnTo>
                    <a:pt x="148" y="142"/>
                  </a:lnTo>
                  <a:lnTo>
                    <a:pt x="148" y="142"/>
                  </a:lnTo>
                  <a:lnTo>
                    <a:pt x="150" y="140"/>
                  </a:lnTo>
                  <a:lnTo>
                    <a:pt x="152" y="136"/>
                  </a:lnTo>
                  <a:lnTo>
                    <a:pt x="153" y="133"/>
                  </a:lnTo>
                  <a:lnTo>
                    <a:pt x="155" y="129"/>
                  </a:lnTo>
                  <a:lnTo>
                    <a:pt x="161" y="129"/>
                  </a:lnTo>
                  <a:lnTo>
                    <a:pt x="161" y="129"/>
                  </a:lnTo>
                  <a:lnTo>
                    <a:pt x="161" y="123"/>
                  </a:lnTo>
                  <a:lnTo>
                    <a:pt x="159" y="120"/>
                  </a:lnTo>
                  <a:lnTo>
                    <a:pt x="157" y="114"/>
                  </a:lnTo>
                  <a:lnTo>
                    <a:pt x="157" y="107"/>
                  </a:lnTo>
                  <a:lnTo>
                    <a:pt x="157" y="107"/>
                  </a:lnTo>
                  <a:lnTo>
                    <a:pt x="161" y="103"/>
                  </a:lnTo>
                  <a:lnTo>
                    <a:pt x="164" y="98"/>
                  </a:lnTo>
                  <a:lnTo>
                    <a:pt x="164" y="93"/>
                  </a:lnTo>
                  <a:lnTo>
                    <a:pt x="164" y="93"/>
                  </a:lnTo>
                  <a:lnTo>
                    <a:pt x="170" y="93"/>
                  </a:lnTo>
                  <a:lnTo>
                    <a:pt x="175" y="91"/>
                  </a:lnTo>
                  <a:lnTo>
                    <a:pt x="175" y="91"/>
                  </a:lnTo>
                  <a:lnTo>
                    <a:pt x="177" y="85"/>
                  </a:lnTo>
                  <a:lnTo>
                    <a:pt x="177" y="82"/>
                  </a:lnTo>
                  <a:lnTo>
                    <a:pt x="179" y="80"/>
                  </a:lnTo>
                  <a:lnTo>
                    <a:pt x="184" y="78"/>
                  </a:lnTo>
                  <a:lnTo>
                    <a:pt x="188" y="83"/>
                  </a:lnTo>
                  <a:lnTo>
                    <a:pt x="188" y="83"/>
                  </a:lnTo>
                  <a:lnTo>
                    <a:pt x="197" y="83"/>
                  </a:lnTo>
                  <a:lnTo>
                    <a:pt x="193" y="72"/>
                  </a:lnTo>
                  <a:lnTo>
                    <a:pt x="193" y="72"/>
                  </a:lnTo>
                  <a:lnTo>
                    <a:pt x="193" y="67"/>
                  </a:lnTo>
                  <a:lnTo>
                    <a:pt x="193" y="67"/>
                  </a:lnTo>
                  <a:lnTo>
                    <a:pt x="193" y="62"/>
                  </a:lnTo>
                  <a:lnTo>
                    <a:pt x="195" y="56"/>
                  </a:lnTo>
                  <a:lnTo>
                    <a:pt x="195" y="56"/>
                  </a:lnTo>
                  <a:lnTo>
                    <a:pt x="195" y="51"/>
                  </a:lnTo>
                  <a:lnTo>
                    <a:pt x="193" y="45"/>
                  </a:lnTo>
                  <a:lnTo>
                    <a:pt x="193" y="45"/>
                  </a:lnTo>
                  <a:lnTo>
                    <a:pt x="192" y="43"/>
                  </a:lnTo>
                  <a:lnTo>
                    <a:pt x="192" y="41"/>
                  </a:lnTo>
                  <a:lnTo>
                    <a:pt x="193" y="40"/>
                  </a:lnTo>
                  <a:lnTo>
                    <a:pt x="192" y="36"/>
                  </a:lnTo>
                  <a:lnTo>
                    <a:pt x="192" y="36"/>
                  </a:lnTo>
                  <a:lnTo>
                    <a:pt x="192" y="32"/>
                  </a:lnTo>
                  <a:lnTo>
                    <a:pt x="192" y="31"/>
                  </a:lnTo>
                  <a:lnTo>
                    <a:pt x="190" y="31"/>
                  </a:lnTo>
                  <a:lnTo>
                    <a:pt x="190" y="31"/>
                  </a:lnTo>
                  <a:lnTo>
                    <a:pt x="186" y="25"/>
                  </a:lnTo>
                  <a:lnTo>
                    <a:pt x="183" y="21"/>
                  </a:lnTo>
                  <a:lnTo>
                    <a:pt x="183" y="21"/>
                  </a:lnTo>
                  <a:lnTo>
                    <a:pt x="181" y="18"/>
                  </a:lnTo>
                  <a:lnTo>
                    <a:pt x="177" y="16"/>
                  </a:lnTo>
                  <a:lnTo>
                    <a:pt x="170" y="16"/>
                  </a:lnTo>
                  <a:lnTo>
                    <a:pt x="170" y="16"/>
                  </a:lnTo>
                  <a:lnTo>
                    <a:pt x="166" y="14"/>
                  </a:lnTo>
                  <a:lnTo>
                    <a:pt x="164" y="12"/>
                  </a:lnTo>
                  <a:lnTo>
                    <a:pt x="161" y="7"/>
                  </a:lnTo>
                  <a:lnTo>
                    <a:pt x="161" y="7"/>
                  </a:lnTo>
                  <a:lnTo>
                    <a:pt x="159" y="3"/>
                  </a:lnTo>
                  <a:lnTo>
                    <a:pt x="155" y="1"/>
                  </a:lnTo>
                  <a:lnTo>
                    <a:pt x="150" y="1"/>
                  </a:lnTo>
                  <a:lnTo>
                    <a:pt x="142" y="0"/>
                  </a:lnTo>
                  <a:lnTo>
                    <a:pt x="144" y="7"/>
                  </a:lnTo>
                  <a:lnTo>
                    <a:pt x="142" y="16"/>
                  </a:lnTo>
                  <a:lnTo>
                    <a:pt x="142" y="16"/>
                  </a:lnTo>
                  <a:lnTo>
                    <a:pt x="141" y="20"/>
                  </a:lnTo>
                  <a:lnTo>
                    <a:pt x="139" y="23"/>
                  </a:lnTo>
                  <a:lnTo>
                    <a:pt x="137" y="23"/>
                  </a:lnTo>
                  <a:lnTo>
                    <a:pt x="137" y="23"/>
                  </a:lnTo>
                  <a:lnTo>
                    <a:pt x="132" y="21"/>
                  </a:lnTo>
                  <a:lnTo>
                    <a:pt x="126" y="21"/>
                  </a:lnTo>
                  <a:lnTo>
                    <a:pt x="126" y="21"/>
                  </a:lnTo>
                  <a:lnTo>
                    <a:pt x="122" y="23"/>
                  </a:lnTo>
                  <a:lnTo>
                    <a:pt x="121" y="23"/>
                  </a:lnTo>
                  <a:lnTo>
                    <a:pt x="121" y="25"/>
                  </a:lnTo>
                  <a:lnTo>
                    <a:pt x="121" y="25"/>
                  </a:lnTo>
                  <a:lnTo>
                    <a:pt x="121" y="29"/>
                  </a:lnTo>
                  <a:lnTo>
                    <a:pt x="121" y="31"/>
                  </a:lnTo>
                  <a:lnTo>
                    <a:pt x="119" y="32"/>
                  </a:lnTo>
                  <a:lnTo>
                    <a:pt x="121" y="34"/>
                  </a:lnTo>
                  <a:lnTo>
                    <a:pt x="121" y="34"/>
                  </a:lnTo>
                  <a:lnTo>
                    <a:pt x="121" y="36"/>
                  </a:lnTo>
                  <a:lnTo>
                    <a:pt x="121" y="36"/>
                  </a:lnTo>
                  <a:lnTo>
                    <a:pt x="115" y="32"/>
                  </a:lnTo>
                  <a:lnTo>
                    <a:pt x="108" y="25"/>
                  </a:lnTo>
                  <a:lnTo>
                    <a:pt x="108" y="25"/>
                  </a:lnTo>
                  <a:lnTo>
                    <a:pt x="106" y="27"/>
                  </a:lnTo>
                  <a:lnTo>
                    <a:pt x="102" y="32"/>
                  </a:lnTo>
                  <a:lnTo>
                    <a:pt x="102" y="32"/>
                  </a:lnTo>
                  <a:lnTo>
                    <a:pt x="101" y="38"/>
                  </a:lnTo>
                  <a:lnTo>
                    <a:pt x="99" y="45"/>
                  </a:lnTo>
                  <a:lnTo>
                    <a:pt x="99" y="45"/>
                  </a:lnTo>
                  <a:lnTo>
                    <a:pt x="97" y="49"/>
                  </a:lnTo>
                  <a:lnTo>
                    <a:pt x="93" y="52"/>
                  </a:lnTo>
                  <a:lnTo>
                    <a:pt x="93" y="52"/>
                  </a:lnTo>
                  <a:lnTo>
                    <a:pt x="90" y="56"/>
                  </a:lnTo>
                  <a:lnTo>
                    <a:pt x="88" y="58"/>
                  </a:lnTo>
                  <a:lnTo>
                    <a:pt x="86" y="60"/>
                  </a:lnTo>
                  <a:lnTo>
                    <a:pt x="86" y="60"/>
                  </a:lnTo>
                  <a:lnTo>
                    <a:pt x="86" y="62"/>
                  </a:lnTo>
                  <a:lnTo>
                    <a:pt x="84" y="63"/>
                  </a:lnTo>
                  <a:lnTo>
                    <a:pt x="81" y="63"/>
                  </a:lnTo>
                  <a:lnTo>
                    <a:pt x="81" y="63"/>
                  </a:lnTo>
                  <a:lnTo>
                    <a:pt x="77" y="63"/>
                  </a:lnTo>
                  <a:lnTo>
                    <a:pt x="77" y="67"/>
                  </a:lnTo>
                  <a:lnTo>
                    <a:pt x="75" y="74"/>
                  </a:lnTo>
                  <a:lnTo>
                    <a:pt x="75" y="74"/>
                  </a:lnTo>
                  <a:lnTo>
                    <a:pt x="73" y="85"/>
                  </a:lnTo>
                  <a:lnTo>
                    <a:pt x="70" y="91"/>
                  </a:lnTo>
                  <a:lnTo>
                    <a:pt x="68" y="94"/>
                  </a:lnTo>
                  <a:lnTo>
                    <a:pt x="68" y="94"/>
                  </a:lnTo>
                  <a:lnTo>
                    <a:pt x="60" y="98"/>
                  </a:lnTo>
                  <a:lnTo>
                    <a:pt x="59" y="100"/>
                  </a:lnTo>
                  <a:lnTo>
                    <a:pt x="57" y="103"/>
                  </a:lnTo>
                  <a:lnTo>
                    <a:pt x="57" y="103"/>
                  </a:lnTo>
                  <a:lnTo>
                    <a:pt x="59" y="111"/>
                  </a:lnTo>
                  <a:lnTo>
                    <a:pt x="59" y="114"/>
                  </a:lnTo>
                  <a:lnTo>
                    <a:pt x="59" y="120"/>
                  </a:lnTo>
                  <a:lnTo>
                    <a:pt x="59" y="120"/>
                  </a:lnTo>
                  <a:lnTo>
                    <a:pt x="57" y="127"/>
                  </a:lnTo>
                  <a:lnTo>
                    <a:pt x="55" y="129"/>
                  </a:lnTo>
                  <a:lnTo>
                    <a:pt x="53" y="129"/>
                  </a:lnTo>
                  <a:lnTo>
                    <a:pt x="53" y="129"/>
                  </a:lnTo>
                  <a:lnTo>
                    <a:pt x="48" y="123"/>
                  </a:lnTo>
                  <a:lnTo>
                    <a:pt x="44" y="122"/>
                  </a:lnTo>
                  <a:lnTo>
                    <a:pt x="42" y="122"/>
                  </a:lnTo>
                  <a:lnTo>
                    <a:pt x="42" y="122"/>
                  </a:lnTo>
                  <a:lnTo>
                    <a:pt x="33" y="125"/>
                  </a:lnTo>
                  <a:lnTo>
                    <a:pt x="31" y="129"/>
                  </a:lnTo>
                  <a:lnTo>
                    <a:pt x="29" y="131"/>
                  </a:lnTo>
                  <a:lnTo>
                    <a:pt x="29" y="131"/>
                  </a:lnTo>
                  <a:lnTo>
                    <a:pt x="28" y="134"/>
                  </a:lnTo>
                  <a:lnTo>
                    <a:pt x="26" y="138"/>
                  </a:lnTo>
                  <a:lnTo>
                    <a:pt x="22" y="142"/>
                  </a:lnTo>
                  <a:lnTo>
                    <a:pt x="20" y="145"/>
                  </a:lnTo>
                  <a:lnTo>
                    <a:pt x="20" y="145"/>
                  </a:lnTo>
                  <a:lnTo>
                    <a:pt x="20" y="149"/>
                  </a:lnTo>
                  <a:lnTo>
                    <a:pt x="17" y="151"/>
                  </a:lnTo>
                  <a:lnTo>
                    <a:pt x="13" y="154"/>
                  </a:lnTo>
                  <a:lnTo>
                    <a:pt x="13" y="156"/>
                  </a:lnTo>
                  <a:lnTo>
                    <a:pt x="13" y="156"/>
                  </a:lnTo>
                  <a:lnTo>
                    <a:pt x="15" y="164"/>
                  </a:lnTo>
                  <a:lnTo>
                    <a:pt x="15" y="167"/>
                  </a:lnTo>
                  <a:lnTo>
                    <a:pt x="15" y="167"/>
                  </a:lnTo>
                  <a:lnTo>
                    <a:pt x="13" y="174"/>
                  </a:lnTo>
                  <a:lnTo>
                    <a:pt x="15" y="182"/>
                  </a:lnTo>
                  <a:lnTo>
                    <a:pt x="15" y="182"/>
                  </a:lnTo>
                  <a:lnTo>
                    <a:pt x="15" y="189"/>
                  </a:lnTo>
                  <a:lnTo>
                    <a:pt x="15" y="193"/>
                  </a:lnTo>
                  <a:lnTo>
                    <a:pt x="13" y="195"/>
                  </a:lnTo>
                  <a:lnTo>
                    <a:pt x="13" y="195"/>
                  </a:lnTo>
                  <a:lnTo>
                    <a:pt x="11" y="202"/>
                  </a:lnTo>
                  <a:lnTo>
                    <a:pt x="13" y="204"/>
                  </a:lnTo>
                  <a:lnTo>
                    <a:pt x="15" y="204"/>
                  </a:lnTo>
                  <a:lnTo>
                    <a:pt x="15" y="204"/>
                  </a:lnTo>
                  <a:lnTo>
                    <a:pt x="17" y="205"/>
                  </a:lnTo>
                  <a:lnTo>
                    <a:pt x="19" y="211"/>
                  </a:lnTo>
                  <a:lnTo>
                    <a:pt x="19" y="211"/>
                  </a:lnTo>
                  <a:lnTo>
                    <a:pt x="19" y="218"/>
                  </a:lnTo>
                  <a:lnTo>
                    <a:pt x="19" y="220"/>
                  </a:lnTo>
                  <a:lnTo>
                    <a:pt x="17" y="222"/>
                  </a:lnTo>
                  <a:lnTo>
                    <a:pt x="17" y="222"/>
                  </a:lnTo>
                  <a:lnTo>
                    <a:pt x="13" y="224"/>
                  </a:lnTo>
                  <a:lnTo>
                    <a:pt x="11" y="224"/>
                  </a:lnTo>
                  <a:lnTo>
                    <a:pt x="11" y="224"/>
                  </a:lnTo>
                  <a:lnTo>
                    <a:pt x="11" y="235"/>
                  </a:lnTo>
                  <a:lnTo>
                    <a:pt x="11" y="235"/>
                  </a:lnTo>
                  <a:lnTo>
                    <a:pt x="9" y="238"/>
                  </a:lnTo>
                  <a:lnTo>
                    <a:pt x="9" y="242"/>
                  </a:lnTo>
                  <a:lnTo>
                    <a:pt x="11" y="244"/>
                  </a:lnTo>
                  <a:lnTo>
                    <a:pt x="11" y="244"/>
                  </a:lnTo>
                  <a:lnTo>
                    <a:pt x="13" y="247"/>
                  </a:lnTo>
                  <a:lnTo>
                    <a:pt x="13" y="249"/>
                  </a:lnTo>
                  <a:lnTo>
                    <a:pt x="11" y="251"/>
                  </a:lnTo>
                  <a:lnTo>
                    <a:pt x="11" y="251"/>
                  </a:lnTo>
                  <a:lnTo>
                    <a:pt x="9" y="253"/>
                  </a:lnTo>
                  <a:lnTo>
                    <a:pt x="9" y="255"/>
                  </a:lnTo>
                  <a:lnTo>
                    <a:pt x="8" y="256"/>
                  </a:lnTo>
                  <a:lnTo>
                    <a:pt x="6" y="258"/>
                  </a:lnTo>
                  <a:lnTo>
                    <a:pt x="6" y="258"/>
                  </a:lnTo>
                  <a:lnTo>
                    <a:pt x="4" y="260"/>
                  </a:lnTo>
                  <a:lnTo>
                    <a:pt x="6" y="264"/>
                  </a:lnTo>
                  <a:lnTo>
                    <a:pt x="6" y="264"/>
                  </a:lnTo>
                  <a:lnTo>
                    <a:pt x="8" y="269"/>
                  </a:lnTo>
                  <a:lnTo>
                    <a:pt x="9" y="273"/>
                  </a:lnTo>
                  <a:lnTo>
                    <a:pt x="9" y="273"/>
                  </a:lnTo>
                  <a:lnTo>
                    <a:pt x="8" y="280"/>
                  </a:lnTo>
                  <a:lnTo>
                    <a:pt x="8" y="282"/>
                  </a:lnTo>
                  <a:lnTo>
                    <a:pt x="6" y="282"/>
                  </a:lnTo>
                  <a:lnTo>
                    <a:pt x="6" y="282"/>
                  </a:lnTo>
                  <a:lnTo>
                    <a:pt x="2" y="282"/>
                  </a:lnTo>
                  <a:lnTo>
                    <a:pt x="0" y="282"/>
                  </a:lnTo>
                  <a:lnTo>
                    <a:pt x="2" y="284"/>
                  </a:lnTo>
                  <a:close/>
                  <a:moveTo>
                    <a:pt x="53" y="375"/>
                  </a:moveTo>
                  <a:lnTo>
                    <a:pt x="53" y="375"/>
                  </a:lnTo>
                  <a:lnTo>
                    <a:pt x="55" y="384"/>
                  </a:lnTo>
                  <a:lnTo>
                    <a:pt x="55" y="384"/>
                  </a:lnTo>
                  <a:lnTo>
                    <a:pt x="59" y="384"/>
                  </a:lnTo>
                  <a:lnTo>
                    <a:pt x="60" y="384"/>
                  </a:lnTo>
                  <a:lnTo>
                    <a:pt x="60" y="384"/>
                  </a:lnTo>
                  <a:lnTo>
                    <a:pt x="60" y="380"/>
                  </a:lnTo>
                  <a:lnTo>
                    <a:pt x="53" y="375"/>
                  </a:lnTo>
                  <a:lnTo>
                    <a:pt x="53" y="375"/>
                  </a:lnTo>
                  <a:close/>
                  <a:moveTo>
                    <a:pt x="121" y="307"/>
                  </a:moveTo>
                  <a:lnTo>
                    <a:pt x="121" y="313"/>
                  </a:lnTo>
                  <a:lnTo>
                    <a:pt x="121" y="313"/>
                  </a:lnTo>
                  <a:lnTo>
                    <a:pt x="117" y="313"/>
                  </a:lnTo>
                  <a:lnTo>
                    <a:pt x="113" y="313"/>
                  </a:lnTo>
                  <a:lnTo>
                    <a:pt x="113" y="313"/>
                  </a:lnTo>
                  <a:lnTo>
                    <a:pt x="110" y="322"/>
                  </a:lnTo>
                  <a:lnTo>
                    <a:pt x="106" y="335"/>
                  </a:lnTo>
                  <a:lnTo>
                    <a:pt x="113" y="338"/>
                  </a:lnTo>
                  <a:lnTo>
                    <a:pt x="113" y="338"/>
                  </a:lnTo>
                  <a:lnTo>
                    <a:pt x="121" y="320"/>
                  </a:lnTo>
                  <a:lnTo>
                    <a:pt x="122" y="311"/>
                  </a:lnTo>
                  <a:lnTo>
                    <a:pt x="122" y="309"/>
                  </a:lnTo>
                  <a:lnTo>
                    <a:pt x="121" y="307"/>
                  </a:lnTo>
                  <a:lnTo>
                    <a:pt x="121" y="307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52" name="Freeform 34">
              <a:extLst>
                <a:ext uri="{FF2B5EF4-FFF2-40B4-BE49-F238E27FC236}">
                  <a16:creationId xmlns:a16="http://schemas.microsoft.com/office/drawing/2014/main" id="{0E4180C7-B4F0-48CD-A0E5-382D63D97C98}"/>
                </a:ext>
              </a:extLst>
            </p:cNvPr>
            <p:cNvSpPr>
              <a:spLocks/>
            </p:cNvSpPr>
            <p:nvPr/>
          </p:nvSpPr>
          <p:spPr bwMode="auto">
            <a:xfrm>
              <a:off x="6282392" y="4814128"/>
              <a:ext cx="32626" cy="43008"/>
            </a:xfrm>
            <a:custGeom>
              <a:avLst/>
              <a:gdLst>
                <a:gd name="T0" fmla="*/ 20 w 22"/>
                <a:gd name="T1" fmla="*/ 18 h 29"/>
                <a:gd name="T2" fmla="*/ 20 w 22"/>
                <a:gd name="T3" fmla="*/ 18 h 29"/>
                <a:gd name="T4" fmla="*/ 22 w 22"/>
                <a:gd name="T5" fmla="*/ 7 h 29"/>
                <a:gd name="T6" fmla="*/ 22 w 22"/>
                <a:gd name="T7" fmla="*/ 7 h 29"/>
                <a:gd name="T8" fmla="*/ 20 w 22"/>
                <a:gd name="T9" fmla="*/ 5 h 29"/>
                <a:gd name="T10" fmla="*/ 18 w 22"/>
                <a:gd name="T11" fmla="*/ 1 h 29"/>
                <a:gd name="T12" fmla="*/ 14 w 22"/>
                <a:gd name="T13" fmla="*/ 0 h 29"/>
                <a:gd name="T14" fmla="*/ 14 w 22"/>
                <a:gd name="T15" fmla="*/ 0 h 29"/>
                <a:gd name="T16" fmla="*/ 11 w 22"/>
                <a:gd name="T17" fmla="*/ 1 h 29"/>
                <a:gd name="T18" fmla="*/ 9 w 22"/>
                <a:gd name="T19" fmla="*/ 1 h 29"/>
                <a:gd name="T20" fmla="*/ 5 w 22"/>
                <a:gd name="T21" fmla="*/ 1 h 29"/>
                <a:gd name="T22" fmla="*/ 5 w 22"/>
                <a:gd name="T23" fmla="*/ 1 h 29"/>
                <a:gd name="T24" fmla="*/ 3 w 22"/>
                <a:gd name="T25" fmla="*/ 1 h 29"/>
                <a:gd name="T26" fmla="*/ 3 w 22"/>
                <a:gd name="T27" fmla="*/ 1 h 29"/>
                <a:gd name="T28" fmla="*/ 1 w 22"/>
                <a:gd name="T29" fmla="*/ 9 h 29"/>
                <a:gd name="T30" fmla="*/ 1 w 22"/>
                <a:gd name="T31" fmla="*/ 9 h 29"/>
                <a:gd name="T32" fmla="*/ 0 w 22"/>
                <a:gd name="T33" fmla="*/ 14 h 29"/>
                <a:gd name="T34" fmla="*/ 1 w 22"/>
                <a:gd name="T35" fmla="*/ 20 h 29"/>
                <a:gd name="T36" fmla="*/ 1 w 22"/>
                <a:gd name="T37" fmla="*/ 20 h 29"/>
                <a:gd name="T38" fmla="*/ 5 w 22"/>
                <a:gd name="T39" fmla="*/ 23 h 29"/>
                <a:gd name="T40" fmla="*/ 9 w 22"/>
                <a:gd name="T41" fmla="*/ 25 h 29"/>
                <a:gd name="T42" fmla="*/ 9 w 22"/>
                <a:gd name="T43" fmla="*/ 25 h 29"/>
                <a:gd name="T44" fmla="*/ 16 w 22"/>
                <a:gd name="T45" fmla="*/ 27 h 29"/>
                <a:gd name="T46" fmla="*/ 20 w 22"/>
                <a:gd name="T47" fmla="*/ 29 h 29"/>
                <a:gd name="T48" fmla="*/ 20 w 22"/>
                <a:gd name="T49" fmla="*/ 18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29">
                  <a:moveTo>
                    <a:pt x="20" y="18"/>
                  </a:moveTo>
                  <a:lnTo>
                    <a:pt x="20" y="18"/>
                  </a:lnTo>
                  <a:lnTo>
                    <a:pt x="22" y="7"/>
                  </a:lnTo>
                  <a:lnTo>
                    <a:pt x="22" y="7"/>
                  </a:lnTo>
                  <a:lnTo>
                    <a:pt x="20" y="5"/>
                  </a:lnTo>
                  <a:lnTo>
                    <a:pt x="18" y="1"/>
                  </a:lnTo>
                  <a:lnTo>
                    <a:pt x="14" y="0"/>
                  </a:lnTo>
                  <a:lnTo>
                    <a:pt x="14" y="0"/>
                  </a:lnTo>
                  <a:lnTo>
                    <a:pt x="11" y="1"/>
                  </a:lnTo>
                  <a:lnTo>
                    <a:pt x="9" y="1"/>
                  </a:lnTo>
                  <a:lnTo>
                    <a:pt x="5" y="1"/>
                  </a:lnTo>
                  <a:lnTo>
                    <a:pt x="5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1" y="9"/>
                  </a:lnTo>
                  <a:lnTo>
                    <a:pt x="1" y="9"/>
                  </a:lnTo>
                  <a:lnTo>
                    <a:pt x="0" y="14"/>
                  </a:lnTo>
                  <a:lnTo>
                    <a:pt x="1" y="20"/>
                  </a:lnTo>
                  <a:lnTo>
                    <a:pt x="1" y="20"/>
                  </a:lnTo>
                  <a:lnTo>
                    <a:pt x="5" y="23"/>
                  </a:lnTo>
                  <a:lnTo>
                    <a:pt x="9" y="25"/>
                  </a:lnTo>
                  <a:lnTo>
                    <a:pt x="9" y="25"/>
                  </a:lnTo>
                  <a:lnTo>
                    <a:pt x="16" y="27"/>
                  </a:lnTo>
                  <a:lnTo>
                    <a:pt x="20" y="29"/>
                  </a:lnTo>
                  <a:lnTo>
                    <a:pt x="20" y="18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53" name="Freeform 35">
              <a:extLst>
                <a:ext uri="{FF2B5EF4-FFF2-40B4-BE49-F238E27FC236}">
                  <a16:creationId xmlns:a16="http://schemas.microsoft.com/office/drawing/2014/main" id="{C3626A66-4399-4071-B62B-7217800E36D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6906" y="3870937"/>
              <a:ext cx="97878" cy="142368"/>
            </a:xfrm>
            <a:custGeom>
              <a:avLst/>
              <a:gdLst>
                <a:gd name="T0" fmla="*/ 19 w 66"/>
                <a:gd name="T1" fmla="*/ 5 h 96"/>
                <a:gd name="T2" fmla="*/ 19 w 66"/>
                <a:gd name="T3" fmla="*/ 5 h 96"/>
                <a:gd name="T4" fmla="*/ 11 w 66"/>
                <a:gd name="T5" fmla="*/ 16 h 96"/>
                <a:gd name="T6" fmla="*/ 11 w 66"/>
                <a:gd name="T7" fmla="*/ 16 h 96"/>
                <a:gd name="T8" fmla="*/ 11 w 66"/>
                <a:gd name="T9" fmla="*/ 25 h 96"/>
                <a:gd name="T10" fmla="*/ 11 w 66"/>
                <a:gd name="T11" fmla="*/ 25 h 96"/>
                <a:gd name="T12" fmla="*/ 10 w 66"/>
                <a:gd name="T13" fmla="*/ 29 h 96"/>
                <a:gd name="T14" fmla="*/ 8 w 66"/>
                <a:gd name="T15" fmla="*/ 31 h 96"/>
                <a:gd name="T16" fmla="*/ 2 w 66"/>
                <a:gd name="T17" fmla="*/ 34 h 96"/>
                <a:gd name="T18" fmla="*/ 2 w 66"/>
                <a:gd name="T19" fmla="*/ 34 h 96"/>
                <a:gd name="T20" fmla="*/ 0 w 66"/>
                <a:gd name="T21" fmla="*/ 36 h 96"/>
                <a:gd name="T22" fmla="*/ 2 w 66"/>
                <a:gd name="T23" fmla="*/ 38 h 96"/>
                <a:gd name="T24" fmla="*/ 4 w 66"/>
                <a:gd name="T25" fmla="*/ 42 h 96"/>
                <a:gd name="T26" fmla="*/ 4 w 66"/>
                <a:gd name="T27" fmla="*/ 45 h 96"/>
                <a:gd name="T28" fmla="*/ 4 w 66"/>
                <a:gd name="T29" fmla="*/ 45 h 96"/>
                <a:gd name="T30" fmla="*/ 2 w 66"/>
                <a:gd name="T31" fmla="*/ 58 h 96"/>
                <a:gd name="T32" fmla="*/ 2 w 66"/>
                <a:gd name="T33" fmla="*/ 58 h 96"/>
                <a:gd name="T34" fmla="*/ 8 w 66"/>
                <a:gd name="T35" fmla="*/ 62 h 96"/>
                <a:gd name="T36" fmla="*/ 8 w 66"/>
                <a:gd name="T37" fmla="*/ 62 h 96"/>
                <a:gd name="T38" fmla="*/ 8 w 66"/>
                <a:gd name="T39" fmla="*/ 64 h 96"/>
                <a:gd name="T40" fmla="*/ 8 w 66"/>
                <a:gd name="T41" fmla="*/ 67 h 96"/>
                <a:gd name="T42" fmla="*/ 8 w 66"/>
                <a:gd name="T43" fmla="*/ 71 h 96"/>
                <a:gd name="T44" fmla="*/ 10 w 66"/>
                <a:gd name="T45" fmla="*/ 85 h 96"/>
                <a:gd name="T46" fmla="*/ 11 w 66"/>
                <a:gd name="T47" fmla="*/ 95 h 96"/>
                <a:gd name="T48" fmla="*/ 19 w 66"/>
                <a:gd name="T49" fmla="*/ 93 h 96"/>
                <a:gd name="T50" fmla="*/ 30 w 66"/>
                <a:gd name="T51" fmla="*/ 96 h 96"/>
                <a:gd name="T52" fmla="*/ 33 w 66"/>
                <a:gd name="T53" fmla="*/ 89 h 96"/>
                <a:gd name="T54" fmla="*/ 28 w 66"/>
                <a:gd name="T55" fmla="*/ 85 h 96"/>
                <a:gd name="T56" fmla="*/ 30 w 66"/>
                <a:gd name="T57" fmla="*/ 76 h 96"/>
                <a:gd name="T58" fmla="*/ 41 w 66"/>
                <a:gd name="T59" fmla="*/ 80 h 96"/>
                <a:gd name="T60" fmla="*/ 46 w 66"/>
                <a:gd name="T61" fmla="*/ 78 h 96"/>
                <a:gd name="T62" fmla="*/ 48 w 66"/>
                <a:gd name="T63" fmla="*/ 82 h 96"/>
                <a:gd name="T64" fmla="*/ 55 w 66"/>
                <a:gd name="T65" fmla="*/ 82 h 96"/>
                <a:gd name="T66" fmla="*/ 55 w 66"/>
                <a:gd name="T67" fmla="*/ 82 h 96"/>
                <a:gd name="T68" fmla="*/ 62 w 66"/>
                <a:gd name="T69" fmla="*/ 69 h 96"/>
                <a:gd name="T70" fmla="*/ 62 w 66"/>
                <a:gd name="T71" fmla="*/ 69 h 96"/>
                <a:gd name="T72" fmla="*/ 64 w 66"/>
                <a:gd name="T73" fmla="*/ 62 h 96"/>
                <a:gd name="T74" fmla="*/ 66 w 66"/>
                <a:gd name="T75" fmla="*/ 56 h 96"/>
                <a:gd name="T76" fmla="*/ 66 w 66"/>
                <a:gd name="T77" fmla="*/ 56 h 96"/>
                <a:gd name="T78" fmla="*/ 61 w 66"/>
                <a:gd name="T79" fmla="*/ 53 h 96"/>
                <a:gd name="T80" fmla="*/ 57 w 66"/>
                <a:gd name="T81" fmla="*/ 47 h 96"/>
                <a:gd name="T82" fmla="*/ 57 w 66"/>
                <a:gd name="T83" fmla="*/ 44 h 96"/>
                <a:gd name="T84" fmla="*/ 57 w 66"/>
                <a:gd name="T85" fmla="*/ 44 h 96"/>
                <a:gd name="T86" fmla="*/ 55 w 66"/>
                <a:gd name="T87" fmla="*/ 24 h 96"/>
                <a:gd name="T88" fmla="*/ 62 w 66"/>
                <a:gd name="T89" fmla="*/ 11 h 96"/>
                <a:gd name="T90" fmla="*/ 62 w 66"/>
                <a:gd name="T91" fmla="*/ 11 h 96"/>
                <a:gd name="T92" fmla="*/ 62 w 66"/>
                <a:gd name="T93" fmla="*/ 4 h 96"/>
                <a:gd name="T94" fmla="*/ 62 w 66"/>
                <a:gd name="T95" fmla="*/ 4 h 96"/>
                <a:gd name="T96" fmla="*/ 42 w 66"/>
                <a:gd name="T97" fmla="*/ 2 h 96"/>
                <a:gd name="T98" fmla="*/ 20 w 66"/>
                <a:gd name="T99" fmla="*/ 0 h 96"/>
                <a:gd name="T100" fmla="*/ 20 w 66"/>
                <a:gd name="T101" fmla="*/ 0 h 96"/>
                <a:gd name="T102" fmla="*/ 20 w 66"/>
                <a:gd name="T103" fmla="*/ 5 h 96"/>
                <a:gd name="T104" fmla="*/ 20 w 66"/>
                <a:gd name="T105" fmla="*/ 7 h 96"/>
                <a:gd name="T106" fmla="*/ 19 w 66"/>
                <a:gd name="T107" fmla="*/ 7 h 96"/>
                <a:gd name="T108" fmla="*/ 19 w 66"/>
                <a:gd name="T109" fmla="*/ 5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66" h="96">
                  <a:moveTo>
                    <a:pt x="19" y="5"/>
                  </a:moveTo>
                  <a:lnTo>
                    <a:pt x="19" y="5"/>
                  </a:lnTo>
                  <a:lnTo>
                    <a:pt x="11" y="16"/>
                  </a:lnTo>
                  <a:lnTo>
                    <a:pt x="11" y="16"/>
                  </a:lnTo>
                  <a:lnTo>
                    <a:pt x="11" y="25"/>
                  </a:lnTo>
                  <a:lnTo>
                    <a:pt x="11" y="25"/>
                  </a:lnTo>
                  <a:lnTo>
                    <a:pt x="10" y="29"/>
                  </a:lnTo>
                  <a:lnTo>
                    <a:pt x="8" y="31"/>
                  </a:lnTo>
                  <a:lnTo>
                    <a:pt x="2" y="34"/>
                  </a:lnTo>
                  <a:lnTo>
                    <a:pt x="2" y="34"/>
                  </a:lnTo>
                  <a:lnTo>
                    <a:pt x="0" y="36"/>
                  </a:lnTo>
                  <a:lnTo>
                    <a:pt x="2" y="38"/>
                  </a:lnTo>
                  <a:lnTo>
                    <a:pt x="4" y="42"/>
                  </a:lnTo>
                  <a:lnTo>
                    <a:pt x="4" y="45"/>
                  </a:lnTo>
                  <a:lnTo>
                    <a:pt x="4" y="45"/>
                  </a:lnTo>
                  <a:lnTo>
                    <a:pt x="2" y="58"/>
                  </a:lnTo>
                  <a:lnTo>
                    <a:pt x="2" y="58"/>
                  </a:lnTo>
                  <a:lnTo>
                    <a:pt x="8" y="62"/>
                  </a:lnTo>
                  <a:lnTo>
                    <a:pt x="8" y="62"/>
                  </a:lnTo>
                  <a:lnTo>
                    <a:pt x="8" y="64"/>
                  </a:lnTo>
                  <a:lnTo>
                    <a:pt x="8" y="67"/>
                  </a:lnTo>
                  <a:lnTo>
                    <a:pt x="8" y="71"/>
                  </a:lnTo>
                  <a:lnTo>
                    <a:pt x="10" y="85"/>
                  </a:lnTo>
                  <a:lnTo>
                    <a:pt x="11" y="95"/>
                  </a:lnTo>
                  <a:lnTo>
                    <a:pt x="19" y="93"/>
                  </a:lnTo>
                  <a:lnTo>
                    <a:pt x="30" y="96"/>
                  </a:lnTo>
                  <a:lnTo>
                    <a:pt x="33" y="89"/>
                  </a:lnTo>
                  <a:lnTo>
                    <a:pt x="28" y="85"/>
                  </a:lnTo>
                  <a:lnTo>
                    <a:pt x="30" y="76"/>
                  </a:lnTo>
                  <a:lnTo>
                    <a:pt x="41" y="80"/>
                  </a:lnTo>
                  <a:lnTo>
                    <a:pt x="46" y="78"/>
                  </a:lnTo>
                  <a:lnTo>
                    <a:pt x="48" y="82"/>
                  </a:lnTo>
                  <a:lnTo>
                    <a:pt x="55" y="82"/>
                  </a:lnTo>
                  <a:lnTo>
                    <a:pt x="55" y="82"/>
                  </a:lnTo>
                  <a:lnTo>
                    <a:pt x="62" y="69"/>
                  </a:lnTo>
                  <a:lnTo>
                    <a:pt x="62" y="69"/>
                  </a:lnTo>
                  <a:lnTo>
                    <a:pt x="64" y="62"/>
                  </a:lnTo>
                  <a:lnTo>
                    <a:pt x="66" y="56"/>
                  </a:lnTo>
                  <a:lnTo>
                    <a:pt x="66" y="56"/>
                  </a:lnTo>
                  <a:lnTo>
                    <a:pt x="61" y="53"/>
                  </a:lnTo>
                  <a:lnTo>
                    <a:pt x="57" y="47"/>
                  </a:lnTo>
                  <a:lnTo>
                    <a:pt x="57" y="44"/>
                  </a:lnTo>
                  <a:lnTo>
                    <a:pt x="57" y="44"/>
                  </a:lnTo>
                  <a:lnTo>
                    <a:pt x="55" y="24"/>
                  </a:lnTo>
                  <a:lnTo>
                    <a:pt x="62" y="11"/>
                  </a:lnTo>
                  <a:lnTo>
                    <a:pt x="62" y="11"/>
                  </a:lnTo>
                  <a:lnTo>
                    <a:pt x="62" y="4"/>
                  </a:lnTo>
                  <a:lnTo>
                    <a:pt x="62" y="4"/>
                  </a:lnTo>
                  <a:lnTo>
                    <a:pt x="42" y="2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20" y="5"/>
                  </a:lnTo>
                  <a:lnTo>
                    <a:pt x="20" y="7"/>
                  </a:lnTo>
                  <a:lnTo>
                    <a:pt x="19" y="7"/>
                  </a:lnTo>
                  <a:lnTo>
                    <a:pt x="19" y="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54" name="Freeform 36">
              <a:extLst>
                <a:ext uri="{FF2B5EF4-FFF2-40B4-BE49-F238E27FC236}">
                  <a16:creationId xmlns:a16="http://schemas.microsoft.com/office/drawing/2014/main" id="{5852E33F-85EE-4312-8836-3BAEDDFF1668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839" y="3360783"/>
              <a:ext cx="410793" cy="579855"/>
            </a:xfrm>
            <a:custGeom>
              <a:avLst/>
              <a:gdLst>
                <a:gd name="T0" fmla="*/ 249 w 277"/>
                <a:gd name="T1" fmla="*/ 72 h 391"/>
                <a:gd name="T2" fmla="*/ 249 w 277"/>
                <a:gd name="T3" fmla="*/ 29 h 391"/>
                <a:gd name="T4" fmla="*/ 244 w 277"/>
                <a:gd name="T5" fmla="*/ 18 h 391"/>
                <a:gd name="T6" fmla="*/ 226 w 277"/>
                <a:gd name="T7" fmla="*/ 0 h 391"/>
                <a:gd name="T8" fmla="*/ 198 w 277"/>
                <a:gd name="T9" fmla="*/ 27 h 391"/>
                <a:gd name="T10" fmla="*/ 171 w 277"/>
                <a:gd name="T11" fmla="*/ 23 h 391"/>
                <a:gd name="T12" fmla="*/ 42 w 277"/>
                <a:gd name="T13" fmla="*/ 151 h 391"/>
                <a:gd name="T14" fmla="*/ 31 w 277"/>
                <a:gd name="T15" fmla="*/ 151 h 391"/>
                <a:gd name="T16" fmla="*/ 20 w 277"/>
                <a:gd name="T17" fmla="*/ 156 h 391"/>
                <a:gd name="T18" fmla="*/ 20 w 277"/>
                <a:gd name="T19" fmla="*/ 167 h 391"/>
                <a:gd name="T20" fmla="*/ 14 w 277"/>
                <a:gd name="T21" fmla="*/ 176 h 391"/>
                <a:gd name="T22" fmla="*/ 7 w 277"/>
                <a:gd name="T23" fmla="*/ 191 h 391"/>
                <a:gd name="T24" fmla="*/ 2 w 277"/>
                <a:gd name="T25" fmla="*/ 202 h 391"/>
                <a:gd name="T26" fmla="*/ 2 w 277"/>
                <a:gd name="T27" fmla="*/ 211 h 391"/>
                <a:gd name="T28" fmla="*/ 14 w 277"/>
                <a:gd name="T29" fmla="*/ 215 h 391"/>
                <a:gd name="T30" fmla="*/ 11 w 277"/>
                <a:gd name="T31" fmla="*/ 224 h 391"/>
                <a:gd name="T32" fmla="*/ 11 w 277"/>
                <a:gd name="T33" fmla="*/ 235 h 391"/>
                <a:gd name="T34" fmla="*/ 16 w 277"/>
                <a:gd name="T35" fmla="*/ 245 h 391"/>
                <a:gd name="T36" fmla="*/ 25 w 277"/>
                <a:gd name="T37" fmla="*/ 269 h 391"/>
                <a:gd name="T38" fmla="*/ 31 w 277"/>
                <a:gd name="T39" fmla="*/ 280 h 391"/>
                <a:gd name="T40" fmla="*/ 38 w 277"/>
                <a:gd name="T41" fmla="*/ 302 h 391"/>
                <a:gd name="T42" fmla="*/ 43 w 277"/>
                <a:gd name="T43" fmla="*/ 307 h 391"/>
                <a:gd name="T44" fmla="*/ 60 w 277"/>
                <a:gd name="T45" fmla="*/ 317 h 391"/>
                <a:gd name="T46" fmla="*/ 67 w 277"/>
                <a:gd name="T47" fmla="*/ 326 h 391"/>
                <a:gd name="T48" fmla="*/ 84 w 277"/>
                <a:gd name="T49" fmla="*/ 338 h 391"/>
                <a:gd name="T50" fmla="*/ 85 w 277"/>
                <a:gd name="T51" fmla="*/ 349 h 391"/>
                <a:gd name="T52" fmla="*/ 94 w 277"/>
                <a:gd name="T53" fmla="*/ 364 h 391"/>
                <a:gd name="T54" fmla="*/ 102 w 277"/>
                <a:gd name="T55" fmla="*/ 373 h 391"/>
                <a:gd name="T56" fmla="*/ 107 w 277"/>
                <a:gd name="T57" fmla="*/ 368 h 391"/>
                <a:gd name="T58" fmla="*/ 120 w 277"/>
                <a:gd name="T59" fmla="*/ 369 h 391"/>
                <a:gd name="T60" fmla="*/ 131 w 277"/>
                <a:gd name="T61" fmla="*/ 377 h 391"/>
                <a:gd name="T62" fmla="*/ 145 w 277"/>
                <a:gd name="T63" fmla="*/ 388 h 391"/>
                <a:gd name="T64" fmla="*/ 158 w 277"/>
                <a:gd name="T65" fmla="*/ 391 h 391"/>
                <a:gd name="T66" fmla="*/ 175 w 277"/>
                <a:gd name="T67" fmla="*/ 386 h 391"/>
                <a:gd name="T68" fmla="*/ 189 w 277"/>
                <a:gd name="T69" fmla="*/ 388 h 391"/>
                <a:gd name="T70" fmla="*/ 213 w 277"/>
                <a:gd name="T71" fmla="*/ 377 h 391"/>
                <a:gd name="T72" fmla="*/ 227 w 277"/>
                <a:gd name="T73" fmla="*/ 373 h 391"/>
                <a:gd name="T74" fmla="*/ 220 w 277"/>
                <a:gd name="T75" fmla="*/ 368 h 391"/>
                <a:gd name="T76" fmla="*/ 207 w 277"/>
                <a:gd name="T77" fmla="*/ 353 h 391"/>
                <a:gd name="T78" fmla="*/ 200 w 277"/>
                <a:gd name="T79" fmla="*/ 337 h 391"/>
                <a:gd name="T80" fmla="*/ 189 w 277"/>
                <a:gd name="T81" fmla="*/ 324 h 391"/>
                <a:gd name="T82" fmla="*/ 175 w 277"/>
                <a:gd name="T83" fmla="*/ 318 h 391"/>
                <a:gd name="T84" fmla="*/ 182 w 277"/>
                <a:gd name="T85" fmla="*/ 309 h 391"/>
                <a:gd name="T86" fmla="*/ 193 w 277"/>
                <a:gd name="T87" fmla="*/ 296 h 391"/>
                <a:gd name="T88" fmla="*/ 195 w 277"/>
                <a:gd name="T89" fmla="*/ 275 h 391"/>
                <a:gd name="T90" fmla="*/ 200 w 277"/>
                <a:gd name="T91" fmla="*/ 249 h 391"/>
                <a:gd name="T92" fmla="*/ 215 w 277"/>
                <a:gd name="T93" fmla="*/ 238 h 391"/>
                <a:gd name="T94" fmla="*/ 224 w 277"/>
                <a:gd name="T95" fmla="*/ 213 h 391"/>
                <a:gd name="T96" fmla="*/ 233 w 277"/>
                <a:gd name="T97" fmla="*/ 198 h 391"/>
                <a:gd name="T98" fmla="*/ 240 w 277"/>
                <a:gd name="T99" fmla="*/ 167 h 391"/>
                <a:gd name="T100" fmla="*/ 244 w 277"/>
                <a:gd name="T101" fmla="*/ 147 h 391"/>
                <a:gd name="T102" fmla="*/ 246 w 277"/>
                <a:gd name="T103" fmla="*/ 127 h 391"/>
                <a:gd name="T104" fmla="*/ 248 w 277"/>
                <a:gd name="T105" fmla="*/ 120 h 391"/>
                <a:gd name="T106" fmla="*/ 257 w 277"/>
                <a:gd name="T107" fmla="*/ 109 h 3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77" h="391">
                  <a:moveTo>
                    <a:pt x="275" y="98"/>
                  </a:moveTo>
                  <a:lnTo>
                    <a:pt x="271" y="98"/>
                  </a:lnTo>
                  <a:lnTo>
                    <a:pt x="271" y="98"/>
                  </a:lnTo>
                  <a:lnTo>
                    <a:pt x="260" y="85"/>
                  </a:lnTo>
                  <a:lnTo>
                    <a:pt x="249" y="72"/>
                  </a:lnTo>
                  <a:lnTo>
                    <a:pt x="249" y="72"/>
                  </a:lnTo>
                  <a:lnTo>
                    <a:pt x="248" y="61"/>
                  </a:lnTo>
                  <a:lnTo>
                    <a:pt x="249" y="51"/>
                  </a:lnTo>
                  <a:lnTo>
                    <a:pt x="249" y="40"/>
                  </a:lnTo>
                  <a:lnTo>
                    <a:pt x="249" y="29"/>
                  </a:lnTo>
                  <a:lnTo>
                    <a:pt x="244" y="27"/>
                  </a:lnTo>
                  <a:lnTo>
                    <a:pt x="244" y="27"/>
                  </a:lnTo>
                  <a:lnTo>
                    <a:pt x="244" y="23"/>
                  </a:lnTo>
                  <a:lnTo>
                    <a:pt x="244" y="20"/>
                  </a:lnTo>
                  <a:lnTo>
                    <a:pt x="244" y="18"/>
                  </a:lnTo>
                  <a:lnTo>
                    <a:pt x="244" y="14"/>
                  </a:lnTo>
                  <a:lnTo>
                    <a:pt x="244" y="14"/>
                  </a:lnTo>
                  <a:lnTo>
                    <a:pt x="235" y="9"/>
                  </a:lnTo>
                  <a:lnTo>
                    <a:pt x="227" y="1"/>
                  </a:lnTo>
                  <a:lnTo>
                    <a:pt x="226" y="0"/>
                  </a:lnTo>
                  <a:lnTo>
                    <a:pt x="217" y="3"/>
                  </a:lnTo>
                  <a:lnTo>
                    <a:pt x="211" y="5"/>
                  </a:lnTo>
                  <a:lnTo>
                    <a:pt x="207" y="16"/>
                  </a:lnTo>
                  <a:lnTo>
                    <a:pt x="200" y="16"/>
                  </a:lnTo>
                  <a:lnTo>
                    <a:pt x="198" y="27"/>
                  </a:lnTo>
                  <a:lnTo>
                    <a:pt x="193" y="29"/>
                  </a:lnTo>
                  <a:lnTo>
                    <a:pt x="191" y="25"/>
                  </a:lnTo>
                  <a:lnTo>
                    <a:pt x="176" y="25"/>
                  </a:lnTo>
                  <a:lnTo>
                    <a:pt x="175" y="21"/>
                  </a:lnTo>
                  <a:lnTo>
                    <a:pt x="171" y="23"/>
                  </a:lnTo>
                  <a:lnTo>
                    <a:pt x="58" y="23"/>
                  </a:lnTo>
                  <a:lnTo>
                    <a:pt x="58" y="61"/>
                  </a:lnTo>
                  <a:lnTo>
                    <a:pt x="42" y="61"/>
                  </a:lnTo>
                  <a:lnTo>
                    <a:pt x="42" y="76"/>
                  </a:lnTo>
                  <a:lnTo>
                    <a:pt x="42" y="151"/>
                  </a:lnTo>
                  <a:lnTo>
                    <a:pt x="42" y="151"/>
                  </a:lnTo>
                  <a:lnTo>
                    <a:pt x="38" y="151"/>
                  </a:lnTo>
                  <a:lnTo>
                    <a:pt x="34" y="151"/>
                  </a:lnTo>
                  <a:lnTo>
                    <a:pt x="31" y="151"/>
                  </a:lnTo>
                  <a:lnTo>
                    <a:pt x="31" y="151"/>
                  </a:lnTo>
                  <a:lnTo>
                    <a:pt x="27" y="149"/>
                  </a:lnTo>
                  <a:lnTo>
                    <a:pt x="25" y="149"/>
                  </a:lnTo>
                  <a:lnTo>
                    <a:pt x="23" y="151"/>
                  </a:lnTo>
                  <a:lnTo>
                    <a:pt x="23" y="151"/>
                  </a:lnTo>
                  <a:lnTo>
                    <a:pt x="20" y="156"/>
                  </a:lnTo>
                  <a:lnTo>
                    <a:pt x="20" y="160"/>
                  </a:lnTo>
                  <a:lnTo>
                    <a:pt x="20" y="162"/>
                  </a:lnTo>
                  <a:lnTo>
                    <a:pt x="20" y="162"/>
                  </a:lnTo>
                  <a:lnTo>
                    <a:pt x="22" y="164"/>
                  </a:lnTo>
                  <a:lnTo>
                    <a:pt x="20" y="167"/>
                  </a:lnTo>
                  <a:lnTo>
                    <a:pt x="16" y="171"/>
                  </a:lnTo>
                  <a:lnTo>
                    <a:pt x="16" y="171"/>
                  </a:lnTo>
                  <a:lnTo>
                    <a:pt x="14" y="173"/>
                  </a:lnTo>
                  <a:lnTo>
                    <a:pt x="14" y="176"/>
                  </a:lnTo>
                  <a:lnTo>
                    <a:pt x="14" y="176"/>
                  </a:lnTo>
                  <a:lnTo>
                    <a:pt x="12" y="184"/>
                  </a:lnTo>
                  <a:lnTo>
                    <a:pt x="12" y="187"/>
                  </a:lnTo>
                  <a:lnTo>
                    <a:pt x="11" y="189"/>
                  </a:lnTo>
                  <a:lnTo>
                    <a:pt x="11" y="189"/>
                  </a:lnTo>
                  <a:lnTo>
                    <a:pt x="7" y="191"/>
                  </a:lnTo>
                  <a:lnTo>
                    <a:pt x="5" y="194"/>
                  </a:lnTo>
                  <a:lnTo>
                    <a:pt x="5" y="194"/>
                  </a:lnTo>
                  <a:lnTo>
                    <a:pt x="5" y="200"/>
                  </a:lnTo>
                  <a:lnTo>
                    <a:pt x="2" y="202"/>
                  </a:lnTo>
                  <a:lnTo>
                    <a:pt x="2" y="202"/>
                  </a:lnTo>
                  <a:lnTo>
                    <a:pt x="0" y="205"/>
                  </a:lnTo>
                  <a:lnTo>
                    <a:pt x="0" y="209"/>
                  </a:lnTo>
                  <a:lnTo>
                    <a:pt x="0" y="209"/>
                  </a:lnTo>
                  <a:lnTo>
                    <a:pt x="0" y="211"/>
                  </a:lnTo>
                  <a:lnTo>
                    <a:pt x="2" y="211"/>
                  </a:lnTo>
                  <a:lnTo>
                    <a:pt x="7" y="209"/>
                  </a:lnTo>
                  <a:lnTo>
                    <a:pt x="7" y="209"/>
                  </a:lnTo>
                  <a:lnTo>
                    <a:pt x="11" y="211"/>
                  </a:lnTo>
                  <a:lnTo>
                    <a:pt x="14" y="215"/>
                  </a:lnTo>
                  <a:lnTo>
                    <a:pt x="14" y="215"/>
                  </a:lnTo>
                  <a:lnTo>
                    <a:pt x="14" y="216"/>
                  </a:lnTo>
                  <a:lnTo>
                    <a:pt x="12" y="218"/>
                  </a:lnTo>
                  <a:lnTo>
                    <a:pt x="11" y="220"/>
                  </a:lnTo>
                  <a:lnTo>
                    <a:pt x="11" y="224"/>
                  </a:lnTo>
                  <a:lnTo>
                    <a:pt x="11" y="224"/>
                  </a:lnTo>
                  <a:lnTo>
                    <a:pt x="11" y="227"/>
                  </a:lnTo>
                  <a:lnTo>
                    <a:pt x="11" y="227"/>
                  </a:lnTo>
                  <a:lnTo>
                    <a:pt x="12" y="229"/>
                  </a:lnTo>
                  <a:lnTo>
                    <a:pt x="11" y="235"/>
                  </a:lnTo>
                  <a:lnTo>
                    <a:pt x="11" y="235"/>
                  </a:lnTo>
                  <a:lnTo>
                    <a:pt x="11" y="238"/>
                  </a:lnTo>
                  <a:lnTo>
                    <a:pt x="14" y="242"/>
                  </a:lnTo>
                  <a:lnTo>
                    <a:pt x="14" y="242"/>
                  </a:lnTo>
                  <a:lnTo>
                    <a:pt x="14" y="244"/>
                  </a:lnTo>
                  <a:lnTo>
                    <a:pt x="16" y="245"/>
                  </a:lnTo>
                  <a:lnTo>
                    <a:pt x="14" y="249"/>
                  </a:lnTo>
                  <a:lnTo>
                    <a:pt x="25" y="258"/>
                  </a:lnTo>
                  <a:lnTo>
                    <a:pt x="25" y="258"/>
                  </a:lnTo>
                  <a:lnTo>
                    <a:pt x="25" y="262"/>
                  </a:lnTo>
                  <a:lnTo>
                    <a:pt x="25" y="269"/>
                  </a:lnTo>
                  <a:lnTo>
                    <a:pt x="25" y="269"/>
                  </a:lnTo>
                  <a:lnTo>
                    <a:pt x="23" y="273"/>
                  </a:lnTo>
                  <a:lnTo>
                    <a:pt x="27" y="276"/>
                  </a:lnTo>
                  <a:lnTo>
                    <a:pt x="27" y="276"/>
                  </a:lnTo>
                  <a:lnTo>
                    <a:pt x="31" y="280"/>
                  </a:lnTo>
                  <a:lnTo>
                    <a:pt x="31" y="287"/>
                  </a:lnTo>
                  <a:lnTo>
                    <a:pt x="31" y="287"/>
                  </a:lnTo>
                  <a:lnTo>
                    <a:pt x="31" y="291"/>
                  </a:lnTo>
                  <a:lnTo>
                    <a:pt x="32" y="295"/>
                  </a:lnTo>
                  <a:lnTo>
                    <a:pt x="38" y="302"/>
                  </a:lnTo>
                  <a:lnTo>
                    <a:pt x="38" y="302"/>
                  </a:lnTo>
                  <a:lnTo>
                    <a:pt x="40" y="306"/>
                  </a:lnTo>
                  <a:lnTo>
                    <a:pt x="42" y="307"/>
                  </a:lnTo>
                  <a:lnTo>
                    <a:pt x="43" y="307"/>
                  </a:lnTo>
                  <a:lnTo>
                    <a:pt x="43" y="307"/>
                  </a:lnTo>
                  <a:lnTo>
                    <a:pt x="49" y="309"/>
                  </a:lnTo>
                  <a:lnTo>
                    <a:pt x="53" y="311"/>
                  </a:lnTo>
                  <a:lnTo>
                    <a:pt x="53" y="311"/>
                  </a:lnTo>
                  <a:lnTo>
                    <a:pt x="54" y="315"/>
                  </a:lnTo>
                  <a:lnTo>
                    <a:pt x="60" y="317"/>
                  </a:lnTo>
                  <a:lnTo>
                    <a:pt x="60" y="317"/>
                  </a:lnTo>
                  <a:lnTo>
                    <a:pt x="63" y="317"/>
                  </a:lnTo>
                  <a:lnTo>
                    <a:pt x="65" y="318"/>
                  </a:lnTo>
                  <a:lnTo>
                    <a:pt x="65" y="318"/>
                  </a:lnTo>
                  <a:lnTo>
                    <a:pt x="67" y="326"/>
                  </a:lnTo>
                  <a:lnTo>
                    <a:pt x="69" y="327"/>
                  </a:lnTo>
                  <a:lnTo>
                    <a:pt x="73" y="329"/>
                  </a:lnTo>
                  <a:lnTo>
                    <a:pt x="73" y="329"/>
                  </a:lnTo>
                  <a:lnTo>
                    <a:pt x="80" y="333"/>
                  </a:lnTo>
                  <a:lnTo>
                    <a:pt x="84" y="338"/>
                  </a:lnTo>
                  <a:lnTo>
                    <a:pt x="84" y="338"/>
                  </a:lnTo>
                  <a:lnTo>
                    <a:pt x="84" y="346"/>
                  </a:lnTo>
                  <a:lnTo>
                    <a:pt x="84" y="348"/>
                  </a:lnTo>
                  <a:lnTo>
                    <a:pt x="85" y="349"/>
                  </a:lnTo>
                  <a:lnTo>
                    <a:pt x="85" y="349"/>
                  </a:lnTo>
                  <a:lnTo>
                    <a:pt x="87" y="351"/>
                  </a:lnTo>
                  <a:lnTo>
                    <a:pt x="89" y="353"/>
                  </a:lnTo>
                  <a:lnTo>
                    <a:pt x="89" y="357"/>
                  </a:lnTo>
                  <a:lnTo>
                    <a:pt x="94" y="364"/>
                  </a:lnTo>
                  <a:lnTo>
                    <a:pt x="94" y="364"/>
                  </a:lnTo>
                  <a:lnTo>
                    <a:pt x="94" y="368"/>
                  </a:lnTo>
                  <a:lnTo>
                    <a:pt x="98" y="371"/>
                  </a:lnTo>
                  <a:lnTo>
                    <a:pt x="98" y="371"/>
                  </a:lnTo>
                  <a:lnTo>
                    <a:pt x="100" y="373"/>
                  </a:lnTo>
                  <a:lnTo>
                    <a:pt x="102" y="373"/>
                  </a:lnTo>
                  <a:lnTo>
                    <a:pt x="104" y="371"/>
                  </a:lnTo>
                  <a:lnTo>
                    <a:pt x="104" y="368"/>
                  </a:lnTo>
                  <a:lnTo>
                    <a:pt x="104" y="368"/>
                  </a:lnTo>
                  <a:lnTo>
                    <a:pt x="105" y="366"/>
                  </a:lnTo>
                  <a:lnTo>
                    <a:pt x="107" y="368"/>
                  </a:lnTo>
                  <a:lnTo>
                    <a:pt x="114" y="371"/>
                  </a:lnTo>
                  <a:lnTo>
                    <a:pt x="114" y="371"/>
                  </a:lnTo>
                  <a:lnTo>
                    <a:pt x="118" y="373"/>
                  </a:lnTo>
                  <a:lnTo>
                    <a:pt x="120" y="369"/>
                  </a:lnTo>
                  <a:lnTo>
                    <a:pt x="120" y="369"/>
                  </a:lnTo>
                  <a:lnTo>
                    <a:pt x="122" y="368"/>
                  </a:lnTo>
                  <a:lnTo>
                    <a:pt x="124" y="368"/>
                  </a:lnTo>
                  <a:lnTo>
                    <a:pt x="129" y="371"/>
                  </a:lnTo>
                  <a:lnTo>
                    <a:pt x="129" y="371"/>
                  </a:lnTo>
                  <a:lnTo>
                    <a:pt x="131" y="377"/>
                  </a:lnTo>
                  <a:lnTo>
                    <a:pt x="135" y="382"/>
                  </a:lnTo>
                  <a:lnTo>
                    <a:pt x="135" y="382"/>
                  </a:lnTo>
                  <a:lnTo>
                    <a:pt x="140" y="386"/>
                  </a:lnTo>
                  <a:lnTo>
                    <a:pt x="145" y="388"/>
                  </a:lnTo>
                  <a:lnTo>
                    <a:pt x="145" y="388"/>
                  </a:lnTo>
                  <a:lnTo>
                    <a:pt x="147" y="389"/>
                  </a:lnTo>
                  <a:lnTo>
                    <a:pt x="149" y="389"/>
                  </a:lnTo>
                  <a:lnTo>
                    <a:pt x="151" y="388"/>
                  </a:lnTo>
                  <a:lnTo>
                    <a:pt x="158" y="391"/>
                  </a:lnTo>
                  <a:lnTo>
                    <a:pt x="158" y="391"/>
                  </a:lnTo>
                  <a:lnTo>
                    <a:pt x="164" y="389"/>
                  </a:lnTo>
                  <a:lnTo>
                    <a:pt x="167" y="386"/>
                  </a:lnTo>
                  <a:lnTo>
                    <a:pt x="171" y="386"/>
                  </a:lnTo>
                  <a:lnTo>
                    <a:pt x="171" y="386"/>
                  </a:lnTo>
                  <a:lnTo>
                    <a:pt x="175" y="386"/>
                  </a:lnTo>
                  <a:lnTo>
                    <a:pt x="176" y="384"/>
                  </a:lnTo>
                  <a:lnTo>
                    <a:pt x="176" y="384"/>
                  </a:lnTo>
                  <a:lnTo>
                    <a:pt x="180" y="384"/>
                  </a:lnTo>
                  <a:lnTo>
                    <a:pt x="184" y="384"/>
                  </a:lnTo>
                  <a:lnTo>
                    <a:pt x="189" y="388"/>
                  </a:lnTo>
                  <a:lnTo>
                    <a:pt x="195" y="382"/>
                  </a:lnTo>
                  <a:lnTo>
                    <a:pt x="202" y="380"/>
                  </a:lnTo>
                  <a:lnTo>
                    <a:pt x="207" y="377"/>
                  </a:lnTo>
                  <a:lnTo>
                    <a:pt x="207" y="377"/>
                  </a:lnTo>
                  <a:lnTo>
                    <a:pt x="213" y="377"/>
                  </a:lnTo>
                  <a:lnTo>
                    <a:pt x="220" y="375"/>
                  </a:lnTo>
                  <a:lnTo>
                    <a:pt x="229" y="382"/>
                  </a:lnTo>
                  <a:lnTo>
                    <a:pt x="229" y="377"/>
                  </a:lnTo>
                  <a:lnTo>
                    <a:pt x="229" y="377"/>
                  </a:lnTo>
                  <a:lnTo>
                    <a:pt x="227" y="373"/>
                  </a:lnTo>
                  <a:lnTo>
                    <a:pt x="227" y="369"/>
                  </a:lnTo>
                  <a:lnTo>
                    <a:pt x="226" y="368"/>
                  </a:lnTo>
                  <a:lnTo>
                    <a:pt x="226" y="368"/>
                  </a:lnTo>
                  <a:lnTo>
                    <a:pt x="220" y="368"/>
                  </a:lnTo>
                  <a:lnTo>
                    <a:pt x="220" y="368"/>
                  </a:lnTo>
                  <a:lnTo>
                    <a:pt x="215" y="368"/>
                  </a:lnTo>
                  <a:lnTo>
                    <a:pt x="213" y="364"/>
                  </a:lnTo>
                  <a:lnTo>
                    <a:pt x="211" y="362"/>
                  </a:lnTo>
                  <a:lnTo>
                    <a:pt x="211" y="362"/>
                  </a:lnTo>
                  <a:lnTo>
                    <a:pt x="207" y="353"/>
                  </a:lnTo>
                  <a:lnTo>
                    <a:pt x="206" y="349"/>
                  </a:lnTo>
                  <a:lnTo>
                    <a:pt x="206" y="346"/>
                  </a:lnTo>
                  <a:lnTo>
                    <a:pt x="206" y="346"/>
                  </a:lnTo>
                  <a:lnTo>
                    <a:pt x="204" y="340"/>
                  </a:lnTo>
                  <a:lnTo>
                    <a:pt x="200" y="337"/>
                  </a:lnTo>
                  <a:lnTo>
                    <a:pt x="200" y="337"/>
                  </a:lnTo>
                  <a:lnTo>
                    <a:pt x="196" y="333"/>
                  </a:lnTo>
                  <a:lnTo>
                    <a:pt x="193" y="327"/>
                  </a:lnTo>
                  <a:lnTo>
                    <a:pt x="193" y="327"/>
                  </a:lnTo>
                  <a:lnTo>
                    <a:pt x="189" y="324"/>
                  </a:lnTo>
                  <a:lnTo>
                    <a:pt x="186" y="322"/>
                  </a:lnTo>
                  <a:lnTo>
                    <a:pt x="186" y="322"/>
                  </a:lnTo>
                  <a:lnTo>
                    <a:pt x="178" y="322"/>
                  </a:lnTo>
                  <a:lnTo>
                    <a:pt x="175" y="320"/>
                  </a:lnTo>
                  <a:lnTo>
                    <a:pt x="175" y="318"/>
                  </a:lnTo>
                  <a:lnTo>
                    <a:pt x="175" y="318"/>
                  </a:lnTo>
                  <a:lnTo>
                    <a:pt x="176" y="309"/>
                  </a:lnTo>
                  <a:lnTo>
                    <a:pt x="176" y="309"/>
                  </a:lnTo>
                  <a:lnTo>
                    <a:pt x="182" y="309"/>
                  </a:lnTo>
                  <a:lnTo>
                    <a:pt x="182" y="309"/>
                  </a:lnTo>
                  <a:lnTo>
                    <a:pt x="187" y="307"/>
                  </a:lnTo>
                  <a:lnTo>
                    <a:pt x="189" y="306"/>
                  </a:lnTo>
                  <a:lnTo>
                    <a:pt x="189" y="306"/>
                  </a:lnTo>
                  <a:lnTo>
                    <a:pt x="191" y="302"/>
                  </a:lnTo>
                  <a:lnTo>
                    <a:pt x="193" y="296"/>
                  </a:lnTo>
                  <a:lnTo>
                    <a:pt x="193" y="296"/>
                  </a:lnTo>
                  <a:lnTo>
                    <a:pt x="193" y="287"/>
                  </a:lnTo>
                  <a:lnTo>
                    <a:pt x="193" y="278"/>
                  </a:lnTo>
                  <a:lnTo>
                    <a:pt x="193" y="278"/>
                  </a:lnTo>
                  <a:lnTo>
                    <a:pt x="195" y="275"/>
                  </a:lnTo>
                  <a:lnTo>
                    <a:pt x="196" y="269"/>
                  </a:lnTo>
                  <a:lnTo>
                    <a:pt x="198" y="264"/>
                  </a:lnTo>
                  <a:lnTo>
                    <a:pt x="200" y="260"/>
                  </a:lnTo>
                  <a:lnTo>
                    <a:pt x="200" y="260"/>
                  </a:lnTo>
                  <a:lnTo>
                    <a:pt x="200" y="249"/>
                  </a:lnTo>
                  <a:lnTo>
                    <a:pt x="200" y="249"/>
                  </a:lnTo>
                  <a:lnTo>
                    <a:pt x="207" y="244"/>
                  </a:lnTo>
                  <a:lnTo>
                    <a:pt x="207" y="244"/>
                  </a:lnTo>
                  <a:lnTo>
                    <a:pt x="211" y="242"/>
                  </a:lnTo>
                  <a:lnTo>
                    <a:pt x="215" y="238"/>
                  </a:lnTo>
                  <a:lnTo>
                    <a:pt x="215" y="238"/>
                  </a:lnTo>
                  <a:lnTo>
                    <a:pt x="218" y="227"/>
                  </a:lnTo>
                  <a:lnTo>
                    <a:pt x="218" y="227"/>
                  </a:lnTo>
                  <a:lnTo>
                    <a:pt x="222" y="222"/>
                  </a:lnTo>
                  <a:lnTo>
                    <a:pt x="224" y="213"/>
                  </a:lnTo>
                  <a:lnTo>
                    <a:pt x="224" y="213"/>
                  </a:lnTo>
                  <a:lnTo>
                    <a:pt x="226" y="209"/>
                  </a:lnTo>
                  <a:lnTo>
                    <a:pt x="227" y="205"/>
                  </a:lnTo>
                  <a:lnTo>
                    <a:pt x="233" y="198"/>
                  </a:lnTo>
                  <a:lnTo>
                    <a:pt x="233" y="198"/>
                  </a:lnTo>
                  <a:lnTo>
                    <a:pt x="237" y="191"/>
                  </a:lnTo>
                  <a:lnTo>
                    <a:pt x="240" y="185"/>
                  </a:lnTo>
                  <a:lnTo>
                    <a:pt x="240" y="185"/>
                  </a:lnTo>
                  <a:lnTo>
                    <a:pt x="240" y="178"/>
                  </a:lnTo>
                  <a:lnTo>
                    <a:pt x="240" y="167"/>
                  </a:lnTo>
                  <a:lnTo>
                    <a:pt x="240" y="167"/>
                  </a:lnTo>
                  <a:lnTo>
                    <a:pt x="240" y="162"/>
                  </a:lnTo>
                  <a:lnTo>
                    <a:pt x="240" y="154"/>
                  </a:lnTo>
                  <a:lnTo>
                    <a:pt x="240" y="154"/>
                  </a:lnTo>
                  <a:lnTo>
                    <a:pt x="244" y="147"/>
                  </a:lnTo>
                  <a:lnTo>
                    <a:pt x="246" y="143"/>
                  </a:lnTo>
                  <a:lnTo>
                    <a:pt x="246" y="140"/>
                  </a:lnTo>
                  <a:lnTo>
                    <a:pt x="246" y="140"/>
                  </a:lnTo>
                  <a:lnTo>
                    <a:pt x="246" y="134"/>
                  </a:lnTo>
                  <a:lnTo>
                    <a:pt x="246" y="127"/>
                  </a:lnTo>
                  <a:lnTo>
                    <a:pt x="246" y="127"/>
                  </a:lnTo>
                  <a:lnTo>
                    <a:pt x="246" y="122"/>
                  </a:lnTo>
                  <a:lnTo>
                    <a:pt x="246" y="120"/>
                  </a:lnTo>
                  <a:lnTo>
                    <a:pt x="248" y="120"/>
                  </a:lnTo>
                  <a:lnTo>
                    <a:pt x="248" y="120"/>
                  </a:lnTo>
                  <a:lnTo>
                    <a:pt x="249" y="120"/>
                  </a:lnTo>
                  <a:lnTo>
                    <a:pt x="251" y="118"/>
                  </a:lnTo>
                  <a:lnTo>
                    <a:pt x="251" y="112"/>
                  </a:lnTo>
                  <a:lnTo>
                    <a:pt x="251" y="112"/>
                  </a:lnTo>
                  <a:lnTo>
                    <a:pt x="257" y="109"/>
                  </a:lnTo>
                  <a:lnTo>
                    <a:pt x="260" y="105"/>
                  </a:lnTo>
                  <a:lnTo>
                    <a:pt x="269" y="107"/>
                  </a:lnTo>
                  <a:lnTo>
                    <a:pt x="277" y="100"/>
                  </a:lnTo>
                  <a:lnTo>
                    <a:pt x="275" y="98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55" name="Freeform 37">
              <a:extLst>
                <a:ext uri="{FF2B5EF4-FFF2-40B4-BE49-F238E27FC236}">
                  <a16:creationId xmlns:a16="http://schemas.microsoft.com/office/drawing/2014/main" id="{60B204DD-D865-465F-95E4-9AF1BFE0EAAD}"/>
                </a:ext>
              </a:extLst>
            </p:cNvPr>
            <p:cNvSpPr>
              <a:spLocks/>
            </p:cNvSpPr>
            <p:nvPr/>
          </p:nvSpPr>
          <p:spPr bwMode="auto">
            <a:xfrm>
              <a:off x="7424306" y="3776024"/>
              <a:ext cx="54872" cy="111226"/>
            </a:xfrm>
            <a:custGeom>
              <a:avLst/>
              <a:gdLst>
                <a:gd name="T0" fmla="*/ 8 w 37"/>
                <a:gd name="T1" fmla="*/ 0 h 75"/>
                <a:gd name="T2" fmla="*/ 8 w 37"/>
                <a:gd name="T3" fmla="*/ 0 h 75"/>
                <a:gd name="T4" fmla="*/ 6 w 37"/>
                <a:gd name="T5" fmla="*/ 4 h 75"/>
                <a:gd name="T6" fmla="*/ 6 w 37"/>
                <a:gd name="T7" fmla="*/ 4 h 75"/>
                <a:gd name="T8" fmla="*/ 4 w 37"/>
                <a:gd name="T9" fmla="*/ 6 h 75"/>
                <a:gd name="T10" fmla="*/ 4 w 37"/>
                <a:gd name="T11" fmla="*/ 6 h 75"/>
                <a:gd name="T12" fmla="*/ 4 w 37"/>
                <a:gd name="T13" fmla="*/ 7 h 75"/>
                <a:gd name="T14" fmla="*/ 4 w 37"/>
                <a:gd name="T15" fmla="*/ 11 h 75"/>
                <a:gd name="T16" fmla="*/ 4 w 37"/>
                <a:gd name="T17" fmla="*/ 11 h 75"/>
                <a:gd name="T18" fmla="*/ 6 w 37"/>
                <a:gd name="T19" fmla="*/ 11 h 75"/>
                <a:gd name="T20" fmla="*/ 8 w 37"/>
                <a:gd name="T21" fmla="*/ 15 h 75"/>
                <a:gd name="T22" fmla="*/ 8 w 37"/>
                <a:gd name="T23" fmla="*/ 15 h 75"/>
                <a:gd name="T24" fmla="*/ 0 w 37"/>
                <a:gd name="T25" fmla="*/ 35 h 75"/>
                <a:gd name="T26" fmla="*/ 0 w 37"/>
                <a:gd name="T27" fmla="*/ 35 h 75"/>
                <a:gd name="T28" fmla="*/ 2 w 37"/>
                <a:gd name="T29" fmla="*/ 44 h 75"/>
                <a:gd name="T30" fmla="*/ 4 w 37"/>
                <a:gd name="T31" fmla="*/ 55 h 75"/>
                <a:gd name="T32" fmla="*/ 4 w 37"/>
                <a:gd name="T33" fmla="*/ 55 h 75"/>
                <a:gd name="T34" fmla="*/ 6 w 37"/>
                <a:gd name="T35" fmla="*/ 66 h 75"/>
                <a:gd name="T36" fmla="*/ 10 w 37"/>
                <a:gd name="T37" fmla="*/ 73 h 75"/>
                <a:gd name="T38" fmla="*/ 11 w 37"/>
                <a:gd name="T39" fmla="*/ 75 h 75"/>
                <a:gd name="T40" fmla="*/ 13 w 37"/>
                <a:gd name="T41" fmla="*/ 75 h 75"/>
                <a:gd name="T42" fmla="*/ 24 w 37"/>
                <a:gd name="T43" fmla="*/ 71 h 75"/>
                <a:gd name="T44" fmla="*/ 24 w 37"/>
                <a:gd name="T45" fmla="*/ 71 h 75"/>
                <a:gd name="T46" fmla="*/ 30 w 37"/>
                <a:gd name="T47" fmla="*/ 69 h 75"/>
                <a:gd name="T48" fmla="*/ 31 w 37"/>
                <a:gd name="T49" fmla="*/ 69 h 75"/>
                <a:gd name="T50" fmla="*/ 33 w 37"/>
                <a:gd name="T51" fmla="*/ 68 h 75"/>
                <a:gd name="T52" fmla="*/ 33 w 37"/>
                <a:gd name="T53" fmla="*/ 68 h 75"/>
                <a:gd name="T54" fmla="*/ 37 w 37"/>
                <a:gd name="T55" fmla="*/ 60 h 75"/>
                <a:gd name="T56" fmla="*/ 37 w 37"/>
                <a:gd name="T57" fmla="*/ 53 h 75"/>
                <a:gd name="T58" fmla="*/ 37 w 37"/>
                <a:gd name="T59" fmla="*/ 46 h 75"/>
                <a:gd name="T60" fmla="*/ 33 w 37"/>
                <a:gd name="T61" fmla="*/ 40 h 75"/>
                <a:gd name="T62" fmla="*/ 33 w 37"/>
                <a:gd name="T63" fmla="*/ 40 h 75"/>
                <a:gd name="T64" fmla="*/ 26 w 37"/>
                <a:gd name="T65" fmla="*/ 27 h 75"/>
                <a:gd name="T66" fmla="*/ 19 w 37"/>
                <a:gd name="T67" fmla="*/ 15 h 75"/>
                <a:gd name="T68" fmla="*/ 8 w 37"/>
                <a:gd name="T69" fmla="*/ 0 h 75"/>
                <a:gd name="T70" fmla="*/ 8 w 37"/>
                <a:gd name="T71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7" h="75">
                  <a:moveTo>
                    <a:pt x="8" y="0"/>
                  </a:moveTo>
                  <a:lnTo>
                    <a:pt x="8" y="0"/>
                  </a:lnTo>
                  <a:lnTo>
                    <a:pt x="6" y="4"/>
                  </a:lnTo>
                  <a:lnTo>
                    <a:pt x="6" y="4"/>
                  </a:lnTo>
                  <a:lnTo>
                    <a:pt x="4" y="6"/>
                  </a:lnTo>
                  <a:lnTo>
                    <a:pt x="4" y="6"/>
                  </a:lnTo>
                  <a:lnTo>
                    <a:pt x="4" y="7"/>
                  </a:lnTo>
                  <a:lnTo>
                    <a:pt x="4" y="11"/>
                  </a:lnTo>
                  <a:lnTo>
                    <a:pt x="4" y="11"/>
                  </a:lnTo>
                  <a:lnTo>
                    <a:pt x="6" y="11"/>
                  </a:lnTo>
                  <a:lnTo>
                    <a:pt x="8" y="15"/>
                  </a:lnTo>
                  <a:lnTo>
                    <a:pt x="8" y="15"/>
                  </a:lnTo>
                  <a:lnTo>
                    <a:pt x="0" y="35"/>
                  </a:lnTo>
                  <a:lnTo>
                    <a:pt x="0" y="35"/>
                  </a:lnTo>
                  <a:lnTo>
                    <a:pt x="2" y="44"/>
                  </a:lnTo>
                  <a:lnTo>
                    <a:pt x="4" y="55"/>
                  </a:lnTo>
                  <a:lnTo>
                    <a:pt x="4" y="55"/>
                  </a:lnTo>
                  <a:lnTo>
                    <a:pt x="6" y="66"/>
                  </a:lnTo>
                  <a:lnTo>
                    <a:pt x="10" y="73"/>
                  </a:lnTo>
                  <a:lnTo>
                    <a:pt x="11" y="75"/>
                  </a:lnTo>
                  <a:lnTo>
                    <a:pt x="13" y="75"/>
                  </a:lnTo>
                  <a:lnTo>
                    <a:pt x="24" y="71"/>
                  </a:lnTo>
                  <a:lnTo>
                    <a:pt x="24" y="71"/>
                  </a:lnTo>
                  <a:lnTo>
                    <a:pt x="30" y="69"/>
                  </a:lnTo>
                  <a:lnTo>
                    <a:pt x="31" y="69"/>
                  </a:lnTo>
                  <a:lnTo>
                    <a:pt x="33" y="68"/>
                  </a:lnTo>
                  <a:lnTo>
                    <a:pt x="33" y="68"/>
                  </a:lnTo>
                  <a:lnTo>
                    <a:pt x="37" y="60"/>
                  </a:lnTo>
                  <a:lnTo>
                    <a:pt x="37" y="53"/>
                  </a:lnTo>
                  <a:lnTo>
                    <a:pt x="37" y="46"/>
                  </a:lnTo>
                  <a:lnTo>
                    <a:pt x="33" y="40"/>
                  </a:lnTo>
                  <a:lnTo>
                    <a:pt x="33" y="40"/>
                  </a:lnTo>
                  <a:lnTo>
                    <a:pt x="26" y="27"/>
                  </a:lnTo>
                  <a:lnTo>
                    <a:pt x="19" y="15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56" name="Freeform 38">
              <a:extLst>
                <a:ext uri="{FF2B5EF4-FFF2-40B4-BE49-F238E27FC236}">
                  <a16:creationId xmlns:a16="http://schemas.microsoft.com/office/drawing/2014/main" id="{D3205884-A2BF-4A1B-8E24-B39CC068EF5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65690" y="2714193"/>
              <a:ext cx="516086" cy="522018"/>
            </a:xfrm>
            <a:custGeom>
              <a:avLst/>
              <a:gdLst>
                <a:gd name="T0" fmla="*/ 317 w 348"/>
                <a:gd name="T1" fmla="*/ 95 h 352"/>
                <a:gd name="T2" fmla="*/ 321 w 348"/>
                <a:gd name="T3" fmla="*/ 100 h 352"/>
                <a:gd name="T4" fmla="*/ 321 w 348"/>
                <a:gd name="T5" fmla="*/ 88 h 352"/>
                <a:gd name="T6" fmla="*/ 344 w 348"/>
                <a:gd name="T7" fmla="*/ 91 h 352"/>
                <a:gd name="T8" fmla="*/ 341 w 348"/>
                <a:gd name="T9" fmla="*/ 86 h 352"/>
                <a:gd name="T10" fmla="*/ 284 w 348"/>
                <a:gd name="T11" fmla="*/ 102 h 352"/>
                <a:gd name="T12" fmla="*/ 290 w 348"/>
                <a:gd name="T13" fmla="*/ 102 h 352"/>
                <a:gd name="T14" fmla="*/ 47 w 348"/>
                <a:gd name="T15" fmla="*/ 335 h 352"/>
                <a:gd name="T16" fmla="*/ 49 w 348"/>
                <a:gd name="T17" fmla="*/ 339 h 352"/>
                <a:gd name="T18" fmla="*/ 47 w 348"/>
                <a:gd name="T19" fmla="*/ 335 h 352"/>
                <a:gd name="T20" fmla="*/ 0 w 348"/>
                <a:gd name="T21" fmla="*/ 344 h 352"/>
                <a:gd name="T22" fmla="*/ 9 w 348"/>
                <a:gd name="T23" fmla="*/ 339 h 352"/>
                <a:gd name="T24" fmla="*/ 6 w 348"/>
                <a:gd name="T25" fmla="*/ 337 h 352"/>
                <a:gd name="T26" fmla="*/ 18 w 348"/>
                <a:gd name="T27" fmla="*/ 348 h 352"/>
                <a:gd name="T28" fmla="*/ 24 w 348"/>
                <a:gd name="T29" fmla="*/ 344 h 352"/>
                <a:gd name="T30" fmla="*/ 244 w 348"/>
                <a:gd name="T31" fmla="*/ 9 h 352"/>
                <a:gd name="T32" fmla="*/ 190 w 348"/>
                <a:gd name="T33" fmla="*/ 6 h 352"/>
                <a:gd name="T34" fmla="*/ 155 w 348"/>
                <a:gd name="T35" fmla="*/ 6 h 352"/>
                <a:gd name="T36" fmla="*/ 144 w 348"/>
                <a:gd name="T37" fmla="*/ 2 h 352"/>
                <a:gd name="T38" fmla="*/ 133 w 348"/>
                <a:gd name="T39" fmla="*/ 11 h 352"/>
                <a:gd name="T40" fmla="*/ 120 w 348"/>
                <a:gd name="T41" fmla="*/ 13 h 352"/>
                <a:gd name="T42" fmla="*/ 124 w 348"/>
                <a:gd name="T43" fmla="*/ 42 h 352"/>
                <a:gd name="T44" fmla="*/ 137 w 348"/>
                <a:gd name="T45" fmla="*/ 38 h 352"/>
                <a:gd name="T46" fmla="*/ 140 w 348"/>
                <a:gd name="T47" fmla="*/ 42 h 352"/>
                <a:gd name="T48" fmla="*/ 155 w 348"/>
                <a:gd name="T49" fmla="*/ 42 h 352"/>
                <a:gd name="T50" fmla="*/ 157 w 348"/>
                <a:gd name="T51" fmla="*/ 44 h 352"/>
                <a:gd name="T52" fmla="*/ 155 w 348"/>
                <a:gd name="T53" fmla="*/ 55 h 352"/>
                <a:gd name="T54" fmla="*/ 153 w 348"/>
                <a:gd name="T55" fmla="*/ 62 h 352"/>
                <a:gd name="T56" fmla="*/ 155 w 348"/>
                <a:gd name="T57" fmla="*/ 78 h 352"/>
                <a:gd name="T58" fmla="*/ 153 w 348"/>
                <a:gd name="T59" fmla="*/ 93 h 352"/>
                <a:gd name="T60" fmla="*/ 148 w 348"/>
                <a:gd name="T61" fmla="*/ 102 h 352"/>
                <a:gd name="T62" fmla="*/ 153 w 348"/>
                <a:gd name="T63" fmla="*/ 115 h 352"/>
                <a:gd name="T64" fmla="*/ 148 w 348"/>
                <a:gd name="T65" fmla="*/ 126 h 352"/>
                <a:gd name="T66" fmla="*/ 153 w 348"/>
                <a:gd name="T67" fmla="*/ 131 h 352"/>
                <a:gd name="T68" fmla="*/ 153 w 348"/>
                <a:gd name="T69" fmla="*/ 139 h 352"/>
                <a:gd name="T70" fmla="*/ 155 w 348"/>
                <a:gd name="T71" fmla="*/ 144 h 352"/>
                <a:gd name="T72" fmla="*/ 193 w 348"/>
                <a:gd name="T73" fmla="*/ 162 h 352"/>
                <a:gd name="T74" fmla="*/ 210 w 348"/>
                <a:gd name="T75" fmla="*/ 159 h 352"/>
                <a:gd name="T76" fmla="*/ 226 w 348"/>
                <a:gd name="T77" fmla="*/ 155 h 352"/>
                <a:gd name="T78" fmla="*/ 233 w 348"/>
                <a:gd name="T79" fmla="*/ 142 h 352"/>
                <a:gd name="T80" fmla="*/ 246 w 348"/>
                <a:gd name="T81" fmla="*/ 137 h 352"/>
                <a:gd name="T82" fmla="*/ 253 w 348"/>
                <a:gd name="T83" fmla="*/ 128 h 352"/>
                <a:gd name="T84" fmla="*/ 266 w 348"/>
                <a:gd name="T85" fmla="*/ 109 h 352"/>
                <a:gd name="T86" fmla="*/ 266 w 348"/>
                <a:gd name="T87" fmla="*/ 100 h 352"/>
                <a:gd name="T88" fmla="*/ 266 w 348"/>
                <a:gd name="T89" fmla="*/ 88 h 352"/>
                <a:gd name="T90" fmla="*/ 286 w 348"/>
                <a:gd name="T91" fmla="*/ 62 h 352"/>
                <a:gd name="T92" fmla="*/ 313 w 348"/>
                <a:gd name="T93" fmla="*/ 48 h 352"/>
                <a:gd name="T94" fmla="*/ 317 w 348"/>
                <a:gd name="T95" fmla="*/ 27 h 352"/>
                <a:gd name="T96" fmla="*/ 310 w 348"/>
                <a:gd name="T97" fmla="*/ 31 h 352"/>
                <a:gd name="T98" fmla="*/ 297 w 348"/>
                <a:gd name="T99" fmla="*/ 33 h 352"/>
                <a:gd name="T100" fmla="*/ 281 w 348"/>
                <a:gd name="T101" fmla="*/ 27 h 352"/>
                <a:gd name="T102" fmla="*/ 270 w 348"/>
                <a:gd name="T103" fmla="*/ 27 h 352"/>
                <a:gd name="T104" fmla="*/ 266 w 348"/>
                <a:gd name="T105" fmla="*/ 24 h 352"/>
                <a:gd name="T106" fmla="*/ 255 w 348"/>
                <a:gd name="T107" fmla="*/ 20 h 352"/>
                <a:gd name="T108" fmla="*/ 250 w 348"/>
                <a:gd name="T109" fmla="*/ 17 h 352"/>
                <a:gd name="T110" fmla="*/ 244 w 348"/>
                <a:gd name="T111" fmla="*/ 9 h 3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48" h="352">
                  <a:moveTo>
                    <a:pt x="315" y="86"/>
                  </a:moveTo>
                  <a:lnTo>
                    <a:pt x="315" y="86"/>
                  </a:lnTo>
                  <a:lnTo>
                    <a:pt x="317" y="95"/>
                  </a:lnTo>
                  <a:lnTo>
                    <a:pt x="317" y="95"/>
                  </a:lnTo>
                  <a:lnTo>
                    <a:pt x="315" y="97"/>
                  </a:lnTo>
                  <a:lnTo>
                    <a:pt x="317" y="99"/>
                  </a:lnTo>
                  <a:lnTo>
                    <a:pt x="321" y="100"/>
                  </a:lnTo>
                  <a:lnTo>
                    <a:pt x="321" y="100"/>
                  </a:lnTo>
                  <a:lnTo>
                    <a:pt x="323" y="95"/>
                  </a:lnTo>
                  <a:lnTo>
                    <a:pt x="324" y="91"/>
                  </a:lnTo>
                  <a:lnTo>
                    <a:pt x="324" y="91"/>
                  </a:lnTo>
                  <a:lnTo>
                    <a:pt x="321" y="88"/>
                  </a:lnTo>
                  <a:lnTo>
                    <a:pt x="315" y="86"/>
                  </a:lnTo>
                  <a:lnTo>
                    <a:pt x="315" y="86"/>
                  </a:lnTo>
                  <a:close/>
                  <a:moveTo>
                    <a:pt x="341" y="86"/>
                  </a:moveTo>
                  <a:lnTo>
                    <a:pt x="344" y="91"/>
                  </a:lnTo>
                  <a:lnTo>
                    <a:pt x="344" y="91"/>
                  </a:lnTo>
                  <a:lnTo>
                    <a:pt x="348" y="91"/>
                  </a:lnTo>
                  <a:lnTo>
                    <a:pt x="348" y="89"/>
                  </a:lnTo>
                  <a:lnTo>
                    <a:pt x="341" y="86"/>
                  </a:lnTo>
                  <a:lnTo>
                    <a:pt x="341" y="86"/>
                  </a:lnTo>
                  <a:close/>
                  <a:moveTo>
                    <a:pt x="286" y="100"/>
                  </a:moveTo>
                  <a:lnTo>
                    <a:pt x="286" y="100"/>
                  </a:lnTo>
                  <a:lnTo>
                    <a:pt x="284" y="102"/>
                  </a:lnTo>
                  <a:lnTo>
                    <a:pt x="286" y="102"/>
                  </a:lnTo>
                  <a:lnTo>
                    <a:pt x="288" y="106"/>
                  </a:lnTo>
                  <a:lnTo>
                    <a:pt x="288" y="106"/>
                  </a:lnTo>
                  <a:lnTo>
                    <a:pt x="290" y="102"/>
                  </a:lnTo>
                  <a:lnTo>
                    <a:pt x="290" y="100"/>
                  </a:lnTo>
                  <a:lnTo>
                    <a:pt x="286" y="100"/>
                  </a:lnTo>
                  <a:lnTo>
                    <a:pt x="286" y="100"/>
                  </a:lnTo>
                  <a:close/>
                  <a:moveTo>
                    <a:pt x="47" y="335"/>
                  </a:moveTo>
                  <a:lnTo>
                    <a:pt x="47" y="335"/>
                  </a:lnTo>
                  <a:lnTo>
                    <a:pt x="42" y="344"/>
                  </a:lnTo>
                  <a:lnTo>
                    <a:pt x="49" y="339"/>
                  </a:lnTo>
                  <a:lnTo>
                    <a:pt x="49" y="339"/>
                  </a:lnTo>
                  <a:lnTo>
                    <a:pt x="49" y="335"/>
                  </a:lnTo>
                  <a:lnTo>
                    <a:pt x="47" y="334"/>
                  </a:lnTo>
                  <a:lnTo>
                    <a:pt x="47" y="335"/>
                  </a:lnTo>
                  <a:lnTo>
                    <a:pt x="47" y="335"/>
                  </a:lnTo>
                  <a:close/>
                  <a:moveTo>
                    <a:pt x="6" y="337"/>
                  </a:moveTo>
                  <a:lnTo>
                    <a:pt x="6" y="337"/>
                  </a:lnTo>
                  <a:lnTo>
                    <a:pt x="0" y="343"/>
                  </a:lnTo>
                  <a:lnTo>
                    <a:pt x="0" y="344"/>
                  </a:lnTo>
                  <a:lnTo>
                    <a:pt x="6" y="344"/>
                  </a:lnTo>
                  <a:lnTo>
                    <a:pt x="6" y="339"/>
                  </a:lnTo>
                  <a:lnTo>
                    <a:pt x="6" y="339"/>
                  </a:lnTo>
                  <a:lnTo>
                    <a:pt x="9" y="339"/>
                  </a:lnTo>
                  <a:lnTo>
                    <a:pt x="9" y="337"/>
                  </a:lnTo>
                  <a:lnTo>
                    <a:pt x="7" y="337"/>
                  </a:lnTo>
                  <a:lnTo>
                    <a:pt x="6" y="337"/>
                  </a:lnTo>
                  <a:lnTo>
                    <a:pt x="6" y="337"/>
                  </a:lnTo>
                  <a:close/>
                  <a:moveTo>
                    <a:pt x="20" y="344"/>
                  </a:moveTo>
                  <a:lnTo>
                    <a:pt x="20" y="344"/>
                  </a:lnTo>
                  <a:lnTo>
                    <a:pt x="18" y="346"/>
                  </a:lnTo>
                  <a:lnTo>
                    <a:pt x="18" y="348"/>
                  </a:lnTo>
                  <a:lnTo>
                    <a:pt x="22" y="352"/>
                  </a:lnTo>
                  <a:lnTo>
                    <a:pt x="22" y="352"/>
                  </a:lnTo>
                  <a:lnTo>
                    <a:pt x="24" y="348"/>
                  </a:lnTo>
                  <a:lnTo>
                    <a:pt x="24" y="344"/>
                  </a:lnTo>
                  <a:lnTo>
                    <a:pt x="20" y="344"/>
                  </a:lnTo>
                  <a:lnTo>
                    <a:pt x="20" y="344"/>
                  </a:lnTo>
                  <a:close/>
                  <a:moveTo>
                    <a:pt x="244" y="9"/>
                  </a:moveTo>
                  <a:lnTo>
                    <a:pt x="244" y="9"/>
                  </a:lnTo>
                  <a:lnTo>
                    <a:pt x="231" y="9"/>
                  </a:lnTo>
                  <a:lnTo>
                    <a:pt x="217" y="9"/>
                  </a:lnTo>
                  <a:lnTo>
                    <a:pt x="190" y="6"/>
                  </a:lnTo>
                  <a:lnTo>
                    <a:pt x="190" y="6"/>
                  </a:lnTo>
                  <a:lnTo>
                    <a:pt x="173" y="6"/>
                  </a:lnTo>
                  <a:lnTo>
                    <a:pt x="164" y="6"/>
                  </a:lnTo>
                  <a:lnTo>
                    <a:pt x="155" y="6"/>
                  </a:lnTo>
                  <a:lnTo>
                    <a:pt x="155" y="6"/>
                  </a:lnTo>
                  <a:lnTo>
                    <a:pt x="153" y="2"/>
                  </a:lnTo>
                  <a:lnTo>
                    <a:pt x="148" y="0"/>
                  </a:lnTo>
                  <a:lnTo>
                    <a:pt x="148" y="0"/>
                  </a:lnTo>
                  <a:lnTo>
                    <a:pt x="144" y="2"/>
                  </a:lnTo>
                  <a:lnTo>
                    <a:pt x="140" y="6"/>
                  </a:lnTo>
                  <a:lnTo>
                    <a:pt x="137" y="9"/>
                  </a:lnTo>
                  <a:lnTo>
                    <a:pt x="137" y="9"/>
                  </a:lnTo>
                  <a:lnTo>
                    <a:pt x="133" y="11"/>
                  </a:lnTo>
                  <a:lnTo>
                    <a:pt x="129" y="9"/>
                  </a:lnTo>
                  <a:lnTo>
                    <a:pt x="124" y="9"/>
                  </a:lnTo>
                  <a:lnTo>
                    <a:pt x="124" y="9"/>
                  </a:lnTo>
                  <a:lnTo>
                    <a:pt x="120" y="13"/>
                  </a:lnTo>
                  <a:lnTo>
                    <a:pt x="117" y="17"/>
                  </a:lnTo>
                  <a:lnTo>
                    <a:pt x="117" y="17"/>
                  </a:lnTo>
                  <a:lnTo>
                    <a:pt x="124" y="31"/>
                  </a:lnTo>
                  <a:lnTo>
                    <a:pt x="124" y="42"/>
                  </a:lnTo>
                  <a:lnTo>
                    <a:pt x="124" y="42"/>
                  </a:lnTo>
                  <a:lnTo>
                    <a:pt x="129" y="38"/>
                  </a:lnTo>
                  <a:lnTo>
                    <a:pt x="133" y="38"/>
                  </a:lnTo>
                  <a:lnTo>
                    <a:pt x="137" y="38"/>
                  </a:lnTo>
                  <a:lnTo>
                    <a:pt x="137" y="38"/>
                  </a:lnTo>
                  <a:lnTo>
                    <a:pt x="137" y="42"/>
                  </a:lnTo>
                  <a:lnTo>
                    <a:pt x="135" y="42"/>
                  </a:lnTo>
                  <a:lnTo>
                    <a:pt x="140" y="42"/>
                  </a:lnTo>
                  <a:lnTo>
                    <a:pt x="140" y="42"/>
                  </a:lnTo>
                  <a:lnTo>
                    <a:pt x="151" y="40"/>
                  </a:lnTo>
                  <a:lnTo>
                    <a:pt x="151" y="40"/>
                  </a:lnTo>
                  <a:lnTo>
                    <a:pt x="155" y="42"/>
                  </a:lnTo>
                  <a:lnTo>
                    <a:pt x="155" y="42"/>
                  </a:lnTo>
                  <a:lnTo>
                    <a:pt x="155" y="44"/>
                  </a:lnTo>
                  <a:lnTo>
                    <a:pt x="157" y="44"/>
                  </a:lnTo>
                  <a:lnTo>
                    <a:pt x="157" y="44"/>
                  </a:lnTo>
                  <a:lnTo>
                    <a:pt x="160" y="46"/>
                  </a:lnTo>
                  <a:lnTo>
                    <a:pt x="159" y="51"/>
                  </a:lnTo>
                  <a:lnTo>
                    <a:pt x="159" y="51"/>
                  </a:lnTo>
                  <a:lnTo>
                    <a:pt x="155" y="55"/>
                  </a:lnTo>
                  <a:lnTo>
                    <a:pt x="153" y="57"/>
                  </a:lnTo>
                  <a:lnTo>
                    <a:pt x="151" y="58"/>
                  </a:lnTo>
                  <a:lnTo>
                    <a:pt x="153" y="62"/>
                  </a:lnTo>
                  <a:lnTo>
                    <a:pt x="153" y="62"/>
                  </a:lnTo>
                  <a:lnTo>
                    <a:pt x="157" y="71"/>
                  </a:lnTo>
                  <a:lnTo>
                    <a:pt x="157" y="75"/>
                  </a:lnTo>
                  <a:lnTo>
                    <a:pt x="155" y="78"/>
                  </a:lnTo>
                  <a:lnTo>
                    <a:pt x="155" y="78"/>
                  </a:lnTo>
                  <a:lnTo>
                    <a:pt x="151" y="82"/>
                  </a:lnTo>
                  <a:lnTo>
                    <a:pt x="153" y="88"/>
                  </a:lnTo>
                  <a:lnTo>
                    <a:pt x="153" y="88"/>
                  </a:lnTo>
                  <a:lnTo>
                    <a:pt x="153" y="93"/>
                  </a:lnTo>
                  <a:lnTo>
                    <a:pt x="153" y="97"/>
                  </a:lnTo>
                  <a:lnTo>
                    <a:pt x="153" y="99"/>
                  </a:lnTo>
                  <a:lnTo>
                    <a:pt x="153" y="99"/>
                  </a:lnTo>
                  <a:lnTo>
                    <a:pt x="148" y="102"/>
                  </a:lnTo>
                  <a:lnTo>
                    <a:pt x="148" y="106"/>
                  </a:lnTo>
                  <a:lnTo>
                    <a:pt x="151" y="111"/>
                  </a:lnTo>
                  <a:lnTo>
                    <a:pt x="151" y="111"/>
                  </a:lnTo>
                  <a:lnTo>
                    <a:pt x="153" y="115"/>
                  </a:lnTo>
                  <a:lnTo>
                    <a:pt x="151" y="119"/>
                  </a:lnTo>
                  <a:lnTo>
                    <a:pt x="151" y="119"/>
                  </a:lnTo>
                  <a:lnTo>
                    <a:pt x="148" y="124"/>
                  </a:lnTo>
                  <a:lnTo>
                    <a:pt x="148" y="126"/>
                  </a:lnTo>
                  <a:lnTo>
                    <a:pt x="149" y="129"/>
                  </a:lnTo>
                  <a:lnTo>
                    <a:pt x="149" y="129"/>
                  </a:lnTo>
                  <a:lnTo>
                    <a:pt x="151" y="131"/>
                  </a:lnTo>
                  <a:lnTo>
                    <a:pt x="153" y="131"/>
                  </a:lnTo>
                  <a:lnTo>
                    <a:pt x="155" y="131"/>
                  </a:lnTo>
                  <a:lnTo>
                    <a:pt x="155" y="133"/>
                  </a:lnTo>
                  <a:lnTo>
                    <a:pt x="155" y="133"/>
                  </a:lnTo>
                  <a:lnTo>
                    <a:pt x="153" y="139"/>
                  </a:lnTo>
                  <a:lnTo>
                    <a:pt x="153" y="142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71" y="166"/>
                  </a:lnTo>
                  <a:lnTo>
                    <a:pt x="171" y="166"/>
                  </a:lnTo>
                  <a:lnTo>
                    <a:pt x="182" y="164"/>
                  </a:lnTo>
                  <a:lnTo>
                    <a:pt x="193" y="162"/>
                  </a:lnTo>
                  <a:lnTo>
                    <a:pt x="195" y="157"/>
                  </a:lnTo>
                  <a:lnTo>
                    <a:pt x="195" y="157"/>
                  </a:lnTo>
                  <a:lnTo>
                    <a:pt x="202" y="157"/>
                  </a:lnTo>
                  <a:lnTo>
                    <a:pt x="210" y="159"/>
                  </a:lnTo>
                  <a:lnTo>
                    <a:pt x="217" y="159"/>
                  </a:lnTo>
                  <a:lnTo>
                    <a:pt x="222" y="159"/>
                  </a:lnTo>
                  <a:lnTo>
                    <a:pt x="226" y="157"/>
                  </a:lnTo>
                  <a:lnTo>
                    <a:pt x="226" y="155"/>
                  </a:lnTo>
                  <a:lnTo>
                    <a:pt x="226" y="155"/>
                  </a:lnTo>
                  <a:lnTo>
                    <a:pt x="230" y="151"/>
                  </a:lnTo>
                  <a:lnTo>
                    <a:pt x="231" y="148"/>
                  </a:lnTo>
                  <a:lnTo>
                    <a:pt x="233" y="142"/>
                  </a:lnTo>
                  <a:lnTo>
                    <a:pt x="237" y="139"/>
                  </a:lnTo>
                  <a:lnTo>
                    <a:pt x="237" y="139"/>
                  </a:lnTo>
                  <a:lnTo>
                    <a:pt x="241" y="137"/>
                  </a:lnTo>
                  <a:lnTo>
                    <a:pt x="246" y="137"/>
                  </a:lnTo>
                  <a:lnTo>
                    <a:pt x="250" y="135"/>
                  </a:lnTo>
                  <a:lnTo>
                    <a:pt x="253" y="131"/>
                  </a:lnTo>
                  <a:lnTo>
                    <a:pt x="253" y="131"/>
                  </a:lnTo>
                  <a:lnTo>
                    <a:pt x="253" y="128"/>
                  </a:lnTo>
                  <a:lnTo>
                    <a:pt x="253" y="122"/>
                  </a:lnTo>
                  <a:lnTo>
                    <a:pt x="253" y="122"/>
                  </a:lnTo>
                  <a:lnTo>
                    <a:pt x="259" y="117"/>
                  </a:lnTo>
                  <a:lnTo>
                    <a:pt x="266" y="109"/>
                  </a:lnTo>
                  <a:lnTo>
                    <a:pt x="268" y="108"/>
                  </a:lnTo>
                  <a:lnTo>
                    <a:pt x="268" y="108"/>
                  </a:lnTo>
                  <a:lnTo>
                    <a:pt x="268" y="104"/>
                  </a:lnTo>
                  <a:lnTo>
                    <a:pt x="266" y="100"/>
                  </a:lnTo>
                  <a:lnTo>
                    <a:pt x="262" y="97"/>
                  </a:lnTo>
                  <a:lnTo>
                    <a:pt x="264" y="91"/>
                  </a:lnTo>
                  <a:lnTo>
                    <a:pt x="264" y="91"/>
                  </a:lnTo>
                  <a:lnTo>
                    <a:pt x="266" y="88"/>
                  </a:lnTo>
                  <a:lnTo>
                    <a:pt x="272" y="86"/>
                  </a:lnTo>
                  <a:lnTo>
                    <a:pt x="272" y="86"/>
                  </a:lnTo>
                  <a:lnTo>
                    <a:pt x="281" y="69"/>
                  </a:lnTo>
                  <a:lnTo>
                    <a:pt x="286" y="62"/>
                  </a:lnTo>
                  <a:lnTo>
                    <a:pt x="293" y="57"/>
                  </a:lnTo>
                  <a:lnTo>
                    <a:pt x="293" y="57"/>
                  </a:lnTo>
                  <a:lnTo>
                    <a:pt x="306" y="51"/>
                  </a:lnTo>
                  <a:lnTo>
                    <a:pt x="313" y="48"/>
                  </a:lnTo>
                  <a:lnTo>
                    <a:pt x="317" y="44"/>
                  </a:lnTo>
                  <a:lnTo>
                    <a:pt x="317" y="44"/>
                  </a:lnTo>
                  <a:lnTo>
                    <a:pt x="317" y="37"/>
                  </a:lnTo>
                  <a:lnTo>
                    <a:pt x="317" y="27"/>
                  </a:lnTo>
                  <a:lnTo>
                    <a:pt x="317" y="27"/>
                  </a:lnTo>
                  <a:lnTo>
                    <a:pt x="313" y="27"/>
                  </a:lnTo>
                  <a:lnTo>
                    <a:pt x="312" y="29"/>
                  </a:lnTo>
                  <a:lnTo>
                    <a:pt x="310" y="31"/>
                  </a:lnTo>
                  <a:lnTo>
                    <a:pt x="308" y="31"/>
                  </a:lnTo>
                  <a:lnTo>
                    <a:pt x="308" y="31"/>
                  </a:lnTo>
                  <a:lnTo>
                    <a:pt x="303" y="33"/>
                  </a:lnTo>
                  <a:lnTo>
                    <a:pt x="297" y="33"/>
                  </a:lnTo>
                  <a:lnTo>
                    <a:pt x="293" y="35"/>
                  </a:lnTo>
                  <a:lnTo>
                    <a:pt x="292" y="31"/>
                  </a:lnTo>
                  <a:lnTo>
                    <a:pt x="292" y="31"/>
                  </a:lnTo>
                  <a:lnTo>
                    <a:pt x="281" y="27"/>
                  </a:lnTo>
                  <a:lnTo>
                    <a:pt x="281" y="27"/>
                  </a:lnTo>
                  <a:lnTo>
                    <a:pt x="277" y="26"/>
                  </a:lnTo>
                  <a:lnTo>
                    <a:pt x="273" y="26"/>
                  </a:lnTo>
                  <a:lnTo>
                    <a:pt x="270" y="27"/>
                  </a:lnTo>
                  <a:lnTo>
                    <a:pt x="270" y="27"/>
                  </a:lnTo>
                  <a:lnTo>
                    <a:pt x="268" y="27"/>
                  </a:lnTo>
                  <a:lnTo>
                    <a:pt x="266" y="26"/>
                  </a:lnTo>
                  <a:lnTo>
                    <a:pt x="266" y="24"/>
                  </a:lnTo>
                  <a:lnTo>
                    <a:pt x="262" y="24"/>
                  </a:lnTo>
                  <a:lnTo>
                    <a:pt x="262" y="24"/>
                  </a:lnTo>
                  <a:lnTo>
                    <a:pt x="259" y="22"/>
                  </a:lnTo>
                  <a:lnTo>
                    <a:pt x="255" y="20"/>
                  </a:lnTo>
                  <a:lnTo>
                    <a:pt x="255" y="20"/>
                  </a:lnTo>
                  <a:lnTo>
                    <a:pt x="250" y="20"/>
                  </a:lnTo>
                  <a:lnTo>
                    <a:pt x="250" y="17"/>
                  </a:lnTo>
                  <a:lnTo>
                    <a:pt x="250" y="17"/>
                  </a:lnTo>
                  <a:lnTo>
                    <a:pt x="248" y="15"/>
                  </a:lnTo>
                  <a:lnTo>
                    <a:pt x="246" y="11"/>
                  </a:lnTo>
                  <a:lnTo>
                    <a:pt x="244" y="9"/>
                  </a:lnTo>
                  <a:lnTo>
                    <a:pt x="244" y="9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57" name="Freeform 39">
              <a:extLst>
                <a:ext uri="{FF2B5EF4-FFF2-40B4-BE49-F238E27FC236}">
                  <a16:creationId xmlns:a16="http://schemas.microsoft.com/office/drawing/2014/main" id="{2977B378-C0F8-4125-8C0D-5593872C34D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527661" y="2901052"/>
              <a:ext cx="78600" cy="170546"/>
            </a:xfrm>
            <a:custGeom>
              <a:avLst/>
              <a:gdLst>
                <a:gd name="T0" fmla="*/ 9 w 53"/>
                <a:gd name="T1" fmla="*/ 11 h 115"/>
                <a:gd name="T2" fmla="*/ 11 w 53"/>
                <a:gd name="T3" fmla="*/ 27 h 115"/>
                <a:gd name="T4" fmla="*/ 7 w 53"/>
                <a:gd name="T5" fmla="*/ 31 h 115"/>
                <a:gd name="T6" fmla="*/ 14 w 53"/>
                <a:gd name="T7" fmla="*/ 38 h 115"/>
                <a:gd name="T8" fmla="*/ 13 w 53"/>
                <a:gd name="T9" fmla="*/ 40 h 115"/>
                <a:gd name="T10" fmla="*/ 11 w 53"/>
                <a:gd name="T11" fmla="*/ 44 h 115"/>
                <a:gd name="T12" fmla="*/ 11 w 53"/>
                <a:gd name="T13" fmla="*/ 51 h 115"/>
                <a:gd name="T14" fmla="*/ 13 w 53"/>
                <a:gd name="T15" fmla="*/ 51 h 115"/>
                <a:gd name="T16" fmla="*/ 14 w 53"/>
                <a:gd name="T17" fmla="*/ 60 h 115"/>
                <a:gd name="T18" fmla="*/ 7 w 53"/>
                <a:gd name="T19" fmla="*/ 62 h 115"/>
                <a:gd name="T20" fmla="*/ 5 w 53"/>
                <a:gd name="T21" fmla="*/ 76 h 115"/>
                <a:gd name="T22" fmla="*/ 4 w 53"/>
                <a:gd name="T23" fmla="*/ 89 h 115"/>
                <a:gd name="T24" fmla="*/ 9 w 53"/>
                <a:gd name="T25" fmla="*/ 89 h 115"/>
                <a:gd name="T26" fmla="*/ 11 w 53"/>
                <a:gd name="T27" fmla="*/ 91 h 115"/>
                <a:gd name="T28" fmla="*/ 24 w 53"/>
                <a:gd name="T29" fmla="*/ 80 h 115"/>
                <a:gd name="T30" fmla="*/ 29 w 53"/>
                <a:gd name="T31" fmla="*/ 76 h 115"/>
                <a:gd name="T32" fmla="*/ 47 w 53"/>
                <a:gd name="T33" fmla="*/ 71 h 115"/>
                <a:gd name="T34" fmla="*/ 51 w 53"/>
                <a:gd name="T35" fmla="*/ 67 h 115"/>
                <a:gd name="T36" fmla="*/ 53 w 53"/>
                <a:gd name="T37" fmla="*/ 49 h 115"/>
                <a:gd name="T38" fmla="*/ 53 w 53"/>
                <a:gd name="T39" fmla="*/ 29 h 115"/>
                <a:gd name="T40" fmla="*/ 45 w 53"/>
                <a:gd name="T41" fmla="*/ 22 h 115"/>
                <a:gd name="T42" fmla="*/ 45 w 53"/>
                <a:gd name="T43" fmla="*/ 18 h 115"/>
                <a:gd name="T44" fmla="*/ 40 w 53"/>
                <a:gd name="T45" fmla="*/ 13 h 115"/>
                <a:gd name="T46" fmla="*/ 40 w 53"/>
                <a:gd name="T47" fmla="*/ 9 h 115"/>
                <a:gd name="T48" fmla="*/ 40 w 53"/>
                <a:gd name="T49" fmla="*/ 3 h 115"/>
                <a:gd name="T50" fmla="*/ 35 w 53"/>
                <a:gd name="T51" fmla="*/ 2 h 115"/>
                <a:gd name="T52" fmla="*/ 29 w 53"/>
                <a:gd name="T53" fmla="*/ 3 h 115"/>
                <a:gd name="T54" fmla="*/ 24 w 53"/>
                <a:gd name="T55" fmla="*/ 2 h 115"/>
                <a:gd name="T56" fmla="*/ 16 w 53"/>
                <a:gd name="T57" fmla="*/ 2 h 115"/>
                <a:gd name="T58" fmla="*/ 9 w 53"/>
                <a:gd name="T59" fmla="*/ 11 h 115"/>
                <a:gd name="T60" fmla="*/ 4 w 53"/>
                <a:gd name="T61" fmla="*/ 107 h 115"/>
                <a:gd name="T62" fmla="*/ 0 w 53"/>
                <a:gd name="T63" fmla="*/ 115 h 115"/>
                <a:gd name="T64" fmla="*/ 4 w 53"/>
                <a:gd name="T65" fmla="*/ 115 h 115"/>
                <a:gd name="T66" fmla="*/ 7 w 53"/>
                <a:gd name="T67" fmla="*/ 106 h 115"/>
                <a:gd name="T68" fmla="*/ 4 w 53"/>
                <a:gd name="T69" fmla="*/ 107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3" h="115">
                  <a:moveTo>
                    <a:pt x="9" y="11"/>
                  </a:moveTo>
                  <a:lnTo>
                    <a:pt x="9" y="11"/>
                  </a:lnTo>
                  <a:lnTo>
                    <a:pt x="13" y="24"/>
                  </a:lnTo>
                  <a:lnTo>
                    <a:pt x="11" y="27"/>
                  </a:lnTo>
                  <a:lnTo>
                    <a:pt x="7" y="31"/>
                  </a:lnTo>
                  <a:lnTo>
                    <a:pt x="7" y="31"/>
                  </a:lnTo>
                  <a:lnTo>
                    <a:pt x="14" y="38"/>
                  </a:lnTo>
                  <a:lnTo>
                    <a:pt x="14" y="38"/>
                  </a:lnTo>
                  <a:lnTo>
                    <a:pt x="14" y="40"/>
                  </a:lnTo>
                  <a:lnTo>
                    <a:pt x="13" y="40"/>
                  </a:lnTo>
                  <a:lnTo>
                    <a:pt x="11" y="44"/>
                  </a:lnTo>
                  <a:lnTo>
                    <a:pt x="11" y="44"/>
                  </a:lnTo>
                  <a:lnTo>
                    <a:pt x="11" y="51"/>
                  </a:lnTo>
                  <a:lnTo>
                    <a:pt x="11" y="51"/>
                  </a:lnTo>
                  <a:lnTo>
                    <a:pt x="13" y="49"/>
                  </a:lnTo>
                  <a:lnTo>
                    <a:pt x="13" y="51"/>
                  </a:lnTo>
                  <a:lnTo>
                    <a:pt x="13" y="53"/>
                  </a:lnTo>
                  <a:lnTo>
                    <a:pt x="14" y="60"/>
                  </a:lnTo>
                  <a:lnTo>
                    <a:pt x="14" y="60"/>
                  </a:lnTo>
                  <a:lnTo>
                    <a:pt x="7" y="62"/>
                  </a:lnTo>
                  <a:lnTo>
                    <a:pt x="7" y="62"/>
                  </a:lnTo>
                  <a:lnTo>
                    <a:pt x="5" y="76"/>
                  </a:lnTo>
                  <a:lnTo>
                    <a:pt x="4" y="89"/>
                  </a:lnTo>
                  <a:lnTo>
                    <a:pt x="4" y="89"/>
                  </a:lnTo>
                  <a:lnTo>
                    <a:pt x="7" y="89"/>
                  </a:lnTo>
                  <a:lnTo>
                    <a:pt x="9" y="89"/>
                  </a:lnTo>
                  <a:lnTo>
                    <a:pt x="11" y="91"/>
                  </a:lnTo>
                  <a:lnTo>
                    <a:pt x="11" y="91"/>
                  </a:lnTo>
                  <a:lnTo>
                    <a:pt x="20" y="84"/>
                  </a:lnTo>
                  <a:lnTo>
                    <a:pt x="24" y="80"/>
                  </a:lnTo>
                  <a:lnTo>
                    <a:pt x="29" y="76"/>
                  </a:lnTo>
                  <a:lnTo>
                    <a:pt x="29" y="76"/>
                  </a:lnTo>
                  <a:lnTo>
                    <a:pt x="40" y="73"/>
                  </a:lnTo>
                  <a:lnTo>
                    <a:pt x="47" y="71"/>
                  </a:lnTo>
                  <a:lnTo>
                    <a:pt x="51" y="67"/>
                  </a:lnTo>
                  <a:lnTo>
                    <a:pt x="51" y="67"/>
                  </a:lnTo>
                  <a:lnTo>
                    <a:pt x="53" y="60"/>
                  </a:lnTo>
                  <a:lnTo>
                    <a:pt x="53" y="49"/>
                  </a:lnTo>
                  <a:lnTo>
                    <a:pt x="53" y="29"/>
                  </a:lnTo>
                  <a:lnTo>
                    <a:pt x="53" y="29"/>
                  </a:lnTo>
                  <a:lnTo>
                    <a:pt x="49" y="25"/>
                  </a:lnTo>
                  <a:lnTo>
                    <a:pt x="45" y="22"/>
                  </a:lnTo>
                  <a:lnTo>
                    <a:pt x="45" y="22"/>
                  </a:lnTo>
                  <a:lnTo>
                    <a:pt x="45" y="18"/>
                  </a:lnTo>
                  <a:lnTo>
                    <a:pt x="45" y="13"/>
                  </a:lnTo>
                  <a:lnTo>
                    <a:pt x="40" y="13"/>
                  </a:lnTo>
                  <a:lnTo>
                    <a:pt x="40" y="13"/>
                  </a:lnTo>
                  <a:lnTo>
                    <a:pt x="40" y="9"/>
                  </a:lnTo>
                  <a:lnTo>
                    <a:pt x="40" y="3"/>
                  </a:lnTo>
                  <a:lnTo>
                    <a:pt x="40" y="3"/>
                  </a:lnTo>
                  <a:lnTo>
                    <a:pt x="38" y="3"/>
                  </a:lnTo>
                  <a:lnTo>
                    <a:pt x="35" y="2"/>
                  </a:lnTo>
                  <a:lnTo>
                    <a:pt x="35" y="2"/>
                  </a:lnTo>
                  <a:lnTo>
                    <a:pt x="29" y="3"/>
                  </a:lnTo>
                  <a:lnTo>
                    <a:pt x="29" y="3"/>
                  </a:lnTo>
                  <a:lnTo>
                    <a:pt x="24" y="2"/>
                  </a:lnTo>
                  <a:lnTo>
                    <a:pt x="20" y="0"/>
                  </a:lnTo>
                  <a:lnTo>
                    <a:pt x="16" y="2"/>
                  </a:lnTo>
                  <a:lnTo>
                    <a:pt x="7" y="11"/>
                  </a:lnTo>
                  <a:lnTo>
                    <a:pt x="9" y="11"/>
                  </a:lnTo>
                  <a:close/>
                  <a:moveTo>
                    <a:pt x="4" y="107"/>
                  </a:moveTo>
                  <a:lnTo>
                    <a:pt x="4" y="107"/>
                  </a:lnTo>
                  <a:lnTo>
                    <a:pt x="0" y="113"/>
                  </a:lnTo>
                  <a:lnTo>
                    <a:pt x="0" y="115"/>
                  </a:lnTo>
                  <a:lnTo>
                    <a:pt x="4" y="115"/>
                  </a:lnTo>
                  <a:lnTo>
                    <a:pt x="4" y="115"/>
                  </a:lnTo>
                  <a:lnTo>
                    <a:pt x="7" y="107"/>
                  </a:lnTo>
                  <a:lnTo>
                    <a:pt x="7" y="106"/>
                  </a:lnTo>
                  <a:lnTo>
                    <a:pt x="4" y="107"/>
                  </a:lnTo>
                  <a:lnTo>
                    <a:pt x="4" y="10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58" name="Freeform 40">
              <a:extLst>
                <a:ext uri="{FF2B5EF4-FFF2-40B4-BE49-F238E27FC236}">
                  <a16:creationId xmlns:a16="http://schemas.microsoft.com/office/drawing/2014/main" id="{8A218EBD-AEC7-4B7A-B70B-FAC665E8C5D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41301" y="4708834"/>
              <a:ext cx="384099" cy="385581"/>
            </a:xfrm>
            <a:custGeom>
              <a:avLst/>
              <a:gdLst>
                <a:gd name="T0" fmla="*/ 250 w 259"/>
                <a:gd name="T1" fmla="*/ 122 h 260"/>
                <a:gd name="T2" fmla="*/ 253 w 259"/>
                <a:gd name="T3" fmla="*/ 134 h 260"/>
                <a:gd name="T4" fmla="*/ 228 w 259"/>
                <a:gd name="T5" fmla="*/ 160 h 260"/>
                <a:gd name="T6" fmla="*/ 221 w 259"/>
                <a:gd name="T7" fmla="*/ 182 h 260"/>
                <a:gd name="T8" fmla="*/ 186 w 259"/>
                <a:gd name="T9" fmla="*/ 216 h 260"/>
                <a:gd name="T10" fmla="*/ 155 w 259"/>
                <a:gd name="T11" fmla="*/ 236 h 260"/>
                <a:gd name="T12" fmla="*/ 135 w 259"/>
                <a:gd name="T13" fmla="*/ 242 h 260"/>
                <a:gd name="T14" fmla="*/ 113 w 259"/>
                <a:gd name="T15" fmla="*/ 244 h 260"/>
                <a:gd name="T16" fmla="*/ 86 w 259"/>
                <a:gd name="T17" fmla="*/ 251 h 260"/>
                <a:gd name="T18" fmla="*/ 67 w 259"/>
                <a:gd name="T19" fmla="*/ 249 h 260"/>
                <a:gd name="T20" fmla="*/ 44 w 259"/>
                <a:gd name="T21" fmla="*/ 260 h 260"/>
                <a:gd name="T22" fmla="*/ 27 w 259"/>
                <a:gd name="T23" fmla="*/ 255 h 260"/>
                <a:gd name="T24" fmla="*/ 22 w 259"/>
                <a:gd name="T25" fmla="*/ 238 h 260"/>
                <a:gd name="T26" fmla="*/ 22 w 259"/>
                <a:gd name="T27" fmla="*/ 216 h 260"/>
                <a:gd name="T28" fmla="*/ 24 w 259"/>
                <a:gd name="T29" fmla="*/ 191 h 260"/>
                <a:gd name="T30" fmla="*/ 11 w 259"/>
                <a:gd name="T31" fmla="*/ 171 h 260"/>
                <a:gd name="T32" fmla="*/ 6 w 259"/>
                <a:gd name="T33" fmla="*/ 142 h 260"/>
                <a:gd name="T34" fmla="*/ 11 w 259"/>
                <a:gd name="T35" fmla="*/ 127 h 260"/>
                <a:gd name="T36" fmla="*/ 18 w 259"/>
                <a:gd name="T37" fmla="*/ 127 h 260"/>
                <a:gd name="T38" fmla="*/ 26 w 259"/>
                <a:gd name="T39" fmla="*/ 136 h 260"/>
                <a:gd name="T40" fmla="*/ 35 w 259"/>
                <a:gd name="T41" fmla="*/ 136 h 260"/>
                <a:gd name="T42" fmla="*/ 47 w 259"/>
                <a:gd name="T43" fmla="*/ 127 h 260"/>
                <a:gd name="T44" fmla="*/ 60 w 259"/>
                <a:gd name="T45" fmla="*/ 69 h 260"/>
                <a:gd name="T46" fmla="*/ 66 w 259"/>
                <a:gd name="T47" fmla="*/ 89 h 260"/>
                <a:gd name="T48" fmla="*/ 69 w 259"/>
                <a:gd name="T49" fmla="*/ 98 h 260"/>
                <a:gd name="T50" fmla="*/ 77 w 259"/>
                <a:gd name="T51" fmla="*/ 94 h 260"/>
                <a:gd name="T52" fmla="*/ 100 w 259"/>
                <a:gd name="T53" fmla="*/ 83 h 260"/>
                <a:gd name="T54" fmla="*/ 109 w 259"/>
                <a:gd name="T55" fmla="*/ 69 h 260"/>
                <a:gd name="T56" fmla="*/ 120 w 259"/>
                <a:gd name="T57" fmla="*/ 71 h 260"/>
                <a:gd name="T58" fmla="*/ 129 w 259"/>
                <a:gd name="T59" fmla="*/ 71 h 260"/>
                <a:gd name="T60" fmla="*/ 142 w 259"/>
                <a:gd name="T61" fmla="*/ 72 h 260"/>
                <a:gd name="T62" fmla="*/ 149 w 259"/>
                <a:gd name="T63" fmla="*/ 72 h 260"/>
                <a:gd name="T64" fmla="*/ 159 w 259"/>
                <a:gd name="T65" fmla="*/ 45 h 260"/>
                <a:gd name="T66" fmla="*/ 166 w 259"/>
                <a:gd name="T67" fmla="*/ 29 h 260"/>
                <a:gd name="T68" fmla="*/ 179 w 259"/>
                <a:gd name="T69" fmla="*/ 18 h 260"/>
                <a:gd name="T70" fmla="*/ 193 w 259"/>
                <a:gd name="T71" fmla="*/ 11 h 260"/>
                <a:gd name="T72" fmla="*/ 200 w 259"/>
                <a:gd name="T73" fmla="*/ 7 h 260"/>
                <a:gd name="T74" fmla="*/ 213 w 259"/>
                <a:gd name="T75" fmla="*/ 1 h 260"/>
                <a:gd name="T76" fmla="*/ 228 w 259"/>
                <a:gd name="T77" fmla="*/ 0 h 260"/>
                <a:gd name="T78" fmla="*/ 241 w 259"/>
                <a:gd name="T79" fmla="*/ 3 h 260"/>
                <a:gd name="T80" fmla="*/ 242 w 259"/>
                <a:gd name="T81" fmla="*/ 21 h 260"/>
                <a:gd name="T82" fmla="*/ 242 w 259"/>
                <a:gd name="T83" fmla="*/ 40 h 260"/>
                <a:gd name="T84" fmla="*/ 241 w 259"/>
                <a:gd name="T85" fmla="*/ 63 h 260"/>
                <a:gd name="T86" fmla="*/ 244 w 259"/>
                <a:gd name="T87" fmla="*/ 71 h 260"/>
                <a:gd name="T88" fmla="*/ 233 w 259"/>
                <a:gd name="T89" fmla="*/ 72 h 260"/>
                <a:gd name="T90" fmla="*/ 231 w 259"/>
                <a:gd name="T91" fmla="*/ 91 h 260"/>
                <a:gd name="T92" fmla="*/ 246 w 259"/>
                <a:gd name="T93" fmla="*/ 98 h 260"/>
                <a:gd name="T94" fmla="*/ 182 w 259"/>
                <a:gd name="T95" fmla="*/ 167 h 260"/>
                <a:gd name="T96" fmla="*/ 195 w 259"/>
                <a:gd name="T97" fmla="*/ 160 h 260"/>
                <a:gd name="T98" fmla="*/ 197 w 259"/>
                <a:gd name="T99" fmla="*/ 151 h 260"/>
                <a:gd name="T100" fmla="*/ 184 w 259"/>
                <a:gd name="T101" fmla="*/ 144 h 260"/>
                <a:gd name="T102" fmla="*/ 171 w 259"/>
                <a:gd name="T103" fmla="*/ 151 h 260"/>
                <a:gd name="T104" fmla="*/ 170 w 259"/>
                <a:gd name="T105" fmla="*/ 158 h 260"/>
                <a:gd name="T106" fmla="*/ 177 w 259"/>
                <a:gd name="T107" fmla="*/ 169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59" h="260">
                  <a:moveTo>
                    <a:pt x="259" y="89"/>
                  </a:moveTo>
                  <a:lnTo>
                    <a:pt x="259" y="89"/>
                  </a:lnTo>
                  <a:lnTo>
                    <a:pt x="257" y="122"/>
                  </a:lnTo>
                  <a:lnTo>
                    <a:pt x="257" y="122"/>
                  </a:lnTo>
                  <a:lnTo>
                    <a:pt x="250" y="122"/>
                  </a:lnTo>
                  <a:lnTo>
                    <a:pt x="250" y="122"/>
                  </a:lnTo>
                  <a:lnTo>
                    <a:pt x="250" y="125"/>
                  </a:lnTo>
                  <a:lnTo>
                    <a:pt x="250" y="129"/>
                  </a:lnTo>
                  <a:lnTo>
                    <a:pt x="253" y="134"/>
                  </a:lnTo>
                  <a:lnTo>
                    <a:pt x="253" y="134"/>
                  </a:lnTo>
                  <a:lnTo>
                    <a:pt x="244" y="140"/>
                  </a:lnTo>
                  <a:lnTo>
                    <a:pt x="235" y="147"/>
                  </a:lnTo>
                  <a:lnTo>
                    <a:pt x="235" y="147"/>
                  </a:lnTo>
                  <a:lnTo>
                    <a:pt x="231" y="153"/>
                  </a:lnTo>
                  <a:lnTo>
                    <a:pt x="228" y="160"/>
                  </a:lnTo>
                  <a:lnTo>
                    <a:pt x="222" y="174"/>
                  </a:lnTo>
                  <a:lnTo>
                    <a:pt x="221" y="174"/>
                  </a:lnTo>
                  <a:lnTo>
                    <a:pt x="221" y="174"/>
                  </a:lnTo>
                  <a:lnTo>
                    <a:pt x="221" y="178"/>
                  </a:lnTo>
                  <a:lnTo>
                    <a:pt x="221" y="182"/>
                  </a:lnTo>
                  <a:lnTo>
                    <a:pt x="221" y="182"/>
                  </a:lnTo>
                  <a:lnTo>
                    <a:pt x="213" y="185"/>
                  </a:lnTo>
                  <a:lnTo>
                    <a:pt x="208" y="191"/>
                  </a:lnTo>
                  <a:lnTo>
                    <a:pt x="208" y="191"/>
                  </a:lnTo>
                  <a:lnTo>
                    <a:pt x="186" y="216"/>
                  </a:lnTo>
                  <a:lnTo>
                    <a:pt x="173" y="229"/>
                  </a:lnTo>
                  <a:lnTo>
                    <a:pt x="168" y="235"/>
                  </a:lnTo>
                  <a:lnTo>
                    <a:pt x="160" y="236"/>
                  </a:lnTo>
                  <a:lnTo>
                    <a:pt x="160" y="236"/>
                  </a:lnTo>
                  <a:lnTo>
                    <a:pt x="155" y="236"/>
                  </a:lnTo>
                  <a:lnTo>
                    <a:pt x="149" y="236"/>
                  </a:lnTo>
                  <a:lnTo>
                    <a:pt x="149" y="242"/>
                  </a:lnTo>
                  <a:lnTo>
                    <a:pt x="149" y="242"/>
                  </a:lnTo>
                  <a:lnTo>
                    <a:pt x="142" y="242"/>
                  </a:lnTo>
                  <a:lnTo>
                    <a:pt x="135" y="242"/>
                  </a:lnTo>
                  <a:lnTo>
                    <a:pt x="135" y="242"/>
                  </a:lnTo>
                  <a:lnTo>
                    <a:pt x="131" y="247"/>
                  </a:lnTo>
                  <a:lnTo>
                    <a:pt x="131" y="247"/>
                  </a:lnTo>
                  <a:lnTo>
                    <a:pt x="122" y="247"/>
                  </a:lnTo>
                  <a:lnTo>
                    <a:pt x="113" y="244"/>
                  </a:lnTo>
                  <a:lnTo>
                    <a:pt x="104" y="244"/>
                  </a:lnTo>
                  <a:lnTo>
                    <a:pt x="93" y="244"/>
                  </a:lnTo>
                  <a:lnTo>
                    <a:pt x="93" y="244"/>
                  </a:lnTo>
                  <a:lnTo>
                    <a:pt x="89" y="249"/>
                  </a:lnTo>
                  <a:lnTo>
                    <a:pt x="86" y="251"/>
                  </a:lnTo>
                  <a:lnTo>
                    <a:pt x="86" y="251"/>
                  </a:lnTo>
                  <a:lnTo>
                    <a:pt x="82" y="251"/>
                  </a:lnTo>
                  <a:lnTo>
                    <a:pt x="78" y="251"/>
                  </a:lnTo>
                  <a:lnTo>
                    <a:pt x="73" y="249"/>
                  </a:lnTo>
                  <a:lnTo>
                    <a:pt x="67" y="249"/>
                  </a:lnTo>
                  <a:lnTo>
                    <a:pt x="67" y="249"/>
                  </a:lnTo>
                  <a:lnTo>
                    <a:pt x="58" y="256"/>
                  </a:lnTo>
                  <a:lnTo>
                    <a:pt x="51" y="258"/>
                  </a:lnTo>
                  <a:lnTo>
                    <a:pt x="47" y="260"/>
                  </a:lnTo>
                  <a:lnTo>
                    <a:pt x="44" y="260"/>
                  </a:lnTo>
                  <a:lnTo>
                    <a:pt x="42" y="255"/>
                  </a:lnTo>
                  <a:lnTo>
                    <a:pt x="42" y="255"/>
                  </a:lnTo>
                  <a:lnTo>
                    <a:pt x="35" y="255"/>
                  </a:lnTo>
                  <a:lnTo>
                    <a:pt x="35" y="249"/>
                  </a:lnTo>
                  <a:lnTo>
                    <a:pt x="27" y="255"/>
                  </a:lnTo>
                  <a:lnTo>
                    <a:pt x="27" y="251"/>
                  </a:lnTo>
                  <a:lnTo>
                    <a:pt x="27" y="251"/>
                  </a:lnTo>
                  <a:lnTo>
                    <a:pt x="26" y="249"/>
                  </a:lnTo>
                  <a:lnTo>
                    <a:pt x="24" y="247"/>
                  </a:lnTo>
                  <a:lnTo>
                    <a:pt x="22" y="238"/>
                  </a:lnTo>
                  <a:lnTo>
                    <a:pt x="22" y="226"/>
                  </a:lnTo>
                  <a:lnTo>
                    <a:pt x="16" y="222"/>
                  </a:lnTo>
                  <a:lnTo>
                    <a:pt x="16" y="222"/>
                  </a:lnTo>
                  <a:lnTo>
                    <a:pt x="18" y="218"/>
                  </a:lnTo>
                  <a:lnTo>
                    <a:pt x="22" y="216"/>
                  </a:lnTo>
                  <a:lnTo>
                    <a:pt x="26" y="213"/>
                  </a:lnTo>
                  <a:lnTo>
                    <a:pt x="27" y="207"/>
                  </a:lnTo>
                  <a:lnTo>
                    <a:pt x="27" y="207"/>
                  </a:lnTo>
                  <a:lnTo>
                    <a:pt x="26" y="200"/>
                  </a:lnTo>
                  <a:lnTo>
                    <a:pt x="24" y="191"/>
                  </a:lnTo>
                  <a:lnTo>
                    <a:pt x="20" y="176"/>
                  </a:lnTo>
                  <a:lnTo>
                    <a:pt x="20" y="176"/>
                  </a:lnTo>
                  <a:lnTo>
                    <a:pt x="16" y="174"/>
                  </a:lnTo>
                  <a:lnTo>
                    <a:pt x="11" y="171"/>
                  </a:lnTo>
                  <a:lnTo>
                    <a:pt x="11" y="171"/>
                  </a:lnTo>
                  <a:lnTo>
                    <a:pt x="11" y="164"/>
                  </a:lnTo>
                  <a:lnTo>
                    <a:pt x="9" y="156"/>
                  </a:lnTo>
                  <a:lnTo>
                    <a:pt x="9" y="147"/>
                  </a:lnTo>
                  <a:lnTo>
                    <a:pt x="9" y="147"/>
                  </a:lnTo>
                  <a:lnTo>
                    <a:pt x="6" y="142"/>
                  </a:lnTo>
                  <a:lnTo>
                    <a:pt x="0" y="138"/>
                  </a:lnTo>
                  <a:lnTo>
                    <a:pt x="0" y="138"/>
                  </a:lnTo>
                  <a:lnTo>
                    <a:pt x="6" y="133"/>
                  </a:lnTo>
                  <a:lnTo>
                    <a:pt x="11" y="127"/>
                  </a:lnTo>
                  <a:lnTo>
                    <a:pt x="11" y="127"/>
                  </a:lnTo>
                  <a:lnTo>
                    <a:pt x="13" y="125"/>
                  </a:lnTo>
                  <a:lnTo>
                    <a:pt x="16" y="125"/>
                  </a:lnTo>
                  <a:lnTo>
                    <a:pt x="16" y="125"/>
                  </a:lnTo>
                  <a:lnTo>
                    <a:pt x="18" y="125"/>
                  </a:lnTo>
                  <a:lnTo>
                    <a:pt x="18" y="127"/>
                  </a:lnTo>
                  <a:lnTo>
                    <a:pt x="18" y="129"/>
                  </a:lnTo>
                  <a:lnTo>
                    <a:pt x="18" y="133"/>
                  </a:lnTo>
                  <a:lnTo>
                    <a:pt x="18" y="133"/>
                  </a:lnTo>
                  <a:lnTo>
                    <a:pt x="20" y="134"/>
                  </a:lnTo>
                  <a:lnTo>
                    <a:pt x="26" y="136"/>
                  </a:lnTo>
                  <a:lnTo>
                    <a:pt x="26" y="136"/>
                  </a:lnTo>
                  <a:lnTo>
                    <a:pt x="31" y="136"/>
                  </a:lnTo>
                  <a:lnTo>
                    <a:pt x="33" y="136"/>
                  </a:lnTo>
                  <a:lnTo>
                    <a:pt x="35" y="136"/>
                  </a:lnTo>
                  <a:lnTo>
                    <a:pt x="35" y="136"/>
                  </a:lnTo>
                  <a:lnTo>
                    <a:pt x="40" y="133"/>
                  </a:lnTo>
                  <a:lnTo>
                    <a:pt x="42" y="129"/>
                  </a:lnTo>
                  <a:lnTo>
                    <a:pt x="42" y="129"/>
                  </a:lnTo>
                  <a:lnTo>
                    <a:pt x="44" y="127"/>
                  </a:lnTo>
                  <a:lnTo>
                    <a:pt x="47" y="127"/>
                  </a:lnTo>
                  <a:lnTo>
                    <a:pt x="51" y="125"/>
                  </a:lnTo>
                  <a:lnTo>
                    <a:pt x="53" y="65"/>
                  </a:lnTo>
                  <a:lnTo>
                    <a:pt x="53" y="65"/>
                  </a:lnTo>
                  <a:lnTo>
                    <a:pt x="57" y="67"/>
                  </a:lnTo>
                  <a:lnTo>
                    <a:pt x="60" y="69"/>
                  </a:lnTo>
                  <a:lnTo>
                    <a:pt x="64" y="74"/>
                  </a:lnTo>
                  <a:lnTo>
                    <a:pt x="64" y="74"/>
                  </a:lnTo>
                  <a:lnTo>
                    <a:pt x="66" y="83"/>
                  </a:lnTo>
                  <a:lnTo>
                    <a:pt x="66" y="89"/>
                  </a:lnTo>
                  <a:lnTo>
                    <a:pt x="66" y="89"/>
                  </a:lnTo>
                  <a:lnTo>
                    <a:pt x="64" y="93"/>
                  </a:lnTo>
                  <a:lnTo>
                    <a:pt x="66" y="96"/>
                  </a:lnTo>
                  <a:lnTo>
                    <a:pt x="66" y="98"/>
                  </a:lnTo>
                  <a:lnTo>
                    <a:pt x="69" y="98"/>
                  </a:lnTo>
                  <a:lnTo>
                    <a:pt x="69" y="98"/>
                  </a:lnTo>
                  <a:lnTo>
                    <a:pt x="71" y="98"/>
                  </a:lnTo>
                  <a:lnTo>
                    <a:pt x="73" y="96"/>
                  </a:lnTo>
                  <a:lnTo>
                    <a:pt x="75" y="96"/>
                  </a:lnTo>
                  <a:lnTo>
                    <a:pt x="77" y="94"/>
                  </a:lnTo>
                  <a:lnTo>
                    <a:pt x="77" y="94"/>
                  </a:lnTo>
                  <a:lnTo>
                    <a:pt x="82" y="94"/>
                  </a:lnTo>
                  <a:lnTo>
                    <a:pt x="86" y="93"/>
                  </a:lnTo>
                  <a:lnTo>
                    <a:pt x="91" y="89"/>
                  </a:lnTo>
                  <a:lnTo>
                    <a:pt x="91" y="89"/>
                  </a:lnTo>
                  <a:lnTo>
                    <a:pt x="100" y="83"/>
                  </a:lnTo>
                  <a:lnTo>
                    <a:pt x="106" y="80"/>
                  </a:lnTo>
                  <a:lnTo>
                    <a:pt x="108" y="76"/>
                  </a:lnTo>
                  <a:lnTo>
                    <a:pt x="108" y="76"/>
                  </a:lnTo>
                  <a:lnTo>
                    <a:pt x="108" y="72"/>
                  </a:lnTo>
                  <a:lnTo>
                    <a:pt x="109" y="69"/>
                  </a:lnTo>
                  <a:lnTo>
                    <a:pt x="113" y="67"/>
                  </a:lnTo>
                  <a:lnTo>
                    <a:pt x="113" y="67"/>
                  </a:lnTo>
                  <a:lnTo>
                    <a:pt x="115" y="67"/>
                  </a:lnTo>
                  <a:lnTo>
                    <a:pt x="117" y="67"/>
                  </a:lnTo>
                  <a:lnTo>
                    <a:pt x="120" y="71"/>
                  </a:lnTo>
                  <a:lnTo>
                    <a:pt x="120" y="71"/>
                  </a:lnTo>
                  <a:lnTo>
                    <a:pt x="122" y="71"/>
                  </a:lnTo>
                  <a:lnTo>
                    <a:pt x="124" y="71"/>
                  </a:lnTo>
                  <a:lnTo>
                    <a:pt x="126" y="69"/>
                  </a:lnTo>
                  <a:lnTo>
                    <a:pt x="129" y="71"/>
                  </a:lnTo>
                  <a:lnTo>
                    <a:pt x="129" y="71"/>
                  </a:lnTo>
                  <a:lnTo>
                    <a:pt x="133" y="72"/>
                  </a:lnTo>
                  <a:lnTo>
                    <a:pt x="135" y="72"/>
                  </a:lnTo>
                  <a:lnTo>
                    <a:pt x="139" y="71"/>
                  </a:lnTo>
                  <a:lnTo>
                    <a:pt x="142" y="72"/>
                  </a:lnTo>
                  <a:lnTo>
                    <a:pt x="142" y="72"/>
                  </a:lnTo>
                  <a:lnTo>
                    <a:pt x="146" y="74"/>
                  </a:lnTo>
                  <a:lnTo>
                    <a:pt x="149" y="74"/>
                  </a:lnTo>
                  <a:lnTo>
                    <a:pt x="149" y="72"/>
                  </a:lnTo>
                  <a:lnTo>
                    <a:pt x="149" y="72"/>
                  </a:lnTo>
                  <a:lnTo>
                    <a:pt x="151" y="49"/>
                  </a:lnTo>
                  <a:lnTo>
                    <a:pt x="151" y="49"/>
                  </a:lnTo>
                  <a:lnTo>
                    <a:pt x="153" y="47"/>
                  </a:lnTo>
                  <a:lnTo>
                    <a:pt x="159" y="45"/>
                  </a:lnTo>
                  <a:lnTo>
                    <a:pt x="159" y="45"/>
                  </a:lnTo>
                  <a:lnTo>
                    <a:pt x="160" y="43"/>
                  </a:lnTo>
                  <a:lnTo>
                    <a:pt x="162" y="38"/>
                  </a:lnTo>
                  <a:lnTo>
                    <a:pt x="164" y="32"/>
                  </a:lnTo>
                  <a:lnTo>
                    <a:pt x="166" y="29"/>
                  </a:lnTo>
                  <a:lnTo>
                    <a:pt x="166" y="29"/>
                  </a:lnTo>
                  <a:lnTo>
                    <a:pt x="170" y="27"/>
                  </a:lnTo>
                  <a:lnTo>
                    <a:pt x="171" y="23"/>
                  </a:lnTo>
                  <a:lnTo>
                    <a:pt x="175" y="20"/>
                  </a:lnTo>
                  <a:lnTo>
                    <a:pt x="179" y="18"/>
                  </a:lnTo>
                  <a:lnTo>
                    <a:pt x="179" y="18"/>
                  </a:lnTo>
                  <a:lnTo>
                    <a:pt x="182" y="16"/>
                  </a:lnTo>
                  <a:lnTo>
                    <a:pt x="186" y="14"/>
                  </a:lnTo>
                  <a:lnTo>
                    <a:pt x="190" y="12"/>
                  </a:lnTo>
                  <a:lnTo>
                    <a:pt x="193" y="11"/>
                  </a:lnTo>
                  <a:lnTo>
                    <a:pt x="193" y="11"/>
                  </a:lnTo>
                  <a:lnTo>
                    <a:pt x="195" y="11"/>
                  </a:lnTo>
                  <a:lnTo>
                    <a:pt x="197" y="9"/>
                  </a:lnTo>
                  <a:lnTo>
                    <a:pt x="197" y="7"/>
                  </a:lnTo>
                  <a:lnTo>
                    <a:pt x="200" y="7"/>
                  </a:lnTo>
                  <a:lnTo>
                    <a:pt x="200" y="7"/>
                  </a:lnTo>
                  <a:lnTo>
                    <a:pt x="204" y="7"/>
                  </a:lnTo>
                  <a:lnTo>
                    <a:pt x="208" y="3"/>
                  </a:lnTo>
                  <a:lnTo>
                    <a:pt x="210" y="0"/>
                  </a:lnTo>
                  <a:lnTo>
                    <a:pt x="210" y="0"/>
                  </a:lnTo>
                  <a:lnTo>
                    <a:pt x="213" y="1"/>
                  </a:lnTo>
                  <a:lnTo>
                    <a:pt x="215" y="1"/>
                  </a:lnTo>
                  <a:lnTo>
                    <a:pt x="217" y="1"/>
                  </a:lnTo>
                  <a:lnTo>
                    <a:pt x="217" y="1"/>
                  </a:lnTo>
                  <a:lnTo>
                    <a:pt x="222" y="0"/>
                  </a:lnTo>
                  <a:lnTo>
                    <a:pt x="228" y="0"/>
                  </a:lnTo>
                  <a:lnTo>
                    <a:pt x="228" y="0"/>
                  </a:lnTo>
                  <a:lnTo>
                    <a:pt x="228" y="1"/>
                  </a:lnTo>
                  <a:lnTo>
                    <a:pt x="233" y="3"/>
                  </a:lnTo>
                  <a:lnTo>
                    <a:pt x="233" y="3"/>
                  </a:lnTo>
                  <a:lnTo>
                    <a:pt x="241" y="3"/>
                  </a:lnTo>
                  <a:lnTo>
                    <a:pt x="242" y="5"/>
                  </a:lnTo>
                  <a:lnTo>
                    <a:pt x="242" y="5"/>
                  </a:lnTo>
                  <a:lnTo>
                    <a:pt x="242" y="12"/>
                  </a:lnTo>
                  <a:lnTo>
                    <a:pt x="242" y="18"/>
                  </a:lnTo>
                  <a:lnTo>
                    <a:pt x="242" y="21"/>
                  </a:lnTo>
                  <a:lnTo>
                    <a:pt x="242" y="21"/>
                  </a:lnTo>
                  <a:lnTo>
                    <a:pt x="241" y="25"/>
                  </a:lnTo>
                  <a:lnTo>
                    <a:pt x="241" y="29"/>
                  </a:lnTo>
                  <a:lnTo>
                    <a:pt x="242" y="40"/>
                  </a:lnTo>
                  <a:lnTo>
                    <a:pt x="242" y="40"/>
                  </a:lnTo>
                  <a:lnTo>
                    <a:pt x="242" y="49"/>
                  </a:lnTo>
                  <a:lnTo>
                    <a:pt x="242" y="56"/>
                  </a:lnTo>
                  <a:lnTo>
                    <a:pt x="242" y="56"/>
                  </a:lnTo>
                  <a:lnTo>
                    <a:pt x="241" y="60"/>
                  </a:lnTo>
                  <a:lnTo>
                    <a:pt x="241" y="63"/>
                  </a:lnTo>
                  <a:lnTo>
                    <a:pt x="241" y="65"/>
                  </a:lnTo>
                  <a:lnTo>
                    <a:pt x="241" y="65"/>
                  </a:lnTo>
                  <a:lnTo>
                    <a:pt x="242" y="69"/>
                  </a:lnTo>
                  <a:lnTo>
                    <a:pt x="244" y="71"/>
                  </a:lnTo>
                  <a:lnTo>
                    <a:pt x="244" y="71"/>
                  </a:lnTo>
                  <a:lnTo>
                    <a:pt x="241" y="72"/>
                  </a:lnTo>
                  <a:lnTo>
                    <a:pt x="239" y="72"/>
                  </a:lnTo>
                  <a:lnTo>
                    <a:pt x="235" y="72"/>
                  </a:lnTo>
                  <a:lnTo>
                    <a:pt x="235" y="72"/>
                  </a:lnTo>
                  <a:lnTo>
                    <a:pt x="233" y="72"/>
                  </a:lnTo>
                  <a:lnTo>
                    <a:pt x="233" y="72"/>
                  </a:lnTo>
                  <a:lnTo>
                    <a:pt x="231" y="80"/>
                  </a:lnTo>
                  <a:lnTo>
                    <a:pt x="231" y="80"/>
                  </a:lnTo>
                  <a:lnTo>
                    <a:pt x="230" y="85"/>
                  </a:lnTo>
                  <a:lnTo>
                    <a:pt x="231" y="91"/>
                  </a:lnTo>
                  <a:lnTo>
                    <a:pt x="231" y="91"/>
                  </a:lnTo>
                  <a:lnTo>
                    <a:pt x="235" y="94"/>
                  </a:lnTo>
                  <a:lnTo>
                    <a:pt x="239" y="96"/>
                  </a:lnTo>
                  <a:lnTo>
                    <a:pt x="239" y="96"/>
                  </a:lnTo>
                  <a:lnTo>
                    <a:pt x="246" y="98"/>
                  </a:lnTo>
                  <a:lnTo>
                    <a:pt x="250" y="100"/>
                  </a:lnTo>
                  <a:lnTo>
                    <a:pt x="248" y="89"/>
                  </a:lnTo>
                  <a:lnTo>
                    <a:pt x="259" y="89"/>
                  </a:lnTo>
                  <a:close/>
                  <a:moveTo>
                    <a:pt x="182" y="167"/>
                  </a:moveTo>
                  <a:lnTo>
                    <a:pt x="182" y="167"/>
                  </a:lnTo>
                  <a:lnTo>
                    <a:pt x="186" y="164"/>
                  </a:lnTo>
                  <a:lnTo>
                    <a:pt x="186" y="164"/>
                  </a:lnTo>
                  <a:lnTo>
                    <a:pt x="191" y="160"/>
                  </a:lnTo>
                  <a:lnTo>
                    <a:pt x="191" y="160"/>
                  </a:lnTo>
                  <a:lnTo>
                    <a:pt x="195" y="160"/>
                  </a:lnTo>
                  <a:lnTo>
                    <a:pt x="197" y="158"/>
                  </a:lnTo>
                  <a:lnTo>
                    <a:pt x="197" y="158"/>
                  </a:lnTo>
                  <a:lnTo>
                    <a:pt x="199" y="154"/>
                  </a:lnTo>
                  <a:lnTo>
                    <a:pt x="197" y="151"/>
                  </a:lnTo>
                  <a:lnTo>
                    <a:pt x="197" y="151"/>
                  </a:lnTo>
                  <a:lnTo>
                    <a:pt x="193" y="147"/>
                  </a:lnTo>
                  <a:lnTo>
                    <a:pt x="191" y="145"/>
                  </a:lnTo>
                  <a:lnTo>
                    <a:pt x="188" y="142"/>
                  </a:lnTo>
                  <a:lnTo>
                    <a:pt x="188" y="142"/>
                  </a:lnTo>
                  <a:lnTo>
                    <a:pt x="184" y="144"/>
                  </a:lnTo>
                  <a:lnTo>
                    <a:pt x="177" y="149"/>
                  </a:lnTo>
                  <a:lnTo>
                    <a:pt x="177" y="149"/>
                  </a:lnTo>
                  <a:lnTo>
                    <a:pt x="175" y="151"/>
                  </a:lnTo>
                  <a:lnTo>
                    <a:pt x="171" y="151"/>
                  </a:lnTo>
                  <a:lnTo>
                    <a:pt x="171" y="151"/>
                  </a:lnTo>
                  <a:lnTo>
                    <a:pt x="168" y="154"/>
                  </a:lnTo>
                  <a:lnTo>
                    <a:pt x="168" y="156"/>
                  </a:lnTo>
                  <a:lnTo>
                    <a:pt x="168" y="158"/>
                  </a:lnTo>
                  <a:lnTo>
                    <a:pt x="168" y="158"/>
                  </a:lnTo>
                  <a:lnTo>
                    <a:pt x="170" y="158"/>
                  </a:lnTo>
                  <a:lnTo>
                    <a:pt x="171" y="164"/>
                  </a:lnTo>
                  <a:lnTo>
                    <a:pt x="171" y="164"/>
                  </a:lnTo>
                  <a:lnTo>
                    <a:pt x="173" y="167"/>
                  </a:lnTo>
                  <a:lnTo>
                    <a:pt x="175" y="169"/>
                  </a:lnTo>
                  <a:lnTo>
                    <a:pt x="177" y="169"/>
                  </a:lnTo>
                  <a:lnTo>
                    <a:pt x="177" y="169"/>
                  </a:lnTo>
                  <a:lnTo>
                    <a:pt x="180" y="169"/>
                  </a:lnTo>
                  <a:lnTo>
                    <a:pt x="182" y="167"/>
                  </a:lnTo>
                  <a:lnTo>
                    <a:pt x="182" y="16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59" name="Freeform 41">
              <a:extLst>
                <a:ext uri="{FF2B5EF4-FFF2-40B4-BE49-F238E27FC236}">
                  <a16:creationId xmlns:a16="http://schemas.microsoft.com/office/drawing/2014/main" id="{5DBF30B6-A197-44D4-ACC6-98B910F8654D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5986" y="3692976"/>
              <a:ext cx="232832" cy="382615"/>
            </a:xfrm>
            <a:custGeom>
              <a:avLst/>
              <a:gdLst>
                <a:gd name="T0" fmla="*/ 22 w 157"/>
                <a:gd name="T1" fmla="*/ 29 h 258"/>
                <a:gd name="T2" fmla="*/ 18 w 157"/>
                <a:gd name="T3" fmla="*/ 36 h 258"/>
                <a:gd name="T4" fmla="*/ 25 w 157"/>
                <a:gd name="T5" fmla="*/ 45 h 258"/>
                <a:gd name="T6" fmla="*/ 27 w 157"/>
                <a:gd name="T7" fmla="*/ 52 h 258"/>
                <a:gd name="T8" fmla="*/ 29 w 157"/>
                <a:gd name="T9" fmla="*/ 54 h 258"/>
                <a:gd name="T10" fmla="*/ 40 w 157"/>
                <a:gd name="T11" fmla="*/ 63 h 258"/>
                <a:gd name="T12" fmla="*/ 84 w 157"/>
                <a:gd name="T13" fmla="*/ 83 h 258"/>
                <a:gd name="T14" fmla="*/ 64 w 157"/>
                <a:gd name="T15" fmla="*/ 145 h 258"/>
                <a:gd name="T16" fmla="*/ 36 w 157"/>
                <a:gd name="T17" fmla="*/ 151 h 258"/>
                <a:gd name="T18" fmla="*/ 18 w 157"/>
                <a:gd name="T19" fmla="*/ 154 h 258"/>
                <a:gd name="T20" fmla="*/ 0 w 157"/>
                <a:gd name="T21" fmla="*/ 182 h 258"/>
                <a:gd name="T22" fmla="*/ 9 w 157"/>
                <a:gd name="T23" fmla="*/ 258 h 258"/>
                <a:gd name="T24" fmla="*/ 9 w 157"/>
                <a:gd name="T25" fmla="*/ 255 h 258"/>
                <a:gd name="T26" fmla="*/ 16 w 157"/>
                <a:gd name="T27" fmla="*/ 249 h 258"/>
                <a:gd name="T28" fmla="*/ 29 w 157"/>
                <a:gd name="T29" fmla="*/ 227 h 258"/>
                <a:gd name="T30" fmla="*/ 35 w 157"/>
                <a:gd name="T31" fmla="*/ 226 h 258"/>
                <a:gd name="T32" fmla="*/ 38 w 157"/>
                <a:gd name="T33" fmla="*/ 226 h 258"/>
                <a:gd name="T34" fmla="*/ 45 w 157"/>
                <a:gd name="T35" fmla="*/ 215 h 258"/>
                <a:gd name="T36" fmla="*/ 49 w 157"/>
                <a:gd name="T37" fmla="*/ 213 h 258"/>
                <a:gd name="T38" fmla="*/ 56 w 157"/>
                <a:gd name="T39" fmla="*/ 213 h 258"/>
                <a:gd name="T40" fmla="*/ 66 w 157"/>
                <a:gd name="T41" fmla="*/ 205 h 258"/>
                <a:gd name="T42" fmla="*/ 73 w 157"/>
                <a:gd name="T43" fmla="*/ 196 h 258"/>
                <a:gd name="T44" fmla="*/ 75 w 157"/>
                <a:gd name="T45" fmla="*/ 185 h 258"/>
                <a:gd name="T46" fmla="*/ 78 w 157"/>
                <a:gd name="T47" fmla="*/ 185 h 258"/>
                <a:gd name="T48" fmla="*/ 86 w 157"/>
                <a:gd name="T49" fmla="*/ 184 h 258"/>
                <a:gd name="T50" fmla="*/ 87 w 157"/>
                <a:gd name="T51" fmla="*/ 182 h 258"/>
                <a:gd name="T52" fmla="*/ 87 w 157"/>
                <a:gd name="T53" fmla="*/ 171 h 258"/>
                <a:gd name="T54" fmla="*/ 89 w 157"/>
                <a:gd name="T55" fmla="*/ 169 h 258"/>
                <a:gd name="T56" fmla="*/ 97 w 157"/>
                <a:gd name="T57" fmla="*/ 165 h 258"/>
                <a:gd name="T58" fmla="*/ 100 w 157"/>
                <a:gd name="T59" fmla="*/ 164 h 258"/>
                <a:gd name="T60" fmla="*/ 102 w 157"/>
                <a:gd name="T61" fmla="*/ 158 h 258"/>
                <a:gd name="T62" fmla="*/ 102 w 157"/>
                <a:gd name="T63" fmla="*/ 153 h 258"/>
                <a:gd name="T64" fmla="*/ 109 w 157"/>
                <a:gd name="T65" fmla="*/ 145 h 258"/>
                <a:gd name="T66" fmla="*/ 117 w 157"/>
                <a:gd name="T67" fmla="*/ 118 h 258"/>
                <a:gd name="T68" fmla="*/ 122 w 157"/>
                <a:gd name="T69" fmla="*/ 118 h 258"/>
                <a:gd name="T70" fmla="*/ 126 w 157"/>
                <a:gd name="T71" fmla="*/ 102 h 258"/>
                <a:gd name="T72" fmla="*/ 129 w 157"/>
                <a:gd name="T73" fmla="*/ 85 h 258"/>
                <a:gd name="T74" fmla="*/ 133 w 157"/>
                <a:gd name="T75" fmla="*/ 80 h 258"/>
                <a:gd name="T76" fmla="*/ 144 w 157"/>
                <a:gd name="T77" fmla="*/ 63 h 258"/>
                <a:gd name="T78" fmla="*/ 144 w 157"/>
                <a:gd name="T79" fmla="*/ 60 h 258"/>
                <a:gd name="T80" fmla="*/ 149 w 157"/>
                <a:gd name="T81" fmla="*/ 52 h 258"/>
                <a:gd name="T82" fmla="*/ 149 w 157"/>
                <a:gd name="T83" fmla="*/ 45 h 258"/>
                <a:gd name="T84" fmla="*/ 153 w 157"/>
                <a:gd name="T85" fmla="*/ 32 h 258"/>
                <a:gd name="T86" fmla="*/ 157 w 157"/>
                <a:gd name="T87" fmla="*/ 7 h 258"/>
                <a:gd name="T88" fmla="*/ 149 w 157"/>
                <a:gd name="T89" fmla="*/ 0 h 258"/>
                <a:gd name="T90" fmla="*/ 142 w 157"/>
                <a:gd name="T91" fmla="*/ 5 h 258"/>
                <a:gd name="T92" fmla="*/ 135 w 157"/>
                <a:gd name="T93" fmla="*/ 11 h 258"/>
                <a:gd name="T94" fmla="*/ 115 w 157"/>
                <a:gd name="T95" fmla="*/ 12 h 258"/>
                <a:gd name="T96" fmla="*/ 98 w 157"/>
                <a:gd name="T97" fmla="*/ 14 h 258"/>
                <a:gd name="T98" fmla="*/ 93 w 157"/>
                <a:gd name="T99" fmla="*/ 20 h 258"/>
                <a:gd name="T100" fmla="*/ 86 w 157"/>
                <a:gd name="T101" fmla="*/ 25 h 258"/>
                <a:gd name="T102" fmla="*/ 78 w 157"/>
                <a:gd name="T103" fmla="*/ 25 h 258"/>
                <a:gd name="T104" fmla="*/ 66 w 157"/>
                <a:gd name="T105" fmla="*/ 21 h 258"/>
                <a:gd name="T106" fmla="*/ 58 w 157"/>
                <a:gd name="T107" fmla="*/ 21 h 258"/>
                <a:gd name="T108" fmla="*/ 49 w 157"/>
                <a:gd name="T109" fmla="*/ 27 h 258"/>
                <a:gd name="T110" fmla="*/ 45 w 157"/>
                <a:gd name="T111" fmla="*/ 25 h 258"/>
                <a:gd name="T112" fmla="*/ 36 w 157"/>
                <a:gd name="T113" fmla="*/ 14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57" h="258">
                  <a:moveTo>
                    <a:pt x="36" y="14"/>
                  </a:moveTo>
                  <a:lnTo>
                    <a:pt x="22" y="29"/>
                  </a:lnTo>
                  <a:lnTo>
                    <a:pt x="18" y="36"/>
                  </a:lnTo>
                  <a:lnTo>
                    <a:pt x="18" y="36"/>
                  </a:lnTo>
                  <a:lnTo>
                    <a:pt x="25" y="45"/>
                  </a:lnTo>
                  <a:lnTo>
                    <a:pt x="25" y="45"/>
                  </a:lnTo>
                  <a:lnTo>
                    <a:pt x="27" y="51"/>
                  </a:lnTo>
                  <a:lnTo>
                    <a:pt x="27" y="52"/>
                  </a:lnTo>
                  <a:lnTo>
                    <a:pt x="29" y="54"/>
                  </a:lnTo>
                  <a:lnTo>
                    <a:pt x="29" y="54"/>
                  </a:lnTo>
                  <a:lnTo>
                    <a:pt x="35" y="58"/>
                  </a:lnTo>
                  <a:lnTo>
                    <a:pt x="40" y="63"/>
                  </a:lnTo>
                  <a:lnTo>
                    <a:pt x="40" y="63"/>
                  </a:lnTo>
                  <a:lnTo>
                    <a:pt x="84" y="83"/>
                  </a:lnTo>
                  <a:lnTo>
                    <a:pt x="106" y="80"/>
                  </a:lnTo>
                  <a:lnTo>
                    <a:pt x="64" y="145"/>
                  </a:lnTo>
                  <a:lnTo>
                    <a:pt x="44" y="145"/>
                  </a:lnTo>
                  <a:lnTo>
                    <a:pt x="36" y="151"/>
                  </a:lnTo>
                  <a:lnTo>
                    <a:pt x="22" y="153"/>
                  </a:lnTo>
                  <a:lnTo>
                    <a:pt x="18" y="154"/>
                  </a:lnTo>
                  <a:lnTo>
                    <a:pt x="9" y="176"/>
                  </a:lnTo>
                  <a:lnTo>
                    <a:pt x="0" y="182"/>
                  </a:lnTo>
                  <a:lnTo>
                    <a:pt x="2" y="247"/>
                  </a:lnTo>
                  <a:lnTo>
                    <a:pt x="9" y="258"/>
                  </a:lnTo>
                  <a:lnTo>
                    <a:pt x="9" y="258"/>
                  </a:lnTo>
                  <a:lnTo>
                    <a:pt x="9" y="255"/>
                  </a:lnTo>
                  <a:lnTo>
                    <a:pt x="13" y="249"/>
                  </a:lnTo>
                  <a:lnTo>
                    <a:pt x="16" y="249"/>
                  </a:lnTo>
                  <a:lnTo>
                    <a:pt x="16" y="249"/>
                  </a:lnTo>
                  <a:lnTo>
                    <a:pt x="29" y="227"/>
                  </a:lnTo>
                  <a:lnTo>
                    <a:pt x="29" y="227"/>
                  </a:lnTo>
                  <a:lnTo>
                    <a:pt x="35" y="226"/>
                  </a:lnTo>
                  <a:lnTo>
                    <a:pt x="38" y="226"/>
                  </a:lnTo>
                  <a:lnTo>
                    <a:pt x="38" y="226"/>
                  </a:lnTo>
                  <a:lnTo>
                    <a:pt x="44" y="218"/>
                  </a:lnTo>
                  <a:lnTo>
                    <a:pt x="45" y="215"/>
                  </a:lnTo>
                  <a:lnTo>
                    <a:pt x="49" y="213"/>
                  </a:lnTo>
                  <a:lnTo>
                    <a:pt x="49" y="213"/>
                  </a:lnTo>
                  <a:lnTo>
                    <a:pt x="53" y="213"/>
                  </a:lnTo>
                  <a:lnTo>
                    <a:pt x="56" y="213"/>
                  </a:lnTo>
                  <a:lnTo>
                    <a:pt x="56" y="213"/>
                  </a:lnTo>
                  <a:lnTo>
                    <a:pt x="66" y="205"/>
                  </a:lnTo>
                  <a:lnTo>
                    <a:pt x="73" y="196"/>
                  </a:lnTo>
                  <a:lnTo>
                    <a:pt x="73" y="196"/>
                  </a:lnTo>
                  <a:lnTo>
                    <a:pt x="75" y="191"/>
                  </a:lnTo>
                  <a:lnTo>
                    <a:pt x="75" y="185"/>
                  </a:lnTo>
                  <a:lnTo>
                    <a:pt x="75" y="185"/>
                  </a:lnTo>
                  <a:lnTo>
                    <a:pt x="78" y="185"/>
                  </a:lnTo>
                  <a:lnTo>
                    <a:pt x="82" y="184"/>
                  </a:lnTo>
                  <a:lnTo>
                    <a:pt x="86" y="184"/>
                  </a:lnTo>
                  <a:lnTo>
                    <a:pt x="87" y="182"/>
                  </a:lnTo>
                  <a:lnTo>
                    <a:pt x="87" y="182"/>
                  </a:lnTo>
                  <a:lnTo>
                    <a:pt x="87" y="176"/>
                  </a:lnTo>
                  <a:lnTo>
                    <a:pt x="87" y="171"/>
                  </a:lnTo>
                  <a:lnTo>
                    <a:pt x="87" y="171"/>
                  </a:lnTo>
                  <a:lnTo>
                    <a:pt x="89" y="169"/>
                  </a:lnTo>
                  <a:lnTo>
                    <a:pt x="93" y="167"/>
                  </a:lnTo>
                  <a:lnTo>
                    <a:pt x="97" y="165"/>
                  </a:lnTo>
                  <a:lnTo>
                    <a:pt x="100" y="164"/>
                  </a:lnTo>
                  <a:lnTo>
                    <a:pt x="100" y="164"/>
                  </a:lnTo>
                  <a:lnTo>
                    <a:pt x="102" y="162"/>
                  </a:lnTo>
                  <a:lnTo>
                    <a:pt x="102" y="158"/>
                  </a:lnTo>
                  <a:lnTo>
                    <a:pt x="102" y="153"/>
                  </a:lnTo>
                  <a:lnTo>
                    <a:pt x="102" y="153"/>
                  </a:lnTo>
                  <a:lnTo>
                    <a:pt x="109" y="145"/>
                  </a:lnTo>
                  <a:lnTo>
                    <a:pt x="109" y="145"/>
                  </a:lnTo>
                  <a:lnTo>
                    <a:pt x="113" y="131"/>
                  </a:lnTo>
                  <a:lnTo>
                    <a:pt x="117" y="118"/>
                  </a:lnTo>
                  <a:lnTo>
                    <a:pt x="122" y="118"/>
                  </a:lnTo>
                  <a:lnTo>
                    <a:pt x="122" y="118"/>
                  </a:lnTo>
                  <a:lnTo>
                    <a:pt x="124" y="109"/>
                  </a:lnTo>
                  <a:lnTo>
                    <a:pt x="126" y="102"/>
                  </a:lnTo>
                  <a:lnTo>
                    <a:pt x="127" y="94"/>
                  </a:lnTo>
                  <a:lnTo>
                    <a:pt x="129" y="85"/>
                  </a:lnTo>
                  <a:lnTo>
                    <a:pt x="129" y="85"/>
                  </a:lnTo>
                  <a:lnTo>
                    <a:pt x="133" y="80"/>
                  </a:lnTo>
                  <a:lnTo>
                    <a:pt x="137" y="74"/>
                  </a:lnTo>
                  <a:lnTo>
                    <a:pt x="144" y="63"/>
                  </a:lnTo>
                  <a:lnTo>
                    <a:pt x="144" y="63"/>
                  </a:lnTo>
                  <a:lnTo>
                    <a:pt x="144" y="60"/>
                  </a:lnTo>
                  <a:lnTo>
                    <a:pt x="144" y="54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9" y="45"/>
                  </a:lnTo>
                  <a:lnTo>
                    <a:pt x="149" y="38"/>
                  </a:lnTo>
                  <a:lnTo>
                    <a:pt x="153" y="32"/>
                  </a:lnTo>
                  <a:lnTo>
                    <a:pt x="153" y="32"/>
                  </a:lnTo>
                  <a:lnTo>
                    <a:pt x="157" y="7"/>
                  </a:lnTo>
                  <a:lnTo>
                    <a:pt x="153" y="0"/>
                  </a:lnTo>
                  <a:lnTo>
                    <a:pt x="149" y="0"/>
                  </a:lnTo>
                  <a:lnTo>
                    <a:pt x="149" y="0"/>
                  </a:lnTo>
                  <a:lnTo>
                    <a:pt x="142" y="5"/>
                  </a:lnTo>
                  <a:lnTo>
                    <a:pt x="135" y="11"/>
                  </a:lnTo>
                  <a:lnTo>
                    <a:pt x="135" y="11"/>
                  </a:lnTo>
                  <a:lnTo>
                    <a:pt x="124" y="12"/>
                  </a:lnTo>
                  <a:lnTo>
                    <a:pt x="115" y="12"/>
                  </a:lnTo>
                  <a:lnTo>
                    <a:pt x="106" y="12"/>
                  </a:lnTo>
                  <a:lnTo>
                    <a:pt x="98" y="14"/>
                  </a:lnTo>
                  <a:lnTo>
                    <a:pt x="98" y="14"/>
                  </a:lnTo>
                  <a:lnTo>
                    <a:pt x="93" y="20"/>
                  </a:lnTo>
                  <a:lnTo>
                    <a:pt x="89" y="23"/>
                  </a:lnTo>
                  <a:lnTo>
                    <a:pt x="86" y="25"/>
                  </a:lnTo>
                  <a:lnTo>
                    <a:pt x="86" y="25"/>
                  </a:lnTo>
                  <a:lnTo>
                    <a:pt x="78" y="25"/>
                  </a:lnTo>
                  <a:lnTo>
                    <a:pt x="73" y="23"/>
                  </a:lnTo>
                  <a:lnTo>
                    <a:pt x="66" y="21"/>
                  </a:lnTo>
                  <a:lnTo>
                    <a:pt x="58" y="21"/>
                  </a:lnTo>
                  <a:lnTo>
                    <a:pt x="58" y="21"/>
                  </a:lnTo>
                  <a:lnTo>
                    <a:pt x="55" y="25"/>
                  </a:lnTo>
                  <a:lnTo>
                    <a:pt x="49" y="27"/>
                  </a:lnTo>
                  <a:lnTo>
                    <a:pt x="49" y="27"/>
                  </a:lnTo>
                  <a:lnTo>
                    <a:pt x="45" y="25"/>
                  </a:lnTo>
                  <a:lnTo>
                    <a:pt x="42" y="23"/>
                  </a:lnTo>
                  <a:lnTo>
                    <a:pt x="36" y="14"/>
                  </a:lnTo>
                  <a:lnTo>
                    <a:pt x="36" y="1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60" name="Freeform 42">
              <a:extLst>
                <a:ext uri="{FF2B5EF4-FFF2-40B4-BE49-F238E27FC236}">
                  <a16:creationId xmlns:a16="http://schemas.microsoft.com/office/drawing/2014/main" id="{57045D90-8A37-4E40-A732-F63C215349E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227640" y="4262450"/>
              <a:ext cx="131988" cy="118640"/>
            </a:xfrm>
            <a:custGeom>
              <a:avLst/>
              <a:gdLst>
                <a:gd name="T0" fmla="*/ 78 w 89"/>
                <a:gd name="T1" fmla="*/ 73 h 80"/>
                <a:gd name="T2" fmla="*/ 87 w 89"/>
                <a:gd name="T3" fmla="*/ 80 h 80"/>
                <a:gd name="T4" fmla="*/ 89 w 89"/>
                <a:gd name="T5" fmla="*/ 80 h 80"/>
                <a:gd name="T6" fmla="*/ 85 w 89"/>
                <a:gd name="T7" fmla="*/ 73 h 80"/>
                <a:gd name="T8" fmla="*/ 80 w 89"/>
                <a:gd name="T9" fmla="*/ 75 h 80"/>
                <a:gd name="T10" fmla="*/ 78 w 89"/>
                <a:gd name="T11" fmla="*/ 73 h 80"/>
                <a:gd name="T12" fmla="*/ 47 w 89"/>
                <a:gd name="T13" fmla="*/ 55 h 80"/>
                <a:gd name="T14" fmla="*/ 51 w 89"/>
                <a:gd name="T15" fmla="*/ 58 h 80"/>
                <a:gd name="T16" fmla="*/ 55 w 89"/>
                <a:gd name="T17" fmla="*/ 64 h 80"/>
                <a:gd name="T18" fmla="*/ 60 w 89"/>
                <a:gd name="T19" fmla="*/ 64 h 80"/>
                <a:gd name="T20" fmla="*/ 65 w 89"/>
                <a:gd name="T21" fmla="*/ 64 h 80"/>
                <a:gd name="T22" fmla="*/ 65 w 89"/>
                <a:gd name="T23" fmla="*/ 56 h 80"/>
                <a:gd name="T24" fmla="*/ 60 w 89"/>
                <a:gd name="T25" fmla="*/ 55 h 80"/>
                <a:gd name="T26" fmla="*/ 47 w 89"/>
                <a:gd name="T27" fmla="*/ 55 h 80"/>
                <a:gd name="T28" fmla="*/ 65 w 89"/>
                <a:gd name="T29" fmla="*/ 36 h 80"/>
                <a:gd name="T30" fmla="*/ 67 w 89"/>
                <a:gd name="T31" fmla="*/ 44 h 80"/>
                <a:gd name="T32" fmla="*/ 71 w 89"/>
                <a:gd name="T33" fmla="*/ 51 h 80"/>
                <a:gd name="T34" fmla="*/ 78 w 89"/>
                <a:gd name="T35" fmla="*/ 56 h 80"/>
                <a:gd name="T36" fmla="*/ 78 w 89"/>
                <a:gd name="T37" fmla="*/ 49 h 80"/>
                <a:gd name="T38" fmla="*/ 71 w 89"/>
                <a:gd name="T39" fmla="*/ 36 h 80"/>
                <a:gd name="T40" fmla="*/ 14 w 89"/>
                <a:gd name="T41" fmla="*/ 26 h 80"/>
                <a:gd name="T42" fmla="*/ 11 w 89"/>
                <a:gd name="T43" fmla="*/ 33 h 80"/>
                <a:gd name="T44" fmla="*/ 18 w 89"/>
                <a:gd name="T45" fmla="*/ 36 h 80"/>
                <a:gd name="T46" fmla="*/ 18 w 89"/>
                <a:gd name="T47" fmla="*/ 33 h 80"/>
                <a:gd name="T48" fmla="*/ 18 w 89"/>
                <a:gd name="T49" fmla="*/ 26 h 80"/>
                <a:gd name="T50" fmla="*/ 31 w 89"/>
                <a:gd name="T51" fmla="*/ 18 h 80"/>
                <a:gd name="T52" fmla="*/ 44 w 89"/>
                <a:gd name="T53" fmla="*/ 33 h 80"/>
                <a:gd name="T54" fmla="*/ 44 w 89"/>
                <a:gd name="T55" fmla="*/ 20 h 80"/>
                <a:gd name="T56" fmla="*/ 40 w 89"/>
                <a:gd name="T57" fmla="*/ 18 h 80"/>
                <a:gd name="T58" fmla="*/ 34 w 89"/>
                <a:gd name="T59" fmla="*/ 18 h 80"/>
                <a:gd name="T60" fmla="*/ 31 w 89"/>
                <a:gd name="T61" fmla="*/ 18 h 80"/>
                <a:gd name="T62" fmla="*/ 0 w 89"/>
                <a:gd name="T63" fmla="*/ 0 h 80"/>
                <a:gd name="T64" fmla="*/ 0 w 89"/>
                <a:gd name="T65" fmla="*/ 5 h 80"/>
                <a:gd name="T66" fmla="*/ 2 w 89"/>
                <a:gd name="T67" fmla="*/ 11 h 80"/>
                <a:gd name="T68" fmla="*/ 5 w 89"/>
                <a:gd name="T69" fmla="*/ 13 h 80"/>
                <a:gd name="T70" fmla="*/ 14 w 89"/>
                <a:gd name="T71" fmla="*/ 15 h 80"/>
                <a:gd name="T72" fmla="*/ 14 w 89"/>
                <a:gd name="T73" fmla="*/ 13 h 80"/>
                <a:gd name="T74" fmla="*/ 0 w 89"/>
                <a:gd name="T75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9" h="80">
                  <a:moveTo>
                    <a:pt x="78" y="73"/>
                  </a:moveTo>
                  <a:lnTo>
                    <a:pt x="78" y="73"/>
                  </a:lnTo>
                  <a:lnTo>
                    <a:pt x="82" y="77"/>
                  </a:lnTo>
                  <a:lnTo>
                    <a:pt x="87" y="80"/>
                  </a:lnTo>
                  <a:lnTo>
                    <a:pt x="87" y="80"/>
                  </a:lnTo>
                  <a:lnTo>
                    <a:pt x="89" y="80"/>
                  </a:lnTo>
                  <a:lnTo>
                    <a:pt x="89" y="78"/>
                  </a:lnTo>
                  <a:lnTo>
                    <a:pt x="85" y="73"/>
                  </a:lnTo>
                  <a:lnTo>
                    <a:pt x="85" y="73"/>
                  </a:lnTo>
                  <a:lnTo>
                    <a:pt x="80" y="75"/>
                  </a:lnTo>
                  <a:lnTo>
                    <a:pt x="78" y="73"/>
                  </a:lnTo>
                  <a:lnTo>
                    <a:pt x="78" y="73"/>
                  </a:lnTo>
                  <a:close/>
                  <a:moveTo>
                    <a:pt x="47" y="55"/>
                  </a:moveTo>
                  <a:lnTo>
                    <a:pt x="47" y="55"/>
                  </a:lnTo>
                  <a:lnTo>
                    <a:pt x="49" y="56"/>
                  </a:lnTo>
                  <a:lnTo>
                    <a:pt x="51" y="58"/>
                  </a:lnTo>
                  <a:lnTo>
                    <a:pt x="53" y="62"/>
                  </a:lnTo>
                  <a:lnTo>
                    <a:pt x="55" y="64"/>
                  </a:lnTo>
                  <a:lnTo>
                    <a:pt x="55" y="64"/>
                  </a:lnTo>
                  <a:lnTo>
                    <a:pt x="60" y="64"/>
                  </a:lnTo>
                  <a:lnTo>
                    <a:pt x="64" y="64"/>
                  </a:lnTo>
                  <a:lnTo>
                    <a:pt x="65" y="64"/>
                  </a:lnTo>
                  <a:lnTo>
                    <a:pt x="65" y="62"/>
                  </a:lnTo>
                  <a:lnTo>
                    <a:pt x="65" y="56"/>
                  </a:lnTo>
                  <a:lnTo>
                    <a:pt x="60" y="55"/>
                  </a:lnTo>
                  <a:lnTo>
                    <a:pt x="60" y="55"/>
                  </a:lnTo>
                  <a:lnTo>
                    <a:pt x="55" y="55"/>
                  </a:lnTo>
                  <a:lnTo>
                    <a:pt x="47" y="55"/>
                  </a:lnTo>
                  <a:lnTo>
                    <a:pt x="47" y="55"/>
                  </a:lnTo>
                  <a:close/>
                  <a:moveTo>
                    <a:pt x="65" y="36"/>
                  </a:moveTo>
                  <a:lnTo>
                    <a:pt x="65" y="36"/>
                  </a:lnTo>
                  <a:lnTo>
                    <a:pt x="67" y="44"/>
                  </a:lnTo>
                  <a:lnTo>
                    <a:pt x="71" y="51"/>
                  </a:lnTo>
                  <a:lnTo>
                    <a:pt x="71" y="51"/>
                  </a:lnTo>
                  <a:lnTo>
                    <a:pt x="73" y="55"/>
                  </a:lnTo>
                  <a:lnTo>
                    <a:pt x="78" y="56"/>
                  </a:lnTo>
                  <a:lnTo>
                    <a:pt x="78" y="56"/>
                  </a:lnTo>
                  <a:lnTo>
                    <a:pt x="78" y="49"/>
                  </a:lnTo>
                  <a:lnTo>
                    <a:pt x="78" y="49"/>
                  </a:lnTo>
                  <a:lnTo>
                    <a:pt x="71" y="36"/>
                  </a:lnTo>
                  <a:lnTo>
                    <a:pt x="65" y="36"/>
                  </a:lnTo>
                  <a:close/>
                  <a:moveTo>
                    <a:pt x="14" y="26"/>
                  </a:moveTo>
                  <a:lnTo>
                    <a:pt x="11" y="33"/>
                  </a:lnTo>
                  <a:lnTo>
                    <a:pt x="11" y="33"/>
                  </a:lnTo>
                  <a:lnTo>
                    <a:pt x="14" y="35"/>
                  </a:lnTo>
                  <a:lnTo>
                    <a:pt x="18" y="36"/>
                  </a:lnTo>
                  <a:lnTo>
                    <a:pt x="20" y="38"/>
                  </a:lnTo>
                  <a:lnTo>
                    <a:pt x="18" y="33"/>
                  </a:lnTo>
                  <a:lnTo>
                    <a:pt x="18" y="33"/>
                  </a:lnTo>
                  <a:lnTo>
                    <a:pt x="18" y="26"/>
                  </a:lnTo>
                  <a:lnTo>
                    <a:pt x="14" y="26"/>
                  </a:lnTo>
                  <a:close/>
                  <a:moveTo>
                    <a:pt x="31" y="18"/>
                  </a:moveTo>
                  <a:lnTo>
                    <a:pt x="44" y="33"/>
                  </a:lnTo>
                  <a:lnTo>
                    <a:pt x="44" y="33"/>
                  </a:lnTo>
                  <a:lnTo>
                    <a:pt x="51" y="33"/>
                  </a:lnTo>
                  <a:lnTo>
                    <a:pt x="44" y="20"/>
                  </a:lnTo>
                  <a:lnTo>
                    <a:pt x="44" y="20"/>
                  </a:lnTo>
                  <a:lnTo>
                    <a:pt x="40" y="18"/>
                  </a:lnTo>
                  <a:lnTo>
                    <a:pt x="36" y="18"/>
                  </a:lnTo>
                  <a:lnTo>
                    <a:pt x="34" y="18"/>
                  </a:lnTo>
                  <a:lnTo>
                    <a:pt x="31" y="18"/>
                  </a:lnTo>
                  <a:lnTo>
                    <a:pt x="31" y="18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7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5" y="13"/>
                  </a:lnTo>
                  <a:lnTo>
                    <a:pt x="11" y="15"/>
                  </a:lnTo>
                  <a:lnTo>
                    <a:pt x="14" y="15"/>
                  </a:lnTo>
                  <a:lnTo>
                    <a:pt x="14" y="13"/>
                  </a:lnTo>
                  <a:lnTo>
                    <a:pt x="14" y="13"/>
                  </a:lnTo>
                  <a:lnTo>
                    <a:pt x="14" y="1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61" name="Freeform 43">
              <a:extLst>
                <a:ext uri="{FF2B5EF4-FFF2-40B4-BE49-F238E27FC236}">
                  <a16:creationId xmlns:a16="http://schemas.microsoft.com/office/drawing/2014/main" id="{1D9B5BD8-AB58-4EC6-91EB-AA06095765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868634" y="2595553"/>
              <a:ext cx="81566" cy="72668"/>
            </a:xfrm>
            <a:custGeom>
              <a:avLst/>
              <a:gdLst>
                <a:gd name="T0" fmla="*/ 7 w 55"/>
                <a:gd name="T1" fmla="*/ 42 h 49"/>
                <a:gd name="T2" fmla="*/ 3 w 55"/>
                <a:gd name="T3" fmla="*/ 47 h 49"/>
                <a:gd name="T4" fmla="*/ 5 w 55"/>
                <a:gd name="T5" fmla="*/ 49 h 49"/>
                <a:gd name="T6" fmla="*/ 20 w 55"/>
                <a:gd name="T7" fmla="*/ 46 h 49"/>
                <a:gd name="T8" fmla="*/ 24 w 55"/>
                <a:gd name="T9" fmla="*/ 44 h 49"/>
                <a:gd name="T10" fmla="*/ 25 w 55"/>
                <a:gd name="T11" fmla="*/ 35 h 49"/>
                <a:gd name="T12" fmla="*/ 25 w 55"/>
                <a:gd name="T13" fmla="*/ 33 h 49"/>
                <a:gd name="T14" fmla="*/ 29 w 55"/>
                <a:gd name="T15" fmla="*/ 36 h 49"/>
                <a:gd name="T16" fmla="*/ 31 w 55"/>
                <a:gd name="T17" fmla="*/ 38 h 49"/>
                <a:gd name="T18" fmla="*/ 36 w 55"/>
                <a:gd name="T19" fmla="*/ 31 h 49"/>
                <a:gd name="T20" fmla="*/ 38 w 55"/>
                <a:gd name="T21" fmla="*/ 24 h 49"/>
                <a:gd name="T22" fmla="*/ 44 w 55"/>
                <a:gd name="T23" fmla="*/ 18 h 49"/>
                <a:gd name="T24" fmla="*/ 47 w 55"/>
                <a:gd name="T25" fmla="*/ 18 h 49"/>
                <a:gd name="T26" fmla="*/ 49 w 55"/>
                <a:gd name="T27" fmla="*/ 16 h 49"/>
                <a:gd name="T28" fmla="*/ 49 w 55"/>
                <a:gd name="T29" fmla="*/ 15 h 49"/>
                <a:gd name="T30" fmla="*/ 55 w 55"/>
                <a:gd name="T31" fmla="*/ 11 h 49"/>
                <a:gd name="T32" fmla="*/ 55 w 55"/>
                <a:gd name="T33" fmla="*/ 9 h 49"/>
                <a:gd name="T34" fmla="*/ 55 w 55"/>
                <a:gd name="T35" fmla="*/ 5 h 49"/>
                <a:gd name="T36" fmla="*/ 51 w 55"/>
                <a:gd name="T37" fmla="*/ 0 h 49"/>
                <a:gd name="T38" fmla="*/ 45 w 55"/>
                <a:gd name="T39" fmla="*/ 2 h 49"/>
                <a:gd name="T40" fmla="*/ 44 w 55"/>
                <a:gd name="T41" fmla="*/ 4 h 49"/>
                <a:gd name="T42" fmla="*/ 34 w 55"/>
                <a:gd name="T43" fmla="*/ 2 h 49"/>
                <a:gd name="T44" fmla="*/ 31 w 55"/>
                <a:gd name="T45" fmla="*/ 2 h 49"/>
                <a:gd name="T46" fmla="*/ 27 w 55"/>
                <a:gd name="T47" fmla="*/ 5 h 49"/>
                <a:gd name="T48" fmla="*/ 24 w 55"/>
                <a:gd name="T49" fmla="*/ 9 h 49"/>
                <a:gd name="T50" fmla="*/ 16 w 55"/>
                <a:gd name="T51" fmla="*/ 9 h 49"/>
                <a:gd name="T52" fmla="*/ 9 w 55"/>
                <a:gd name="T53" fmla="*/ 9 h 49"/>
                <a:gd name="T54" fmla="*/ 9 w 55"/>
                <a:gd name="T55" fmla="*/ 11 h 49"/>
                <a:gd name="T56" fmla="*/ 7 w 55"/>
                <a:gd name="T57" fmla="*/ 13 h 49"/>
                <a:gd name="T58" fmla="*/ 3 w 55"/>
                <a:gd name="T59" fmla="*/ 13 h 49"/>
                <a:gd name="T60" fmla="*/ 0 w 55"/>
                <a:gd name="T61" fmla="*/ 22 h 49"/>
                <a:gd name="T62" fmla="*/ 2 w 55"/>
                <a:gd name="T63" fmla="*/ 24 h 49"/>
                <a:gd name="T64" fmla="*/ 5 w 55"/>
                <a:gd name="T65" fmla="*/ 24 h 49"/>
                <a:gd name="T66" fmla="*/ 5 w 55"/>
                <a:gd name="T67" fmla="*/ 29 h 49"/>
                <a:gd name="T68" fmla="*/ 5 w 55"/>
                <a:gd name="T69" fmla="*/ 35 h 49"/>
                <a:gd name="T70" fmla="*/ 5 w 55"/>
                <a:gd name="T71" fmla="*/ 4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55" h="49">
                  <a:moveTo>
                    <a:pt x="7" y="42"/>
                  </a:moveTo>
                  <a:lnTo>
                    <a:pt x="7" y="42"/>
                  </a:lnTo>
                  <a:lnTo>
                    <a:pt x="5" y="46"/>
                  </a:lnTo>
                  <a:lnTo>
                    <a:pt x="3" y="47"/>
                  </a:lnTo>
                  <a:lnTo>
                    <a:pt x="5" y="49"/>
                  </a:lnTo>
                  <a:lnTo>
                    <a:pt x="5" y="49"/>
                  </a:lnTo>
                  <a:lnTo>
                    <a:pt x="14" y="47"/>
                  </a:lnTo>
                  <a:lnTo>
                    <a:pt x="20" y="46"/>
                  </a:lnTo>
                  <a:lnTo>
                    <a:pt x="24" y="44"/>
                  </a:lnTo>
                  <a:lnTo>
                    <a:pt x="24" y="44"/>
                  </a:lnTo>
                  <a:lnTo>
                    <a:pt x="25" y="40"/>
                  </a:lnTo>
                  <a:lnTo>
                    <a:pt x="25" y="35"/>
                  </a:lnTo>
                  <a:lnTo>
                    <a:pt x="25" y="35"/>
                  </a:lnTo>
                  <a:lnTo>
                    <a:pt x="25" y="33"/>
                  </a:lnTo>
                  <a:lnTo>
                    <a:pt x="25" y="35"/>
                  </a:lnTo>
                  <a:lnTo>
                    <a:pt x="29" y="36"/>
                  </a:lnTo>
                  <a:lnTo>
                    <a:pt x="31" y="38"/>
                  </a:lnTo>
                  <a:lnTo>
                    <a:pt x="31" y="38"/>
                  </a:lnTo>
                  <a:lnTo>
                    <a:pt x="34" y="36"/>
                  </a:lnTo>
                  <a:lnTo>
                    <a:pt x="36" y="31"/>
                  </a:lnTo>
                  <a:lnTo>
                    <a:pt x="38" y="24"/>
                  </a:lnTo>
                  <a:lnTo>
                    <a:pt x="38" y="24"/>
                  </a:lnTo>
                  <a:lnTo>
                    <a:pt x="40" y="18"/>
                  </a:lnTo>
                  <a:lnTo>
                    <a:pt x="44" y="18"/>
                  </a:lnTo>
                  <a:lnTo>
                    <a:pt x="44" y="18"/>
                  </a:lnTo>
                  <a:lnTo>
                    <a:pt x="47" y="18"/>
                  </a:lnTo>
                  <a:lnTo>
                    <a:pt x="49" y="18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49" y="15"/>
                  </a:lnTo>
                  <a:lnTo>
                    <a:pt x="51" y="13"/>
                  </a:lnTo>
                  <a:lnTo>
                    <a:pt x="55" y="11"/>
                  </a:lnTo>
                  <a:lnTo>
                    <a:pt x="55" y="11"/>
                  </a:lnTo>
                  <a:lnTo>
                    <a:pt x="55" y="9"/>
                  </a:lnTo>
                  <a:lnTo>
                    <a:pt x="55" y="5"/>
                  </a:lnTo>
                  <a:lnTo>
                    <a:pt x="55" y="5"/>
                  </a:lnTo>
                  <a:lnTo>
                    <a:pt x="53" y="2"/>
                  </a:lnTo>
                  <a:lnTo>
                    <a:pt x="51" y="0"/>
                  </a:lnTo>
                  <a:lnTo>
                    <a:pt x="51" y="0"/>
                  </a:lnTo>
                  <a:lnTo>
                    <a:pt x="45" y="2"/>
                  </a:lnTo>
                  <a:lnTo>
                    <a:pt x="45" y="2"/>
                  </a:lnTo>
                  <a:lnTo>
                    <a:pt x="44" y="4"/>
                  </a:lnTo>
                  <a:lnTo>
                    <a:pt x="40" y="4"/>
                  </a:lnTo>
                  <a:lnTo>
                    <a:pt x="34" y="2"/>
                  </a:lnTo>
                  <a:lnTo>
                    <a:pt x="34" y="2"/>
                  </a:lnTo>
                  <a:lnTo>
                    <a:pt x="31" y="2"/>
                  </a:lnTo>
                  <a:lnTo>
                    <a:pt x="27" y="5"/>
                  </a:lnTo>
                  <a:lnTo>
                    <a:pt x="27" y="5"/>
                  </a:lnTo>
                  <a:lnTo>
                    <a:pt x="25" y="7"/>
                  </a:lnTo>
                  <a:lnTo>
                    <a:pt x="24" y="9"/>
                  </a:lnTo>
                  <a:lnTo>
                    <a:pt x="16" y="9"/>
                  </a:lnTo>
                  <a:lnTo>
                    <a:pt x="16" y="9"/>
                  </a:lnTo>
                  <a:lnTo>
                    <a:pt x="11" y="7"/>
                  </a:lnTo>
                  <a:lnTo>
                    <a:pt x="9" y="9"/>
                  </a:lnTo>
                  <a:lnTo>
                    <a:pt x="9" y="11"/>
                  </a:lnTo>
                  <a:lnTo>
                    <a:pt x="9" y="11"/>
                  </a:lnTo>
                  <a:lnTo>
                    <a:pt x="9" y="13"/>
                  </a:lnTo>
                  <a:lnTo>
                    <a:pt x="7" y="13"/>
                  </a:lnTo>
                  <a:lnTo>
                    <a:pt x="3" y="13"/>
                  </a:lnTo>
                  <a:lnTo>
                    <a:pt x="3" y="13"/>
                  </a:lnTo>
                  <a:lnTo>
                    <a:pt x="0" y="18"/>
                  </a:lnTo>
                  <a:lnTo>
                    <a:pt x="0" y="22"/>
                  </a:lnTo>
                  <a:lnTo>
                    <a:pt x="0" y="24"/>
                  </a:lnTo>
                  <a:lnTo>
                    <a:pt x="2" y="24"/>
                  </a:lnTo>
                  <a:lnTo>
                    <a:pt x="2" y="24"/>
                  </a:lnTo>
                  <a:lnTo>
                    <a:pt x="5" y="24"/>
                  </a:lnTo>
                  <a:lnTo>
                    <a:pt x="5" y="25"/>
                  </a:lnTo>
                  <a:lnTo>
                    <a:pt x="5" y="29"/>
                  </a:lnTo>
                  <a:lnTo>
                    <a:pt x="5" y="29"/>
                  </a:lnTo>
                  <a:lnTo>
                    <a:pt x="5" y="35"/>
                  </a:lnTo>
                  <a:lnTo>
                    <a:pt x="3" y="38"/>
                  </a:lnTo>
                  <a:lnTo>
                    <a:pt x="5" y="40"/>
                  </a:lnTo>
                  <a:lnTo>
                    <a:pt x="7" y="4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62" name="Freeform 44">
              <a:extLst>
                <a:ext uri="{FF2B5EF4-FFF2-40B4-BE49-F238E27FC236}">
                  <a16:creationId xmlns:a16="http://schemas.microsoft.com/office/drawing/2014/main" id="{81890820-A7E4-4839-ADF5-E5CBD1E56C32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4648" y="2500641"/>
              <a:ext cx="167580" cy="72668"/>
            </a:xfrm>
            <a:custGeom>
              <a:avLst/>
              <a:gdLst>
                <a:gd name="T0" fmla="*/ 108 w 113"/>
                <a:gd name="T1" fmla="*/ 31 h 49"/>
                <a:gd name="T2" fmla="*/ 106 w 113"/>
                <a:gd name="T3" fmla="*/ 38 h 49"/>
                <a:gd name="T4" fmla="*/ 97 w 113"/>
                <a:gd name="T5" fmla="*/ 37 h 49"/>
                <a:gd name="T6" fmla="*/ 95 w 113"/>
                <a:gd name="T7" fmla="*/ 35 h 49"/>
                <a:gd name="T8" fmla="*/ 86 w 113"/>
                <a:gd name="T9" fmla="*/ 35 h 49"/>
                <a:gd name="T10" fmla="*/ 79 w 113"/>
                <a:gd name="T11" fmla="*/ 35 h 49"/>
                <a:gd name="T12" fmla="*/ 73 w 113"/>
                <a:gd name="T13" fmla="*/ 37 h 49"/>
                <a:gd name="T14" fmla="*/ 66 w 113"/>
                <a:gd name="T15" fmla="*/ 42 h 49"/>
                <a:gd name="T16" fmla="*/ 64 w 113"/>
                <a:gd name="T17" fmla="*/ 42 h 49"/>
                <a:gd name="T18" fmla="*/ 60 w 113"/>
                <a:gd name="T19" fmla="*/ 40 h 49"/>
                <a:gd name="T20" fmla="*/ 57 w 113"/>
                <a:gd name="T21" fmla="*/ 38 h 49"/>
                <a:gd name="T22" fmla="*/ 48 w 113"/>
                <a:gd name="T23" fmla="*/ 40 h 49"/>
                <a:gd name="T24" fmla="*/ 40 w 113"/>
                <a:gd name="T25" fmla="*/ 42 h 49"/>
                <a:gd name="T26" fmla="*/ 40 w 113"/>
                <a:gd name="T27" fmla="*/ 49 h 49"/>
                <a:gd name="T28" fmla="*/ 40 w 113"/>
                <a:gd name="T29" fmla="*/ 49 h 49"/>
                <a:gd name="T30" fmla="*/ 31 w 113"/>
                <a:gd name="T31" fmla="*/ 48 h 49"/>
                <a:gd name="T32" fmla="*/ 17 w 113"/>
                <a:gd name="T33" fmla="*/ 48 h 49"/>
                <a:gd name="T34" fmla="*/ 13 w 113"/>
                <a:gd name="T35" fmla="*/ 46 h 49"/>
                <a:gd name="T36" fmla="*/ 7 w 113"/>
                <a:gd name="T37" fmla="*/ 40 h 49"/>
                <a:gd name="T38" fmla="*/ 2 w 113"/>
                <a:gd name="T39" fmla="*/ 35 h 49"/>
                <a:gd name="T40" fmla="*/ 0 w 113"/>
                <a:gd name="T41" fmla="*/ 29 h 49"/>
                <a:gd name="T42" fmla="*/ 2 w 113"/>
                <a:gd name="T43" fmla="*/ 26 h 49"/>
                <a:gd name="T44" fmla="*/ 7 w 113"/>
                <a:gd name="T45" fmla="*/ 18 h 49"/>
                <a:gd name="T46" fmla="*/ 9 w 113"/>
                <a:gd name="T47" fmla="*/ 17 h 49"/>
                <a:gd name="T48" fmla="*/ 13 w 113"/>
                <a:gd name="T49" fmla="*/ 15 h 49"/>
                <a:gd name="T50" fmla="*/ 15 w 113"/>
                <a:gd name="T51" fmla="*/ 11 h 49"/>
                <a:gd name="T52" fmla="*/ 20 w 113"/>
                <a:gd name="T53" fmla="*/ 8 h 49"/>
                <a:gd name="T54" fmla="*/ 22 w 113"/>
                <a:gd name="T55" fmla="*/ 6 h 49"/>
                <a:gd name="T56" fmla="*/ 29 w 113"/>
                <a:gd name="T57" fmla="*/ 8 h 49"/>
                <a:gd name="T58" fmla="*/ 38 w 113"/>
                <a:gd name="T59" fmla="*/ 8 h 49"/>
                <a:gd name="T60" fmla="*/ 48 w 113"/>
                <a:gd name="T61" fmla="*/ 13 h 49"/>
                <a:gd name="T62" fmla="*/ 55 w 113"/>
                <a:gd name="T63" fmla="*/ 15 h 49"/>
                <a:gd name="T64" fmla="*/ 58 w 113"/>
                <a:gd name="T65" fmla="*/ 13 h 49"/>
                <a:gd name="T66" fmla="*/ 60 w 113"/>
                <a:gd name="T67" fmla="*/ 9 h 49"/>
                <a:gd name="T68" fmla="*/ 69 w 113"/>
                <a:gd name="T69" fmla="*/ 9 h 49"/>
                <a:gd name="T70" fmla="*/ 73 w 113"/>
                <a:gd name="T71" fmla="*/ 6 h 49"/>
                <a:gd name="T72" fmla="*/ 80 w 113"/>
                <a:gd name="T73" fmla="*/ 0 h 49"/>
                <a:gd name="T74" fmla="*/ 84 w 113"/>
                <a:gd name="T75" fmla="*/ 2 h 49"/>
                <a:gd name="T76" fmla="*/ 95 w 113"/>
                <a:gd name="T77" fmla="*/ 8 h 49"/>
                <a:gd name="T78" fmla="*/ 97 w 113"/>
                <a:gd name="T79" fmla="*/ 9 h 49"/>
                <a:gd name="T80" fmla="*/ 102 w 113"/>
                <a:gd name="T81" fmla="*/ 15 h 49"/>
                <a:gd name="T82" fmla="*/ 106 w 113"/>
                <a:gd name="T83" fmla="*/ 17 h 49"/>
                <a:gd name="T84" fmla="*/ 106 w 113"/>
                <a:gd name="T85" fmla="*/ 22 h 49"/>
                <a:gd name="T86" fmla="*/ 113 w 113"/>
                <a:gd name="T87" fmla="*/ 29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13" h="49">
                  <a:moveTo>
                    <a:pt x="113" y="29"/>
                  </a:moveTo>
                  <a:lnTo>
                    <a:pt x="108" y="31"/>
                  </a:lnTo>
                  <a:lnTo>
                    <a:pt x="106" y="38"/>
                  </a:lnTo>
                  <a:lnTo>
                    <a:pt x="106" y="38"/>
                  </a:lnTo>
                  <a:lnTo>
                    <a:pt x="102" y="38"/>
                  </a:lnTo>
                  <a:lnTo>
                    <a:pt x="97" y="37"/>
                  </a:lnTo>
                  <a:lnTo>
                    <a:pt x="97" y="37"/>
                  </a:lnTo>
                  <a:lnTo>
                    <a:pt x="95" y="35"/>
                  </a:lnTo>
                  <a:lnTo>
                    <a:pt x="93" y="35"/>
                  </a:lnTo>
                  <a:lnTo>
                    <a:pt x="86" y="35"/>
                  </a:lnTo>
                  <a:lnTo>
                    <a:pt x="86" y="35"/>
                  </a:lnTo>
                  <a:lnTo>
                    <a:pt x="79" y="35"/>
                  </a:lnTo>
                  <a:lnTo>
                    <a:pt x="73" y="37"/>
                  </a:lnTo>
                  <a:lnTo>
                    <a:pt x="73" y="37"/>
                  </a:lnTo>
                  <a:lnTo>
                    <a:pt x="68" y="40"/>
                  </a:lnTo>
                  <a:lnTo>
                    <a:pt x="66" y="42"/>
                  </a:lnTo>
                  <a:lnTo>
                    <a:pt x="66" y="42"/>
                  </a:lnTo>
                  <a:lnTo>
                    <a:pt x="64" y="42"/>
                  </a:lnTo>
                  <a:lnTo>
                    <a:pt x="62" y="42"/>
                  </a:lnTo>
                  <a:lnTo>
                    <a:pt x="60" y="40"/>
                  </a:lnTo>
                  <a:lnTo>
                    <a:pt x="60" y="40"/>
                  </a:lnTo>
                  <a:lnTo>
                    <a:pt x="57" y="38"/>
                  </a:lnTo>
                  <a:lnTo>
                    <a:pt x="55" y="38"/>
                  </a:lnTo>
                  <a:lnTo>
                    <a:pt x="48" y="40"/>
                  </a:lnTo>
                  <a:lnTo>
                    <a:pt x="48" y="40"/>
                  </a:lnTo>
                  <a:lnTo>
                    <a:pt x="40" y="42"/>
                  </a:lnTo>
                  <a:lnTo>
                    <a:pt x="38" y="42"/>
                  </a:lnTo>
                  <a:lnTo>
                    <a:pt x="40" y="49"/>
                  </a:lnTo>
                  <a:lnTo>
                    <a:pt x="40" y="49"/>
                  </a:lnTo>
                  <a:lnTo>
                    <a:pt x="40" y="49"/>
                  </a:lnTo>
                  <a:lnTo>
                    <a:pt x="31" y="48"/>
                  </a:lnTo>
                  <a:lnTo>
                    <a:pt x="31" y="48"/>
                  </a:lnTo>
                  <a:lnTo>
                    <a:pt x="22" y="46"/>
                  </a:lnTo>
                  <a:lnTo>
                    <a:pt x="17" y="48"/>
                  </a:lnTo>
                  <a:lnTo>
                    <a:pt x="17" y="48"/>
                  </a:lnTo>
                  <a:lnTo>
                    <a:pt x="13" y="46"/>
                  </a:lnTo>
                  <a:lnTo>
                    <a:pt x="11" y="44"/>
                  </a:lnTo>
                  <a:lnTo>
                    <a:pt x="7" y="40"/>
                  </a:lnTo>
                  <a:lnTo>
                    <a:pt x="2" y="35"/>
                  </a:lnTo>
                  <a:lnTo>
                    <a:pt x="2" y="35"/>
                  </a:lnTo>
                  <a:lnTo>
                    <a:pt x="0" y="33"/>
                  </a:lnTo>
                  <a:lnTo>
                    <a:pt x="0" y="29"/>
                  </a:lnTo>
                  <a:lnTo>
                    <a:pt x="2" y="26"/>
                  </a:lnTo>
                  <a:lnTo>
                    <a:pt x="2" y="26"/>
                  </a:lnTo>
                  <a:lnTo>
                    <a:pt x="6" y="22"/>
                  </a:lnTo>
                  <a:lnTo>
                    <a:pt x="7" y="18"/>
                  </a:lnTo>
                  <a:lnTo>
                    <a:pt x="9" y="17"/>
                  </a:lnTo>
                  <a:lnTo>
                    <a:pt x="9" y="17"/>
                  </a:lnTo>
                  <a:lnTo>
                    <a:pt x="11" y="17"/>
                  </a:lnTo>
                  <a:lnTo>
                    <a:pt x="13" y="15"/>
                  </a:lnTo>
                  <a:lnTo>
                    <a:pt x="13" y="11"/>
                  </a:lnTo>
                  <a:lnTo>
                    <a:pt x="15" y="11"/>
                  </a:lnTo>
                  <a:lnTo>
                    <a:pt x="15" y="11"/>
                  </a:lnTo>
                  <a:lnTo>
                    <a:pt x="20" y="8"/>
                  </a:lnTo>
                  <a:lnTo>
                    <a:pt x="22" y="6"/>
                  </a:lnTo>
                  <a:lnTo>
                    <a:pt x="22" y="6"/>
                  </a:lnTo>
                  <a:lnTo>
                    <a:pt x="29" y="8"/>
                  </a:lnTo>
                  <a:lnTo>
                    <a:pt x="29" y="8"/>
                  </a:lnTo>
                  <a:lnTo>
                    <a:pt x="33" y="6"/>
                  </a:lnTo>
                  <a:lnTo>
                    <a:pt x="38" y="8"/>
                  </a:lnTo>
                  <a:lnTo>
                    <a:pt x="38" y="8"/>
                  </a:lnTo>
                  <a:lnTo>
                    <a:pt x="48" y="13"/>
                  </a:lnTo>
                  <a:lnTo>
                    <a:pt x="48" y="13"/>
                  </a:lnTo>
                  <a:lnTo>
                    <a:pt x="55" y="15"/>
                  </a:lnTo>
                  <a:lnTo>
                    <a:pt x="57" y="15"/>
                  </a:lnTo>
                  <a:lnTo>
                    <a:pt x="58" y="13"/>
                  </a:lnTo>
                  <a:lnTo>
                    <a:pt x="58" y="13"/>
                  </a:lnTo>
                  <a:lnTo>
                    <a:pt x="60" y="9"/>
                  </a:lnTo>
                  <a:lnTo>
                    <a:pt x="62" y="9"/>
                  </a:lnTo>
                  <a:lnTo>
                    <a:pt x="69" y="9"/>
                  </a:lnTo>
                  <a:lnTo>
                    <a:pt x="69" y="9"/>
                  </a:lnTo>
                  <a:lnTo>
                    <a:pt x="73" y="6"/>
                  </a:lnTo>
                  <a:lnTo>
                    <a:pt x="77" y="2"/>
                  </a:lnTo>
                  <a:lnTo>
                    <a:pt x="80" y="0"/>
                  </a:lnTo>
                  <a:lnTo>
                    <a:pt x="84" y="2"/>
                  </a:lnTo>
                  <a:lnTo>
                    <a:pt x="84" y="2"/>
                  </a:lnTo>
                  <a:lnTo>
                    <a:pt x="89" y="6"/>
                  </a:lnTo>
                  <a:lnTo>
                    <a:pt x="95" y="8"/>
                  </a:lnTo>
                  <a:lnTo>
                    <a:pt x="95" y="8"/>
                  </a:lnTo>
                  <a:lnTo>
                    <a:pt x="97" y="9"/>
                  </a:lnTo>
                  <a:lnTo>
                    <a:pt x="99" y="9"/>
                  </a:lnTo>
                  <a:lnTo>
                    <a:pt x="102" y="15"/>
                  </a:lnTo>
                  <a:lnTo>
                    <a:pt x="102" y="15"/>
                  </a:lnTo>
                  <a:lnTo>
                    <a:pt x="106" y="17"/>
                  </a:lnTo>
                  <a:lnTo>
                    <a:pt x="106" y="22"/>
                  </a:lnTo>
                  <a:lnTo>
                    <a:pt x="106" y="22"/>
                  </a:lnTo>
                  <a:lnTo>
                    <a:pt x="111" y="28"/>
                  </a:lnTo>
                  <a:lnTo>
                    <a:pt x="113" y="29"/>
                  </a:lnTo>
                  <a:lnTo>
                    <a:pt x="113" y="2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63" name="Freeform 45">
              <a:extLst>
                <a:ext uri="{FF2B5EF4-FFF2-40B4-BE49-F238E27FC236}">
                  <a16:creationId xmlns:a16="http://schemas.microsoft.com/office/drawing/2014/main" id="{AD0247CF-CBD0-460B-A450-40701035CFF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8356" y="3752296"/>
              <a:ext cx="78600" cy="105294"/>
            </a:xfrm>
            <a:custGeom>
              <a:avLst/>
              <a:gdLst>
                <a:gd name="T0" fmla="*/ 0 w 53"/>
                <a:gd name="T1" fmla="*/ 25 h 71"/>
                <a:gd name="T2" fmla="*/ 2 w 53"/>
                <a:gd name="T3" fmla="*/ 42 h 71"/>
                <a:gd name="T4" fmla="*/ 6 w 53"/>
                <a:gd name="T5" fmla="*/ 51 h 71"/>
                <a:gd name="T6" fmla="*/ 9 w 53"/>
                <a:gd name="T7" fmla="*/ 53 h 71"/>
                <a:gd name="T8" fmla="*/ 8 w 53"/>
                <a:gd name="T9" fmla="*/ 54 h 71"/>
                <a:gd name="T10" fmla="*/ 6 w 53"/>
                <a:gd name="T11" fmla="*/ 58 h 71"/>
                <a:gd name="T12" fmla="*/ 8 w 53"/>
                <a:gd name="T13" fmla="*/ 60 h 71"/>
                <a:gd name="T14" fmla="*/ 9 w 53"/>
                <a:gd name="T15" fmla="*/ 56 h 71"/>
                <a:gd name="T16" fmla="*/ 15 w 53"/>
                <a:gd name="T17" fmla="*/ 63 h 71"/>
                <a:gd name="T18" fmla="*/ 22 w 53"/>
                <a:gd name="T19" fmla="*/ 71 h 71"/>
                <a:gd name="T20" fmla="*/ 26 w 53"/>
                <a:gd name="T21" fmla="*/ 71 h 71"/>
                <a:gd name="T22" fmla="*/ 29 w 53"/>
                <a:gd name="T23" fmla="*/ 71 h 71"/>
                <a:gd name="T24" fmla="*/ 31 w 53"/>
                <a:gd name="T25" fmla="*/ 65 h 71"/>
                <a:gd name="T26" fmla="*/ 37 w 53"/>
                <a:gd name="T27" fmla="*/ 56 h 71"/>
                <a:gd name="T28" fmla="*/ 44 w 53"/>
                <a:gd name="T29" fmla="*/ 45 h 71"/>
                <a:gd name="T30" fmla="*/ 51 w 53"/>
                <a:gd name="T31" fmla="*/ 40 h 71"/>
                <a:gd name="T32" fmla="*/ 53 w 53"/>
                <a:gd name="T33" fmla="*/ 40 h 71"/>
                <a:gd name="T34" fmla="*/ 53 w 53"/>
                <a:gd name="T35" fmla="*/ 34 h 71"/>
                <a:gd name="T36" fmla="*/ 48 w 53"/>
                <a:gd name="T37" fmla="*/ 36 h 71"/>
                <a:gd name="T38" fmla="*/ 49 w 53"/>
                <a:gd name="T39" fmla="*/ 29 h 71"/>
                <a:gd name="T40" fmla="*/ 49 w 53"/>
                <a:gd name="T41" fmla="*/ 25 h 71"/>
                <a:gd name="T42" fmla="*/ 46 w 53"/>
                <a:gd name="T43" fmla="*/ 18 h 71"/>
                <a:gd name="T44" fmla="*/ 42 w 53"/>
                <a:gd name="T45" fmla="*/ 14 h 71"/>
                <a:gd name="T46" fmla="*/ 40 w 53"/>
                <a:gd name="T47" fmla="*/ 11 h 71"/>
                <a:gd name="T48" fmla="*/ 39 w 53"/>
                <a:gd name="T49" fmla="*/ 3 h 71"/>
                <a:gd name="T50" fmla="*/ 37 w 53"/>
                <a:gd name="T51" fmla="*/ 2 h 71"/>
                <a:gd name="T52" fmla="*/ 33 w 53"/>
                <a:gd name="T53" fmla="*/ 3 h 71"/>
                <a:gd name="T54" fmla="*/ 26 w 53"/>
                <a:gd name="T55" fmla="*/ 2 h 71"/>
                <a:gd name="T56" fmla="*/ 22 w 53"/>
                <a:gd name="T57" fmla="*/ 0 h 71"/>
                <a:gd name="T58" fmla="*/ 17 w 53"/>
                <a:gd name="T59" fmla="*/ 0 h 71"/>
                <a:gd name="T60" fmla="*/ 15 w 53"/>
                <a:gd name="T61" fmla="*/ 3 h 71"/>
                <a:gd name="T62" fmla="*/ 13 w 53"/>
                <a:gd name="T63" fmla="*/ 14 h 71"/>
                <a:gd name="T64" fmla="*/ 11 w 53"/>
                <a:gd name="T65" fmla="*/ 16 h 71"/>
                <a:gd name="T66" fmla="*/ 8 w 53"/>
                <a:gd name="T67" fmla="*/ 20 h 71"/>
                <a:gd name="T68" fmla="*/ 6 w 53"/>
                <a:gd name="T69" fmla="*/ 22 h 71"/>
                <a:gd name="T70" fmla="*/ 2 w 53"/>
                <a:gd name="T71" fmla="*/ 23 h 71"/>
                <a:gd name="T72" fmla="*/ 0 w 53"/>
                <a:gd name="T73" fmla="*/ 25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53" h="71">
                  <a:moveTo>
                    <a:pt x="0" y="25"/>
                  </a:moveTo>
                  <a:lnTo>
                    <a:pt x="0" y="25"/>
                  </a:lnTo>
                  <a:lnTo>
                    <a:pt x="2" y="34"/>
                  </a:lnTo>
                  <a:lnTo>
                    <a:pt x="2" y="42"/>
                  </a:lnTo>
                  <a:lnTo>
                    <a:pt x="4" y="49"/>
                  </a:lnTo>
                  <a:lnTo>
                    <a:pt x="6" y="51"/>
                  </a:lnTo>
                  <a:lnTo>
                    <a:pt x="9" y="53"/>
                  </a:lnTo>
                  <a:lnTo>
                    <a:pt x="9" y="53"/>
                  </a:lnTo>
                  <a:lnTo>
                    <a:pt x="9" y="54"/>
                  </a:lnTo>
                  <a:lnTo>
                    <a:pt x="8" y="54"/>
                  </a:lnTo>
                  <a:lnTo>
                    <a:pt x="6" y="56"/>
                  </a:lnTo>
                  <a:lnTo>
                    <a:pt x="6" y="58"/>
                  </a:lnTo>
                  <a:lnTo>
                    <a:pt x="6" y="58"/>
                  </a:lnTo>
                  <a:lnTo>
                    <a:pt x="8" y="60"/>
                  </a:lnTo>
                  <a:lnTo>
                    <a:pt x="9" y="58"/>
                  </a:lnTo>
                  <a:lnTo>
                    <a:pt x="9" y="56"/>
                  </a:lnTo>
                  <a:lnTo>
                    <a:pt x="9" y="56"/>
                  </a:lnTo>
                  <a:lnTo>
                    <a:pt x="15" y="63"/>
                  </a:lnTo>
                  <a:lnTo>
                    <a:pt x="18" y="69"/>
                  </a:lnTo>
                  <a:lnTo>
                    <a:pt x="22" y="71"/>
                  </a:lnTo>
                  <a:lnTo>
                    <a:pt x="22" y="71"/>
                  </a:lnTo>
                  <a:lnTo>
                    <a:pt x="26" y="71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31" y="65"/>
                  </a:lnTo>
                  <a:lnTo>
                    <a:pt x="37" y="56"/>
                  </a:lnTo>
                  <a:lnTo>
                    <a:pt x="37" y="56"/>
                  </a:lnTo>
                  <a:lnTo>
                    <a:pt x="44" y="45"/>
                  </a:lnTo>
                  <a:lnTo>
                    <a:pt x="44" y="45"/>
                  </a:lnTo>
                  <a:lnTo>
                    <a:pt x="46" y="43"/>
                  </a:lnTo>
                  <a:lnTo>
                    <a:pt x="51" y="40"/>
                  </a:lnTo>
                  <a:lnTo>
                    <a:pt x="51" y="40"/>
                  </a:lnTo>
                  <a:lnTo>
                    <a:pt x="53" y="40"/>
                  </a:lnTo>
                  <a:lnTo>
                    <a:pt x="53" y="36"/>
                  </a:lnTo>
                  <a:lnTo>
                    <a:pt x="53" y="34"/>
                  </a:lnTo>
                  <a:lnTo>
                    <a:pt x="48" y="36"/>
                  </a:lnTo>
                  <a:lnTo>
                    <a:pt x="48" y="36"/>
                  </a:lnTo>
                  <a:lnTo>
                    <a:pt x="49" y="32"/>
                  </a:lnTo>
                  <a:lnTo>
                    <a:pt x="49" y="29"/>
                  </a:lnTo>
                  <a:lnTo>
                    <a:pt x="49" y="25"/>
                  </a:lnTo>
                  <a:lnTo>
                    <a:pt x="49" y="25"/>
                  </a:lnTo>
                  <a:lnTo>
                    <a:pt x="46" y="18"/>
                  </a:lnTo>
                  <a:lnTo>
                    <a:pt x="46" y="18"/>
                  </a:lnTo>
                  <a:lnTo>
                    <a:pt x="44" y="16"/>
                  </a:lnTo>
                  <a:lnTo>
                    <a:pt x="42" y="14"/>
                  </a:lnTo>
                  <a:lnTo>
                    <a:pt x="40" y="12"/>
                  </a:lnTo>
                  <a:lnTo>
                    <a:pt x="40" y="11"/>
                  </a:lnTo>
                  <a:lnTo>
                    <a:pt x="40" y="11"/>
                  </a:lnTo>
                  <a:lnTo>
                    <a:pt x="39" y="3"/>
                  </a:lnTo>
                  <a:lnTo>
                    <a:pt x="39" y="2"/>
                  </a:lnTo>
                  <a:lnTo>
                    <a:pt x="37" y="2"/>
                  </a:lnTo>
                  <a:lnTo>
                    <a:pt x="37" y="2"/>
                  </a:lnTo>
                  <a:lnTo>
                    <a:pt x="33" y="3"/>
                  </a:lnTo>
                  <a:lnTo>
                    <a:pt x="29" y="3"/>
                  </a:lnTo>
                  <a:lnTo>
                    <a:pt x="26" y="2"/>
                  </a:lnTo>
                  <a:lnTo>
                    <a:pt x="26" y="2"/>
                  </a:lnTo>
                  <a:lnTo>
                    <a:pt x="22" y="0"/>
                  </a:lnTo>
                  <a:lnTo>
                    <a:pt x="18" y="0"/>
                  </a:lnTo>
                  <a:lnTo>
                    <a:pt x="17" y="0"/>
                  </a:lnTo>
                  <a:lnTo>
                    <a:pt x="15" y="3"/>
                  </a:lnTo>
                  <a:lnTo>
                    <a:pt x="15" y="3"/>
                  </a:lnTo>
                  <a:lnTo>
                    <a:pt x="13" y="11"/>
                  </a:lnTo>
                  <a:lnTo>
                    <a:pt x="13" y="14"/>
                  </a:lnTo>
                  <a:lnTo>
                    <a:pt x="11" y="16"/>
                  </a:lnTo>
                  <a:lnTo>
                    <a:pt x="11" y="16"/>
                  </a:lnTo>
                  <a:lnTo>
                    <a:pt x="9" y="18"/>
                  </a:lnTo>
                  <a:lnTo>
                    <a:pt x="8" y="20"/>
                  </a:lnTo>
                  <a:lnTo>
                    <a:pt x="8" y="22"/>
                  </a:lnTo>
                  <a:lnTo>
                    <a:pt x="6" y="22"/>
                  </a:lnTo>
                  <a:lnTo>
                    <a:pt x="6" y="22"/>
                  </a:lnTo>
                  <a:lnTo>
                    <a:pt x="2" y="23"/>
                  </a:lnTo>
                  <a:lnTo>
                    <a:pt x="0" y="25"/>
                  </a:lnTo>
                  <a:lnTo>
                    <a:pt x="0" y="2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64" name="Freeform 46">
              <a:extLst>
                <a:ext uri="{FF2B5EF4-FFF2-40B4-BE49-F238E27FC236}">
                  <a16:creationId xmlns:a16="http://schemas.microsoft.com/office/drawing/2014/main" id="{AB75A506-E83E-4EF2-8A95-C79C014B7C38}"/>
                </a:ext>
              </a:extLst>
            </p:cNvPr>
            <p:cNvSpPr>
              <a:spLocks/>
            </p:cNvSpPr>
            <p:nvPr/>
          </p:nvSpPr>
          <p:spPr bwMode="auto">
            <a:xfrm>
              <a:off x="5146410" y="3552090"/>
              <a:ext cx="137920" cy="137920"/>
            </a:xfrm>
            <a:custGeom>
              <a:avLst/>
              <a:gdLst>
                <a:gd name="T0" fmla="*/ 24 w 93"/>
                <a:gd name="T1" fmla="*/ 89 h 93"/>
                <a:gd name="T2" fmla="*/ 33 w 93"/>
                <a:gd name="T3" fmla="*/ 84 h 93"/>
                <a:gd name="T4" fmla="*/ 57 w 93"/>
                <a:gd name="T5" fmla="*/ 86 h 93"/>
                <a:gd name="T6" fmla="*/ 62 w 93"/>
                <a:gd name="T7" fmla="*/ 87 h 93"/>
                <a:gd name="T8" fmla="*/ 68 w 93"/>
                <a:gd name="T9" fmla="*/ 87 h 93"/>
                <a:gd name="T10" fmla="*/ 71 w 93"/>
                <a:gd name="T11" fmla="*/ 86 h 93"/>
                <a:gd name="T12" fmla="*/ 77 w 93"/>
                <a:gd name="T13" fmla="*/ 89 h 93"/>
                <a:gd name="T14" fmla="*/ 80 w 93"/>
                <a:gd name="T15" fmla="*/ 89 h 93"/>
                <a:gd name="T16" fmla="*/ 93 w 93"/>
                <a:gd name="T17" fmla="*/ 87 h 93"/>
                <a:gd name="T18" fmla="*/ 91 w 93"/>
                <a:gd name="T19" fmla="*/ 75 h 93"/>
                <a:gd name="T20" fmla="*/ 90 w 93"/>
                <a:gd name="T21" fmla="*/ 73 h 93"/>
                <a:gd name="T22" fmla="*/ 86 w 93"/>
                <a:gd name="T23" fmla="*/ 69 h 93"/>
                <a:gd name="T24" fmla="*/ 84 w 93"/>
                <a:gd name="T25" fmla="*/ 62 h 93"/>
                <a:gd name="T26" fmla="*/ 86 w 93"/>
                <a:gd name="T27" fmla="*/ 56 h 93"/>
                <a:gd name="T28" fmla="*/ 86 w 93"/>
                <a:gd name="T29" fmla="*/ 49 h 93"/>
                <a:gd name="T30" fmla="*/ 84 w 93"/>
                <a:gd name="T31" fmla="*/ 47 h 93"/>
                <a:gd name="T32" fmla="*/ 86 w 93"/>
                <a:gd name="T33" fmla="*/ 40 h 93"/>
                <a:gd name="T34" fmla="*/ 84 w 93"/>
                <a:gd name="T35" fmla="*/ 36 h 93"/>
                <a:gd name="T36" fmla="*/ 82 w 93"/>
                <a:gd name="T37" fmla="*/ 33 h 93"/>
                <a:gd name="T38" fmla="*/ 77 w 93"/>
                <a:gd name="T39" fmla="*/ 33 h 93"/>
                <a:gd name="T40" fmla="*/ 73 w 93"/>
                <a:gd name="T41" fmla="*/ 29 h 93"/>
                <a:gd name="T42" fmla="*/ 71 w 93"/>
                <a:gd name="T43" fmla="*/ 24 h 93"/>
                <a:gd name="T44" fmla="*/ 70 w 93"/>
                <a:gd name="T45" fmla="*/ 20 h 93"/>
                <a:gd name="T46" fmla="*/ 64 w 93"/>
                <a:gd name="T47" fmla="*/ 18 h 93"/>
                <a:gd name="T48" fmla="*/ 62 w 93"/>
                <a:gd name="T49" fmla="*/ 14 h 93"/>
                <a:gd name="T50" fmla="*/ 60 w 93"/>
                <a:gd name="T51" fmla="*/ 9 h 93"/>
                <a:gd name="T52" fmla="*/ 57 w 93"/>
                <a:gd name="T53" fmla="*/ 5 h 93"/>
                <a:gd name="T54" fmla="*/ 51 w 93"/>
                <a:gd name="T55" fmla="*/ 2 h 93"/>
                <a:gd name="T56" fmla="*/ 48 w 93"/>
                <a:gd name="T57" fmla="*/ 2 h 93"/>
                <a:gd name="T58" fmla="*/ 37 w 93"/>
                <a:gd name="T59" fmla="*/ 2 h 93"/>
                <a:gd name="T60" fmla="*/ 31 w 93"/>
                <a:gd name="T61" fmla="*/ 0 h 93"/>
                <a:gd name="T62" fmla="*/ 29 w 93"/>
                <a:gd name="T63" fmla="*/ 2 h 93"/>
                <a:gd name="T64" fmla="*/ 26 w 93"/>
                <a:gd name="T65" fmla="*/ 4 h 93"/>
                <a:gd name="T66" fmla="*/ 19 w 93"/>
                <a:gd name="T67" fmla="*/ 7 h 93"/>
                <a:gd name="T68" fmla="*/ 17 w 93"/>
                <a:gd name="T69" fmla="*/ 14 h 93"/>
                <a:gd name="T70" fmla="*/ 13 w 93"/>
                <a:gd name="T71" fmla="*/ 14 h 93"/>
                <a:gd name="T72" fmla="*/ 11 w 93"/>
                <a:gd name="T73" fmla="*/ 35 h 93"/>
                <a:gd name="T74" fmla="*/ 9 w 93"/>
                <a:gd name="T75" fmla="*/ 40 h 93"/>
                <a:gd name="T76" fmla="*/ 0 w 93"/>
                <a:gd name="T77" fmla="*/ 49 h 93"/>
                <a:gd name="T78" fmla="*/ 0 w 93"/>
                <a:gd name="T79" fmla="*/ 53 h 93"/>
                <a:gd name="T80" fmla="*/ 8 w 93"/>
                <a:gd name="T81" fmla="*/ 69 h 93"/>
                <a:gd name="T82" fmla="*/ 11 w 93"/>
                <a:gd name="T83" fmla="*/ 67 h 93"/>
                <a:gd name="T84" fmla="*/ 19 w 93"/>
                <a:gd name="T85" fmla="*/ 65 h 93"/>
                <a:gd name="T86" fmla="*/ 26 w 93"/>
                <a:gd name="T87" fmla="*/ 65 h 93"/>
                <a:gd name="T88" fmla="*/ 29 w 93"/>
                <a:gd name="T89" fmla="*/ 62 h 93"/>
                <a:gd name="T90" fmla="*/ 31 w 93"/>
                <a:gd name="T91" fmla="*/ 64 h 93"/>
                <a:gd name="T92" fmla="*/ 39 w 93"/>
                <a:gd name="T93" fmla="*/ 65 h 93"/>
                <a:gd name="T94" fmla="*/ 46 w 93"/>
                <a:gd name="T95" fmla="*/ 64 h 93"/>
                <a:gd name="T96" fmla="*/ 57 w 93"/>
                <a:gd name="T97" fmla="*/ 64 h 93"/>
                <a:gd name="T98" fmla="*/ 62 w 93"/>
                <a:gd name="T99" fmla="*/ 64 h 93"/>
                <a:gd name="T100" fmla="*/ 64 w 93"/>
                <a:gd name="T101" fmla="*/ 67 h 93"/>
                <a:gd name="T102" fmla="*/ 62 w 93"/>
                <a:gd name="T103" fmla="*/ 73 h 93"/>
                <a:gd name="T104" fmla="*/ 57 w 93"/>
                <a:gd name="T105" fmla="*/ 73 h 93"/>
                <a:gd name="T106" fmla="*/ 31 w 93"/>
                <a:gd name="T107" fmla="*/ 75 h 93"/>
                <a:gd name="T108" fmla="*/ 26 w 93"/>
                <a:gd name="T109" fmla="*/ 76 h 93"/>
                <a:gd name="T110" fmla="*/ 11 w 93"/>
                <a:gd name="T111" fmla="*/ 80 h 93"/>
                <a:gd name="T112" fmla="*/ 9 w 93"/>
                <a:gd name="T113" fmla="*/ 82 h 93"/>
                <a:gd name="T114" fmla="*/ 13 w 93"/>
                <a:gd name="T115" fmla="*/ 93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93" h="93">
                  <a:moveTo>
                    <a:pt x="13" y="93"/>
                  </a:moveTo>
                  <a:lnTo>
                    <a:pt x="24" y="89"/>
                  </a:lnTo>
                  <a:lnTo>
                    <a:pt x="33" y="84"/>
                  </a:lnTo>
                  <a:lnTo>
                    <a:pt x="33" y="84"/>
                  </a:lnTo>
                  <a:lnTo>
                    <a:pt x="44" y="84"/>
                  </a:lnTo>
                  <a:lnTo>
                    <a:pt x="57" y="86"/>
                  </a:lnTo>
                  <a:lnTo>
                    <a:pt x="57" y="86"/>
                  </a:lnTo>
                  <a:lnTo>
                    <a:pt x="62" y="87"/>
                  </a:lnTo>
                  <a:lnTo>
                    <a:pt x="66" y="87"/>
                  </a:lnTo>
                  <a:lnTo>
                    <a:pt x="68" y="87"/>
                  </a:lnTo>
                  <a:lnTo>
                    <a:pt x="68" y="87"/>
                  </a:lnTo>
                  <a:lnTo>
                    <a:pt x="71" y="86"/>
                  </a:lnTo>
                  <a:lnTo>
                    <a:pt x="73" y="86"/>
                  </a:lnTo>
                  <a:lnTo>
                    <a:pt x="77" y="89"/>
                  </a:lnTo>
                  <a:lnTo>
                    <a:pt x="77" y="89"/>
                  </a:lnTo>
                  <a:lnTo>
                    <a:pt x="80" y="89"/>
                  </a:lnTo>
                  <a:lnTo>
                    <a:pt x="86" y="89"/>
                  </a:lnTo>
                  <a:lnTo>
                    <a:pt x="93" y="87"/>
                  </a:lnTo>
                  <a:lnTo>
                    <a:pt x="93" y="87"/>
                  </a:lnTo>
                  <a:lnTo>
                    <a:pt x="91" y="75"/>
                  </a:lnTo>
                  <a:lnTo>
                    <a:pt x="91" y="75"/>
                  </a:lnTo>
                  <a:lnTo>
                    <a:pt x="90" y="73"/>
                  </a:lnTo>
                  <a:lnTo>
                    <a:pt x="86" y="69"/>
                  </a:lnTo>
                  <a:lnTo>
                    <a:pt x="86" y="69"/>
                  </a:lnTo>
                  <a:lnTo>
                    <a:pt x="84" y="65"/>
                  </a:lnTo>
                  <a:lnTo>
                    <a:pt x="84" y="62"/>
                  </a:lnTo>
                  <a:lnTo>
                    <a:pt x="84" y="62"/>
                  </a:lnTo>
                  <a:lnTo>
                    <a:pt x="86" y="56"/>
                  </a:lnTo>
                  <a:lnTo>
                    <a:pt x="86" y="51"/>
                  </a:lnTo>
                  <a:lnTo>
                    <a:pt x="86" y="49"/>
                  </a:lnTo>
                  <a:lnTo>
                    <a:pt x="86" y="49"/>
                  </a:lnTo>
                  <a:lnTo>
                    <a:pt x="84" y="47"/>
                  </a:lnTo>
                  <a:lnTo>
                    <a:pt x="84" y="44"/>
                  </a:lnTo>
                  <a:lnTo>
                    <a:pt x="86" y="40"/>
                  </a:lnTo>
                  <a:lnTo>
                    <a:pt x="86" y="40"/>
                  </a:lnTo>
                  <a:lnTo>
                    <a:pt x="84" y="36"/>
                  </a:lnTo>
                  <a:lnTo>
                    <a:pt x="82" y="33"/>
                  </a:lnTo>
                  <a:lnTo>
                    <a:pt x="82" y="33"/>
                  </a:lnTo>
                  <a:lnTo>
                    <a:pt x="80" y="33"/>
                  </a:lnTo>
                  <a:lnTo>
                    <a:pt x="77" y="33"/>
                  </a:lnTo>
                  <a:lnTo>
                    <a:pt x="75" y="33"/>
                  </a:lnTo>
                  <a:lnTo>
                    <a:pt x="73" y="29"/>
                  </a:lnTo>
                  <a:lnTo>
                    <a:pt x="73" y="29"/>
                  </a:lnTo>
                  <a:lnTo>
                    <a:pt x="71" y="24"/>
                  </a:lnTo>
                  <a:lnTo>
                    <a:pt x="71" y="20"/>
                  </a:lnTo>
                  <a:lnTo>
                    <a:pt x="70" y="20"/>
                  </a:lnTo>
                  <a:lnTo>
                    <a:pt x="70" y="20"/>
                  </a:lnTo>
                  <a:lnTo>
                    <a:pt x="64" y="18"/>
                  </a:lnTo>
                  <a:lnTo>
                    <a:pt x="62" y="18"/>
                  </a:lnTo>
                  <a:lnTo>
                    <a:pt x="62" y="14"/>
                  </a:lnTo>
                  <a:lnTo>
                    <a:pt x="62" y="14"/>
                  </a:lnTo>
                  <a:lnTo>
                    <a:pt x="60" y="9"/>
                  </a:lnTo>
                  <a:lnTo>
                    <a:pt x="57" y="5"/>
                  </a:lnTo>
                  <a:lnTo>
                    <a:pt x="57" y="5"/>
                  </a:lnTo>
                  <a:lnTo>
                    <a:pt x="53" y="2"/>
                  </a:lnTo>
                  <a:lnTo>
                    <a:pt x="51" y="2"/>
                  </a:lnTo>
                  <a:lnTo>
                    <a:pt x="48" y="2"/>
                  </a:lnTo>
                  <a:lnTo>
                    <a:pt x="48" y="2"/>
                  </a:lnTo>
                  <a:lnTo>
                    <a:pt x="42" y="2"/>
                  </a:lnTo>
                  <a:lnTo>
                    <a:pt x="37" y="2"/>
                  </a:lnTo>
                  <a:lnTo>
                    <a:pt x="37" y="2"/>
                  </a:lnTo>
                  <a:lnTo>
                    <a:pt x="31" y="0"/>
                  </a:lnTo>
                  <a:lnTo>
                    <a:pt x="29" y="0"/>
                  </a:lnTo>
                  <a:lnTo>
                    <a:pt x="29" y="2"/>
                  </a:lnTo>
                  <a:lnTo>
                    <a:pt x="29" y="2"/>
                  </a:lnTo>
                  <a:lnTo>
                    <a:pt x="26" y="4"/>
                  </a:lnTo>
                  <a:lnTo>
                    <a:pt x="24" y="5"/>
                  </a:lnTo>
                  <a:lnTo>
                    <a:pt x="19" y="7"/>
                  </a:lnTo>
                  <a:lnTo>
                    <a:pt x="19" y="7"/>
                  </a:lnTo>
                  <a:lnTo>
                    <a:pt x="17" y="14"/>
                  </a:lnTo>
                  <a:lnTo>
                    <a:pt x="13" y="14"/>
                  </a:lnTo>
                  <a:lnTo>
                    <a:pt x="13" y="14"/>
                  </a:lnTo>
                  <a:lnTo>
                    <a:pt x="11" y="27"/>
                  </a:lnTo>
                  <a:lnTo>
                    <a:pt x="11" y="35"/>
                  </a:lnTo>
                  <a:lnTo>
                    <a:pt x="9" y="40"/>
                  </a:lnTo>
                  <a:lnTo>
                    <a:pt x="9" y="40"/>
                  </a:lnTo>
                  <a:lnTo>
                    <a:pt x="4" y="44"/>
                  </a:lnTo>
                  <a:lnTo>
                    <a:pt x="0" y="49"/>
                  </a:lnTo>
                  <a:lnTo>
                    <a:pt x="0" y="49"/>
                  </a:lnTo>
                  <a:lnTo>
                    <a:pt x="0" y="53"/>
                  </a:lnTo>
                  <a:lnTo>
                    <a:pt x="2" y="58"/>
                  </a:lnTo>
                  <a:lnTo>
                    <a:pt x="8" y="69"/>
                  </a:lnTo>
                  <a:lnTo>
                    <a:pt x="8" y="69"/>
                  </a:lnTo>
                  <a:lnTo>
                    <a:pt x="11" y="67"/>
                  </a:lnTo>
                  <a:lnTo>
                    <a:pt x="19" y="65"/>
                  </a:lnTo>
                  <a:lnTo>
                    <a:pt x="19" y="65"/>
                  </a:lnTo>
                  <a:lnTo>
                    <a:pt x="22" y="65"/>
                  </a:lnTo>
                  <a:lnTo>
                    <a:pt x="26" y="65"/>
                  </a:lnTo>
                  <a:lnTo>
                    <a:pt x="26" y="65"/>
                  </a:lnTo>
                  <a:lnTo>
                    <a:pt x="29" y="62"/>
                  </a:lnTo>
                  <a:lnTo>
                    <a:pt x="31" y="64"/>
                  </a:lnTo>
                  <a:lnTo>
                    <a:pt x="31" y="64"/>
                  </a:lnTo>
                  <a:lnTo>
                    <a:pt x="35" y="65"/>
                  </a:lnTo>
                  <a:lnTo>
                    <a:pt x="39" y="65"/>
                  </a:lnTo>
                  <a:lnTo>
                    <a:pt x="46" y="64"/>
                  </a:lnTo>
                  <a:lnTo>
                    <a:pt x="46" y="64"/>
                  </a:lnTo>
                  <a:lnTo>
                    <a:pt x="57" y="64"/>
                  </a:lnTo>
                  <a:lnTo>
                    <a:pt x="57" y="64"/>
                  </a:lnTo>
                  <a:lnTo>
                    <a:pt x="62" y="64"/>
                  </a:lnTo>
                  <a:lnTo>
                    <a:pt x="62" y="64"/>
                  </a:lnTo>
                  <a:lnTo>
                    <a:pt x="64" y="67"/>
                  </a:lnTo>
                  <a:lnTo>
                    <a:pt x="64" y="67"/>
                  </a:lnTo>
                  <a:lnTo>
                    <a:pt x="62" y="69"/>
                  </a:lnTo>
                  <a:lnTo>
                    <a:pt x="62" y="73"/>
                  </a:lnTo>
                  <a:lnTo>
                    <a:pt x="57" y="73"/>
                  </a:lnTo>
                  <a:lnTo>
                    <a:pt x="57" y="73"/>
                  </a:lnTo>
                  <a:lnTo>
                    <a:pt x="31" y="75"/>
                  </a:lnTo>
                  <a:lnTo>
                    <a:pt x="31" y="75"/>
                  </a:lnTo>
                  <a:lnTo>
                    <a:pt x="29" y="75"/>
                  </a:lnTo>
                  <a:lnTo>
                    <a:pt x="26" y="76"/>
                  </a:lnTo>
                  <a:lnTo>
                    <a:pt x="26" y="78"/>
                  </a:lnTo>
                  <a:lnTo>
                    <a:pt x="11" y="80"/>
                  </a:lnTo>
                  <a:lnTo>
                    <a:pt x="11" y="80"/>
                  </a:lnTo>
                  <a:lnTo>
                    <a:pt x="9" y="82"/>
                  </a:lnTo>
                  <a:lnTo>
                    <a:pt x="9" y="86"/>
                  </a:lnTo>
                  <a:lnTo>
                    <a:pt x="13" y="93"/>
                  </a:lnTo>
                  <a:lnTo>
                    <a:pt x="13" y="9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65" name="Freeform 47">
              <a:extLst>
                <a:ext uri="{FF2B5EF4-FFF2-40B4-BE49-F238E27FC236}">
                  <a16:creationId xmlns:a16="http://schemas.microsoft.com/office/drawing/2014/main" id="{6D7F393A-D79E-4B5B-A38A-4C7EC793B090}"/>
                </a:ext>
              </a:extLst>
            </p:cNvPr>
            <p:cNvSpPr>
              <a:spLocks/>
            </p:cNvSpPr>
            <p:nvPr/>
          </p:nvSpPr>
          <p:spPr bwMode="auto">
            <a:xfrm>
              <a:off x="6378788" y="3102741"/>
              <a:ext cx="495324" cy="479011"/>
            </a:xfrm>
            <a:custGeom>
              <a:avLst/>
              <a:gdLst>
                <a:gd name="T0" fmla="*/ 130 w 334"/>
                <a:gd name="T1" fmla="*/ 307 h 323"/>
                <a:gd name="T2" fmla="*/ 131 w 334"/>
                <a:gd name="T3" fmla="*/ 301 h 323"/>
                <a:gd name="T4" fmla="*/ 135 w 334"/>
                <a:gd name="T5" fmla="*/ 297 h 323"/>
                <a:gd name="T6" fmla="*/ 137 w 334"/>
                <a:gd name="T7" fmla="*/ 294 h 323"/>
                <a:gd name="T8" fmla="*/ 141 w 334"/>
                <a:gd name="T9" fmla="*/ 290 h 323"/>
                <a:gd name="T10" fmla="*/ 144 w 334"/>
                <a:gd name="T11" fmla="*/ 292 h 323"/>
                <a:gd name="T12" fmla="*/ 146 w 334"/>
                <a:gd name="T13" fmla="*/ 296 h 323"/>
                <a:gd name="T14" fmla="*/ 155 w 334"/>
                <a:gd name="T15" fmla="*/ 296 h 323"/>
                <a:gd name="T16" fmla="*/ 182 w 334"/>
                <a:gd name="T17" fmla="*/ 303 h 323"/>
                <a:gd name="T18" fmla="*/ 195 w 334"/>
                <a:gd name="T19" fmla="*/ 312 h 323"/>
                <a:gd name="T20" fmla="*/ 272 w 334"/>
                <a:gd name="T21" fmla="*/ 266 h 323"/>
                <a:gd name="T22" fmla="*/ 325 w 334"/>
                <a:gd name="T23" fmla="*/ 241 h 323"/>
                <a:gd name="T24" fmla="*/ 334 w 334"/>
                <a:gd name="T25" fmla="*/ 197 h 323"/>
                <a:gd name="T26" fmla="*/ 323 w 334"/>
                <a:gd name="T27" fmla="*/ 184 h 323"/>
                <a:gd name="T28" fmla="*/ 266 w 334"/>
                <a:gd name="T29" fmla="*/ 175 h 323"/>
                <a:gd name="T30" fmla="*/ 257 w 334"/>
                <a:gd name="T31" fmla="*/ 141 h 323"/>
                <a:gd name="T32" fmla="*/ 248 w 334"/>
                <a:gd name="T33" fmla="*/ 137 h 323"/>
                <a:gd name="T34" fmla="*/ 243 w 334"/>
                <a:gd name="T35" fmla="*/ 119 h 323"/>
                <a:gd name="T36" fmla="*/ 244 w 334"/>
                <a:gd name="T37" fmla="*/ 110 h 323"/>
                <a:gd name="T38" fmla="*/ 239 w 334"/>
                <a:gd name="T39" fmla="*/ 104 h 323"/>
                <a:gd name="T40" fmla="*/ 232 w 334"/>
                <a:gd name="T41" fmla="*/ 97 h 323"/>
                <a:gd name="T42" fmla="*/ 228 w 334"/>
                <a:gd name="T43" fmla="*/ 86 h 323"/>
                <a:gd name="T44" fmla="*/ 219 w 334"/>
                <a:gd name="T45" fmla="*/ 79 h 323"/>
                <a:gd name="T46" fmla="*/ 217 w 334"/>
                <a:gd name="T47" fmla="*/ 70 h 323"/>
                <a:gd name="T48" fmla="*/ 199 w 334"/>
                <a:gd name="T49" fmla="*/ 55 h 323"/>
                <a:gd name="T50" fmla="*/ 135 w 334"/>
                <a:gd name="T51" fmla="*/ 41 h 323"/>
                <a:gd name="T52" fmla="*/ 121 w 334"/>
                <a:gd name="T53" fmla="*/ 26 h 323"/>
                <a:gd name="T54" fmla="*/ 44 w 334"/>
                <a:gd name="T55" fmla="*/ 11 h 323"/>
                <a:gd name="T56" fmla="*/ 49 w 334"/>
                <a:gd name="T57" fmla="*/ 30 h 323"/>
                <a:gd name="T58" fmla="*/ 46 w 334"/>
                <a:gd name="T59" fmla="*/ 35 h 323"/>
                <a:gd name="T60" fmla="*/ 39 w 334"/>
                <a:gd name="T61" fmla="*/ 42 h 323"/>
                <a:gd name="T62" fmla="*/ 33 w 334"/>
                <a:gd name="T63" fmla="*/ 50 h 323"/>
                <a:gd name="T64" fmla="*/ 0 w 334"/>
                <a:gd name="T65" fmla="*/ 53 h 323"/>
                <a:gd name="T66" fmla="*/ 11 w 334"/>
                <a:gd name="T67" fmla="*/ 73 h 323"/>
                <a:gd name="T68" fmla="*/ 20 w 334"/>
                <a:gd name="T69" fmla="*/ 90 h 323"/>
                <a:gd name="T70" fmla="*/ 33 w 334"/>
                <a:gd name="T71" fmla="*/ 108 h 323"/>
                <a:gd name="T72" fmla="*/ 42 w 334"/>
                <a:gd name="T73" fmla="*/ 119 h 323"/>
                <a:gd name="T74" fmla="*/ 44 w 334"/>
                <a:gd name="T75" fmla="*/ 139 h 323"/>
                <a:gd name="T76" fmla="*/ 57 w 334"/>
                <a:gd name="T77" fmla="*/ 150 h 323"/>
                <a:gd name="T78" fmla="*/ 66 w 334"/>
                <a:gd name="T79" fmla="*/ 164 h 323"/>
                <a:gd name="T80" fmla="*/ 64 w 334"/>
                <a:gd name="T81" fmla="*/ 175 h 323"/>
                <a:gd name="T82" fmla="*/ 66 w 334"/>
                <a:gd name="T83" fmla="*/ 195 h 323"/>
                <a:gd name="T84" fmla="*/ 69 w 334"/>
                <a:gd name="T85" fmla="*/ 197 h 323"/>
                <a:gd name="T86" fmla="*/ 71 w 334"/>
                <a:gd name="T87" fmla="*/ 225 h 323"/>
                <a:gd name="T88" fmla="*/ 77 w 334"/>
                <a:gd name="T89" fmla="*/ 232 h 323"/>
                <a:gd name="T90" fmla="*/ 99 w 334"/>
                <a:gd name="T91" fmla="*/ 246 h 323"/>
                <a:gd name="T92" fmla="*/ 102 w 334"/>
                <a:gd name="T93" fmla="*/ 261 h 323"/>
                <a:gd name="T94" fmla="*/ 106 w 334"/>
                <a:gd name="T95" fmla="*/ 276 h 323"/>
                <a:gd name="T96" fmla="*/ 128 w 334"/>
                <a:gd name="T97" fmla="*/ 301 h 323"/>
                <a:gd name="T98" fmla="*/ 128 w 334"/>
                <a:gd name="T99" fmla="*/ 308 h 3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34" h="323">
                  <a:moveTo>
                    <a:pt x="128" y="308"/>
                  </a:moveTo>
                  <a:lnTo>
                    <a:pt x="128" y="308"/>
                  </a:lnTo>
                  <a:lnTo>
                    <a:pt x="130" y="307"/>
                  </a:lnTo>
                  <a:lnTo>
                    <a:pt x="131" y="303"/>
                  </a:lnTo>
                  <a:lnTo>
                    <a:pt x="131" y="303"/>
                  </a:lnTo>
                  <a:lnTo>
                    <a:pt x="131" y="301"/>
                  </a:lnTo>
                  <a:lnTo>
                    <a:pt x="133" y="301"/>
                  </a:lnTo>
                  <a:lnTo>
                    <a:pt x="133" y="301"/>
                  </a:lnTo>
                  <a:lnTo>
                    <a:pt x="135" y="297"/>
                  </a:lnTo>
                  <a:lnTo>
                    <a:pt x="135" y="297"/>
                  </a:lnTo>
                  <a:lnTo>
                    <a:pt x="135" y="296"/>
                  </a:lnTo>
                  <a:lnTo>
                    <a:pt x="137" y="294"/>
                  </a:lnTo>
                  <a:lnTo>
                    <a:pt x="137" y="294"/>
                  </a:lnTo>
                  <a:lnTo>
                    <a:pt x="137" y="292"/>
                  </a:lnTo>
                  <a:lnTo>
                    <a:pt x="141" y="290"/>
                  </a:lnTo>
                  <a:lnTo>
                    <a:pt x="141" y="290"/>
                  </a:lnTo>
                  <a:lnTo>
                    <a:pt x="144" y="290"/>
                  </a:lnTo>
                  <a:lnTo>
                    <a:pt x="144" y="292"/>
                  </a:lnTo>
                  <a:lnTo>
                    <a:pt x="144" y="294"/>
                  </a:lnTo>
                  <a:lnTo>
                    <a:pt x="146" y="296"/>
                  </a:lnTo>
                  <a:lnTo>
                    <a:pt x="146" y="296"/>
                  </a:lnTo>
                  <a:lnTo>
                    <a:pt x="150" y="296"/>
                  </a:lnTo>
                  <a:lnTo>
                    <a:pt x="155" y="296"/>
                  </a:lnTo>
                  <a:lnTo>
                    <a:pt x="155" y="296"/>
                  </a:lnTo>
                  <a:lnTo>
                    <a:pt x="162" y="296"/>
                  </a:lnTo>
                  <a:lnTo>
                    <a:pt x="172" y="297"/>
                  </a:lnTo>
                  <a:lnTo>
                    <a:pt x="182" y="303"/>
                  </a:lnTo>
                  <a:lnTo>
                    <a:pt x="186" y="323"/>
                  </a:lnTo>
                  <a:lnTo>
                    <a:pt x="186" y="323"/>
                  </a:lnTo>
                  <a:lnTo>
                    <a:pt x="195" y="312"/>
                  </a:lnTo>
                  <a:lnTo>
                    <a:pt x="215" y="286"/>
                  </a:lnTo>
                  <a:lnTo>
                    <a:pt x="272" y="266"/>
                  </a:lnTo>
                  <a:lnTo>
                    <a:pt x="272" y="266"/>
                  </a:lnTo>
                  <a:lnTo>
                    <a:pt x="323" y="243"/>
                  </a:lnTo>
                  <a:lnTo>
                    <a:pt x="323" y="243"/>
                  </a:lnTo>
                  <a:lnTo>
                    <a:pt x="325" y="241"/>
                  </a:lnTo>
                  <a:lnTo>
                    <a:pt x="326" y="235"/>
                  </a:lnTo>
                  <a:lnTo>
                    <a:pt x="330" y="221"/>
                  </a:lnTo>
                  <a:lnTo>
                    <a:pt x="334" y="197"/>
                  </a:lnTo>
                  <a:lnTo>
                    <a:pt x="323" y="183"/>
                  </a:lnTo>
                  <a:lnTo>
                    <a:pt x="323" y="183"/>
                  </a:lnTo>
                  <a:lnTo>
                    <a:pt x="323" y="184"/>
                  </a:lnTo>
                  <a:lnTo>
                    <a:pt x="319" y="184"/>
                  </a:lnTo>
                  <a:lnTo>
                    <a:pt x="319" y="184"/>
                  </a:lnTo>
                  <a:lnTo>
                    <a:pt x="266" y="175"/>
                  </a:lnTo>
                  <a:lnTo>
                    <a:pt x="264" y="157"/>
                  </a:lnTo>
                  <a:lnTo>
                    <a:pt x="257" y="148"/>
                  </a:lnTo>
                  <a:lnTo>
                    <a:pt x="257" y="141"/>
                  </a:lnTo>
                  <a:lnTo>
                    <a:pt x="252" y="137"/>
                  </a:lnTo>
                  <a:lnTo>
                    <a:pt x="248" y="137"/>
                  </a:lnTo>
                  <a:lnTo>
                    <a:pt x="248" y="137"/>
                  </a:lnTo>
                  <a:lnTo>
                    <a:pt x="243" y="123"/>
                  </a:lnTo>
                  <a:lnTo>
                    <a:pt x="243" y="123"/>
                  </a:lnTo>
                  <a:lnTo>
                    <a:pt x="243" y="119"/>
                  </a:lnTo>
                  <a:lnTo>
                    <a:pt x="244" y="117"/>
                  </a:lnTo>
                  <a:lnTo>
                    <a:pt x="246" y="113"/>
                  </a:lnTo>
                  <a:lnTo>
                    <a:pt x="244" y="110"/>
                  </a:lnTo>
                  <a:lnTo>
                    <a:pt x="244" y="110"/>
                  </a:lnTo>
                  <a:lnTo>
                    <a:pt x="243" y="108"/>
                  </a:lnTo>
                  <a:lnTo>
                    <a:pt x="239" y="104"/>
                  </a:lnTo>
                  <a:lnTo>
                    <a:pt x="233" y="101"/>
                  </a:lnTo>
                  <a:lnTo>
                    <a:pt x="233" y="101"/>
                  </a:lnTo>
                  <a:lnTo>
                    <a:pt x="232" y="97"/>
                  </a:lnTo>
                  <a:lnTo>
                    <a:pt x="230" y="93"/>
                  </a:lnTo>
                  <a:lnTo>
                    <a:pt x="230" y="90"/>
                  </a:lnTo>
                  <a:lnTo>
                    <a:pt x="228" y="86"/>
                  </a:lnTo>
                  <a:lnTo>
                    <a:pt x="228" y="86"/>
                  </a:lnTo>
                  <a:lnTo>
                    <a:pt x="223" y="82"/>
                  </a:lnTo>
                  <a:lnTo>
                    <a:pt x="219" y="79"/>
                  </a:lnTo>
                  <a:lnTo>
                    <a:pt x="219" y="79"/>
                  </a:lnTo>
                  <a:lnTo>
                    <a:pt x="217" y="73"/>
                  </a:lnTo>
                  <a:lnTo>
                    <a:pt x="217" y="70"/>
                  </a:lnTo>
                  <a:lnTo>
                    <a:pt x="215" y="61"/>
                  </a:lnTo>
                  <a:lnTo>
                    <a:pt x="201" y="62"/>
                  </a:lnTo>
                  <a:lnTo>
                    <a:pt x="199" y="55"/>
                  </a:lnTo>
                  <a:lnTo>
                    <a:pt x="175" y="51"/>
                  </a:lnTo>
                  <a:lnTo>
                    <a:pt x="148" y="48"/>
                  </a:lnTo>
                  <a:lnTo>
                    <a:pt x="135" y="41"/>
                  </a:lnTo>
                  <a:lnTo>
                    <a:pt x="133" y="31"/>
                  </a:lnTo>
                  <a:lnTo>
                    <a:pt x="122" y="31"/>
                  </a:lnTo>
                  <a:lnTo>
                    <a:pt x="121" y="26"/>
                  </a:lnTo>
                  <a:lnTo>
                    <a:pt x="77" y="0"/>
                  </a:lnTo>
                  <a:lnTo>
                    <a:pt x="75" y="4"/>
                  </a:lnTo>
                  <a:lnTo>
                    <a:pt x="44" y="11"/>
                  </a:lnTo>
                  <a:lnTo>
                    <a:pt x="55" y="28"/>
                  </a:lnTo>
                  <a:lnTo>
                    <a:pt x="55" y="28"/>
                  </a:lnTo>
                  <a:lnTo>
                    <a:pt x="49" y="30"/>
                  </a:lnTo>
                  <a:lnTo>
                    <a:pt x="48" y="33"/>
                  </a:lnTo>
                  <a:lnTo>
                    <a:pt x="46" y="35"/>
                  </a:lnTo>
                  <a:lnTo>
                    <a:pt x="46" y="35"/>
                  </a:lnTo>
                  <a:lnTo>
                    <a:pt x="44" y="39"/>
                  </a:lnTo>
                  <a:lnTo>
                    <a:pt x="42" y="39"/>
                  </a:lnTo>
                  <a:lnTo>
                    <a:pt x="39" y="42"/>
                  </a:lnTo>
                  <a:lnTo>
                    <a:pt x="39" y="42"/>
                  </a:lnTo>
                  <a:lnTo>
                    <a:pt x="35" y="48"/>
                  </a:lnTo>
                  <a:lnTo>
                    <a:pt x="33" y="50"/>
                  </a:lnTo>
                  <a:lnTo>
                    <a:pt x="17" y="57"/>
                  </a:lnTo>
                  <a:lnTo>
                    <a:pt x="0" y="53"/>
                  </a:lnTo>
                  <a:lnTo>
                    <a:pt x="0" y="53"/>
                  </a:lnTo>
                  <a:lnTo>
                    <a:pt x="0" y="64"/>
                  </a:lnTo>
                  <a:lnTo>
                    <a:pt x="0" y="64"/>
                  </a:lnTo>
                  <a:lnTo>
                    <a:pt x="11" y="73"/>
                  </a:lnTo>
                  <a:lnTo>
                    <a:pt x="15" y="77"/>
                  </a:lnTo>
                  <a:lnTo>
                    <a:pt x="17" y="81"/>
                  </a:lnTo>
                  <a:lnTo>
                    <a:pt x="20" y="90"/>
                  </a:lnTo>
                  <a:lnTo>
                    <a:pt x="28" y="102"/>
                  </a:lnTo>
                  <a:lnTo>
                    <a:pt x="28" y="102"/>
                  </a:lnTo>
                  <a:lnTo>
                    <a:pt x="33" y="108"/>
                  </a:lnTo>
                  <a:lnTo>
                    <a:pt x="40" y="112"/>
                  </a:lnTo>
                  <a:lnTo>
                    <a:pt x="40" y="112"/>
                  </a:lnTo>
                  <a:lnTo>
                    <a:pt x="42" y="119"/>
                  </a:lnTo>
                  <a:lnTo>
                    <a:pt x="42" y="126"/>
                  </a:lnTo>
                  <a:lnTo>
                    <a:pt x="42" y="133"/>
                  </a:lnTo>
                  <a:lnTo>
                    <a:pt x="44" y="139"/>
                  </a:lnTo>
                  <a:lnTo>
                    <a:pt x="44" y="139"/>
                  </a:lnTo>
                  <a:lnTo>
                    <a:pt x="49" y="144"/>
                  </a:lnTo>
                  <a:lnTo>
                    <a:pt x="57" y="150"/>
                  </a:lnTo>
                  <a:lnTo>
                    <a:pt x="62" y="155"/>
                  </a:lnTo>
                  <a:lnTo>
                    <a:pt x="64" y="159"/>
                  </a:lnTo>
                  <a:lnTo>
                    <a:pt x="66" y="164"/>
                  </a:lnTo>
                  <a:lnTo>
                    <a:pt x="66" y="164"/>
                  </a:lnTo>
                  <a:lnTo>
                    <a:pt x="66" y="170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64" y="188"/>
                  </a:lnTo>
                  <a:lnTo>
                    <a:pt x="66" y="195"/>
                  </a:lnTo>
                  <a:lnTo>
                    <a:pt x="68" y="197"/>
                  </a:lnTo>
                  <a:lnTo>
                    <a:pt x="69" y="197"/>
                  </a:lnTo>
                  <a:lnTo>
                    <a:pt x="69" y="197"/>
                  </a:lnTo>
                  <a:lnTo>
                    <a:pt x="69" y="212"/>
                  </a:lnTo>
                  <a:lnTo>
                    <a:pt x="69" y="219"/>
                  </a:lnTo>
                  <a:lnTo>
                    <a:pt x="71" y="225"/>
                  </a:lnTo>
                  <a:lnTo>
                    <a:pt x="71" y="225"/>
                  </a:lnTo>
                  <a:lnTo>
                    <a:pt x="73" y="228"/>
                  </a:lnTo>
                  <a:lnTo>
                    <a:pt x="77" y="232"/>
                  </a:lnTo>
                  <a:lnTo>
                    <a:pt x="84" y="235"/>
                  </a:lnTo>
                  <a:lnTo>
                    <a:pt x="91" y="241"/>
                  </a:lnTo>
                  <a:lnTo>
                    <a:pt x="99" y="246"/>
                  </a:lnTo>
                  <a:lnTo>
                    <a:pt x="99" y="246"/>
                  </a:lnTo>
                  <a:lnTo>
                    <a:pt x="100" y="254"/>
                  </a:lnTo>
                  <a:lnTo>
                    <a:pt x="102" y="261"/>
                  </a:lnTo>
                  <a:lnTo>
                    <a:pt x="104" y="270"/>
                  </a:lnTo>
                  <a:lnTo>
                    <a:pt x="106" y="276"/>
                  </a:lnTo>
                  <a:lnTo>
                    <a:pt x="106" y="276"/>
                  </a:lnTo>
                  <a:lnTo>
                    <a:pt x="115" y="281"/>
                  </a:lnTo>
                  <a:lnTo>
                    <a:pt x="128" y="301"/>
                  </a:lnTo>
                  <a:lnTo>
                    <a:pt x="128" y="301"/>
                  </a:lnTo>
                  <a:lnTo>
                    <a:pt x="128" y="305"/>
                  </a:lnTo>
                  <a:lnTo>
                    <a:pt x="128" y="308"/>
                  </a:lnTo>
                  <a:lnTo>
                    <a:pt x="128" y="308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66" name="Freeform 48">
              <a:extLst>
                <a:ext uri="{FF2B5EF4-FFF2-40B4-BE49-F238E27FC236}">
                  <a16:creationId xmlns:a16="http://schemas.microsoft.com/office/drawing/2014/main" id="{1F62DD9E-4E4A-4A17-8116-974B31E45D1A}"/>
                </a:ext>
              </a:extLst>
            </p:cNvPr>
            <p:cNvSpPr>
              <a:spLocks/>
            </p:cNvSpPr>
            <p:nvPr/>
          </p:nvSpPr>
          <p:spPr bwMode="auto">
            <a:xfrm>
              <a:off x="6233453" y="4105251"/>
              <a:ext cx="56354" cy="48940"/>
            </a:xfrm>
            <a:custGeom>
              <a:avLst/>
              <a:gdLst>
                <a:gd name="T0" fmla="*/ 5 w 38"/>
                <a:gd name="T1" fmla="*/ 13 h 33"/>
                <a:gd name="T2" fmla="*/ 5 w 38"/>
                <a:gd name="T3" fmla="*/ 13 h 33"/>
                <a:gd name="T4" fmla="*/ 5 w 38"/>
                <a:gd name="T5" fmla="*/ 15 h 33"/>
                <a:gd name="T6" fmla="*/ 5 w 38"/>
                <a:gd name="T7" fmla="*/ 15 h 33"/>
                <a:gd name="T8" fmla="*/ 2 w 38"/>
                <a:gd name="T9" fmla="*/ 17 h 33"/>
                <a:gd name="T10" fmla="*/ 2 w 38"/>
                <a:gd name="T11" fmla="*/ 17 h 33"/>
                <a:gd name="T12" fmla="*/ 2 w 38"/>
                <a:gd name="T13" fmla="*/ 17 h 33"/>
                <a:gd name="T14" fmla="*/ 0 w 38"/>
                <a:gd name="T15" fmla="*/ 22 h 33"/>
                <a:gd name="T16" fmla="*/ 0 w 38"/>
                <a:gd name="T17" fmla="*/ 22 h 33"/>
                <a:gd name="T18" fmla="*/ 2 w 38"/>
                <a:gd name="T19" fmla="*/ 24 h 33"/>
                <a:gd name="T20" fmla="*/ 5 w 38"/>
                <a:gd name="T21" fmla="*/ 26 h 33"/>
                <a:gd name="T22" fmla="*/ 9 w 38"/>
                <a:gd name="T23" fmla="*/ 26 h 33"/>
                <a:gd name="T24" fmla="*/ 9 w 38"/>
                <a:gd name="T25" fmla="*/ 26 h 33"/>
                <a:gd name="T26" fmla="*/ 11 w 38"/>
                <a:gd name="T27" fmla="*/ 24 h 33"/>
                <a:gd name="T28" fmla="*/ 13 w 38"/>
                <a:gd name="T29" fmla="*/ 24 h 33"/>
                <a:gd name="T30" fmla="*/ 14 w 38"/>
                <a:gd name="T31" fmla="*/ 26 h 33"/>
                <a:gd name="T32" fmla="*/ 14 w 38"/>
                <a:gd name="T33" fmla="*/ 26 h 33"/>
                <a:gd name="T34" fmla="*/ 16 w 38"/>
                <a:gd name="T35" fmla="*/ 30 h 33"/>
                <a:gd name="T36" fmla="*/ 18 w 38"/>
                <a:gd name="T37" fmla="*/ 31 h 33"/>
                <a:gd name="T38" fmla="*/ 18 w 38"/>
                <a:gd name="T39" fmla="*/ 33 h 33"/>
                <a:gd name="T40" fmla="*/ 22 w 38"/>
                <a:gd name="T41" fmla="*/ 31 h 33"/>
                <a:gd name="T42" fmla="*/ 22 w 38"/>
                <a:gd name="T43" fmla="*/ 31 h 33"/>
                <a:gd name="T44" fmla="*/ 24 w 38"/>
                <a:gd name="T45" fmla="*/ 28 h 33"/>
                <a:gd name="T46" fmla="*/ 25 w 38"/>
                <a:gd name="T47" fmla="*/ 24 h 33"/>
                <a:gd name="T48" fmla="*/ 25 w 38"/>
                <a:gd name="T49" fmla="*/ 22 h 33"/>
                <a:gd name="T50" fmla="*/ 27 w 38"/>
                <a:gd name="T51" fmla="*/ 22 h 33"/>
                <a:gd name="T52" fmla="*/ 27 w 38"/>
                <a:gd name="T53" fmla="*/ 22 h 33"/>
                <a:gd name="T54" fmla="*/ 33 w 38"/>
                <a:gd name="T55" fmla="*/ 24 h 33"/>
                <a:gd name="T56" fmla="*/ 38 w 38"/>
                <a:gd name="T57" fmla="*/ 26 h 33"/>
                <a:gd name="T58" fmla="*/ 38 w 38"/>
                <a:gd name="T59" fmla="*/ 26 h 33"/>
                <a:gd name="T60" fmla="*/ 38 w 38"/>
                <a:gd name="T61" fmla="*/ 24 h 33"/>
                <a:gd name="T62" fmla="*/ 38 w 38"/>
                <a:gd name="T63" fmla="*/ 20 h 33"/>
                <a:gd name="T64" fmla="*/ 38 w 38"/>
                <a:gd name="T65" fmla="*/ 20 h 33"/>
                <a:gd name="T66" fmla="*/ 38 w 38"/>
                <a:gd name="T67" fmla="*/ 13 h 33"/>
                <a:gd name="T68" fmla="*/ 38 w 38"/>
                <a:gd name="T69" fmla="*/ 11 h 33"/>
                <a:gd name="T70" fmla="*/ 34 w 38"/>
                <a:gd name="T71" fmla="*/ 2 h 33"/>
                <a:gd name="T72" fmla="*/ 34 w 38"/>
                <a:gd name="T73" fmla="*/ 2 h 33"/>
                <a:gd name="T74" fmla="*/ 31 w 38"/>
                <a:gd name="T75" fmla="*/ 4 h 33"/>
                <a:gd name="T76" fmla="*/ 25 w 38"/>
                <a:gd name="T77" fmla="*/ 6 h 33"/>
                <a:gd name="T78" fmla="*/ 25 w 38"/>
                <a:gd name="T79" fmla="*/ 6 h 33"/>
                <a:gd name="T80" fmla="*/ 24 w 38"/>
                <a:gd name="T81" fmla="*/ 8 h 33"/>
                <a:gd name="T82" fmla="*/ 22 w 38"/>
                <a:gd name="T83" fmla="*/ 8 h 33"/>
                <a:gd name="T84" fmla="*/ 18 w 38"/>
                <a:gd name="T85" fmla="*/ 6 h 33"/>
                <a:gd name="T86" fmla="*/ 18 w 38"/>
                <a:gd name="T87" fmla="*/ 6 h 33"/>
                <a:gd name="T88" fmla="*/ 9 w 38"/>
                <a:gd name="T89" fmla="*/ 0 h 33"/>
                <a:gd name="T90" fmla="*/ 9 w 38"/>
                <a:gd name="T91" fmla="*/ 0 h 33"/>
                <a:gd name="T92" fmla="*/ 7 w 38"/>
                <a:gd name="T93" fmla="*/ 8 h 33"/>
                <a:gd name="T94" fmla="*/ 7 w 38"/>
                <a:gd name="T95" fmla="*/ 8 h 33"/>
                <a:gd name="T96" fmla="*/ 7 w 38"/>
                <a:gd name="T97" fmla="*/ 11 h 33"/>
                <a:gd name="T98" fmla="*/ 7 w 38"/>
                <a:gd name="T99" fmla="*/ 11 h 33"/>
                <a:gd name="T100" fmla="*/ 5 w 38"/>
                <a:gd name="T101" fmla="*/ 13 h 33"/>
                <a:gd name="T102" fmla="*/ 5 w 38"/>
                <a:gd name="T103" fmla="*/ 1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38" h="33">
                  <a:moveTo>
                    <a:pt x="5" y="13"/>
                  </a:moveTo>
                  <a:lnTo>
                    <a:pt x="5" y="13"/>
                  </a:lnTo>
                  <a:lnTo>
                    <a:pt x="5" y="15"/>
                  </a:lnTo>
                  <a:lnTo>
                    <a:pt x="5" y="15"/>
                  </a:lnTo>
                  <a:lnTo>
                    <a:pt x="2" y="17"/>
                  </a:lnTo>
                  <a:lnTo>
                    <a:pt x="2" y="17"/>
                  </a:lnTo>
                  <a:lnTo>
                    <a:pt x="2" y="17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2" y="24"/>
                  </a:lnTo>
                  <a:lnTo>
                    <a:pt x="5" y="26"/>
                  </a:lnTo>
                  <a:lnTo>
                    <a:pt x="9" y="26"/>
                  </a:lnTo>
                  <a:lnTo>
                    <a:pt x="9" y="26"/>
                  </a:lnTo>
                  <a:lnTo>
                    <a:pt x="11" y="24"/>
                  </a:lnTo>
                  <a:lnTo>
                    <a:pt x="13" y="24"/>
                  </a:lnTo>
                  <a:lnTo>
                    <a:pt x="14" y="26"/>
                  </a:lnTo>
                  <a:lnTo>
                    <a:pt x="14" y="26"/>
                  </a:lnTo>
                  <a:lnTo>
                    <a:pt x="16" y="30"/>
                  </a:lnTo>
                  <a:lnTo>
                    <a:pt x="18" y="31"/>
                  </a:lnTo>
                  <a:lnTo>
                    <a:pt x="18" y="33"/>
                  </a:lnTo>
                  <a:lnTo>
                    <a:pt x="22" y="31"/>
                  </a:lnTo>
                  <a:lnTo>
                    <a:pt x="22" y="31"/>
                  </a:lnTo>
                  <a:lnTo>
                    <a:pt x="24" y="28"/>
                  </a:lnTo>
                  <a:lnTo>
                    <a:pt x="25" y="24"/>
                  </a:lnTo>
                  <a:lnTo>
                    <a:pt x="25" y="22"/>
                  </a:lnTo>
                  <a:lnTo>
                    <a:pt x="27" y="22"/>
                  </a:lnTo>
                  <a:lnTo>
                    <a:pt x="27" y="22"/>
                  </a:lnTo>
                  <a:lnTo>
                    <a:pt x="33" y="24"/>
                  </a:lnTo>
                  <a:lnTo>
                    <a:pt x="38" y="26"/>
                  </a:lnTo>
                  <a:lnTo>
                    <a:pt x="38" y="26"/>
                  </a:lnTo>
                  <a:lnTo>
                    <a:pt x="38" y="24"/>
                  </a:lnTo>
                  <a:lnTo>
                    <a:pt x="38" y="20"/>
                  </a:lnTo>
                  <a:lnTo>
                    <a:pt x="38" y="20"/>
                  </a:lnTo>
                  <a:lnTo>
                    <a:pt x="38" y="13"/>
                  </a:lnTo>
                  <a:lnTo>
                    <a:pt x="38" y="11"/>
                  </a:lnTo>
                  <a:lnTo>
                    <a:pt x="34" y="2"/>
                  </a:lnTo>
                  <a:lnTo>
                    <a:pt x="34" y="2"/>
                  </a:lnTo>
                  <a:lnTo>
                    <a:pt x="31" y="4"/>
                  </a:lnTo>
                  <a:lnTo>
                    <a:pt x="25" y="6"/>
                  </a:lnTo>
                  <a:lnTo>
                    <a:pt x="25" y="6"/>
                  </a:lnTo>
                  <a:lnTo>
                    <a:pt x="24" y="8"/>
                  </a:lnTo>
                  <a:lnTo>
                    <a:pt x="22" y="8"/>
                  </a:lnTo>
                  <a:lnTo>
                    <a:pt x="18" y="6"/>
                  </a:lnTo>
                  <a:lnTo>
                    <a:pt x="18" y="6"/>
                  </a:lnTo>
                  <a:lnTo>
                    <a:pt x="9" y="0"/>
                  </a:lnTo>
                  <a:lnTo>
                    <a:pt x="9" y="0"/>
                  </a:lnTo>
                  <a:lnTo>
                    <a:pt x="7" y="8"/>
                  </a:lnTo>
                  <a:lnTo>
                    <a:pt x="7" y="8"/>
                  </a:lnTo>
                  <a:lnTo>
                    <a:pt x="7" y="11"/>
                  </a:lnTo>
                  <a:lnTo>
                    <a:pt x="7" y="11"/>
                  </a:lnTo>
                  <a:lnTo>
                    <a:pt x="5" y="13"/>
                  </a:lnTo>
                  <a:lnTo>
                    <a:pt x="5" y="1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67" name="Freeform 49">
              <a:extLst>
                <a:ext uri="{FF2B5EF4-FFF2-40B4-BE49-F238E27FC236}">
                  <a16:creationId xmlns:a16="http://schemas.microsoft.com/office/drawing/2014/main" id="{7B8D0DA5-327E-4AD2-A142-66D68F3B5FF7}"/>
                </a:ext>
              </a:extLst>
            </p:cNvPr>
            <p:cNvSpPr>
              <a:spLocks/>
            </p:cNvSpPr>
            <p:nvPr/>
          </p:nvSpPr>
          <p:spPr bwMode="auto">
            <a:xfrm>
              <a:off x="8543975" y="1557450"/>
              <a:ext cx="7415" cy="5932"/>
            </a:xfrm>
            <a:custGeom>
              <a:avLst/>
              <a:gdLst>
                <a:gd name="T0" fmla="*/ 0 w 5"/>
                <a:gd name="T1" fmla="*/ 0 h 4"/>
                <a:gd name="T2" fmla="*/ 3 w 5"/>
                <a:gd name="T3" fmla="*/ 4 h 4"/>
                <a:gd name="T4" fmla="*/ 3 w 5"/>
                <a:gd name="T5" fmla="*/ 4 h 4"/>
                <a:gd name="T6" fmla="*/ 5 w 5"/>
                <a:gd name="T7" fmla="*/ 4 h 4"/>
                <a:gd name="T8" fmla="*/ 5 w 5"/>
                <a:gd name="T9" fmla="*/ 4 h 4"/>
                <a:gd name="T10" fmla="*/ 0 w 5"/>
                <a:gd name="T11" fmla="*/ 0 h 4"/>
                <a:gd name="T12" fmla="*/ 0 w 5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4">
                  <a:moveTo>
                    <a:pt x="0" y="0"/>
                  </a:moveTo>
                  <a:lnTo>
                    <a:pt x="3" y="4"/>
                  </a:lnTo>
                  <a:lnTo>
                    <a:pt x="3" y="4"/>
                  </a:lnTo>
                  <a:lnTo>
                    <a:pt x="5" y="4"/>
                  </a:lnTo>
                  <a:lnTo>
                    <a:pt x="5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68" name="Freeform 50">
              <a:extLst>
                <a:ext uri="{FF2B5EF4-FFF2-40B4-BE49-F238E27FC236}">
                  <a16:creationId xmlns:a16="http://schemas.microsoft.com/office/drawing/2014/main" id="{A7F2AA72-0A76-4637-A391-0F5F1FAF3848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4355" y="1593042"/>
              <a:ext cx="26694" cy="26694"/>
            </a:xfrm>
            <a:custGeom>
              <a:avLst/>
              <a:gdLst>
                <a:gd name="T0" fmla="*/ 7 w 18"/>
                <a:gd name="T1" fmla="*/ 7 h 18"/>
                <a:gd name="T2" fmla="*/ 7 w 18"/>
                <a:gd name="T3" fmla="*/ 7 h 18"/>
                <a:gd name="T4" fmla="*/ 9 w 18"/>
                <a:gd name="T5" fmla="*/ 9 h 18"/>
                <a:gd name="T6" fmla="*/ 11 w 18"/>
                <a:gd name="T7" fmla="*/ 13 h 18"/>
                <a:gd name="T8" fmla="*/ 11 w 18"/>
                <a:gd name="T9" fmla="*/ 15 h 18"/>
                <a:gd name="T10" fmla="*/ 15 w 18"/>
                <a:gd name="T11" fmla="*/ 18 h 18"/>
                <a:gd name="T12" fmla="*/ 15 w 18"/>
                <a:gd name="T13" fmla="*/ 18 h 18"/>
                <a:gd name="T14" fmla="*/ 18 w 18"/>
                <a:gd name="T15" fmla="*/ 18 h 18"/>
                <a:gd name="T16" fmla="*/ 17 w 18"/>
                <a:gd name="T17" fmla="*/ 17 h 18"/>
                <a:gd name="T18" fmla="*/ 18 w 18"/>
                <a:gd name="T19" fmla="*/ 15 h 18"/>
                <a:gd name="T20" fmla="*/ 18 w 18"/>
                <a:gd name="T21" fmla="*/ 15 h 18"/>
                <a:gd name="T22" fmla="*/ 13 w 18"/>
                <a:gd name="T23" fmla="*/ 13 h 18"/>
                <a:gd name="T24" fmla="*/ 13 w 18"/>
                <a:gd name="T25" fmla="*/ 13 h 18"/>
                <a:gd name="T26" fmla="*/ 15 w 18"/>
                <a:gd name="T27" fmla="*/ 6 h 18"/>
                <a:gd name="T28" fmla="*/ 15 w 18"/>
                <a:gd name="T29" fmla="*/ 6 h 18"/>
                <a:gd name="T30" fmla="*/ 9 w 18"/>
                <a:gd name="T31" fmla="*/ 4 h 18"/>
                <a:gd name="T32" fmla="*/ 6 w 18"/>
                <a:gd name="T33" fmla="*/ 0 h 18"/>
                <a:gd name="T34" fmla="*/ 6 w 18"/>
                <a:gd name="T35" fmla="*/ 0 h 18"/>
                <a:gd name="T36" fmla="*/ 0 w 18"/>
                <a:gd name="T37" fmla="*/ 7 h 18"/>
                <a:gd name="T38" fmla="*/ 0 w 18"/>
                <a:gd name="T39" fmla="*/ 7 h 18"/>
                <a:gd name="T40" fmla="*/ 4 w 18"/>
                <a:gd name="T41" fmla="*/ 7 h 18"/>
                <a:gd name="T42" fmla="*/ 7 w 18"/>
                <a:gd name="T43" fmla="*/ 7 h 18"/>
                <a:gd name="T44" fmla="*/ 7 w 18"/>
                <a:gd name="T45" fmla="*/ 7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8" h="18">
                  <a:moveTo>
                    <a:pt x="7" y="7"/>
                  </a:moveTo>
                  <a:lnTo>
                    <a:pt x="7" y="7"/>
                  </a:lnTo>
                  <a:lnTo>
                    <a:pt x="9" y="9"/>
                  </a:lnTo>
                  <a:lnTo>
                    <a:pt x="11" y="13"/>
                  </a:lnTo>
                  <a:lnTo>
                    <a:pt x="11" y="15"/>
                  </a:lnTo>
                  <a:lnTo>
                    <a:pt x="15" y="18"/>
                  </a:lnTo>
                  <a:lnTo>
                    <a:pt x="15" y="18"/>
                  </a:lnTo>
                  <a:lnTo>
                    <a:pt x="18" y="18"/>
                  </a:lnTo>
                  <a:lnTo>
                    <a:pt x="17" y="17"/>
                  </a:lnTo>
                  <a:lnTo>
                    <a:pt x="18" y="15"/>
                  </a:lnTo>
                  <a:lnTo>
                    <a:pt x="18" y="15"/>
                  </a:lnTo>
                  <a:lnTo>
                    <a:pt x="13" y="13"/>
                  </a:lnTo>
                  <a:lnTo>
                    <a:pt x="13" y="13"/>
                  </a:lnTo>
                  <a:lnTo>
                    <a:pt x="15" y="6"/>
                  </a:lnTo>
                  <a:lnTo>
                    <a:pt x="15" y="6"/>
                  </a:lnTo>
                  <a:lnTo>
                    <a:pt x="9" y="4"/>
                  </a:lnTo>
                  <a:lnTo>
                    <a:pt x="6" y="0"/>
                  </a:lnTo>
                  <a:lnTo>
                    <a:pt x="6" y="0"/>
                  </a:lnTo>
                  <a:lnTo>
                    <a:pt x="0" y="7"/>
                  </a:lnTo>
                  <a:lnTo>
                    <a:pt x="0" y="7"/>
                  </a:lnTo>
                  <a:lnTo>
                    <a:pt x="4" y="7"/>
                  </a:lnTo>
                  <a:lnTo>
                    <a:pt x="7" y="7"/>
                  </a:lnTo>
                  <a:lnTo>
                    <a:pt x="7" y="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69" name="Freeform 51">
              <a:extLst>
                <a:ext uri="{FF2B5EF4-FFF2-40B4-BE49-F238E27FC236}">
                  <a16:creationId xmlns:a16="http://schemas.microsoft.com/office/drawing/2014/main" id="{A9C8C028-13FA-4FD1-AD41-3FAF07CBBBD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41009" y="1576729"/>
              <a:ext cx="10382" cy="16314"/>
            </a:xfrm>
            <a:custGeom>
              <a:avLst/>
              <a:gdLst>
                <a:gd name="T0" fmla="*/ 2 w 7"/>
                <a:gd name="T1" fmla="*/ 11 h 11"/>
                <a:gd name="T2" fmla="*/ 2 w 7"/>
                <a:gd name="T3" fmla="*/ 11 h 11"/>
                <a:gd name="T4" fmla="*/ 7 w 7"/>
                <a:gd name="T5" fmla="*/ 4 h 11"/>
                <a:gd name="T6" fmla="*/ 7 w 7"/>
                <a:gd name="T7" fmla="*/ 0 h 11"/>
                <a:gd name="T8" fmla="*/ 7 w 7"/>
                <a:gd name="T9" fmla="*/ 0 h 11"/>
                <a:gd name="T10" fmla="*/ 5 w 7"/>
                <a:gd name="T11" fmla="*/ 2 h 11"/>
                <a:gd name="T12" fmla="*/ 5 w 7"/>
                <a:gd name="T13" fmla="*/ 2 h 11"/>
                <a:gd name="T14" fmla="*/ 2 w 7"/>
                <a:gd name="T15" fmla="*/ 7 h 11"/>
                <a:gd name="T16" fmla="*/ 0 w 7"/>
                <a:gd name="T17" fmla="*/ 11 h 11"/>
                <a:gd name="T18" fmla="*/ 2 w 7"/>
                <a:gd name="T19" fmla="*/ 11 h 11"/>
                <a:gd name="T20" fmla="*/ 2 w 7"/>
                <a:gd name="T21" fmla="*/ 11 h 11"/>
                <a:gd name="T22" fmla="*/ 2 w 7"/>
                <a:gd name="T23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" h="11">
                  <a:moveTo>
                    <a:pt x="2" y="11"/>
                  </a:moveTo>
                  <a:lnTo>
                    <a:pt x="2" y="11"/>
                  </a:lnTo>
                  <a:lnTo>
                    <a:pt x="7" y="4"/>
                  </a:lnTo>
                  <a:lnTo>
                    <a:pt x="7" y="0"/>
                  </a:lnTo>
                  <a:lnTo>
                    <a:pt x="7" y="0"/>
                  </a:lnTo>
                  <a:lnTo>
                    <a:pt x="5" y="2"/>
                  </a:lnTo>
                  <a:lnTo>
                    <a:pt x="5" y="2"/>
                  </a:lnTo>
                  <a:lnTo>
                    <a:pt x="2" y="7"/>
                  </a:lnTo>
                  <a:lnTo>
                    <a:pt x="0" y="11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2" y="1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70" name="Freeform 52">
              <a:extLst>
                <a:ext uri="{FF2B5EF4-FFF2-40B4-BE49-F238E27FC236}">
                  <a16:creationId xmlns:a16="http://schemas.microsoft.com/office/drawing/2014/main" id="{2B0DCEFB-1F59-43AB-B38E-A20E314C7393}"/>
                </a:ext>
              </a:extLst>
            </p:cNvPr>
            <p:cNvSpPr>
              <a:spLocks/>
            </p:cNvSpPr>
            <p:nvPr/>
          </p:nvSpPr>
          <p:spPr bwMode="auto">
            <a:xfrm>
              <a:off x="8563253" y="1566348"/>
              <a:ext cx="10382" cy="10381"/>
            </a:xfrm>
            <a:custGeom>
              <a:avLst/>
              <a:gdLst>
                <a:gd name="T0" fmla="*/ 1 w 7"/>
                <a:gd name="T1" fmla="*/ 7 h 7"/>
                <a:gd name="T2" fmla="*/ 1 w 7"/>
                <a:gd name="T3" fmla="*/ 7 h 7"/>
                <a:gd name="T4" fmla="*/ 7 w 7"/>
                <a:gd name="T5" fmla="*/ 2 h 7"/>
                <a:gd name="T6" fmla="*/ 7 w 7"/>
                <a:gd name="T7" fmla="*/ 0 h 7"/>
                <a:gd name="T8" fmla="*/ 1 w 7"/>
                <a:gd name="T9" fmla="*/ 2 h 7"/>
                <a:gd name="T10" fmla="*/ 1 w 7"/>
                <a:gd name="T11" fmla="*/ 2 h 7"/>
                <a:gd name="T12" fmla="*/ 0 w 7"/>
                <a:gd name="T13" fmla="*/ 5 h 7"/>
                <a:gd name="T14" fmla="*/ 0 w 7"/>
                <a:gd name="T15" fmla="*/ 7 h 7"/>
                <a:gd name="T16" fmla="*/ 1 w 7"/>
                <a:gd name="T17" fmla="*/ 7 h 7"/>
                <a:gd name="T18" fmla="*/ 1 w 7"/>
                <a:gd name="T1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7">
                  <a:moveTo>
                    <a:pt x="1" y="7"/>
                  </a:moveTo>
                  <a:lnTo>
                    <a:pt x="1" y="7"/>
                  </a:lnTo>
                  <a:lnTo>
                    <a:pt x="7" y="2"/>
                  </a:lnTo>
                  <a:lnTo>
                    <a:pt x="7" y="0"/>
                  </a:lnTo>
                  <a:lnTo>
                    <a:pt x="1" y="2"/>
                  </a:lnTo>
                  <a:lnTo>
                    <a:pt x="1" y="2"/>
                  </a:lnTo>
                  <a:lnTo>
                    <a:pt x="0" y="5"/>
                  </a:lnTo>
                  <a:lnTo>
                    <a:pt x="0" y="7"/>
                  </a:lnTo>
                  <a:lnTo>
                    <a:pt x="1" y="7"/>
                  </a:lnTo>
                  <a:lnTo>
                    <a:pt x="1" y="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71" name="Freeform 53">
              <a:extLst>
                <a:ext uri="{FF2B5EF4-FFF2-40B4-BE49-F238E27FC236}">
                  <a16:creationId xmlns:a16="http://schemas.microsoft.com/office/drawing/2014/main" id="{57C16549-8B40-4BC3-9651-02B4D27576D7}"/>
                </a:ext>
              </a:extLst>
            </p:cNvPr>
            <p:cNvSpPr>
              <a:spLocks/>
            </p:cNvSpPr>
            <p:nvPr/>
          </p:nvSpPr>
          <p:spPr bwMode="auto">
            <a:xfrm>
              <a:off x="9773385" y="1644947"/>
              <a:ext cx="81566" cy="32626"/>
            </a:xfrm>
            <a:custGeom>
              <a:avLst/>
              <a:gdLst>
                <a:gd name="T0" fmla="*/ 20 w 55"/>
                <a:gd name="T1" fmla="*/ 22 h 22"/>
                <a:gd name="T2" fmla="*/ 20 w 55"/>
                <a:gd name="T3" fmla="*/ 22 h 22"/>
                <a:gd name="T4" fmla="*/ 22 w 55"/>
                <a:gd name="T5" fmla="*/ 20 h 22"/>
                <a:gd name="T6" fmla="*/ 24 w 55"/>
                <a:gd name="T7" fmla="*/ 18 h 22"/>
                <a:gd name="T8" fmla="*/ 27 w 55"/>
                <a:gd name="T9" fmla="*/ 16 h 22"/>
                <a:gd name="T10" fmla="*/ 27 w 55"/>
                <a:gd name="T11" fmla="*/ 16 h 22"/>
                <a:gd name="T12" fmla="*/ 40 w 55"/>
                <a:gd name="T13" fmla="*/ 20 h 22"/>
                <a:gd name="T14" fmla="*/ 51 w 55"/>
                <a:gd name="T15" fmla="*/ 22 h 22"/>
                <a:gd name="T16" fmla="*/ 51 w 55"/>
                <a:gd name="T17" fmla="*/ 22 h 22"/>
                <a:gd name="T18" fmla="*/ 55 w 55"/>
                <a:gd name="T19" fmla="*/ 12 h 22"/>
                <a:gd name="T20" fmla="*/ 55 w 55"/>
                <a:gd name="T21" fmla="*/ 12 h 22"/>
                <a:gd name="T22" fmla="*/ 36 w 55"/>
                <a:gd name="T23" fmla="*/ 3 h 22"/>
                <a:gd name="T24" fmla="*/ 25 w 55"/>
                <a:gd name="T25" fmla="*/ 0 h 22"/>
                <a:gd name="T26" fmla="*/ 18 w 55"/>
                <a:gd name="T27" fmla="*/ 0 h 22"/>
                <a:gd name="T28" fmla="*/ 18 w 55"/>
                <a:gd name="T29" fmla="*/ 0 h 22"/>
                <a:gd name="T30" fmla="*/ 13 w 55"/>
                <a:gd name="T31" fmla="*/ 3 h 22"/>
                <a:gd name="T32" fmla="*/ 7 w 55"/>
                <a:gd name="T33" fmla="*/ 9 h 22"/>
                <a:gd name="T34" fmla="*/ 7 w 55"/>
                <a:gd name="T35" fmla="*/ 9 h 22"/>
                <a:gd name="T36" fmla="*/ 4 w 55"/>
                <a:gd name="T37" fmla="*/ 14 h 22"/>
                <a:gd name="T38" fmla="*/ 0 w 55"/>
                <a:gd name="T39" fmla="*/ 20 h 22"/>
                <a:gd name="T40" fmla="*/ 0 w 55"/>
                <a:gd name="T41" fmla="*/ 20 h 22"/>
                <a:gd name="T42" fmla="*/ 11 w 55"/>
                <a:gd name="T43" fmla="*/ 22 h 22"/>
                <a:gd name="T44" fmla="*/ 20 w 55"/>
                <a:gd name="T45" fmla="*/ 22 h 22"/>
                <a:gd name="T46" fmla="*/ 20 w 55"/>
                <a:gd name="T47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5" h="22">
                  <a:moveTo>
                    <a:pt x="20" y="22"/>
                  </a:moveTo>
                  <a:lnTo>
                    <a:pt x="20" y="22"/>
                  </a:lnTo>
                  <a:lnTo>
                    <a:pt x="22" y="20"/>
                  </a:lnTo>
                  <a:lnTo>
                    <a:pt x="24" y="18"/>
                  </a:lnTo>
                  <a:lnTo>
                    <a:pt x="27" y="16"/>
                  </a:lnTo>
                  <a:lnTo>
                    <a:pt x="27" y="16"/>
                  </a:lnTo>
                  <a:lnTo>
                    <a:pt x="40" y="20"/>
                  </a:lnTo>
                  <a:lnTo>
                    <a:pt x="51" y="22"/>
                  </a:lnTo>
                  <a:lnTo>
                    <a:pt x="51" y="22"/>
                  </a:lnTo>
                  <a:lnTo>
                    <a:pt x="55" y="12"/>
                  </a:lnTo>
                  <a:lnTo>
                    <a:pt x="55" y="12"/>
                  </a:lnTo>
                  <a:lnTo>
                    <a:pt x="36" y="3"/>
                  </a:lnTo>
                  <a:lnTo>
                    <a:pt x="25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3" y="3"/>
                  </a:lnTo>
                  <a:lnTo>
                    <a:pt x="7" y="9"/>
                  </a:lnTo>
                  <a:lnTo>
                    <a:pt x="7" y="9"/>
                  </a:lnTo>
                  <a:lnTo>
                    <a:pt x="4" y="14"/>
                  </a:lnTo>
                  <a:lnTo>
                    <a:pt x="0" y="20"/>
                  </a:lnTo>
                  <a:lnTo>
                    <a:pt x="0" y="20"/>
                  </a:lnTo>
                  <a:lnTo>
                    <a:pt x="11" y="22"/>
                  </a:lnTo>
                  <a:lnTo>
                    <a:pt x="20" y="22"/>
                  </a:lnTo>
                  <a:lnTo>
                    <a:pt x="20" y="2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72" name="Freeform 54">
              <a:extLst>
                <a:ext uri="{FF2B5EF4-FFF2-40B4-BE49-F238E27FC236}">
                  <a16:creationId xmlns:a16="http://schemas.microsoft.com/office/drawing/2014/main" id="{F76699E9-10CA-42FC-9CAA-FE51AF49B859}"/>
                </a:ext>
              </a:extLst>
            </p:cNvPr>
            <p:cNvSpPr>
              <a:spLocks/>
            </p:cNvSpPr>
            <p:nvPr/>
          </p:nvSpPr>
          <p:spPr bwMode="auto">
            <a:xfrm>
              <a:off x="8524695" y="1563382"/>
              <a:ext cx="8898" cy="8898"/>
            </a:xfrm>
            <a:custGeom>
              <a:avLst/>
              <a:gdLst>
                <a:gd name="T0" fmla="*/ 2 w 6"/>
                <a:gd name="T1" fmla="*/ 0 h 6"/>
                <a:gd name="T2" fmla="*/ 2 w 6"/>
                <a:gd name="T3" fmla="*/ 0 h 6"/>
                <a:gd name="T4" fmla="*/ 0 w 6"/>
                <a:gd name="T5" fmla="*/ 2 h 6"/>
                <a:gd name="T6" fmla="*/ 2 w 6"/>
                <a:gd name="T7" fmla="*/ 4 h 6"/>
                <a:gd name="T8" fmla="*/ 4 w 6"/>
                <a:gd name="T9" fmla="*/ 6 h 6"/>
                <a:gd name="T10" fmla="*/ 4 w 6"/>
                <a:gd name="T11" fmla="*/ 6 h 6"/>
                <a:gd name="T12" fmla="*/ 6 w 6"/>
                <a:gd name="T13" fmla="*/ 2 h 6"/>
                <a:gd name="T14" fmla="*/ 6 w 6"/>
                <a:gd name="T15" fmla="*/ 0 h 6"/>
                <a:gd name="T16" fmla="*/ 2 w 6"/>
                <a:gd name="T17" fmla="*/ 0 h 6"/>
                <a:gd name="T18" fmla="*/ 2 w 6"/>
                <a:gd name="T1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" h="6">
                  <a:moveTo>
                    <a:pt x="2" y="0"/>
                  </a:moveTo>
                  <a:lnTo>
                    <a:pt x="2" y="0"/>
                  </a:lnTo>
                  <a:lnTo>
                    <a:pt x="0" y="2"/>
                  </a:lnTo>
                  <a:lnTo>
                    <a:pt x="2" y="4"/>
                  </a:lnTo>
                  <a:lnTo>
                    <a:pt x="4" y="6"/>
                  </a:lnTo>
                  <a:lnTo>
                    <a:pt x="4" y="6"/>
                  </a:lnTo>
                  <a:lnTo>
                    <a:pt x="6" y="2"/>
                  </a:lnTo>
                  <a:lnTo>
                    <a:pt x="6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73" name="Freeform 55">
              <a:extLst>
                <a:ext uri="{FF2B5EF4-FFF2-40B4-BE49-F238E27FC236}">
                  <a16:creationId xmlns:a16="http://schemas.microsoft.com/office/drawing/2014/main" id="{3C786C70-CF5B-45D0-94F7-3E4F957B3797}"/>
                </a:ext>
              </a:extLst>
            </p:cNvPr>
            <p:cNvSpPr>
              <a:spLocks/>
            </p:cNvSpPr>
            <p:nvPr/>
          </p:nvSpPr>
          <p:spPr bwMode="auto">
            <a:xfrm>
              <a:off x="8530627" y="1590076"/>
              <a:ext cx="2966" cy="11864"/>
            </a:xfrm>
            <a:custGeom>
              <a:avLst/>
              <a:gdLst>
                <a:gd name="T0" fmla="*/ 0 w 2"/>
                <a:gd name="T1" fmla="*/ 0 h 8"/>
                <a:gd name="T2" fmla="*/ 2 w 2"/>
                <a:gd name="T3" fmla="*/ 8 h 8"/>
                <a:gd name="T4" fmla="*/ 2 w 2"/>
                <a:gd name="T5" fmla="*/ 8 h 8"/>
                <a:gd name="T6" fmla="*/ 2 w 2"/>
                <a:gd name="T7" fmla="*/ 2 h 8"/>
                <a:gd name="T8" fmla="*/ 2 w 2"/>
                <a:gd name="T9" fmla="*/ 0 h 8"/>
                <a:gd name="T10" fmla="*/ 0 w 2"/>
                <a:gd name="T11" fmla="*/ 0 h 8"/>
                <a:gd name="T12" fmla="*/ 0 w 2"/>
                <a:gd name="T1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8">
                  <a:moveTo>
                    <a:pt x="0" y="0"/>
                  </a:moveTo>
                  <a:lnTo>
                    <a:pt x="2" y="8"/>
                  </a:lnTo>
                  <a:lnTo>
                    <a:pt x="2" y="8"/>
                  </a:lnTo>
                  <a:lnTo>
                    <a:pt x="2" y="2"/>
                  </a:lnTo>
                  <a:lnTo>
                    <a:pt x="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74" name="Freeform 56">
              <a:extLst>
                <a:ext uri="{FF2B5EF4-FFF2-40B4-BE49-F238E27FC236}">
                  <a16:creationId xmlns:a16="http://schemas.microsoft.com/office/drawing/2014/main" id="{444A968D-B830-40CA-AF3D-217BBE8F2AC5}"/>
                </a:ext>
              </a:extLst>
            </p:cNvPr>
            <p:cNvSpPr>
              <a:spLocks/>
            </p:cNvSpPr>
            <p:nvPr/>
          </p:nvSpPr>
          <p:spPr bwMode="auto">
            <a:xfrm>
              <a:off x="8925107" y="1444742"/>
              <a:ext cx="40042" cy="37076"/>
            </a:xfrm>
            <a:custGeom>
              <a:avLst/>
              <a:gdLst>
                <a:gd name="T0" fmla="*/ 18 w 27"/>
                <a:gd name="T1" fmla="*/ 22 h 25"/>
                <a:gd name="T2" fmla="*/ 18 w 27"/>
                <a:gd name="T3" fmla="*/ 22 h 25"/>
                <a:gd name="T4" fmla="*/ 27 w 27"/>
                <a:gd name="T5" fmla="*/ 14 h 25"/>
                <a:gd name="T6" fmla="*/ 27 w 27"/>
                <a:gd name="T7" fmla="*/ 14 h 25"/>
                <a:gd name="T8" fmla="*/ 23 w 27"/>
                <a:gd name="T9" fmla="*/ 11 h 25"/>
                <a:gd name="T10" fmla="*/ 22 w 27"/>
                <a:gd name="T11" fmla="*/ 5 h 25"/>
                <a:gd name="T12" fmla="*/ 22 w 27"/>
                <a:gd name="T13" fmla="*/ 5 h 25"/>
                <a:gd name="T14" fmla="*/ 11 w 27"/>
                <a:gd name="T15" fmla="*/ 7 h 25"/>
                <a:gd name="T16" fmla="*/ 11 w 27"/>
                <a:gd name="T17" fmla="*/ 7 h 25"/>
                <a:gd name="T18" fmla="*/ 0 w 27"/>
                <a:gd name="T19" fmla="*/ 0 h 25"/>
                <a:gd name="T20" fmla="*/ 0 w 27"/>
                <a:gd name="T21" fmla="*/ 0 h 25"/>
                <a:gd name="T22" fmla="*/ 2 w 27"/>
                <a:gd name="T23" fmla="*/ 13 h 25"/>
                <a:gd name="T24" fmla="*/ 3 w 27"/>
                <a:gd name="T25" fmla="*/ 22 h 25"/>
                <a:gd name="T26" fmla="*/ 5 w 27"/>
                <a:gd name="T27" fmla="*/ 24 h 25"/>
                <a:gd name="T28" fmla="*/ 7 w 27"/>
                <a:gd name="T29" fmla="*/ 25 h 25"/>
                <a:gd name="T30" fmla="*/ 11 w 27"/>
                <a:gd name="T31" fmla="*/ 25 h 25"/>
                <a:gd name="T32" fmla="*/ 18 w 27"/>
                <a:gd name="T33" fmla="*/ 22 h 25"/>
                <a:gd name="T34" fmla="*/ 18 w 27"/>
                <a:gd name="T35" fmla="*/ 22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" h="25">
                  <a:moveTo>
                    <a:pt x="18" y="22"/>
                  </a:moveTo>
                  <a:lnTo>
                    <a:pt x="18" y="22"/>
                  </a:lnTo>
                  <a:lnTo>
                    <a:pt x="27" y="14"/>
                  </a:lnTo>
                  <a:lnTo>
                    <a:pt x="27" y="14"/>
                  </a:lnTo>
                  <a:lnTo>
                    <a:pt x="23" y="11"/>
                  </a:lnTo>
                  <a:lnTo>
                    <a:pt x="22" y="5"/>
                  </a:lnTo>
                  <a:lnTo>
                    <a:pt x="22" y="5"/>
                  </a:lnTo>
                  <a:lnTo>
                    <a:pt x="11" y="7"/>
                  </a:lnTo>
                  <a:lnTo>
                    <a:pt x="11" y="7"/>
                  </a:lnTo>
                  <a:lnTo>
                    <a:pt x="0" y="0"/>
                  </a:lnTo>
                  <a:lnTo>
                    <a:pt x="0" y="0"/>
                  </a:lnTo>
                  <a:lnTo>
                    <a:pt x="2" y="13"/>
                  </a:lnTo>
                  <a:lnTo>
                    <a:pt x="3" y="22"/>
                  </a:lnTo>
                  <a:lnTo>
                    <a:pt x="5" y="24"/>
                  </a:lnTo>
                  <a:lnTo>
                    <a:pt x="7" y="25"/>
                  </a:lnTo>
                  <a:lnTo>
                    <a:pt x="11" y="25"/>
                  </a:lnTo>
                  <a:lnTo>
                    <a:pt x="18" y="22"/>
                  </a:lnTo>
                  <a:lnTo>
                    <a:pt x="18" y="2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75" name="Freeform 57">
              <a:extLst>
                <a:ext uri="{FF2B5EF4-FFF2-40B4-BE49-F238E27FC236}">
                  <a16:creationId xmlns:a16="http://schemas.microsoft.com/office/drawing/2014/main" id="{5560B895-BD00-4E8F-B2B9-598F92F9CB91}"/>
                </a:ext>
              </a:extLst>
            </p:cNvPr>
            <p:cNvSpPr>
              <a:spLocks/>
            </p:cNvSpPr>
            <p:nvPr/>
          </p:nvSpPr>
          <p:spPr bwMode="auto">
            <a:xfrm>
              <a:off x="9017053" y="1452156"/>
              <a:ext cx="83048" cy="38558"/>
            </a:xfrm>
            <a:custGeom>
              <a:avLst/>
              <a:gdLst>
                <a:gd name="T0" fmla="*/ 45 w 56"/>
                <a:gd name="T1" fmla="*/ 17 h 26"/>
                <a:gd name="T2" fmla="*/ 45 w 56"/>
                <a:gd name="T3" fmla="*/ 17 h 26"/>
                <a:gd name="T4" fmla="*/ 51 w 56"/>
                <a:gd name="T5" fmla="*/ 15 h 26"/>
                <a:gd name="T6" fmla="*/ 56 w 56"/>
                <a:gd name="T7" fmla="*/ 15 h 26"/>
                <a:gd name="T8" fmla="*/ 56 w 56"/>
                <a:gd name="T9" fmla="*/ 15 h 26"/>
                <a:gd name="T10" fmla="*/ 53 w 56"/>
                <a:gd name="T11" fmla="*/ 11 h 26"/>
                <a:gd name="T12" fmla="*/ 51 w 56"/>
                <a:gd name="T13" fmla="*/ 8 h 26"/>
                <a:gd name="T14" fmla="*/ 51 w 56"/>
                <a:gd name="T15" fmla="*/ 8 h 26"/>
                <a:gd name="T16" fmla="*/ 38 w 56"/>
                <a:gd name="T17" fmla="*/ 4 h 26"/>
                <a:gd name="T18" fmla="*/ 25 w 56"/>
                <a:gd name="T19" fmla="*/ 2 h 26"/>
                <a:gd name="T20" fmla="*/ 0 w 56"/>
                <a:gd name="T21" fmla="*/ 0 h 26"/>
                <a:gd name="T22" fmla="*/ 0 w 56"/>
                <a:gd name="T23" fmla="*/ 0 h 26"/>
                <a:gd name="T24" fmla="*/ 7 w 56"/>
                <a:gd name="T25" fmla="*/ 15 h 26"/>
                <a:gd name="T26" fmla="*/ 12 w 56"/>
                <a:gd name="T27" fmla="*/ 20 h 26"/>
                <a:gd name="T28" fmla="*/ 18 w 56"/>
                <a:gd name="T29" fmla="*/ 24 h 26"/>
                <a:gd name="T30" fmla="*/ 23 w 56"/>
                <a:gd name="T31" fmla="*/ 26 h 26"/>
                <a:gd name="T32" fmla="*/ 31 w 56"/>
                <a:gd name="T33" fmla="*/ 24 h 26"/>
                <a:gd name="T34" fmla="*/ 38 w 56"/>
                <a:gd name="T35" fmla="*/ 22 h 26"/>
                <a:gd name="T36" fmla="*/ 45 w 56"/>
                <a:gd name="T37" fmla="*/ 17 h 26"/>
                <a:gd name="T38" fmla="*/ 45 w 56"/>
                <a:gd name="T39" fmla="*/ 17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6" h="26">
                  <a:moveTo>
                    <a:pt x="45" y="17"/>
                  </a:moveTo>
                  <a:lnTo>
                    <a:pt x="45" y="17"/>
                  </a:lnTo>
                  <a:lnTo>
                    <a:pt x="51" y="15"/>
                  </a:lnTo>
                  <a:lnTo>
                    <a:pt x="56" y="15"/>
                  </a:lnTo>
                  <a:lnTo>
                    <a:pt x="56" y="15"/>
                  </a:lnTo>
                  <a:lnTo>
                    <a:pt x="53" y="11"/>
                  </a:lnTo>
                  <a:lnTo>
                    <a:pt x="51" y="8"/>
                  </a:lnTo>
                  <a:lnTo>
                    <a:pt x="51" y="8"/>
                  </a:lnTo>
                  <a:lnTo>
                    <a:pt x="38" y="4"/>
                  </a:lnTo>
                  <a:lnTo>
                    <a:pt x="25" y="2"/>
                  </a:lnTo>
                  <a:lnTo>
                    <a:pt x="0" y="0"/>
                  </a:lnTo>
                  <a:lnTo>
                    <a:pt x="0" y="0"/>
                  </a:lnTo>
                  <a:lnTo>
                    <a:pt x="7" y="15"/>
                  </a:lnTo>
                  <a:lnTo>
                    <a:pt x="12" y="20"/>
                  </a:lnTo>
                  <a:lnTo>
                    <a:pt x="18" y="24"/>
                  </a:lnTo>
                  <a:lnTo>
                    <a:pt x="23" y="26"/>
                  </a:lnTo>
                  <a:lnTo>
                    <a:pt x="31" y="24"/>
                  </a:lnTo>
                  <a:lnTo>
                    <a:pt x="38" y="22"/>
                  </a:lnTo>
                  <a:lnTo>
                    <a:pt x="45" y="17"/>
                  </a:lnTo>
                  <a:lnTo>
                    <a:pt x="45" y="1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76" name="Freeform 58">
              <a:extLst>
                <a:ext uri="{FF2B5EF4-FFF2-40B4-BE49-F238E27FC236}">
                  <a16:creationId xmlns:a16="http://schemas.microsoft.com/office/drawing/2014/main" id="{A70A7CD6-1050-404E-AD41-35A704C88759}"/>
                </a:ext>
              </a:extLst>
            </p:cNvPr>
            <p:cNvSpPr>
              <a:spLocks/>
            </p:cNvSpPr>
            <p:nvPr/>
          </p:nvSpPr>
          <p:spPr bwMode="auto">
            <a:xfrm>
              <a:off x="8852440" y="1520374"/>
              <a:ext cx="83048" cy="43008"/>
            </a:xfrm>
            <a:custGeom>
              <a:avLst/>
              <a:gdLst>
                <a:gd name="T0" fmla="*/ 0 w 56"/>
                <a:gd name="T1" fmla="*/ 22 h 29"/>
                <a:gd name="T2" fmla="*/ 0 w 56"/>
                <a:gd name="T3" fmla="*/ 22 h 29"/>
                <a:gd name="T4" fmla="*/ 14 w 56"/>
                <a:gd name="T5" fmla="*/ 25 h 29"/>
                <a:gd name="T6" fmla="*/ 27 w 56"/>
                <a:gd name="T7" fmla="*/ 27 h 29"/>
                <a:gd name="T8" fmla="*/ 56 w 56"/>
                <a:gd name="T9" fmla="*/ 29 h 29"/>
                <a:gd name="T10" fmla="*/ 56 w 56"/>
                <a:gd name="T11" fmla="*/ 29 h 29"/>
                <a:gd name="T12" fmla="*/ 56 w 56"/>
                <a:gd name="T13" fmla="*/ 22 h 29"/>
                <a:gd name="T14" fmla="*/ 56 w 56"/>
                <a:gd name="T15" fmla="*/ 14 h 29"/>
                <a:gd name="T16" fmla="*/ 56 w 56"/>
                <a:gd name="T17" fmla="*/ 14 h 29"/>
                <a:gd name="T18" fmla="*/ 45 w 56"/>
                <a:gd name="T19" fmla="*/ 7 h 29"/>
                <a:gd name="T20" fmla="*/ 45 w 56"/>
                <a:gd name="T21" fmla="*/ 7 h 29"/>
                <a:gd name="T22" fmla="*/ 38 w 56"/>
                <a:gd name="T23" fmla="*/ 4 h 29"/>
                <a:gd name="T24" fmla="*/ 32 w 56"/>
                <a:gd name="T25" fmla="*/ 0 h 29"/>
                <a:gd name="T26" fmla="*/ 27 w 56"/>
                <a:gd name="T27" fmla="*/ 0 h 29"/>
                <a:gd name="T28" fmla="*/ 27 w 56"/>
                <a:gd name="T29" fmla="*/ 0 h 29"/>
                <a:gd name="T30" fmla="*/ 5 w 56"/>
                <a:gd name="T31" fmla="*/ 18 h 29"/>
                <a:gd name="T32" fmla="*/ 5 w 56"/>
                <a:gd name="T33" fmla="*/ 18 h 29"/>
                <a:gd name="T34" fmla="*/ 5 w 56"/>
                <a:gd name="T35" fmla="*/ 18 h 29"/>
                <a:gd name="T36" fmla="*/ 3 w 56"/>
                <a:gd name="T37" fmla="*/ 20 h 29"/>
                <a:gd name="T38" fmla="*/ 0 w 56"/>
                <a:gd name="T39" fmla="*/ 22 h 29"/>
                <a:gd name="T40" fmla="*/ 0 w 56"/>
                <a:gd name="T41" fmla="*/ 22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6" h="29">
                  <a:moveTo>
                    <a:pt x="0" y="22"/>
                  </a:moveTo>
                  <a:lnTo>
                    <a:pt x="0" y="22"/>
                  </a:lnTo>
                  <a:lnTo>
                    <a:pt x="14" y="25"/>
                  </a:lnTo>
                  <a:lnTo>
                    <a:pt x="27" y="27"/>
                  </a:lnTo>
                  <a:lnTo>
                    <a:pt x="56" y="29"/>
                  </a:lnTo>
                  <a:lnTo>
                    <a:pt x="56" y="29"/>
                  </a:lnTo>
                  <a:lnTo>
                    <a:pt x="56" y="22"/>
                  </a:lnTo>
                  <a:lnTo>
                    <a:pt x="56" y="14"/>
                  </a:lnTo>
                  <a:lnTo>
                    <a:pt x="56" y="14"/>
                  </a:lnTo>
                  <a:lnTo>
                    <a:pt x="45" y="7"/>
                  </a:lnTo>
                  <a:lnTo>
                    <a:pt x="45" y="7"/>
                  </a:lnTo>
                  <a:lnTo>
                    <a:pt x="38" y="4"/>
                  </a:lnTo>
                  <a:lnTo>
                    <a:pt x="32" y="0"/>
                  </a:lnTo>
                  <a:lnTo>
                    <a:pt x="27" y="0"/>
                  </a:lnTo>
                  <a:lnTo>
                    <a:pt x="27" y="0"/>
                  </a:lnTo>
                  <a:lnTo>
                    <a:pt x="5" y="18"/>
                  </a:lnTo>
                  <a:lnTo>
                    <a:pt x="5" y="18"/>
                  </a:lnTo>
                  <a:lnTo>
                    <a:pt x="5" y="18"/>
                  </a:lnTo>
                  <a:lnTo>
                    <a:pt x="3" y="20"/>
                  </a:lnTo>
                  <a:lnTo>
                    <a:pt x="0" y="22"/>
                  </a:lnTo>
                  <a:lnTo>
                    <a:pt x="0" y="2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77" name="Freeform 59">
              <a:extLst>
                <a:ext uri="{FF2B5EF4-FFF2-40B4-BE49-F238E27FC236}">
                  <a16:creationId xmlns:a16="http://schemas.microsoft.com/office/drawing/2014/main" id="{07CF0E15-5692-4B38-A2F9-885A2DDC5FE0}"/>
                </a:ext>
              </a:extLst>
            </p:cNvPr>
            <p:cNvSpPr>
              <a:spLocks/>
            </p:cNvSpPr>
            <p:nvPr/>
          </p:nvSpPr>
          <p:spPr bwMode="auto">
            <a:xfrm>
              <a:off x="8576601" y="1576729"/>
              <a:ext cx="16314" cy="5932"/>
            </a:xfrm>
            <a:custGeom>
              <a:avLst/>
              <a:gdLst>
                <a:gd name="T0" fmla="*/ 0 w 11"/>
                <a:gd name="T1" fmla="*/ 0 h 4"/>
                <a:gd name="T2" fmla="*/ 0 w 11"/>
                <a:gd name="T3" fmla="*/ 0 h 4"/>
                <a:gd name="T4" fmla="*/ 3 w 11"/>
                <a:gd name="T5" fmla="*/ 4 h 4"/>
                <a:gd name="T6" fmla="*/ 3 w 11"/>
                <a:gd name="T7" fmla="*/ 4 h 4"/>
                <a:gd name="T8" fmla="*/ 11 w 11"/>
                <a:gd name="T9" fmla="*/ 2 h 4"/>
                <a:gd name="T10" fmla="*/ 11 w 11"/>
                <a:gd name="T11" fmla="*/ 2 h 4"/>
                <a:gd name="T12" fmla="*/ 7 w 11"/>
                <a:gd name="T13" fmla="*/ 0 h 4"/>
                <a:gd name="T14" fmla="*/ 0 w 11"/>
                <a:gd name="T15" fmla="*/ 0 h 4"/>
                <a:gd name="T16" fmla="*/ 0 w 11"/>
                <a:gd name="T1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" h="4">
                  <a:moveTo>
                    <a:pt x="0" y="0"/>
                  </a:moveTo>
                  <a:lnTo>
                    <a:pt x="0" y="0"/>
                  </a:lnTo>
                  <a:lnTo>
                    <a:pt x="3" y="4"/>
                  </a:lnTo>
                  <a:lnTo>
                    <a:pt x="3" y="4"/>
                  </a:lnTo>
                  <a:lnTo>
                    <a:pt x="11" y="2"/>
                  </a:lnTo>
                  <a:lnTo>
                    <a:pt x="11" y="2"/>
                  </a:lnTo>
                  <a:lnTo>
                    <a:pt x="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78" name="Freeform 60">
              <a:extLst>
                <a:ext uri="{FF2B5EF4-FFF2-40B4-BE49-F238E27FC236}">
                  <a16:creationId xmlns:a16="http://schemas.microsoft.com/office/drawing/2014/main" id="{528F424B-DE70-4AB3-B653-8A8E48CF7763}"/>
                </a:ext>
              </a:extLst>
            </p:cNvPr>
            <p:cNvSpPr>
              <a:spLocks/>
            </p:cNvSpPr>
            <p:nvPr/>
          </p:nvSpPr>
          <p:spPr bwMode="auto">
            <a:xfrm>
              <a:off x="9113449" y="1652362"/>
              <a:ext cx="32626" cy="25212"/>
            </a:xfrm>
            <a:custGeom>
              <a:avLst/>
              <a:gdLst>
                <a:gd name="T0" fmla="*/ 20 w 22"/>
                <a:gd name="T1" fmla="*/ 17 h 17"/>
                <a:gd name="T2" fmla="*/ 20 w 22"/>
                <a:gd name="T3" fmla="*/ 17 h 17"/>
                <a:gd name="T4" fmla="*/ 22 w 22"/>
                <a:gd name="T5" fmla="*/ 13 h 17"/>
                <a:gd name="T6" fmla="*/ 22 w 22"/>
                <a:gd name="T7" fmla="*/ 11 h 17"/>
                <a:gd name="T8" fmla="*/ 20 w 22"/>
                <a:gd name="T9" fmla="*/ 11 h 17"/>
                <a:gd name="T10" fmla="*/ 20 w 22"/>
                <a:gd name="T11" fmla="*/ 11 h 17"/>
                <a:gd name="T12" fmla="*/ 20 w 22"/>
                <a:gd name="T13" fmla="*/ 7 h 17"/>
                <a:gd name="T14" fmla="*/ 19 w 22"/>
                <a:gd name="T15" fmla="*/ 7 h 17"/>
                <a:gd name="T16" fmla="*/ 17 w 22"/>
                <a:gd name="T17" fmla="*/ 7 h 17"/>
                <a:gd name="T18" fmla="*/ 17 w 22"/>
                <a:gd name="T19" fmla="*/ 7 h 17"/>
                <a:gd name="T20" fmla="*/ 13 w 22"/>
                <a:gd name="T21" fmla="*/ 0 h 17"/>
                <a:gd name="T22" fmla="*/ 13 w 22"/>
                <a:gd name="T23" fmla="*/ 0 h 17"/>
                <a:gd name="T24" fmla="*/ 9 w 22"/>
                <a:gd name="T25" fmla="*/ 0 h 17"/>
                <a:gd name="T26" fmla="*/ 6 w 22"/>
                <a:gd name="T27" fmla="*/ 0 h 17"/>
                <a:gd name="T28" fmla="*/ 6 w 22"/>
                <a:gd name="T29" fmla="*/ 0 h 17"/>
                <a:gd name="T30" fmla="*/ 0 w 22"/>
                <a:gd name="T31" fmla="*/ 17 h 17"/>
                <a:gd name="T32" fmla="*/ 0 w 22"/>
                <a:gd name="T33" fmla="*/ 17 h 17"/>
                <a:gd name="T34" fmla="*/ 9 w 22"/>
                <a:gd name="T35" fmla="*/ 17 h 17"/>
                <a:gd name="T36" fmla="*/ 15 w 22"/>
                <a:gd name="T37" fmla="*/ 17 h 17"/>
                <a:gd name="T38" fmla="*/ 20 w 22"/>
                <a:gd name="T39" fmla="*/ 17 h 17"/>
                <a:gd name="T40" fmla="*/ 20 w 22"/>
                <a:gd name="T41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2" h="17">
                  <a:moveTo>
                    <a:pt x="20" y="17"/>
                  </a:moveTo>
                  <a:lnTo>
                    <a:pt x="20" y="17"/>
                  </a:lnTo>
                  <a:lnTo>
                    <a:pt x="22" y="13"/>
                  </a:lnTo>
                  <a:lnTo>
                    <a:pt x="22" y="11"/>
                  </a:lnTo>
                  <a:lnTo>
                    <a:pt x="20" y="11"/>
                  </a:lnTo>
                  <a:lnTo>
                    <a:pt x="20" y="11"/>
                  </a:lnTo>
                  <a:lnTo>
                    <a:pt x="20" y="7"/>
                  </a:lnTo>
                  <a:lnTo>
                    <a:pt x="19" y="7"/>
                  </a:lnTo>
                  <a:lnTo>
                    <a:pt x="17" y="7"/>
                  </a:lnTo>
                  <a:lnTo>
                    <a:pt x="17" y="7"/>
                  </a:lnTo>
                  <a:lnTo>
                    <a:pt x="13" y="0"/>
                  </a:lnTo>
                  <a:lnTo>
                    <a:pt x="13" y="0"/>
                  </a:lnTo>
                  <a:lnTo>
                    <a:pt x="9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9" y="17"/>
                  </a:lnTo>
                  <a:lnTo>
                    <a:pt x="15" y="17"/>
                  </a:lnTo>
                  <a:lnTo>
                    <a:pt x="20" y="17"/>
                  </a:lnTo>
                  <a:lnTo>
                    <a:pt x="20" y="1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79" name="Freeform 61">
              <a:extLst>
                <a:ext uri="{FF2B5EF4-FFF2-40B4-BE49-F238E27FC236}">
                  <a16:creationId xmlns:a16="http://schemas.microsoft.com/office/drawing/2014/main" id="{DB303D7B-71BA-4B4D-B2B8-CA6DC3AF9F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4015" y="1590076"/>
              <a:ext cx="10382" cy="16314"/>
            </a:xfrm>
            <a:custGeom>
              <a:avLst/>
              <a:gdLst>
                <a:gd name="T0" fmla="*/ 0 w 7"/>
                <a:gd name="T1" fmla="*/ 0 h 11"/>
                <a:gd name="T2" fmla="*/ 0 w 7"/>
                <a:gd name="T3" fmla="*/ 0 h 11"/>
                <a:gd name="T4" fmla="*/ 0 w 7"/>
                <a:gd name="T5" fmla="*/ 9 h 11"/>
                <a:gd name="T6" fmla="*/ 0 w 7"/>
                <a:gd name="T7" fmla="*/ 9 h 11"/>
                <a:gd name="T8" fmla="*/ 4 w 7"/>
                <a:gd name="T9" fmla="*/ 11 h 11"/>
                <a:gd name="T10" fmla="*/ 6 w 7"/>
                <a:gd name="T11" fmla="*/ 9 h 11"/>
                <a:gd name="T12" fmla="*/ 7 w 7"/>
                <a:gd name="T13" fmla="*/ 9 h 11"/>
                <a:gd name="T14" fmla="*/ 7 w 7"/>
                <a:gd name="T15" fmla="*/ 8 h 11"/>
                <a:gd name="T16" fmla="*/ 4 w 7"/>
                <a:gd name="T17" fmla="*/ 2 h 11"/>
                <a:gd name="T18" fmla="*/ 0 w 7"/>
                <a:gd name="T19" fmla="*/ 0 h 11"/>
                <a:gd name="T20" fmla="*/ 0 w 7"/>
                <a:gd name="T21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11">
                  <a:moveTo>
                    <a:pt x="0" y="0"/>
                  </a:moveTo>
                  <a:lnTo>
                    <a:pt x="0" y="0"/>
                  </a:lnTo>
                  <a:lnTo>
                    <a:pt x="0" y="9"/>
                  </a:lnTo>
                  <a:lnTo>
                    <a:pt x="0" y="9"/>
                  </a:lnTo>
                  <a:lnTo>
                    <a:pt x="4" y="11"/>
                  </a:lnTo>
                  <a:lnTo>
                    <a:pt x="6" y="9"/>
                  </a:lnTo>
                  <a:lnTo>
                    <a:pt x="7" y="9"/>
                  </a:lnTo>
                  <a:lnTo>
                    <a:pt x="7" y="8"/>
                  </a:lnTo>
                  <a:lnTo>
                    <a:pt x="4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80" name="Freeform 62">
              <a:extLst>
                <a:ext uri="{FF2B5EF4-FFF2-40B4-BE49-F238E27FC236}">
                  <a16:creationId xmlns:a16="http://schemas.microsoft.com/office/drawing/2014/main" id="{C52172D3-5C40-4354-90E7-8416CF856A08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4241" y="1695369"/>
              <a:ext cx="25212" cy="22246"/>
            </a:xfrm>
            <a:custGeom>
              <a:avLst/>
              <a:gdLst>
                <a:gd name="T0" fmla="*/ 8 w 17"/>
                <a:gd name="T1" fmla="*/ 15 h 15"/>
                <a:gd name="T2" fmla="*/ 8 w 17"/>
                <a:gd name="T3" fmla="*/ 15 h 15"/>
                <a:gd name="T4" fmla="*/ 9 w 17"/>
                <a:gd name="T5" fmla="*/ 13 h 15"/>
                <a:gd name="T6" fmla="*/ 11 w 17"/>
                <a:gd name="T7" fmla="*/ 13 h 15"/>
                <a:gd name="T8" fmla="*/ 11 w 17"/>
                <a:gd name="T9" fmla="*/ 13 h 15"/>
                <a:gd name="T10" fmla="*/ 15 w 17"/>
                <a:gd name="T11" fmla="*/ 13 h 15"/>
                <a:gd name="T12" fmla="*/ 17 w 17"/>
                <a:gd name="T13" fmla="*/ 11 h 15"/>
                <a:gd name="T14" fmla="*/ 17 w 17"/>
                <a:gd name="T15" fmla="*/ 8 h 15"/>
                <a:gd name="T16" fmla="*/ 17 w 17"/>
                <a:gd name="T17" fmla="*/ 8 h 15"/>
                <a:gd name="T18" fmla="*/ 4 w 17"/>
                <a:gd name="T19" fmla="*/ 0 h 15"/>
                <a:gd name="T20" fmla="*/ 0 w 17"/>
                <a:gd name="T21" fmla="*/ 9 h 15"/>
                <a:gd name="T22" fmla="*/ 0 w 17"/>
                <a:gd name="T23" fmla="*/ 9 h 15"/>
                <a:gd name="T24" fmla="*/ 2 w 17"/>
                <a:gd name="T25" fmla="*/ 11 h 15"/>
                <a:gd name="T26" fmla="*/ 4 w 17"/>
                <a:gd name="T27" fmla="*/ 13 h 15"/>
                <a:gd name="T28" fmla="*/ 8 w 17"/>
                <a:gd name="T29" fmla="*/ 15 h 15"/>
                <a:gd name="T30" fmla="*/ 8 w 17"/>
                <a:gd name="T31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" h="15">
                  <a:moveTo>
                    <a:pt x="8" y="15"/>
                  </a:moveTo>
                  <a:lnTo>
                    <a:pt x="8" y="15"/>
                  </a:lnTo>
                  <a:lnTo>
                    <a:pt x="9" y="13"/>
                  </a:lnTo>
                  <a:lnTo>
                    <a:pt x="11" y="13"/>
                  </a:lnTo>
                  <a:lnTo>
                    <a:pt x="11" y="13"/>
                  </a:lnTo>
                  <a:lnTo>
                    <a:pt x="15" y="13"/>
                  </a:lnTo>
                  <a:lnTo>
                    <a:pt x="17" y="11"/>
                  </a:lnTo>
                  <a:lnTo>
                    <a:pt x="17" y="8"/>
                  </a:lnTo>
                  <a:lnTo>
                    <a:pt x="17" y="8"/>
                  </a:lnTo>
                  <a:lnTo>
                    <a:pt x="4" y="0"/>
                  </a:lnTo>
                  <a:lnTo>
                    <a:pt x="0" y="9"/>
                  </a:lnTo>
                  <a:lnTo>
                    <a:pt x="0" y="9"/>
                  </a:lnTo>
                  <a:lnTo>
                    <a:pt x="2" y="11"/>
                  </a:lnTo>
                  <a:lnTo>
                    <a:pt x="4" y="13"/>
                  </a:lnTo>
                  <a:lnTo>
                    <a:pt x="8" y="15"/>
                  </a:lnTo>
                  <a:lnTo>
                    <a:pt x="8" y="1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81" name="Freeform 63">
              <a:extLst>
                <a:ext uri="{FF2B5EF4-FFF2-40B4-BE49-F238E27FC236}">
                  <a16:creationId xmlns:a16="http://schemas.microsoft.com/office/drawing/2014/main" id="{F219A04A-B099-4B48-9329-8E55584B2D95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4602" y="1422496"/>
              <a:ext cx="65252" cy="91946"/>
            </a:xfrm>
            <a:custGeom>
              <a:avLst/>
              <a:gdLst>
                <a:gd name="T0" fmla="*/ 24 w 44"/>
                <a:gd name="T1" fmla="*/ 62 h 62"/>
                <a:gd name="T2" fmla="*/ 24 w 44"/>
                <a:gd name="T3" fmla="*/ 62 h 62"/>
                <a:gd name="T4" fmla="*/ 28 w 44"/>
                <a:gd name="T5" fmla="*/ 57 h 62"/>
                <a:gd name="T6" fmla="*/ 31 w 44"/>
                <a:gd name="T7" fmla="*/ 55 h 62"/>
                <a:gd name="T8" fmla="*/ 31 w 44"/>
                <a:gd name="T9" fmla="*/ 55 h 62"/>
                <a:gd name="T10" fmla="*/ 31 w 44"/>
                <a:gd name="T11" fmla="*/ 51 h 62"/>
                <a:gd name="T12" fmla="*/ 31 w 44"/>
                <a:gd name="T13" fmla="*/ 50 h 62"/>
                <a:gd name="T14" fmla="*/ 31 w 44"/>
                <a:gd name="T15" fmla="*/ 48 h 62"/>
                <a:gd name="T16" fmla="*/ 31 w 44"/>
                <a:gd name="T17" fmla="*/ 48 h 62"/>
                <a:gd name="T18" fmla="*/ 37 w 44"/>
                <a:gd name="T19" fmla="*/ 44 h 62"/>
                <a:gd name="T20" fmla="*/ 40 w 44"/>
                <a:gd name="T21" fmla="*/ 40 h 62"/>
                <a:gd name="T22" fmla="*/ 44 w 44"/>
                <a:gd name="T23" fmla="*/ 35 h 62"/>
                <a:gd name="T24" fmla="*/ 44 w 44"/>
                <a:gd name="T25" fmla="*/ 28 h 62"/>
                <a:gd name="T26" fmla="*/ 44 w 44"/>
                <a:gd name="T27" fmla="*/ 28 h 62"/>
                <a:gd name="T28" fmla="*/ 40 w 44"/>
                <a:gd name="T29" fmla="*/ 22 h 62"/>
                <a:gd name="T30" fmla="*/ 33 w 44"/>
                <a:gd name="T31" fmla="*/ 13 h 62"/>
                <a:gd name="T32" fmla="*/ 20 w 44"/>
                <a:gd name="T33" fmla="*/ 0 h 62"/>
                <a:gd name="T34" fmla="*/ 20 w 44"/>
                <a:gd name="T35" fmla="*/ 0 h 62"/>
                <a:gd name="T36" fmla="*/ 11 w 44"/>
                <a:gd name="T37" fmla="*/ 11 h 62"/>
                <a:gd name="T38" fmla="*/ 6 w 44"/>
                <a:gd name="T39" fmla="*/ 26 h 62"/>
                <a:gd name="T40" fmla="*/ 0 w 44"/>
                <a:gd name="T41" fmla="*/ 28 h 62"/>
                <a:gd name="T42" fmla="*/ 0 w 44"/>
                <a:gd name="T43" fmla="*/ 28 h 62"/>
                <a:gd name="T44" fmla="*/ 4 w 44"/>
                <a:gd name="T45" fmla="*/ 44 h 62"/>
                <a:gd name="T46" fmla="*/ 8 w 44"/>
                <a:gd name="T47" fmla="*/ 53 h 62"/>
                <a:gd name="T48" fmla="*/ 9 w 44"/>
                <a:gd name="T49" fmla="*/ 59 h 62"/>
                <a:gd name="T50" fmla="*/ 9 w 44"/>
                <a:gd name="T51" fmla="*/ 59 h 62"/>
                <a:gd name="T52" fmla="*/ 13 w 44"/>
                <a:gd name="T53" fmla="*/ 60 h 62"/>
                <a:gd name="T54" fmla="*/ 17 w 44"/>
                <a:gd name="T55" fmla="*/ 60 h 62"/>
                <a:gd name="T56" fmla="*/ 20 w 44"/>
                <a:gd name="T57" fmla="*/ 60 h 62"/>
                <a:gd name="T58" fmla="*/ 24 w 44"/>
                <a:gd name="T59" fmla="*/ 62 h 62"/>
                <a:gd name="T60" fmla="*/ 24 w 44"/>
                <a:gd name="T61" fmla="*/ 6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4" h="62">
                  <a:moveTo>
                    <a:pt x="24" y="62"/>
                  </a:moveTo>
                  <a:lnTo>
                    <a:pt x="24" y="62"/>
                  </a:lnTo>
                  <a:lnTo>
                    <a:pt x="28" y="57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1" y="51"/>
                  </a:lnTo>
                  <a:lnTo>
                    <a:pt x="31" y="50"/>
                  </a:lnTo>
                  <a:lnTo>
                    <a:pt x="31" y="48"/>
                  </a:lnTo>
                  <a:lnTo>
                    <a:pt x="31" y="48"/>
                  </a:lnTo>
                  <a:lnTo>
                    <a:pt x="37" y="44"/>
                  </a:lnTo>
                  <a:lnTo>
                    <a:pt x="40" y="40"/>
                  </a:lnTo>
                  <a:lnTo>
                    <a:pt x="44" y="35"/>
                  </a:lnTo>
                  <a:lnTo>
                    <a:pt x="44" y="28"/>
                  </a:lnTo>
                  <a:lnTo>
                    <a:pt x="44" y="28"/>
                  </a:lnTo>
                  <a:lnTo>
                    <a:pt x="40" y="22"/>
                  </a:lnTo>
                  <a:lnTo>
                    <a:pt x="33" y="13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11" y="11"/>
                  </a:lnTo>
                  <a:lnTo>
                    <a:pt x="6" y="26"/>
                  </a:lnTo>
                  <a:lnTo>
                    <a:pt x="0" y="28"/>
                  </a:lnTo>
                  <a:lnTo>
                    <a:pt x="0" y="28"/>
                  </a:lnTo>
                  <a:lnTo>
                    <a:pt x="4" y="44"/>
                  </a:lnTo>
                  <a:lnTo>
                    <a:pt x="8" y="53"/>
                  </a:lnTo>
                  <a:lnTo>
                    <a:pt x="9" y="59"/>
                  </a:lnTo>
                  <a:lnTo>
                    <a:pt x="9" y="59"/>
                  </a:lnTo>
                  <a:lnTo>
                    <a:pt x="13" y="60"/>
                  </a:lnTo>
                  <a:lnTo>
                    <a:pt x="17" y="60"/>
                  </a:lnTo>
                  <a:lnTo>
                    <a:pt x="20" y="60"/>
                  </a:lnTo>
                  <a:lnTo>
                    <a:pt x="24" y="62"/>
                  </a:lnTo>
                  <a:lnTo>
                    <a:pt x="24" y="6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82" name="Freeform 64">
              <a:extLst>
                <a:ext uri="{FF2B5EF4-FFF2-40B4-BE49-F238E27FC236}">
                  <a16:creationId xmlns:a16="http://schemas.microsoft.com/office/drawing/2014/main" id="{6AA6B0BB-F743-4AD7-8890-86AFAA931135}"/>
                </a:ext>
              </a:extLst>
            </p:cNvPr>
            <p:cNvSpPr>
              <a:spLocks/>
            </p:cNvSpPr>
            <p:nvPr/>
          </p:nvSpPr>
          <p:spPr bwMode="auto">
            <a:xfrm>
              <a:off x="8856888" y="1509994"/>
              <a:ext cx="10382" cy="17796"/>
            </a:xfrm>
            <a:custGeom>
              <a:avLst/>
              <a:gdLst>
                <a:gd name="T0" fmla="*/ 0 w 7"/>
                <a:gd name="T1" fmla="*/ 11 h 12"/>
                <a:gd name="T2" fmla="*/ 0 w 7"/>
                <a:gd name="T3" fmla="*/ 11 h 12"/>
                <a:gd name="T4" fmla="*/ 7 w 7"/>
                <a:gd name="T5" fmla="*/ 12 h 12"/>
                <a:gd name="T6" fmla="*/ 7 w 7"/>
                <a:gd name="T7" fmla="*/ 12 h 12"/>
                <a:gd name="T8" fmla="*/ 7 w 7"/>
                <a:gd name="T9" fmla="*/ 3 h 12"/>
                <a:gd name="T10" fmla="*/ 6 w 7"/>
                <a:gd name="T11" fmla="*/ 1 h 12"/>
                <a:gd name="T12" fmla="*/ 2 w 7"/>
                <a:gd name="T13" fmla="*/ 0 h 12"/>
                <a:gd name="T14" fmla="*/ 0 w 7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" h="12">
                  <a:moveTo>
                    <a:pt x="0" y="11"/>
                  </a:moveTo>
                  <a:lnTo>
                    <a:pt x="0" y="11"/>
                  </a:lnTo>
                  <a:lnTo>
                    <a:pt x="7" y="12"/>
                  </a:lnTo>
                  <a:lnTo>
                    <a:pt x="7" y="12"/>
                  </a:lnTo>
                  <a:lnTo>
                    <a:pt x="7" y="3"/>
                  </a:lnTo>
                  <a:lnTo>
                    <a:pt x="6" y="1"/>
                  </a:lnTo>
                  <a:lnTo>
                    <a:pt x="2" y="0"/>
                  </a:lnTo>
                  <a:lnTo>
                    <a:pt x="0" y="1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83" name="Freeform 65">
              <a:extLst>
                <a:ext uri="{FF2B5EF4-FFF2-40B4-BE49-F238E27FC236}">
                  <a16:creationId xmlns:a16="http://schemas.microsoft.com/office/drawing/2014/main" id="{91F27E32-2661-456A-9F44-065FC308E868}"/>
                </a:ext>
              </a:extLst>
            </p:cNvPr>
            <p:cNvSpPr>
              <a:spLocks/>
            </p:cNvSpPr>
            <p:nvPr/>
          </p:nvSpPr>
          <p:spPr bwMode="auto">
            <a:xfrm>
              <a:off x="9076373" y="2631145"/>
              <a:ext cx="13348" cy="23728"/>
            </a:xfrm>
            <a:custGeom>
              <a:avLst/>
              <a:gdLst>
                <a:gd name="T0" fmla="*/ 9 w 9"/>
                <a:gd name="T1" fmla="*/ 0 h 16"/>
                <a:gd name="T2" fmla="*/ 9 w 9"/>
                <a:gd name="T3" fmla="*/ 0 h 16"/>
                <a:gd name="T4" fmla="*/ 3 w 9"/>
                <a:gd name="T5" fmla="*/ 5 h 16"/>
                <a:gd name="T6" fmla="*/ 2 w 9"/>
                <a:gd name="T7" fmla="*/ 12 h 16"/>
                <a:gd name="T8" fmla="*/ 2 w 9"/>
                <a:gd name="T9" fmla="*/ 12 h 16"/>
                <a:gd name="T10" fmla="*/ 0 w 9"/>
                <a:gd name="T11" fmla="*/ 16 h 16"/>
                <a:gd name="T12" fmla="*/ 0 w 9"/>
                <a:gd name="T13" fmla="*/ 16 h 16"/>
                <a:gd name="T14" fmla="*/ 3 w 9"/>
                <a:gd name="T15" fmla="*/ 14 h 16"/>
                <a:gd name="T16" fmla="*/ 9 w 9"/>
                <a:gd name="T17" fmla="*/ 12 h 16"/>
                <a:gd name="T18" fmla="*/ 9 w 9"/>
                <a:gd name="T19" fmla="*/ 12 h 16"/>
                <a:gd name="T20" fmla="*/ 9 w 9"/>
                <a:gd name="T21" fmla="*/ 3 h 16"/>
                <a:gd name="T22" fmla="*/ 9 w 9"/>
                <a:gd name="T23" fmla="*/ 0 h 16"/>
                <a:gd name="T24" fmla="*/ 9 w 9"/>
                <a:gd name="T25" fmla="*/ 0 h 16"/>
                <a:gd name="T26" fmla="*/ 9 w 9"/>
                <a:gd name="T27" fmla="*/ 0 h 16"/>
                <a:gd name="T28" fmla="*/ 9 w 9"/>
                <a:gd name="T29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" h="16">
                  <a:moveTo>
                    <a:pt x="9" y="0"/>
                  </a:moveTo>
                  <a:lnTo>
                    <a:pt x="9" y="0"/>
                  </a:lnTo>
                  <a:lnTo>
                    <a:pt x="3" y="5"/>
                  </a:lnTo>
                  <a:lnTo>
                    <a:pt x="2" y="12"/>
                  </a:lnTo>
                  <a:lnTo>
                    <a:pt x="2" y="12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3" y="14"/>
                  </a:lnTo>
                  <a:lnTo>
                    <a:pt x="9" y="12"/>
                  </a:lnTo>
                  <a:lnTo>
                    <a:pt x="9" y="12"/>
                  </a:lnTo>
                  <a:lnTo>
                    <a:pt x="9" y="3"/>
                  </a:lnTo>
                  <a:lnTo>
                    <a:pt x="9" y="0"/>
                  </a:lnTo>
                  <a:lnTo>
                    <a:pt x="9" y="0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84" name="Freeform 66">
              <a:extLst>
                <a:ext uri="{FF2B5EF4-FFF2-40B4-BE49-F238E27FC236}">
                  <a16:creationId xmlns:a16="http://schemas.microsoft.com/office/drawing/2014/main" id="{16167997-309D-4B13-AE03-5D731490496C}"/>
                </a:ext>
              </a:extLst>
            </p:cNvPr>
            <p:cNvSpPr>
              <a:spLocks/>
            </p:cNvSpPr>
            <p:nvPr/>
          </p:nvSpPr>
          <p:spPr bwMode="auto">
            <a:xfrm>
              <a:off x="9122347" y="2601485"/>
              <a:ext cx="10382" cy="16314"/>
            </a:xfrm>
            <a:custGeom>
              <a:avLst/>
              <a:gdLst>
                <a:gd name="T0" fmla="*/ 3 w 7"/>
                <a:gd name="T1" fmla="*/ 0 h 11"/>
                <a:gd name="T2" fmla="*/ 3 w 7"/>
                <a:gd name="T3" fmla="*/ 0 h 11"/>
                <a:gd name="T4" fmla="*/ 2 w 7"/>
                <a:gd name="T5" fmla="*/ 7 h 11"/>
                <a:gd name="T6" fmla="*/ 0 w 7"/>
                <a:gd name="T7" fmla="*/ 11 h 11"/>
                <a:gd name="T8" fmla="*/ 2 w 7"/>
                <a:gd name="T9" fmla="*/ 11 h 11"/>
                <a:gd name="T10" fmla="*/ 2 w 7"/>
                <a:gd name="T11" fmla="*/ 11 h 11"/>
                <a:gd name="T12" fmla="*/ 2 w 7"/>
                <a:gd name="T13" fmla="*/ 11 h 11"/>
                <a:gd name="T14" fmla="*/ 7 w 7"/>
                <a:gd name="T15" fmla="*/ 1 h 11"/>
                <a:gd name="T16" fmla="*/ 7 w 7"/>
                <a:gd name="T17" fmla="*/ 0 h 11"/>
                <a:gd name="T18" fmla="*/ 3 w 7"/>
                <a:gd name="T19" fmla="*/ 0 h 11"/>
                <a:gd name="T20" fmla="*/ 3 w 7"/>
                <a:gd name="T21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11">
                  <a:moveTo>
                    <a:pt x="3" y="0"/>
                  </a:moveTo>
                  <a:lnTo>
                    <a:pt x="3" y="0"/>
                  </a:lnTo>
                  <a:lnTo>
                    <a:pt x="2" y="7"/>
                  </a:lnTo>
                  <a:lnTo>
                    <a:pt x="0" y="11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7" y="1"/>
                  </a:lnTo>
                  <a:lnTo>
                    <a:pt x="7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85" name="Freeform 67">
              <a:extLst>
                <a:ext uri="{FF2B5EF4-FFF2-40B4-BE49-F238E27FC236}">
                  <a16:creationId xmlns:a16="http://schemas.microsoft.com/office/drawing/2014/main" id="{65D7865E-3F27-4459-AA07-FCCD991EA1A6}"/>
                </a:ext>
              </a:extLst>
            </p:cNvPr>
            <p:cNvSpPr>
              <a:spLocks/>
            </p:cNvSpPr>
            <p:nvPr/>
          </p:nvSpPr>
          <p:spPr bwMode="auto">
            <a:xfrm>
              <a:off x="9046713" y="2651907"/>
              <a:ext cx="7415" cy="25212"/>
            </a:xfrm>
            <a:custGeom>
              <a:avLst/>
              <a:gdLst>
                <a:gd name="T0" fmla="*/ 3 w 5"/>
                <a:gd name="T1" fmla="*/ 0 h 17"/>
                <a:gd name="T2" fmla="*/ 3 w 5"/>
                <a:gd name="T3" fmla="*/ 0 h 17"/>
                <a:gd name="T4" fmla="*/ 2 w 5"/>
                <a:gd name="T5" fmla="*/ 4 h 17"/>
                <a:gd name="T6" fmla="*/ 0 w 5"/>
                <a:gd name="T7" fmla="*/ 11 h 17"/>
                <a:gd name="T8" fmla="*/ 2 w 5"/>
                <a:gd name="T9" fmla="*/ 15 h 17"/>
                <a:gd name="T10" fmla="*/ 2 w 5"/>
                <a:gd name="T11" fmla="*/ 17 h 17"/>
                <a:gd name="T12" fmla="*/ 3 w 5"/>
                <a:gd name="T13" fmla="*/ 15 h 17"/>
                <a:gd name="T14" fmla="*/ 3 w 5"/>
                <a:gd name="T15" fmla="*/ 15 h 17"/>
                <a:gd name="T16" fmla="*/ 5 w 5"/>
                <a:gd name="T17" fmla="*/ 6 h 17"/>
                <a:gd name="T18" fmla="*/ 5 w 5"/>
                <a:gd name="T19" fmla="*/ 2 h 17"/>
                <a:gd name="T20" fmla="*/ 5 w 5"/>
                <a:gd name="T21" fmla="*/ 0 h 17"/>
                <a:gd name="T22" fmla="*/ 3 w 5"/>
                <a:gd name="T23" fmla="*/ 0 h 17"/>
                <a:gd name="T24" fmla="*/ 3 w 5"/>
                <a:gd name="T25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" h="17">
                  <a:moveTo>
                    <a:pt x="3" y="0"/>
                  </a:moveTo>
                  <a:lnTo>
                    <a:pt x="3" y="0"/>
                  </a:lnTo>
                  <a:lnTo>
                    <a:pt x="2" y="4"/>
                  </a:lnTo>
                  <a:lnTo>
                    <a:pt x="0" y="11"/>
                  </a:lnTo>
                  <a:lnTo>
                    <a:pt x="2" y="15"/>
                  </a:lnTo>
                  <a:lnTo>
                    <a:pt x="2" y="17"/>
                  </a:lnTo>
                  <a:lnTo>
                    <a:pt x="3" y="15"/>
                  </a:lnTo>
                  <a:lnTo>
                    <a:pt x="3" y="15"/>
                  </a:lnTo>
                  <a:lnTo>
                    <a:pt x="5" y="6"/>
                  </a:lnTo>
                  <a:lnTo>
                    <a:pt x="5" y="2"/>
                  </a:lnTo>
                  <a:lnTo>
                    <a:pt x="5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86" name="Freeform 68">
              <a:extLst>
                <a:ext uri="{FF2B5EF4-FFF2-40B4-BE49-F238E27FC236}">
                  <a16:creationId xmlns:a16="http://schemas.microsoft.com/office/drawing/2014/main" id="{422BC0DC-7403-4917-A17C-581EA635C78E}"/>
                </a:ext>
              </a:extLst>
            </p:cNvPr>
            <p:cNvSpPr>
              <a:spLocks/>
            </p:cNvSpPr>
            <p:nvPr/>
          </p:nvSpPr>
          <p:spPr bwMode="auto">
            <a:xfrm>
              <a:off x="9217259" y="2468015"/>
              <a:ext cx="14830" cy="13348"/>
            </a:xfrm>
            <a:custGeom>
              <a:avLst/>
              <a:gdLst>
                <a:gd name="T0" fmla="*/ 9 w 10"/>
                <a:gd name="T1" fmla="*/ 0 h 9"/>
                <a:gd name="T2" fmla="*/ 9 w 10"/>
                <a:gd name="T3" fmla="*/ 0 h 9"/>
                <a:gd name="T4" fmla="*/ 0 w 10"/>
                <a:gd name="T5" fmla="*/ 4 h 9"/>
                <a:gd name="T6" fmla="*/ 0 w 10"/>
                <a:gd name="T7" fmla="*/ 9 h 9"/>
                <a:gd name="T8" fmla="*/ 3 w 10"/>
                <a:gd name="T9" fmla="*/ 9 h 9"/>
                <a:gd name="T10" fmla="*/ 3 w 10"/>
                <a:gd name="T11" fmla="*/ 9 h 9"/>
                <a:gd name="T12" fmla="*/ 9 w 10"/>
                <a:gd name="T13" fmla="*/ 4 h 9"/>
                <a:gd name="T14" fmla="*/ 10 w 10"/>
                <a:gd name="T15" fmla="*/ 0 h 9"/>
                <a:gd name="T16" fmla="*/ 10 w 10"/>
                <a:gd name="T17" fmla="*/ 0 h 9"/>
                <a:gd name="T18" fmla="*/ 9 w 10"/>
                <a:gd name="T19" fmla="*/ 0 h 9"/>
                <a:gd name="T20" fmla="*/ 9 w 10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" h="9">
                  <a:moveTo>
                    <a:pt x="9" y="0"/>
                  </a:moveTo>
                  <a:lnTo>
                    <a:pt x="9" y="0"/>
                  </a:lnTo>
                  <a:lnTo>
                    <a:pt x="0" y="4"/>
                  </a:lnTo>
                  <a:lnTo>
                    <a:pt x="0" y="9"/>
                  </a:lnTo>
                  <a:lnTo>
                    <a:pt x="3" y="9"/>
                  </a:lnTo>
                  <a:lnTo>
                    <a:pt x="3" y="9"/>
                  </a:lnTo>
                  <a:lnTo>
                    <a:pt x="9" y="4"/>
                  </a:lnTo>
                  <a:lnTo>
                    <a:pt x="10" y="0"/>
                  </a:lnTo>
                  <a:lnTo>
                    <a:pt x="10" y="0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87" name="Freeform 69">
              <a:extLst>
                <a:ext uri="{FF2B5EF4-FFF2-40B4-BE49-F238E27FC236}">
                  <a16:creationId xmlns:a16="http://schemas.microsoft.com/office/drawing/2014/main" id="{5BFA4BEC-5DFF-4330-8881-0DE26344325E}"/>
                </a:ext>
              </a:extLst>
            </p:cNvPr>
            <p:cNvSpPr>
              <a:spLocks/>
            </p:cNvSpPr>
            <p:nvPr/>
          </p:nvSpPr>
          <p:spPr bwMode="auto">
            <a:xfrm>
              <a:off x="8892480" y="2352340"/>
              <a:ext cx="65252" cy="292152"/>
            </a:xfrm>
            <a:custGeom>
              <a:avLst/>
              <a:gdLst>
                <a:gd name="T0" fmla="*/ 27 w 44"/>
                <a:gd name="T1" fmla="*/ 100 h 197"/>
                <a:gd name="T2" fmla="*/ 27 w 44"/>
                <a:gd name="T3" fmla="*/ 89 h 197"/>
                <a:gd name="T4" fmla="*/ 27 w 44"/>
                <a:gd name="T5" fmla="*/ 62 h 197"/>
                <a:gd name="T6" fmla="*/ 25 w 44"/>
                <a:gd name="T7" fmla="*/ 53 h 197"/>
                <a:gd name="T8" fmla="*/ 27 w 44"/>
                <a:gd name="T9" fmla="*/ 47 h 197"/>
                <a:gd name="T10" fmla="*/ 29 w 44"/>
                <a:gd name="T11" fmla="*/ 42 h 197"/>
                <a:gd name="T12" fmla="*/ 25 w 44"/>
                <a:gd name="T13" fmla="*/ 33 h 197"/>
                <a:gd name="T14" fmla="*/ 20 w 44"/>
                <a:gd name="T15" fmla="*/ 24 h 197"/>
                <a:gd name="T16" fmla="*/ 20 w 44"/>
                <a:gd name="T17" fmla="*/ 20 h 197"/>
                <a:gd name="T18" fmla="*/ 24 w 44"/>
                <a:gd name="T19" fmla="*/ 13 h 197"/>
                <a:gd name="T20" fmla="*/ 25 w 44"/>
                <a:gd name="T21" fmla="*/ 9 h 197"/>
                <a:gd name="T22" fmla="*/ 18 w 44"/>
                <a:gd name="T23" fmla="*/ 0 h 197"/>
                <a:gd name="T24" fmla="*/ 14 w 44"/>
                <a:gd name="T25" fmla="*/ 4 h 197"/>
                <a:gd name="T26" fmla="*/ 9 w 44"/>
                <a:gd name="T27" fmla="*/ 7 h 197"/>
                <a:gd name="T28" fmla="*/ 14 w 44"/>
                <a:gd name="T29" fmla="*/ 20 h 197"/>
                <a:gd name="T30" fmla="*/ 14 w 44"/>
                <a:gd name="T31" fmla="*/ 27 h 197"/>
                <a:gd name="T32" fmla="*/ 5 w 44"/>
                <a:gd name="T33" fmla="*/ 35 h 197"/>
                <a:gd name="T34" fmla="*/ 2 w 44"/>
                <a:gd name="T35" fmla="*/ 38 h 197"/>
                <a:gd name="T36" fmla="*/ 2 w 44"/>
                <a:gd name="T37" fmla="*/ 58 h 197"/>
                <a:gd name="T38" fmla="*/ 5 w 44"/>
                <a:gd name="T39" fmla="*/ 73 h 197"/>
                <a:gd name="T40" fmla="*/ 5 w 44"/>
                <a:gd name="T41" fmla="*/ 100 h 197"/>
                <a:gd name="T42" fmla="*/ 2 w 44"/>
                <a:gd name="T43" fmla="*/ 124 h 197"/>
                <a:gd name="T44" fmla="*/ 5 w 44"/>
                <a:gd name="T45" fmla="*/ 128 h 197"/>
                <a:gd name="T46" fmla="*/ 5 w 44"/>
                <a:gd name="T47" fmla="*/ 135 h 197"/>
                <a:gd name="T48" fmla="*/ 2 w 44"/>
                <a:gd name="T49" fmla="*/ 138 h 197"/>
                <a:gd name="T50" fmla="*/ 7 w 44"/>
                <a:gd name="T51" fmla="*/ 149 h 197"/>
                <a:gd name="T52" fmla="*/ 5 w 44"/>
                <a:gd name="T53" fmla="*/ 171 h 197"/>
                <a:gd name="T54" fmla="*/ 0 w 44"/>
                <a:gd name="T55" fmla="*/ 195 h 197"/>
                <a:gd name="T56" fmla="*/ 9 w 44"/>
                <a:gd name="T57" fmla="*/ 182 h 197"/>
                <a:gd name="T58" fmla="*/ 20 w 44"/>
                <a:gd name="T59" fmla="*/ 189 h 197"/>
                <a:gd name="T60" fmla="*/ 22 w 44"/>
                <a:gd name="T61" fmla="*/ 195 h 197"/>
                <a:gd name="T62" fmla="*/ 25 w 44"/>
                <a:gd name="T63" fmla="*/ 197 h 197"/>
                <a:gd name="T64" fmla="*/ 25 w 44"/>
                <a:gd name="T65" fmla="*/ 186 h 197"/>
                <a:gd name="T66" fmla="*/ 18 w 44"/>
                <a:gd name="T67" fmla="*/ 175 h 197"/>
                <a:gd name="T68" fmla="*/ 13 w 44"/>
                <a:gd name="T69" fmla="*/ 164 h 197"/>
                <a:gd name="T70" fmla="*/ 13 w 44"/>
                <a:gd name="T71" fmla="*/ 151 h 197"/>
                <a:gd name="T72" fmla="*/ 20 w 44"/>
                <a:gd name="T73" fmla="*/ 120 h 197"/>
                <a:gd name="T74" fmla="*/ 22 w 44"/>
                <a:gd name="T75" fmla="*/ 118 h 197"/>
                <a:gd name="T76" fmla="*/ 22 w 44"/>
                <a:gd name="T77" fmla="*/ 115 h 197"/>
                <a:gd name="T78" fmla="*/ 29 w 44"/>
                <a:gd name="T79" fmla="*/ 115 h 197"/>
                <a:gd name="T80" fmla="*/ 35 w 44"/>
                <a:gd name="T81" fmla="*/ 115 h 197"/>
                <a:gd name="T82" fmla="*/ 44 w 44"/>
                <a:gd name="T83" fmla="*/ 124 h 197"/>
                <a:gd name="T84" fmla="*/ 35 w 44"/>
                <a:gd name="T85" fmla="*/ 104 h 197"/>
                <a:gd name="T86" fmla="*/ 29 w 44"/>
                <a:gd name="T87" fmla="*/ 100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4" h="197">
                  <a:moveTo>
                    <a:pt x="29" y="100"/>
                  </a:moveTo>
                  <a:lnTo>
                    <a:pt x="27" y="100"/>
                  </a:lnTo>
                  <a:lnTo>
                    <a:pt x="27" y="100"/>
                  </a:lnTo>
                  <a:lnTo>
                    <a:pt x="27" y="89"/>
                  </a:lnTo>
                  <a:lnTo>
                    <a:pt x="27" y="75"/>
                  </a:lnTo>
                  <a:lnTo>
                    <a:pt x="27" y="62"/>
                  </a:lnTo>
                  <a:lnTo>
                    <a:pt x="25" y="56"/>
                  </a:lnTo>
                  <a:lnTo>
                    <a:pt x="25" y="53"/>
                  </a:lnTo>
                  <a:lnTo>
                    <a:pt x="25" y="53"/>
                  </a:lnTo>
                  <a:lnTo>
                    <a:pt x="27" y="47"/>
                  </a:lnTo>
                  <a:lnTo>
                    <a:pt x="29" y="46"/>
                  </a:lnTo>
                  <a:lnTo>
                    <a:pt x="29" y="42"/>
                  </a:lnTo>
                  <a:lnTo>
                    <a:pt x="29" y="42"/>
                  </a:lnTo>
                  <a:lnTo>
                    <a:pt x="25" y="33"/>
                  </a:lnTo>
                  <a:lnTo>
                    <a:pt x="22" y="27"/>
                  </a:lnTo>
                  <a:lnTo>
                    <a:pt x="20" y="24"/>
                  </a:lnTo>
                  <a:lnTo>
                    <a:pt x="20" y="24"/>
                  </a:lnTo>
                  <a:lnTo>
                    <a:pt x="20" y="20"/>
                  </a:lnTo>
                  <a:lnTo>
                    <a:pt x="22" y="16"/>
                  </a:lnTo>
                  <a:lnTo>
                    <a:pt x="24" y="13"/>
                  </a:lnTo>
                  <a:lnTo>
                    <a:pt x="25" y="9"/>
                  </a:lnTo>
                  <a:lnTo>
                    <a:pt x="25" y="9"/>
                  </a:lnTo>
                  <a:lnTo>
                    <a:pt x="22" y="4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4" y="4"/>
                  </a:lnTo>
                  <a:lnTo>
                    <a:pt x="9" y="7"/>
                  </a:lnTo>
                  <a:lnTo>
                    <a:pt x="9" y="7"/>
                  </a:lnTo>
                  <a:lnTo>
                    <a:pt x="14" y="16"/>
                  </a:lnTo>
                  <a:lnTo>
                    <a:pt x="14" y="20"/>
                  </a:lnTo>
                  <a:lnTo>
                    <a:pt x="14" y="27"/>
                  </a:lnTo>
                  <a:lnTo>
                    <a:pt x="14" y="27"/>
                  </a:lnTo>
                  <a:lnTo>
                    <a:pt x="9" y="31"/>
                  </a:lnTo>
                  <a:lnTo>
                    <a:pt x="5" y="35"/>
                  </a:lnTo>
                  <a:lnTo>
                    <a:pt x="2" y="38"/>
                  </a:lnTo>
                  <a:lnTo>
                    <a:pt x="2" y="38"/>
                  </a:lnTo>
                  <a:lnTo>
                    <a:pt x="0" y="49"/>
                  </a:lnTo>
                  <a:lnTo>
                    <a:pt x="2" y="58"/>
                  </a:lnTo>
                  <a:lnTo>
                    <a:pt x="5" y="73"/>
                  </a:lnTo>
                  <a:lnTo>
                    <a:pt x="5" y="73"/>
                  </a:lnTo>
                  <a:lnTo>
                    <a:pt x="5" y="86"/>
                  </a:lnTo>
                  <a:lnTo>
                    <a:pt x="5" y="100"/>
                  </a:lnTo>
                  <a:lnTo>
                    <a:pt x="2" y="124"/>
                  </a:lnTo>
                  <a:lnTo>
                    <a:pt x="2" y="124"/>
                  </a:lnTo>
                  <a:lnTo>
                    <a:pt x="5" y="124"/>
                  </a:lnTo>
                  <a:lnTo>
                    <a:pt x="5" y="128"/>
                  </a:lnTo>
                  <a:lnTo>
                    <a:pt x="5" y="135"/>
                  </a:lnTo>
                  <a:lnTo>
                    <a:pt x="5" y="135"/>
                  </a:lnTo>
                  <a:lnTo>
                    <a:pt x="4" y="135"/>
                  </a:lnTo>
                  <a:lnTo>
                    <a:pt x="2" y="138"/>
                  </a:lnTo>
                  <a:lnTo>
                    <a:pt x="7" y="149"/>
                  </a:lnTo>
                  <a:lnTo>
                    <a:pt x="7" y="149"/>
                  </a:lnTo>
                  <a:lnTo>
                    <a:pt x="7" y="159"/>
                  </a:lnTo>
                  <a:lnTo>
                    <a:pt x="5" y="171"/>
                  </a:lnTo>
                  <a:lnTo>
                    <a:pt x="0" y="195"/>
                  </a:lnTo>
                  <a:lnTo>
                    <a:pt x="0" y="195"/>
                  </a:lnTo>
                  <a:lnTo>
                    <a:pt x="5" y="186"/>
                  </a:lnTo>
                  <a:lnTo>
                    <a:pt x="9" y="182"/>
                  </a:lnTo>
                  <a:lnTo>
                    <a:pt x="13" y="184"/>
                  </a:lnTo>
                  <a:lnTo>
                    <a:pt x="20" y="189"/>
                  </a:lnTo>
                  <a:lnTo>
                    <a:pt x="20" y="189"/>
                  </a:lnTo>
                  <a:lnTo>
                    <a:pt x="22" y="195"/>
                  </a:lnTo>
                  <a:lnTo>
                    <a:pt x="25" y="197"/>
                  </a:lnTo>
                  <a:lnTo>
                    <a:pt x="25" y="197"/>
                  </a:lnTo>
                  <a:lnTo>
                    <a:pt x="25" y="191"/>
                  </a:lnTo>
                  <a:lnTo>
                    <a:pt x="25" y="186"/>
                  </a:lnTo>
                  <a:lnTo>
                    <a:pt x="25" y="186"/>
                  </a:lnTo>
                  <a:lnTo>
                    <a:pt x="18" y="175"/>
                  </a:lnTo>
                  <a:lnTo>
                    <a:pt x="14" y="169"/>
                  </a:lnTo>
                  <a:lnTo>
                    <a:pt x="13" y="164"/>
                  </a:lnTo>
                  <a:lnTo>
                    <a:pt x="13" y="164"/>
                  </a:lnTo>
                  <a:lnTo>
                    <a:pt x="13" y="151"/>
                  </a:lnTo>
                  <a:lnTo>
                    <a:pt x="14" y="142"/>
                  </a:lnTo>
                  <a:lnTo>
                    <a:pt x="20" y="120"/>
                  </a:lnTo>
                  <a:lnTo>
                    <a:pt x="20" y="120"/>
                  </a:lnTo>
                  <a:lnTo>
                    <a:pt x="22" y="118"/>
                  </a:lnTo>
                  <a:lnTo>
                    <a:pt x="22" y="118"/>
                  </a:lnTo>
                  <a:lnTo>
                    <a:pt x="22" y="115"/>
                  </a:lnTo>
                  <a:lnTo>
                    <a:pt x="22" y="115"/>
                  </a:lnTo>
                  <a:lnTo>
                    <a:pt x="29" y="115"/>
                  </a:lnTo>
                  <a:lnTo>
                    <a:pt x="35" y="115"/>
                  </a:lnTo>
                  <a:lnTo>
                    <a:pt x="35" y="115"/>
                  </a:lnTo>
                  <a:lnTo>
                    <a:pt x="44" y="124"/>
                  </a:lnTo>
                  <a:lnTo>
                    <a:pt x="44" y="124"/>
                  </a:lnTo>
                  <a:lnTo>
                    <a:pt x="38" y="111"/>
                  </a:lnTo>
                  <a:lnTo>
                    <a:pt x="35" y="104"/>
                  </a:lnTo>
                  <a:lnTo>
                    <a:pt x="29" y="100"/>
                  </a:lnTo>
                  <a:lnTo>
                    <a:pt x="29" y="10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88" name="Freeform 70">
              <a:extLst>
                <a:ext uri="{FF2B5EF4-FFF2-40B4-BE49-F238E27FC236}">
                  <a16:creationId xmlns:a16="http://schemas.microsoft.com/office/drawing/2014/main" id="{9E83440B-796A-4497-9DF3-E772D4CD9D19}"/>
                </a:ext>
              </a:extLst>
            </p:cNvPr>
            <p:cNvSpPr>
              <a:spLocks/>
            </p:cNvSpPr>
            <p:nvPr/>
          </p:nvSpPr>
          <p:spPr bwMode="auto">
            <a:xfrm>
              <a:off x="9014087" y="2665254"/>
              <a:ext cx="26694" cy="28178"/>
            </a:xfrm>
            <a:custGeom>
              <a:avLst/>
              <a:gdLst>
                <a:gd name="T0" fmla="*/ 16 w 18"/>
                <a:gd name="T1" fmla="*/ 4 h 19"/>
                <a:gd name="T2" fmla="*/ 16 w 18"/>
                <a:gd name="T3" fmla="*/ 4 h 19"/>
                <a:gd name="T4" fmla="*/ 14 w 18"/>
                <a:gd name="T5" fmla="*/ 2 h 19"/>
                <a:gd name="T6" fmla="*/ 16 w 18"/>
                <a:gd name="T7" fmla="*/ 0 h 19"/>
                <a:gd name="T8" fmla="*/ 16 w 18"/>
                <a:gd name="T9" fmla="*/ 0 h 19"/>
                <a:gd name="T10" fmla="*/ 13 w 18"/>
                <a:gd name="T11" fmla="*/ 2 h 19"/>
                <a:gd name="T12" fmla="*/ 5 w 18"/>
                <a:gd name="T13" fmla="*/ 11 h 19"/>
                <a:gd name="T14" fmla="*/ 5 w 18"/>
                <a:gd name="T15" fmla="*/ 11 h 19"/>
                <a:gd name="T16" fmla="*/ 2 w 18"/>
                <a:gd name="T17" fmla="*/ 13 h 19"/>
                <a:gd name="T18" fmla="*/ 2 w 18"/>
                <a:gd name="T19" fmla="*/ 13 h 19"/>
                <a:gd name="T20" fmla="*/ 0 w 18"/>
                <a:gd name="T21" fmla="*/ 17 h 19"/>
                <a:gd name="T22" fmla="*/ 0 w 18"/>
                <a:gd name="T23" fmla="*/ 19 h 19"/>
                <a:gd name="T24" fmla="*/ 4 w 18"/>
                <a:gd name="T25" fmla="*/ 19 h 19"/>
                <a:gd name="T26" fmla="*/ 4 w 18"/>
                <a:gd name="T27" fmla="*/ 19 h 19"/>
                <a:gd name="T28" fmla="*/ 18 w 18"/>
                <a:gd name="T29" fmla="*/ 9 h 19"/>
                <a:gd name="T30" fmla="*/ 18 w 18"/>
                <a:gd name="T31" fmla="*/ 9 h 19"/>
                <a:gd name="T32" fmla="*/ 18 w 18"/>
                <a:gd name="T33" fmla="*/ 4 h 19"/>
                <a:gd name="T34" fmla="*/ 18 w 18"/>
                <a:gd name="T35" fmla="*/ 4 h 19"/>
                <a:gd name="T36" fmla="*/ 16 w 18"/>
                <a:gd name="T37" fmla="*/ 4 h 19"/>
                <a:gd name="T38" fmla="*/ 16 w 18"/>
                <a:gd name="T39" fmla="*/ 4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8" h="19">
                  <a:moveTo>
                    <a:pt x="16" y="4"/>
                  </a:moveTo>
                  <a:lnTo>
                    <a:pt x="16" y="4"/>
                  </a:lnTo>
                  <a:lnTo>
                    <a:pt x="14" y="2"/>
                  </a:lnTo>
                  <a:lnTo>
                    <a:pt x="16" y="0"/>
                  </a:lnTo>
                  <a:lnTo>
                    <a:pt x="16" y="0"/>
                  </a:lnTo>
                  <a:lnTo>
                    <a:pt x="13" y="2"/>
                  </a:lnTo>
                  <a:lnTo>
                    <a:pt x="5" y="11"/>
                  </a:lnTo>
                  <a:lnTo>
                    <a:pt x="5" y="11"/>
                  </a:lnTo>
                  <a:lnTo>
                    <a:pt x="2" y="13"/>
                  </a:lnTo>
                  <a:lnTo>
                    <a:pt x="2" y="13"/>
                  </a:lnTo>
                  <a:lnTo>
                    <a:pt x="0" y="17"/>
                  </a:lnTo>
                  <a:lnTo>
                    <a:pt x="0" y="19"/>
                  </a:lnTo>
                  <a:lnTo>
                    <a:pt x="4" y="19"/>
                  </a:lnTo>
                  <a:lnTo>
                    <a:pt x="4" y="19"/>
                  </a:lnTo>
                  <a:lnTo>
                    <a:pt x="18" y="9"/>
                  </a:lnTo>
                  <a:lnTo>
                    <a:pt x="18" y="9"/>
                  </a:lnTo>
                  <a:lnTo>
                    <a:pt x="18" y="4"/>
                  </a:lnTo>
                  <a:lnTo>
                    <a:pt x="18" y="4"/>
                  </a:lnTo>
                  <a:lnTo>
                    <a:pt x="16" y="4"/>
                  </a:lnTo>
                  <a:lnTo>
                    <a:pt x="16" y="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89" name="Freeform 71">
              <a:extLst>
                <a:ext uri="{FF2B5EF4-FFF2-40B4-BE49-F238E27FC236}">
                  <a16:creationId xmlns:a16="http://schemas.microsoft.com/office/drawing/2014/main" id="{85DD4A6A-3DB3-4300-AE3B-56F38B988F02}"/>
                </a:ext>
              </a:extLst>
            </p:cNvPr>
            <p:cNvSpPr>
              <a:spLocks/>
            </p:cNvSpPr>
            <p:nvPr/>
          </p:nvSpPr>
          <p:spPr bwMode="auto">
            <a:xfrm>
              <a:off x="9402634" y="2152134"/>
              <a:ext cx="19280" cy="29660"/>
            </a:xfrm>
            <a:custGeom>
              <a:avLst/>
              <a:gdLst>
                <a:gd name="T0" fmla="*/ 8 w 13"/>
                <a:gd name="T1" fmla="*/ 0 h 20"/>
                <a:gd name="T2" fmla="*/ 8 w 13"/>
                <a:gd name="T3" fmla="*/ 0 h 20"/>
                <a:gd name="T4" fmla="*/ 4 w 13"/>
                <a:gd name="T5" fmla="*/ 4 h 20"/>
                <a:gd name="T6" fmla="*/ 0 w 13"/>
                <a:gd name="T7" fmla="*/ 8 h 20"/>
                <a:gd name="T8" fmla="*/ 0 w 13"/>
                <a:gd name="T9" fmla="*/ 8 h 20"/>
                <a:gd name="T10" fmla="*/ 0 w 13"/>
                <a:gd name="T11" fmla="*/ 13 h 20"/>
                <a:gd name="T12" fmla="*/ 2 w 13"/>
                <a:gd name="T13" fmla="*/ 17 h 20"/>
                <a:gd name="T14" fmla="*/ 0 w 13"/>
                <a:gd name="T15" fmla="*/ 20 h 20"/>
                <a:gd name="T16" fmla="*/ 0 w 13"/>
                <a:gd name="T17" fmla="*/ 20 h 20"/>
                <a:gd name="T18" fmla="*/ 4 w 13"/>
                <a:gd name="T19" fmla="*/ 18 h 20"/>
                <a:gd name="T20" fmla="*/ 9 w 13"/>
                <a:gd name="T21" fmla="*/ 15 h 20"/>
                <a:gd name="T22" fmla="*/ 13 w 13"/>
                <a:gd name="T23" fmla="*/ 11 h 20"/>
                <a:gd name="T24" fmla="*/ 13 w 13"/>
                <a:gd name="T25" fmla="*/ 8 h 20"/>
                <a:gd name="T26" fmla="*/ 13 w 13"/>
                <a:gd name="T27" fmla="*/ 4 h 20"/>
                <a:gd name="T28" fmla="*/ 8 w 13"/>
                <a:gd name="T29" fmla="*/ 0 h 20"/>
                <a:gd name="T30" fmla="*/ 8 w 13"/>
                <a:gd name="T31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" h="20">
                  <a:moveTo>
                    <a:pt x="8" y="0"/>
                  </a:moveTo>
                  <a:lnTo>
                    <a:pt x="8" y="0"/>
                  </a:lnTo>
                  <a:lnTo>
                    <a:pt x="4" y="4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13"/>
                  </a:lnTo>
                  <a:lnTo>
                    <a:pt x="2" y="17"/>
                  </a:lnTo>
                  <a:lnTo>
                    <a:pt x="0" y="20"/>
                  </a:lnTo>
                  <a:lnTo>
                    <a:pt x="0" y="20"/>
                  </a:lnTo>
                  <a:lnTo>
                    <a:pt x="4" y="18"/>
                  </a:lnTo>
                  <a:lnTo>
                    <a:pt x="9" y="15"/>
                  </a:lnTo>
                  <a:lnTo>
                    <a:pt x="13" y="11"/>
                  </a:lnTo>
                  <a:lnTo>
                    <a:pt x="13" y="8"/>
                  </a:lnTo>
                  <a:lnTo>
                    <a:pt x="13" y="4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90" name="Freeform 72">
              <a:extLst>
                <a:ext uri="{FF2B5EF4-FFF2-40B4-BE49-F238E27FC236}">
                  <a16:creationId xmlns:a16="http://schemas.microsoft.com/office/drawing/2014/main" id="{BF725871-CD9F-4E4B-93B3-2CB193C2F3DC}"/>
                </a:ext>
              </a:extLst>
            </p:cNvPr>
            <p:cNvSpPr>
              <a:spLocks/>
            </p:cNvSpPr>
            <p:nvPr/>
          </p:nvSpPr>
          <p:spPr bwMode="auto">
            <a:xfrm>
              <a:off x="8984427" y="2694914"/>
              <a:ext cx="19280" cy="28178"/>
            </a:xfrm>
            <a:custGeom>
              <a:avLst/>
              <a:gdLst>
                <a:gd name="T0" fmla="*/ 9 w 13"/>
                <a:gd name="T1" fmla="*/ 0 h 19"/>
                <a:gd name="T2" fmla="*/ 9 w 13"/>
                <a:gd name="T3" fmla="*/ 0 h 19"/>
                <a:gd name="T4" fmla="*/ 2 w 13"/>
                <a:gd name="T5" fmla="*/ 11 h 19"/>
                <a:gd name="T6" fmla="*/ 0 w 13"/>
                <a:gd name="T7" fmla="*/ 19 h 19"/>
                <a:gd name="T8" fmla="*/ 0 w 13"/>
                <a:gd name="T9" fmla="*/ 19 h 19"/>
                <a:gd name="T10" fmla="*/ 2 w 13"/>
                <a:gd name="T11" fmla="*/ 19 h 19"/>
                <a:gd name="T12" fmla="*/ 2 w 13"/>
                <a:gd name="T13" fmla="*/ 19 h 19"/>
                <a:gd name="T14" fmla="*/ 9 w 13"/>
                <a:gd name="T15" fmla="*/ 9 h 19"/>
                <a:gd name="T16" fmla="*/ 11 w 13"/>
                <a:gd name="T17" fmla="*/ 4 h 19"/>
                <a:gd name="T18" fmla="*/ 13 w 13"/>
                <a:gd name="T19" fmla="*/ 4 h 19"/>
                <a:gd name="T20" fmla="*/ 11 w 13"/>
                <a:gd name="T21" fmla="*/ 4 h 19"/>
                <a:gd name="T22" fmla="*/ 11 w 13"/>
                <a:gd name="T23" fmla="*/ 4 h 19"/>
                <a:gd name="T24" fmla="*/ 11 w 13"/>
                <a:gd name="T25" fmla="*/ 0 h 19"/>
                <a:gd name="T26" fmla="*/ 11 w 13"/>
                <a:gd name="T27" fmla="*/ 0 h 19"/>
                <a:gd name="T28" fmla="*/ 9 w 13"/>
                <a:gd name="T29" fmla="*/ 0 h 19"/>
                <a:gd name="T30" fmla="*/ 9 w 13"/>
                <a:gd name="T31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" h="19">
                  <a:moveTo>
                    <a:pt x="9" y="0"/>
                  </a:moveTo>
                  <a:lnTo>
                    <a:pt x="9" y="0"/>
                  </a:lnTo>
                  <a:lnTo>
                    <a:pt x="2" y="11"/>
                  </a:lnTo>
                  <a:lnTo>
                    <a:pt x="0" y="19"/>
                  </a:lnTo>
                  <a:lnTo>
                    <a:pt x="0" y="19"/>
                  </a:lnTo>
                  <a:lnTo>
                    <a:pt x="2" y="19"/>
                  </a:lnTo>
                  <a:lnTo>
                    <a:pt x="2" y="19"/>
                  </a:lnTo>
                  <a:lnTo>
                    <a:pt x="9" y="9"/>
                  </a:lnTo>
                  <a:lnTo>
                    <a:pt x="11" y="4"/>
                  </a:lnTo>
                  <a:lnTo>
                    <a:pt x="13" y="4"/>
                  </a:lnTo>
                  <a:lnTo>
                    <a:pt x="11" y="4"/>
                  </a:lnTo>
                  <a:lnTo>
                    <a:pt x="11" y="4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91" name="Freeform 73">
              <a:extLst>
                <a:ext uri="{FF2B5EF4-FFF2-40B4-BE49-F238E27FC236}">
                  <a16:creationId xmlns:a16="http://schemas.microsoft.com/office/drawing/2014/main" id="{E8D3F901-CF9A-49C7-A0D0-6F19F3A701FB}"/>
                </a:ext>
              </a:extLst>
            </p:cNvPr>
            <p:cNvSpPr>
              <a:spLocks/>
            </p:cNvSpPr>
            <p:nvPr/>
          </p:nvSpPr>
          <p:spPr bwMode="auto">
            <a:xfrm>
              <a:off x="8787188" y="2322680"/>
              <a:ext cx="20762" cy="19280"/>
            </a:xfrm>
            <a:custGeom>
              <a:avLst/>
              <a:gdLst>
                <a:gd name="T0" fmla="*/ 11 w 14"/>
                <a:gd name="T1" fmla="*/ 13 h 13"/>
                <a:gd name="T2" fmla="*/ 11 w 14"/>
                <a:gd name="T3" fmla="*/ 13 h 13"/>
                <a:gd name="T4" fmla="*/ 13 w 14"/>
                <a:gd name="T5" fmla="*/ 9 h 13"/>
                <a:gd name="T6" fmla="*/ 14 w 14"/>
                <a:gd name="T7" fmla="*/ 5 h 13"/>
                <a:gd name="T8" fmla="*/ 14 w 14"/>
                <a:gd name="T9" fmla="*/ 5 h 13"/>
                <a:gd name="T10" fmla="*/ 5 w 14"/>
                <a:gd name="T11" fmla="*/ 0 h 13"/>
                <a:gd name="T12" fmla="*/ 5 w 14"/>
                <a:gd name="T13" fmla="*/ 0 h 13"/>
                <a:gd name="T14" fmla="*/ 5 w 14"/>
                <a:gd name="T15" fmla="*/ 0 h 13"/>
                <a:gd name="T16" fmla="*/ 3 w 14"/>
                <a:gd name="T17" fmla="*/ 2 h 13"/>
                <a:gd name="T18" fmla="*/ 0 w 14"/>
                <a:gd name="T19" fmla="*/ 5 h 13"/>
                <a:gd name="T20" fmla="*/ 0 w 14"/>
                <a:gd name="T21" fmla="*/ 5 h 13"/>
                <a:gd name="T22" fmla="*/ 0 w 14"/>
                <a:gd name="T23" fmla="*/ 9 h 13"/>
                <a:gd name="T24" fmla="*/ 2 w 14"/>
                <a:gd name="T25" fmla="*/ 11 h 13"/>
                <a:gd name="T26" fmla="*/ 3 w 14"/>
                <a:gd name="T27" fmla="*/ 9 h 13"/>
                <a:gd name="T28" fmla="*/ 3 w 14"/>
                <a:gd name="T29" fmla="*/ 13 h 13"/>
                <a:gd name="T30" fmla="*/ 3 w 14"/>
                <a:gd name="T31" fmla="*/ 13 h 13"/>
                <a:gd name="T32" fmla="*/ 5 w 14"/>
                <a:gd name="T33" fmla="*/ 13 h 13"/>
                <a:gd name="T34" fmla="*/ 11 w 14"/>
                <a:gd name="T35" fmla="*/ 13 h 13"/>
                <a:gd name="T36" fmla="*/ 11 w 14"/>
                <a:gd name="T37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" h="13">
                  <a:moveTo>
                    <a:pt x="11" y="13"/>
                  </a:moveTo>
                  <a:lnTo>
                    <a:pt x="11" y="13"/>
                  </a:lnTo>
                  <a:lnTo>
                    <a:pt x="13" y="9"/>
                  </a:lnTo>
                  <a:lnTo>
                    <a:pt x="14" y="5"/>
                  </a:lnTo>
                  <a:lnTo>
                    <a:pt x="14" y="5"/>
                  </a:lnTo>
                  <a:lnTo>
                    <a:pt x="5" y="0"/>
                  </a:lnTo>
                  <a:lnTo>
                    <a:pt x="5" y="0"/>
                  </a:lnTo>
                  <a:lnTo>
                    <a:pt x="5" y="0"/>
                  </a:lnTo>
                  <a:lnTo>
                    <a:pt x="3" y="2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9"/>
                  </a:lnTo>
                  <a:lnTo>
                    <a:pt x="2" y="11"/>
                  </a:lnTo>
                  <a:lnTo>
                    <a:pt x="3" y="9"/>
                  </a:lnTo>
                  <a:lnTo>
                    <a:pt x="3" y="13"/>
                  </a:lnTo>
                  <a:lnTo>
                    <a:pt x="3" y="13"/>
                  </a:lnTo>
                  <a:lnTo>
                    <a:pt x="5" y="13"/>
                  </a:lnTo>
                  <a:lnTo>
                    <a:pt x="11" y="13"/>
                  </a:lnTo>
                  <a:lnTo>
                    <a:pt x="11" y="1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92" name="Freeform 74">
              <a:extLst>
                <a:ext uri="{FF2B5EF4-FFF2-40B4-BE49-F238E27FC236}">
                  <a16:creationId xmlns:a16="http://schemas.microsoft.com/office/drawing/2014/main" id="{5F2B4197-EC5E-4BF4-A9C0-AF744BB38258}"/>
                </a:ext>
              </a:extLst>
            </p:cNvPr>
            <p:cNvSpPr>
              <a:spLocks/>
            </p:cNvSpPr>
            <p:nvPr/>
          </p:nvSpPr>
          <p:spPr bwMode="auto">
            <a:xfrm>
              <a:off x="8198434" y="1509994"/>
              <a:ext cx="16314" cy="20762"/>
            </a:xfrm>
            <a:custGeom>
              <a:avLst/>
              <a:gdLst>
                <a:gd name="T0" fmla="*/ 5 w 11"/>
                <a:gd name="T1" fmla="*/ 12 h 14"/>
                <a:gd name="T2" fmla="*/ 5 w 11"/>
                <a:gd name="T3" fmla="*/ 12 h 14"/>
                <a:gd name="T4" fmla="*/ 9 w 11"/>
                <a:gd name="T5" fmla="*/ 5 h 14"/>
                <a:gd name="T6" fmla="*/ 11 w 11"/>
                <a:gd name="T7" fmla="*/ 1 h 14"/>
                <a:gd name="T8" fmla="*/ 11 w 11"/>
                <a:gd name="T9" fmla="*/ 0 h 14"/>
                <a:gd name="T10" fmla="*/ 9 w 11"/>
                <a:gd name="T11" fmla="*/ 0 h 14"/>
                <a:gd name="T12" fmla="*/ 9 w 11"/>
                <a:gd name="T13" fmla="*/ 0 h 14"/>
                <a:gd name="T14" fmla="*/ 3 w 11"/>
                <a:gd name="T15" fmla="*/ 3 h 14"/>
                <a:gd name="T16" fmla="*/ 0 w 11"/>
                <a:gd name="T17" fmla="*/ 11 h 14"/>
                <a:gd name="T18" fmla="*/ 0 w 11"/>
                <a:gd name="T19" fmla="*/ 12 h 14"/>
                <a:gd name="T20" fmla="*/ 0 w 11"/>
                <a:gd name="T21" fmla="*/ 14 h 14"/>
                <a:gd name="T22" fmla="*/ 1 w 11"/>
                <a:gd name="T23" fmla="*/ 14 h 14"/>
                <a:gd name="T24" fmla="*/ 5 w 11"/>
                <a:gd name="T25" fmla="*/ 12 h 14"/>
                <a:gd name="T26" fmla="*/ 5 w 11"/>
                <a:gd name="T27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" h="14">
                  <a:moveTo>
                    <a:pt x="5" y="12"/>
                  </a:moveTo>
                  <a:lnTo>
                    <a:pt x="5" y="12"/>
                  </a:lnTo>
                  <a:lnTo>
                    <a:pt x="9" y="5"/>
                  </a:lnTo>
                  <a:lnTo>
                    <a:pt x="11" y="1"/>
                  </a:lnTo>
                  <a:lnTo>
                    <a:pt x="11" y="0"/>
                  </a:lnTo>
                  <a:lnTo>
                    <a:pt x="9" y="0"/>
                  </a:lnTo>
                  <a:lnTo>
                    <a:pt x="9" y="0"/>
                  </a:lnTo>
                  <a:lnTo>
                    <a:pt x="3" y="3"/>
                  </a:lnTo>
                  <a:lnTo>
                    <a:pt x="0" y="11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1" y="14"/>
                  </a:lnTo>
                  <a:lnTo>
                    <a:pt x="5" y="12"/>
                  </a:lnTo>
                  <a:lnTo>
                    <a:pt x="5" y="1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93" name="Freeform 75">
              <a:extLst>
                <a:ext uri="{FF2B5EF4-FFF2-40B4-BE49-F238E27FC236}">
                  <a16:creationId xmlns:a16="http://schemas.microsoft.com/office/drawing/2014/main" id="{0E02004B-409D-4FAC-B9AC-8800B44C080D}"/>
                </a:ext>
              </a:extLst>
            </p:cNvPr>
            <p:cNvSpPr>
              <a:spLocks/>
            </p:cNvSpPr>
            <p:nvPr/>
          </p:nvSpPr>
          <p:spPr bwMode="auto">
            <a:xfrm>
              <a:off x="8462409" y="1569314"/>
              <a:ext cx="5932" cy="7415"/>
            </a:xfrm>
            <a:custGeom>
              <a:avLst/>
              <a:gdLst>
                <a:gd name="T0" fmla="*/ 2 w 4"/>
                <a:gd name="T1" fmla="*/ 0 h 5"/>
                <a:gd name="T2" fmla="*/ 2 w 4"/>
                <a:gd name="T3" fmla="*/ 0 h 5"/>
                <a:gd name="T4" fmla="*/ 0 w 4"/>
                <a:gd name="T5" fmla="*/ 0 h 5"/>
                <a:gd name="T6" fmla="*/ 0 w 4"/>
                <a:gd name="T7" fmla="*/ 2 h 5"/>
                <a:gd name="T8" fmla="*/ 0 w 4"/>
                <a:gd name="T9" fmla="*/ 3 h 5"/>
                <a:gd name="T10" fmla="*/ 4 w 4"/>
                <a:gd name="T11" fmla="*/ 5 h 5"/>
                <a:gd name="T12" fmla="*/ 4 w 4"/>
                <a:gd name="T13" fmla="*/ 5 h 5"/>
                <a:gd name="T14" fmla="*/ 4 w 4"/>
                <a:gd name="T15" fmla="*/ 0 h 5"/>
                <a:gd name="T16" fmla="*/ 4 w 4"/>
                <a:gd name="T17" fmla="*/ 0 h 5"/>
                <a:gd name="T18" fmla="*/ 2 w 4"/>
                <a:gd name="T19" fmla="*/ 0 h 5"/>
                <a:gd name="T20" fmla="*/ 2 w 4"/>
                <a:gd name="T2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" h="5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0" y="3"/>
                  </a:lnTo>
                  <a:lnTo>
                    <a:pt x="4" y="5"/>
                  </a:lnTo>
                  <a:lnTo>
                    <a:pt x="4" y="5"/>
                  </a:lnTo>
                  <a:lnTo>
                    <a:pt x="4" y="0"/>
                  </a:lnTo>
                  <a:lnTo>
                    <a:pt x="4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94" name="Freeform 76">
              <a:extLst>
                <a:ext uri="{FF2B5EF4-FFF2-40B4-BE49-F238E27FC236}">
                  <a16:creationId xmlns:a16="http://schemas.microsoft.com/office/drawing/2014/main" id="{5653D134-9452-45F1-B3EA-28AB44D8D580}"/>
                </a:ext>
              </a:extLst>
            </p:cNvPr>
            <p:cNvSpPr>
              <a:spLocks/>
            </p:cNvSpPr>
            <p:nvPr/>
          </p:nvSpPr>
          <p:spPr bwMode="auto">
            <a:xfrm>
              <a:off x="9100101" y="1658294"/>
              <a:ext cx="10382" cy="10381"/>
            </a:xfrm>
            <a:custGeom>
              <a:avLst/>
              <a:gdLst>
                <a:gd name="T0" fmla="*/ 4 w 7"/>
                <a:gd name="T1" fmla="*/ 0 h 7"/>
                <a:gd name="T2" fmla="*/ 4 w 7"/>
                <a:gd name="T3" fmla="*/ 0 h 7"/>
                <a:gd name="T4" fmla="*/ 2 w 7"/>
                <a:gd name="T5" fmla="*/ 2 h 7"/>
                <a:gd name="T6" fmla="*/ 0 w 7"/>
                <a:gd name="T7" fmla="*/ 5 h 7"/>
                <a:gd name="T8" fmla="*/ 2 w 7"/>
                <a:gd name="T9" fmla="*/ 7 h 7"/>
                <a:gd name="T10" fmla="*/ 7 w 7"/>
                <a:gd name="T11" fmla="*/ 7 h 7"/>
                <a:gd name="T12" fmla="*/ 7 w 7"/>
                <a:gd name="T13" fmla="*/ 7 h 7"/>
                <a:gd name="T14" fmla="*/ 7 w 7"/>
                <a:gd name="T15" fmla="*/ 3 h 7"/>
                <a:gd name="T16" fmla="*/ 7 w 7"/>
                <a:gd name="T17" fmla="*/ 0 h 7"/>
                <a:gd name="T18" fmla="*/ 4 w 7"/>
                <a:gd name="T19" fmla="*/ 0 h 7"/>
                <a:gd name="T20" fmla="*/ 4 w 7"/>
                <a:gd name="T21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7">
                  <a:moveTo>
                    <a:pt x="4" y="0"/>
                  </a:moveTo>
                  <a:lnTo>
                    <a:pt x="4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2" y="7"/>
                  </a:lnTo>
                  <a:lnTo>
                    <a:pt x="7" y="7"/>
                  </a:lnTo>
                  <a:lnTo>
                    <a:pt x="7" y="7"/>
                  </a:lnTo>
                  <a:lnTo>
                    <a:pt x="7" y="3"/>
                  </a:lnTo>
                  <a:lnTo>
                    <a:pt x="7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95" name="Freeform 77">
              <a:extLst>
                <a:ext uri="{FF2B5EF4-FFF2-40B4-BE49-F238E27FC236}">
                  <a16:creationId xmlns:a16="http://schemas.microsoft.com/office/drawing/2014/main" id="{CEA04C03-54EB-41D6-9939-D2348752A809}"/>
                </a:ext>
              </a:extLst>
            </p:cNvPr>
            <p:cNvSpPr>
              <a:spLocks/>
            </p:cNvSpPr>
            <p:nvPr/>
          </p:nvSpPr>
          <p:spPr bwMode="auto">
            <a:xfrm>
              <a:off x="8508383" y="1572280"/>
              <a:ext cx="13348" cy="14830"/>
            </a:xfrm>
            <a:custGeom>
              <a:avLst/>
              <a:gdLst>
                <a:gd name="T0" fmla="*/ 2 w 9"/>
                <a:gd name="T1" fmla="*/ 0 h 10"/>
                <a:gd name="T2" fmla="*/ 2 w 9"/>
                <a:gd name="T3" fmla="*/ 0 h 10"/>
                <a:gd name="T4" fmla="*/ 0 w 9"/>
                <a:gd name="T5" fmla="*/ 10 h 10"/>
                <a:gd name="T6" fmla="*/ 0 w 9"/>
                <a:gd name="T7" fmla="*/ 10 h 10"/>
                <a:gd name="T8" fmla="*/ 6 w 9"/>
                <a:gd name="T9" fmla="*/ 7 h 10"/>
                <a:gd name="T10" fmla="*/ 9 w 9"/>
                <a:gd name="T11" fmla="*/ 7 h 10"/>
                <a:gd name="T12" fmla="*/ 7 w 9"/>
                <a:gd name="T13" fmla="*/ 5 h 10"/>
                <a:gd name="T14" fmla="*/ 7 w 9"/>
                <a:gd name="T15" fmla="*/ 5 h 10"/>
                <a:gd name="T16" fmla="*/ 6 w 9"/>
                <a:gd name="T17" fmla="*/ 3 h 10"/>
                <a:gd name="T18" fmla="*/ 6 w 9"/>
                <a:gd name="T19" fmla="*/ 1 h 10"/>
                <a:gd name="T20" fmla="*/ 6 w 9"/>
                <a:gd name="T21" fmla="*/ 0 h 10"/>
                <a:gd name="T22" fmla="*/ 2 w 9"/>
                <a:gd name="T23" fmla="*/ 0 h 10"/>
                <a:gd name="T24" fmla="*/ 2 w 9"/>
                <a:gd name="T25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0">
                  <a:moveTo>
                    <a:pt x="2" y="0"/>
                  </a:moveTo>
                  <a:lnTo>
                    <a:pt x="2" y="0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6" y="7"/>
                  </a:lnTo>
                  <a:lnTo>
                    <a:pt x="9" y="7"/>
                  </a:lnTo>
                  <a:lnTo>
                    <a:pt x="7" y="5"/>
                  </a:lnTo>
                  <a:lnTo>
                    <a:pt x="7" y="5"/>
                  </a:lnTo>
                  <a:lnTo>
                    <a:pt x="6" y="3"/>
                  </a:lnTo>
                  <a:lnTo>
                    <a:pt x="6" y="1"/>
                  </a:lnTo>
                  <a:lnTo>
                    <a:pt x="6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96" name="Freeform 78">
              <a:extLst>
                <a:ext uri="{FF2B5EF4-FFF2-40B4-BE49-F238E27FC236}">
                  <a16:creationId xmlns:a16="http://schemas.microsoft.com/office/drawing/2014/main" id="{326548E6-1D9F-40B8-B000-E559573CA34F}"/>
                </a:ext>
              </a:extLst>
            </p:cNvPr>
            <p:cNvSpPr>
              <a:spLocks/>
            </p:cNvSpPr>
            <p:nvPr/>
          </p:nvSpPr>
          <p:spPr bwMode="auto">
            <a:xfrm>
              <a:off x="8168774" y="1530756"/>
              <a:ext cx="0" cy="2966"/>
            </a:xfrm>
            <a:custGeom>
              <a:avLst/>
              <a:gdLst>
                <a:gd name="T0" fmla="*/ 0 h 2"/>
                <a:gd name="T1" fmla="*/ 0 h 2"/>
                <a:gd name="T2" fmla="*/ 2 h 2"/>
                <a:gd name="T3" fmla="*/ 2 h 2"/>
                <a:gd name="T4" fmla="*/ 0 h 2"/>
                <a:gd name="T5" fmla="*/ 0 h 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  <a:cxn ang="0">
                  <a:pos x="0" y="T5"/>
                </a:cxn>
              </a:cxnLst>
              <a:rect l="0" t="0" r="r" b="b"/>
              <a:pathLst>
                <a:path h="2">
                  <a:moveTo>
                    <a:pt x="0" y="0"/>
                  </a:moveTo>
                  <a:lnTo>
                    <a:pt x="0" y="0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97" name="Freeform 79">
              <a:extLst>
                <a:ext uri="{FF2B5EF4-FFF2-40B4-BE49-F238E27FC236}">
                  <a16:creationId xmlns:a16="http://schemas.microsoft.com/office/drawing/2014/main" id="{AD74EFFB-F75D-4942-8FA5-C3CC6246964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00827" y="1349829"/>
              <a:ext cx="3823187" cy="1456310"/>
            </a:xfrm>
            <a:custGeom>
              <a:avLst/>
              <a:gdLst>
                <a:gd name="T0" fmla="*/ 2444 w 2578"/>
                <a:gd name="T1" fmla="*/ 288 h 982"/>
                <a:gd name="T2" fmla="*/ 2285 w 2578"/>
                <a:gd name="T3" fmla="*/ 268 h 982"/>
                <a:gd name="T4" fmla="*/ 2108 w 2578"/>
                <a:gd name="T5" fmla="*/ 253 h 982"/>
                <a:gd name="T6" fmla="*/ 1950 w 2578"/>
                <a:gd name="T7" fmla="*/ 206 h 982"/>
                <a:gd name="T8" fmla="*/ 1890 w 2578"/>
                <a:gd name="T9" fmla="*/ 190 h 982"/>
                <a:gd name="T10" fmla="*/ 1777 w 2578"/>
                <a:gd name="T11" fmla="*/ 204 h 982"/>
                <a:gd name="T12" fmla="*/ 1651 w 2578"/>
                <a:gd name="T13" fmla="*/ 219 h 982"/>
                <a:gd name="T14" fmla="*/ 1567 w 2578"/>
                <a:gd name="T15" fmla="*/ 175 h 982"/>
                <a:gd name="T16" fmla="*/ 1538 w 2578"/>
                <a:gd name="T17" fmla="*/ 151 h 982"/>
                <a:gd name="T18" fmla="*/ 1363 w 2578"/>
                <a:gd name="T19" fmla="*/ 150 h 982"/>
                <a:gd name="T20" fmla="*/ 1263 w 2578"/>
                <a:gd name="T21" fmla="*/ 151 h 982"/>
                <a:gd name="T22" fmla="*/ 1297 w 2578"/>
                <a:gd name="T23" fmla="*/ 29 h 982"/>
                <a:gd name="T24" fmla="*/ 1115 w 2578"/>
                <a:gd name="T25" fmla="*/ 62 h 982"/>
                <a:gd name="T26" fmla="*/ 968 w 2578"/>
                <a:gd name="T27" fmla="*/ 75 h 982"/>
                <a:gd name="T28" fmla="*/ 880 w 2578"/>
                <a:gd name="T29" fmla="*/ 179 h 982"/>
                <a:gd name="T30" fmla="*/ 878 w 2578"/>
                <a:gd name="T31" fmla="*/ 217 h 982"/>
                <a:gd name="T32" fmla="*/ 791 w 2578"/>
                <a:gd name="T33" fmla="*/ 221 h 982"/>
                <a:gd name="T34" fmla="*/ 776 w 2578"/>
                <a:gd name="T35" fmla="*/ 262 h 982"/>
                <a:gd name="T36" fmla="*/ 758 w 2578"/>
                <a:gd name="T37" fmla="*/ 303 h 982"/>
                <a:gd name="T38" fmla="*/ 736 w 2578"/>
                <a:gd name="T39" fmla="*/ 292 h 982"/>
                <a:gd name="T40" fmla="*/ 636 w 2578"/>
                <a:gd name="T41" fmla="*/ 201 h 982"/>
                <a:gd name="T42" fmla="*/ 558 w 2578"/>
                <a:gd name="T43" fmla="*/ 261 h 982"/>
                <a:gd name="T44" fmla="*/ 435 w 2578"/>
                <a:gd name="T45" fmla="*/ 295 h 982"/>
                <a:gd name="T46" fmla="*/ 326 w 2578"/>
                <a:gd name="T47" fmla="*/ 341 h 982"/>
                <a:gd name="T48" fmla="*/ 257 w 2578"/>
                <a:gd name="T49" fmla="*/ 355 h 982"/>
                <a:gd name="T50" fmla="*/ 157 w 2578"/>
                <a:gd name="T51" fmla="*/ 419 h 982"/>
                <a:gd name="T52" fmla="*/ 220 w 2578"/>
                <a:gd name="T53" fmla="*/ 324 h 982"/>
                <a:gd name="T54" fmla="*/ 51 w 2578"/>
                <a:gd name="T55" fmla="*/ 255 h 982"/>
                <a:gd name="T56" fmla="*/ 62 w 2578"/>
                <a:gd name="T57" fmla="*/ 416 h 982"/>
                <a:gd name="T58" fmla="*/ 20 w 2578"/>
                <a:gd name="T59" fmla="*/ 541 h 982"/>
                <a:gd name="T60" fmla="*/ 58 w 2578"/>
                <a:gd name="T61" fmla="*/ 638 h 982"/>
                <a:gd name="T62" fmla="*/ 104 w 2578"/>
                <a:gd name="T63" fmla="*/ 743 h 982"/>
                <a:gd name="T64" fmla="*/ 191 w 2578"/>
                <a:gd name="T65" fmla="*/ 802 h 982"/>
                <a:gd name="T66" fmla="*/ 171 w 2578"/>
                <a:gd name="T67" fmla="*/ 907 h 982"/>
                <a:gd name="T68" fmla="*/ 302 w 2578"/>
                <a:gd name="T69" fmla="*/ 951 h 982"/>
                <a:gd name="T70" fmla="*/ 330 w 2578"/>
                <a:gd name="T71" fmla="*/ 865 h 982"/>
                <a:gd name="T72" fmla="*/ 337 w 2578"/>
                <a:gd name="T73" fmla="*/ 760 h 982"/>
                <a:gd name="T74" fmla="*/ 446 w 2578"/>
                <a:gd name="T75" fmla="*/ 747 h 982"/>
                <a:gd name="T76" fmla="*/ 530 w 2578"/>
                <a:gd name="T77" fmla="*/ 683 h 982"/>
                <a:gd name="T78" fmla="*/ 866 w 2578"/>
                <a:gd name="T79" fmla="*/ 753 h 982"/>
                <a:gd name="T80" fmla="*/ 1239 w 2578"/>
                <a:gd name="T81" fmla="*/ 774 h 982"/>
                <a:gd name="T82" fmla="*/ 1560 w 2578"/>
                <a:gd name="T83" fmla="*/ 711 h 982"/>
                <a:gd name="T84" fmla="*/ 1660 w 2578"/>
                <a:gd name="T85" fmla="*/ 889 h 982"/>
                <a:gd name="T86" fmla="*/ 1762 w 2578"/>
                <a:gd name="T87" fmla="*/ 845 h 982"/>
                <a:gd name="T88" fmla="*/ 1791 w 2578"/>
                <a:gd name="T89" fmla="*/ 696 h 982"/>
                <a:gd name="T90" fmla="*/ 1762 w 2578"/>
                <a:gd name="T91" fmla="*/ 616 h 982"/>
                <a:gd name="T92" fmla="*/ 1911 w 2578"/>
                <a:gd name="T93" fmla="*/ 547 h 982"/>
                <a:gd name="T94" fmla="*/ 2028 w 2578"/>
                <a:gd name="T95" fmla="*/ 543 h 982"/>
                <a:gd name="T96" fmla="*/ 2105 w 2578"/>
                <a:gd name="T97" fmla="*/ 494 h 982"/>
                <a:gd name="T98" fmla="*/ 2161 w 2578"/>
                <a:gd name="T99" fmla="*/ 501 h 982"/>
                <a:gd name="T100" fmla="*/ 2057 w 2578"/>
                <a:gd name="T101" fmla="*/ 754 h 982"/>
                <a:gd name="T102" fmla="*/ 2157 w 2578"/>
                <a:gd name="T103" fmla="*/ 581 h 982"/>
                <a:gd name="T104" fmla="*/ 2272 w 2578"/>
                <a:gd name="T105" fmla="*/ 525 h 982"/>
                <a:gd name="T106" fmla="*/ 2394 w 2578"/>
                <a:gd name="T107" fmla="*/ 414 h 982"/>
                <a:gd name="T108" fmla="*/ 2451 w 2578"/>
                <a:gd name="T109" fmla="*/ 381 h 982"/>
                <a:gd name="T110" fmla="*/ 2567 w 2578"/>
                <a:gd name="T111" fmla="*/ 383 h 982"/>
                <a:gd name="T112" fmla="*/ 78 w 2578"/>
                <a:gd name="T113" fmla="*/ 487 h 982"/>
                <a:gd name="T114" fmla="*/ 133 w 2578"/>
                <a:gd name="T115" fmla="*/ 457 h 982"/>
                <a:gd name="T116" fmla="*/ 157 w 2578"/>
                <a:gd name="T117" fmla="*/ 510 h 982"/>
                <a:gd name="T118" fmla="*/ 1184 w 2578"/>
                <a:gd name="T119" fmla="*/ 71 h 982"/>
                <a:gd name="T120" fmla="*/ 1286 w 2578"/>
                <a:gd name="T121" fmla="*/ 707 h 982"/>
                <a:gd name="T122" fmla="*/ 1308 w 2578"/>
                <a:gd name="T123" fmla="*/ 676 h 9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578" h="982">
                  <a:moveTo>
                    <a:pt x="2558" y="357"/>
                  </a:moveTo>
                  <a:lnTo>
                    <a:pt x="2558" y="357"/>
                  </a:lnTo>
                  <a:lnTo>
                    <a:pt x="2553" y="352"/>
                  </a:lnTo>
                  <a:lnTo>
                    <a:pt x="2549" y="346"/>
                  </a:lnTo>
                  <a:lnTo>
                    <a:pt x="2544" y="339"/>
                  </a:lnTo>
                  <a:lnTo>
                    <a:pt x="2536" y="335"/>
                  </a:lnTo>
                  <a:lnTo>
                    <a:pt x="2536" y="335"/>
                  </a:lnTo>
                  <a:lnTo>
                    <a:pt x="2531" y="335"/>
                  </a:lnTo>
                  <a:lnTo>
                    <a:pt x="2524" y="335"/>
                  </a:lnTo>
                  <a:lnTo>
                    <a:pt x="2509" y="335"/>
                  </a:lnTo>
                  <a:lnTo>
                    <a:pt x="2509" y="335"/>
                  </a:lnTo>
                  <a:lnTo>
                    <a:pt x="2509" y="337"/>
                  </a:lnTo>
                  <a:lnTo>
                    <a:pt x="2507" y="339"/>
                  </a:lnTo>
                  <a:lnTo>
                    <a:pt x="2506" y="341"/>
                  </a:lnTo>
                  <a:lnTo>
                    <a:pt x="2506" y="341"/>
                  </a:lnTo>
                  <a:lnTo>
                    <a:pt x="2507" y="341"/>
                  </a:lnTo>
                  <a:lnTo>
                    <a:pt x="2507" y="343"/>
                  </a:lnTo>
                  <a:lnTo>
                    <a:pt x="2507" y="348"/>
                  </a:lnTo>
                  <a:lnTo>
                    <a:pt x="2507" y="348"/>
                  </a:lnTo>
                  <a:lnTo>
                    <a:pt x="2509" y="348"/>
                  </a:lnTo>
                  <a:lnTo>
                    <a:pt x="2507" y="348"/>
                  </a:lnTo>
                  <a:lnTo>
                    <a:pt x="2500" y="348"/>
                  </a:lnTo>
                  <a:lnTo>
                    <a:pt x="2500" y="348"/>
                  </a:lnTo>
                  <a:lnTo>
                    <a:pt x="2504" y="346"/>
                  </a:lnTo>
                  <a:lnTo>
                    <a:pt x="2504" y="343"/>
                  </a:lnTo>
                  <a:lnTo>
                    <a:pt x="2500" y="334"/>
                  </a:lnTo>
                  <a:lnTo>
                    <a:pt x="2493" y="319"/>
                  </a:lnTo>
                  <a:lnTo>
                    <a:pt x="2493" y="319"/>
                  </a:lnTo>
                  <a:lnTo>
                    <a:pt x="2491" y="321"/>
                  </a:lnTo>
                  <a:lnTo>
                    <a:pt x="2487" y="321"/>
                  </a:lnTo>
                  <a:lnTo>
                    <a:pt x="2487" y="321"/>
                  </a:lnTo>
                  <a:lnTo>
                    <a:pt x="2482" y="313"/>
                  </a:lnTo>
                  <a:lnTo>
                    <a:pt x="2482" y="313"/>
                  </a:lnTo>
                  <a:lnTo>
                    <a:pt x="2480" y="313"/>
                  </a:lnTo>
                  <a:lnTo>
                    <a:pt x="2475" y="313"/>
                  </a:lnTo>
                  <a:lnTo>
                    <a:pt x="2471" y="313"/>
                  </a:lnTo>
                  <a:lnTo>
                    <a:pt x="2467" y="313"/>
                  </a:lnTo>
                  <a:lnTo>
                    <a:pt x="2467" y="313"/>
                  </a:lnTo>
                  <a:lnTo>
                    <a:pt x="2467" y="310"/>
                  </a:lnTo>
                  <a:lnTo>
                    <a:pt x="2467" y="306"/>
                  </a:lnTo>
                  <a:lnTo>
                    <a:pt x="2467" y="306"/>
                  </a:lnTo>
                  <a:lnTo>
                    <a:pt x="2467" y="304"/>
                  </a:lnTo>
                  <a:lnTo>
                    <a:pt x="2465" y="304"/>
                  </a:lnTo>
                  <a:lnTo>
                    <a:pt x="2460" y="304"/>
                  </a:lnTo>
                  <a:lnTo>
                    <a:pt x="2460" y="299"/>
                  </a:lnTo>
                  <a:lnTo>
                    <a:pt x="2460" y="299"/>
                  </a:lnTo>
                  <a:lnTo>
                    <a:pt x="2458" y="297"/>
                  </a:lnTo>
                  <a:lnTo>
                    <a:pt x="2454" y="297"/>
                  </a:lnTo>
                  <a:lnTo>
                    <a:pt x="2451" y="297"/>
                  </a:lnTo>
                  <a:lnTo>
                    <a:pt x="2449" y="297"/>
                  </a:lnTo>
                  <a:lnTo>
                    <a:pt x="2449" y="297"/>
                  </a:lnTo>
                  <a:lnTo>
                    <a:pt x="2445" y="293"/>
                  </a:lnTo>
                  <a:lnTo>
                    <a:pt x="2444" y="288"/>
                  </a:lnTo>
                  <a:lnTo>
                    <a:pt x="2440" y="284"/>
                  </a:lnTo>
                  <a:lnTo>
                    <a:pt x="2436" y="283"/>
                  </a:lnTo>
                  <a:lnTo>
                    <a:pt x="2436" y="283"/>
                  </a:lnTo>
                  <a:lnTo>
                    <a:pt x="2431" y="283"/>
                  </a:lnTo>
                  <a:lnTo>
                    <a:pt x="2427" y="283"/>
                  </a:lnTo>
                  <a:lnTo>
                    <a:pt x="2427" y="283"/>
                  </a:lnTo>
                  <a:lnTo>
                    <a:pt x="2409" y="268"/>
                  </a:lnTo>
                  <a:lnTo>
                    <a:pt x="2409" y="268"/>
                  </a:lnTo>
                  <a:lnTo>
                    <a:pt x="2409" y="262"/>
                  </a:lnTo>
                  <a:lnTo>
                    <a:pt x="2407" y="261"/>
                  </a:lnTo>
                  <a:lnTo>
                    <a:pt x="2407" y="261"/>
                  </a:lnTo>
                  <a:lnTo>
                    <a:pt x="2407" y="261"/>
                  </a:lnTo>
                  <a:lnTo>
                    <a:pt x="2402" y="257"/>
                  </a:lnTo>
                  <a:lnTo>
                    <a:pt x="2398" y="257"/>
                  </a:lnTo>
                  <a:lnTo>
                    <a:pt x="2391" y="257"/>
                  </a:lnTo>
                  <a:lnTo>
                    <a:pt x="2385" y="259"/>
                  </a:lnTo>
                  <a:lnTo>
                    <a:pt x="2382" y="261"/>
                  </a:lnTo>
                  <a:lnTo>
                    <a:pt x="2382" y="261"/>
                  </a:lnTo>
                  <a:lnTo>
                    <a:pt x="2378" y="257"/>
                  </a:lnTo>
                  <a:lnTo>
                    <a:pt x="2376" y="253"/>
                  </a:lnTo>
                  <a:lnTo>
                    <a:pt x="2372" y="250"/>
                  </a:lnTo>
                  <a:lnTo>
                    <a:pt x="2371" y="248"/>
                  </a:lnTo>
                  <a:lnTo>
                    <a:pt x="2371" y="248"/>
                  </a:lnTo>
                  <a:lnTo>
                    <a:pt x="2367" y="246"/>
                  </a:lnTo>
                  <a:lnTo>
                    <a:pt x="2363" y="246"/>
                  </a:lnTo>
                  <a:lnTo>
                    <a:pt x="2360" y="246"/>
                  </a:lnTo>
                  <a:lnTo>
                    <a:pt x="2356" y="246"/>
                  </a:lnTo>
                  <a:lnTo>
                    <a:pt x="2356" y="246"/>
                  </a:lnTo>
                  <a:lnTo>
                    <a:pt x="2352" y="241"/>
                  </a:lnTo>
                  <a:lnTo>
                    <a:pt x="2351" y="237"/>
                  </a:lnTo>
                  <a:lnTo>
                    <a:pt x="2351" y="237"/>
                  </a:lnTo>
                  <a:lnTo>
                    <a:pt x="2342" y="237"/>
                  </a:lnTo>
                  <a:lnTo>
                    <a:pt x="2329" y="239"/>
                  </a:lnTo>
                  <a:lnTo>
                    <a:pt x="2318" y="241"/>
                  </a:lnTo>
                  <a:lnTo>
                    <a:pt x="2309" y="241"/>
                  </a:lnTo>
                  <a:lnTo>
                    <a:pt x="2307" y="235"/>
                  </a:lnTo>
                  <a:lnTo>
                    <a:pt x="2307" y="235"/>
                  </a:lnTo>
                  <a:lnTo>
                    <a:pt x="2298" y="237"/>
                  </a:lnTo>
                  <a:lnTo>
                    <a:pt x="2290" y="239"/>
                  </a:lnTo>
                  <a:lnTo>
                    <a:pt x="2285" y="237"/>
                  </a:lnTo>
                  <a:lnTo>
                    <a:pt x="2285" y="237"/>
                  </a:lnTo>
                  <a:lnTo>
                    <a:pt x="2281" y="235"/>
                  </a:lnTo>
                  <a:lnTo>
                    <a:pt x="2280" y="233"/>
                  </a:lnTo>
                  <a:lnTo>
                    <a:pt x="2278" y="233"/>
                  </a:lnTo>
                  <a:lnTo>
                    <a:pt x="2274" y="248"/>
                  </a:lnTo>
                  <a:lnTo>
                    <a:pt x="2274" y="248"/>
                  </a:lnTo>
                  <a:lnTo>
                    <a:pt x="2276" y="250"/>
                  </a:lnTo>
                  <a:lnTo>
                    <a:pt x="2280" y="252"/>
                  </a:lnTo>
                  <a:lnTo>
                    <a:pt x="2285" y="255"/>
                  </a:lnTo>
                  <a:lnTo>
                    <a:pt x="2285" y="255"/>
                  </a:lnTo>
                  <a:lnTo>
                    <a:pt x="2283" y="257"/>
                  </a:lnTo>
                  <a:lnTo>
                    <a:pt x="2281" y="261"/>
                  </a:lnTo>
                  <a:lnTo>
                    <a:pt x="2285" y="268"/>
                  </a:lnTo>
                  <a:lnTo>
                    <a:pt x="2285" y="268"/>
                  </a:lnTo>
                  <a:lnTo>
                    <a:pt x="2281" y="268"/>
                  </a:lnTo>
                  <a:lnTo>
                    <a:pt x="2280" y="270"/>
                  </a:lnTo>
                  <a:lnTo>
                    <a:pt x="2280" y="270"/>
                  </a:lnTo>
                  <a:lnTo>
                    <a:pt x="2272" y="279"/>
                  </a:lnTo>
                  <a:lnTo>
                    <a:pt x="2272" y="279"/>
                  </a:lnTo>
                  <a:lnTo>
                    <a:pt x="2265" y="277"/>
                  </a:lnTo>
                  <a:lnTo>
                    <a:pt x="2265" y="277"/>
                  </a:lnTo>
                  <a:lnTo>
                    <a:pt x="2263" y="283"/>
                  </a:lnTo>
                  <a:lnTo>
                    <a:pt x="2263" y="283"/>
                  </a:lnTo>
                  <a:lnTo>
                    <a:pt x="2256" y="281"/>
                  </a:lnTo>
                  <a:lnTo>
                    <a:pt x="2250" y="283"/>
                  </a:lnTo>
                  <a:lnTo>
                    <a:pt x="2250" y="283"/>
                  </a:lnTo>
                  <a:lnTo>
                    <a:pt x="2249" y="273"/>
                  </a:lnTo>
                  <a:lnTo>
                    <a:pt x="2249" y="264"/>
                  </a:lnTo>
                  <a:lnTo>
                    <a:pt x="2241" y="262"/>
                  </a:lnTo>
                  <a:lnTo>
                    <a:pt x="2241" y="262"/>
                  </a:lnTo>
                  <a:lnTo>
                    <a:pt x="2241" y="261"/>
                  </a:lnTo>
                  <a:lnTo>
                    <a:pt x="2241" y="257"/>
                  </a:lnTo>
                  <a:lnTo>
                    <a:pt x="2241" y="250"/>
                  </a:lnTo>
                  <a:lnTo>
                    <a:pt x="2241" y="250"/>
                  </a:lnTo>
                  <a:lnTo>
                    <a:pt x="2230" y="255"/>
                  </a:lnTo>
                  <a:lnTo>
                    <a:pt x="2227" y="259"/>
                  </a:lnTo>
                  <a:lnTo>
                    <a:pt x="2221" y="261"/>
                  </a:lnTo>
                  <a:lnTo>
                    <a:pt x="2221" y="261"/>
                  </a:lnTo>
                  <a:lnTo>
                    <a:pt x="2216" y="259"/>
                  </a:lnTo>
                  <a:lnTo>
                    <a:pt x="2214" y="257"/>
                  </a:lnTo>
                  <a:lnTo>
                    <a:pt x="2214" y="255"/>
                  </a:lnTo>
                  <a:lnTo>
                    <a:pt x="2216" y="255"/>
                  </a:lnTo>
                  <a:lnTo>
                    <a:pt x="2216" y="255"/>
                  </a:lnTo>
                  <a:lnTo>
                    <a:pt x="2205" y="252"/>
                  </a:lnTo>
                  <a:lnTo>
                    <a:pt x="2198" y="252"/>
                  </a:lnTo>
                  <a:lnTo>
                    <a:pt x="2192" y="253"/>
                  </a:lnTo>
                  <a:lnTo>
                    <a:pt x="2192" y="253"/>
                  </a:lnTo>
                  <a:lnTo>
                    <a:pt x="2188" y="255"/>
                  </a:lnTo>
                  <a:lnTo>
                    <a:pt x="2185" y="257"/>
                  </a:lnTo>
                  <a:lnTo>
                    <a:pt x="2185" y="257"/>
                  </a:lnTo>
                  <a:lnTo>
                    <a:pt x="2183" y="257"/>
                  </a:lnTo>
                  <a:lnTo>
                    <a:pt x="2183" y="255"/>
                  </a:lnTo>
                  <a:lnTo>
                    <a:pt x="2181" y="250"/>
                  </a:lnTo>
                  <a:lnTo>
                    <a:pt x="2181" y="250"/>
                  </a:lnTo>
                  <a:lnTo>
                    <a:pt x="2159" y="250"/>
                  </a:lnTo>
                  <a:lnTo>
                    <a:pt x="2150" y="252"/>
                  </a:lnTo>
                  <a:lnTo>
                    <a:pt x="2143" y="252"/>
                  </a:lnTo>
                  <a:lnTo>
                    <a:pt x="2137" y="255"/>
                  </a:lnTo>
                  <a:lnTo>
                    <a:pt x="2132" y="261"/>
                  </a:lnTo>
                  <a:lnTo>
                    <a:pt x="2128" y="268"/>
                  </a:lnTo>
                  <a:lnTo>
                    <a:pt x="2126" y="277"/>
                  </a:lnTo>
                  <a:lnTo>
                    <a:pt x="2126" y="277"/>
                  </a:lnTo>
                  <a:lnTo>
                    <a:pt x="2119" y="255"/>
                  </a:lnTo>
                  <a:lnTo>
                    <a:pt x="2119" y="255"/>
                  </a:lnTo>
                  <a:lnTo>
                    <a:pt x="2112" y="255"/>
                  </a:lnTo>
                  <a:lnTo>
                    <a:pt x="2108" y="253"/>
                  </a:lnTo>
                  <a:lnTo>
                    <a:pt x="2108" y="253"/>
                  </a:lnTo>
                  <a:lnTo>
                    <a:pt x="2110" y="246"/>
                  </a:lnTo>
                  <a:lnTo>
                    <a:pt x="2110" y="242"/>
                  </a:lnTo>
                  <a:lnTo>
                    <a:pt x="2108" y="241"/>
                  </a:lnTo>
                  <a:lnTo>
                    <a:pt x="2108" y="241"/>
                  </a:lnTo>
                  <a:lnTo>
                    <a:pt x="2112" y="241"/>
                  </a:lnTo>
                  <a:lnTo>
                    <a:pt x="2114" y="237"/>
                  </a:lnTo>
                  <a:lnTo>
                    <a:pt x="2114" y="237"/>
                  </a:lnTo>
                  <a:lnTo>
                    <a:pt x="2099" y="228"/>
                  </a:lnTo>
                  <a:lnTo>
                    <a:pt x="2099" y="228"/>
                  </a:lnTo>
                  <a:lnTo>
                    <a:pt x="2097" y="224"/>
                  </a:lnTo>
                  <a:lnTo>
                    <a:pt x="2096" y="221"/>
                  </a:lnTo>
                  <a:lnTo>
                    <a:pt x="2096" y="221"/>
                  </a:lnTo>
                  <a:lnTo>
                    <a:pt x="2092" y="219"/>
                  </a:lnTo>
                  <a:lnTo>
                    <a:pt x="2090" y="219"/>
                  </a:lnTo>
                  <a:lnTo>
                    <a:pt x="2081" y="219"/>
                  </a:lnTo>
                  <a:lnTo>
                    <a:pt x="2077" y="213"/>
                  </a:lnTo>
                  <a:lnTo>
                    <a:pt x="2077" y="213"/>
                  </a:lnTo>
                  <a:lnTo>
                    <a:pt x="2066" y="217"/>
                  </a:lnTo>
                  <a:lnTo>
                    <a:pt x="2052" y="221"/>
                  </a:lnTo>
                  <a:lnTo>
                    <a:pt x="2052" y="221"/>
                  </a:lnTo>
                  <a:lnTo>
                    <a:pt x="2050" y="221"/>
                  </a:lnTo>
                  <a:lnTo>
                    <a:pt x="2050" y="219"/>
                  </a:lnTo>
                  <a:lnTo>
                    <a:pt x="2048" y="215"/>
                  </a:lnTo>
                  <a:lnTo>
                    <a:pt x="2048" y="215"/>
                  </a:lnTo>
                  <a:lnTo>
                    <a:pt x="2026" y="215"/>
                  </a:lnTo>
                  <a:lnTo>
                    <a:pt x="2019" y="221"/>
                  </a:lnTo>
                  <a:lnTo>
                    <a:pt x="2019" y="221"/>
                  </a:lnTo>
                  <a:lnTo>
                    <a:pt x="2012" y="221"/>
                  </a:lnTo>
                  <a:lnTo>
                    <a:pt x="2006" y="221"/>
                  </a:lnTo>
                  <a:lnTo>
                    <a:pt x="2003" y="219"/>
                  </a:lnTo>
                  <a:lnTo>
                    <a:pt x="1995" y="219"/>
                  </a:lnTo>
                  <a:lnTo>
                    <a:pt x="1992" y="222"/>
                  </a:lnTo>
                  <a:lnTo>
                    <a:pt x="1992" y="222"/>
                  </a:lnTo>
                  <a:lnTo>
                    <a:pt x="1973" y="226"/>
                  </a:lnTo>
                  <a:lnTo>
                    <a:pt x="1955" y="226"/>
                  </a:lnTo>
                  <a:lnTo>
                    <a:pt x="1928" y="222"/>
                  </a:lnTo>
                  <a:lnTo>
                    <a:pt x="1928" y="222"/>
                  </a:lnTo>
                  <a:lnTo>
                    <a:pt x="1932" y="221"/>
                  </a:lnTo>
                  <a:lnTo>
                    <a:pt x="1933" y="219"/>
                  </a:lnTo>
                  <a:lnTo>
                    <a:pt x="1933" y="219"/>
                  </a:lnTo>
                  <a:lnTo>
                    <a:pt x="1937" y="221"/>
                  </a:lnTo>
                  <a:lnTo>
                    <a:pt x="1939" y="221"/>
                  </a:lnTo>
                  <a:lnTo>
                    <a:pt x="1942" y="221"/>
                  </a:lnTo>
                  <a:lnTo>
                    <a:pt x="1942" y="221"/>
                  </a:lnTo>
                  <a:lnTo>
                    <a:pt x="1952" y="213"/>
                  </a:lnTo>
                  <a:lnTo>
                    <a:pt x="1959" y="204"/>
                  </a:lnTo>
                  <a:lnTo>
                    <a:pt x="1959" y="204"/>
                  </a:lnTo>
                  <a:lnTo>
                    <a:pt x="1962" y="199"/>
                  </a:lnTo>
                  <a:lnTo>
                    <a:pt x="1962" y="195"/>
                  </a:lnTo>
                  <a:lnTo>
                    <a:pt x="1961" y="195"/>
                  </a:lnTo>
                  <a:lnTo>
                    <a:pt x="1959" y="197"/>
                  </a:lnTo>
                  <a:lnTo>
                    <a:pt x="1950" y="206"/>
                  </a:lnTo>
                  <a:lnTo>
                    <a:pt x="1950" y="208"/>
                  </a:lnTo>
                  <a:lnTo>
                    <a:pt x="1950" y="208"/>
                  </a:lnTo>
                  <a:lnTo>
                    <a:pt x="1946" y="208"/>
                  </a:lnTo>
                  <a:lnTo>
                    <a:pt x="1942" y="208"/>
                  </a:lnTo>
                  <a:lnTo>
                    <a:pt x="1942" y="208"/>
                  </a:lnTo>
                  <a:lnTo>
                    <a:pt x="1933" y="204"/>
                  </a:lnTo>
                  <a:lnTo>
                    <a:pt x="1933" y="204"/>
                  </a:lnTo>
                  <a:lnTo>
                    <a:pt x="1932" y="201"/>
                  </a:lnTo>
                  <a:lnTo>
                    <a:pt x="1933" y="199"/>
                  </a:lnTo>
                  <a:lnTo>
                    <a:pt x="1935" y="199"/>
                  </a:lnTo>
                  <a:lnTo>
                    <a:pt x="1935" y="199"/>
                  </a:lnTo>
                  <a:lnTo>
                    <a:pt x="1937" y="199"/>
                  </a:lnTo>
                  <a:lnTo>
                    <a:pt x="1944" y="201"/>
                  </a:lnTo>
                  <a:lnTo>
                    <a:pt x="1944" y="201"/>
                  </a:lnTo>
                  <a:lnTo>
                    <a:pt x="1950" y="190"/>
                  </a:lnTo>
                  <a:lnTo>
                    <a:pt x="1950" y="190"/>
                  </a:lnTo>
                  <a:lnTo>
                    <a:pt x="1935" y="182"/>
                  </a:lnTo>
                  <a:lnTo>
                    <a:pt x="1928" y="179"/>
                  </a:lnTo>
                  <a:lnTo>
                    <a:pt x="1921" y="177"/>
                  </a:lnTo>
                  <a:lnTo>
                    <a:pt x="1921" y="177"/>
                  </a:lnTo>
                  <a:lnTo>
                    <a:pt x="1917" y="177"/>
                  </a:lnTo>
                  <a:lnTo>
                    <a:pt x="1915" y="179"/>
                  </a:lnTo>
                  <a:lnTo>
                    <a:pt x="1915" y="179"/>
                  </a:lnTo>
                  <a:lnTo>
                    <a:pt x="1915" y="179"/>
                  </a:lnTo>
                  <a:lnTo>
                    <a:pt x="1910" y="179"/>
                  </a:lnTo>
                  <a:lnTo>
                    <a:pt x="1906" y="179"/>
                  </a:lnTo>
                  <a:lnTo>
                    <a:pt x="1901" y="179"/>
                  </a:lnTo>
                  <a:lnTo>
                    <a:pt x="1895" y="182"/>
                  </a:lnTo>
                  <a:lnTo>
                    <a:pt x="1895" y="182"/>
                  </a:lnTo>
                  <a:lnTo>
                    <a:pt x="1895" y="190"/>
                  </a:lnTo>
                  <a:lnTo>
                    <a:pt x="1895" y="190"/>
                  </a:lnTo>
                  <a:lnTo>
                    <a:pt x="1893" y="195"/>
                  </a:lnTo>
                  <a:lnTo>
                    <a:pt x="1890" y="201"/>
                  </a:lnTo>
                  <a:lnTo>
                    <a:pt x="1884" y="206"/>
                  </a:lnTo>
                  <a:lnTo>
                    <a:pt x="1879" y="208"/>
                  </a:lnTo>
                  <a:lnTo>
                    <a:pt x="1879" y="208"/>
                  </a:lnTo>
                  <a:lnTo>
                    <a:pt x="1870" y="210"/>
                  </a:lnTo>
                  <a:lnTo>
                    <a:pt x="1870" y="208"/>
                  </a:lnTo>
                  <a:lnTo>
                    <a:pt x="1870" y="208"/>
                  </a:lnTo>
                  <a:lnTo>
                    <a:pt x="1877" y="201"/>
                  </a:lnTo>
                  <a:lnTo>
                    <a:pt x="1877" y="201"/>
                  </a:lnTo>
                  <a:lnTo>
                    <a:pt x="1877" y="201"/>
                  </a:lnTo>
                  <a:lnTo>
                    <a:pt x="1875" y="199"/>
                  </a:lnTo>
                  <a:lnTo>
                    <a:pt x="1871" y="197"/>
                  </a:lnTo>
                  <a:lnTo>
                    <a:pt x="1871" y="197"/>
                  </a:lnTo>
                  <a:lnTo>
                    <a:pt x="1877" y="191"/>
                  </a:lnTo>
                  <a:lnTo>
                    <a:pt x="1884" y="186"/>
                  </a:lnTo>
                  <a:lnTo>
                    <a:pt x="1884" y="184"/>
                  </a:lnTo>
                  <a:lnTo>
                    <a:pt x="1884" y="184"/>
                  </a:lnTo>
                  <a:lnTo>
                    <a:pt x="1886" y="188"/>
                  </a:lnTo>
                  <a:lnTo>
                    <a:pt x="1891" y="191"/>
                  </a:lnTo>
                  <a:lnTo>
                    <a:pt x="1891" y="191"/>
                  </a:lnTo>
                  <a:lnTo>
                    <a:pt x="1890" y="190"/>
                  </a:lnTo>
                  <a:lnTo>
                    <a:pt x="1891" y="186"/>
                  </a:lnTo>
                  <a:lnTo>
                    <a:pt x="1893" y="182"/>
                  </a:lnTo>
                  <a:lnTo>
                    <a:pt x="1893" y="182"/>
                  </a:lnTo>
                  <a:lnTo>
                    <a:pt x="1875" y="182"/>
                  </a:lnTo>
                  <a:lnTo>
                    <a:pt x="1859" y="184"/>
                  </a:lnTo>
                  <a:lnTo>
                    <a:pt x="1859" y="184"/>
                  </a:lnTo>
                  <a:lnTo>
                    <a:pt x="1857" y="175"/>
                  </a:lnTo>
                  <a:lnTo>
                    <a:pt x="1857" y="175"/>
                  </a:lnTo>
                  <a:lnTo>
                    <a:pt x="1873" y="175"/>
                  </a:lnTo>
                  <a:lnTo>
                    <a:pt x="1875" y="173"/>
                  </a:lnTo>
                  <a:lnTo>
                    <a:pt x="1875" y="173"/>
                  </a:lnTo>
                  <a:lnTo>
                    <a:pt x="1866" y="170"/>
                  </a:lnTo>
                  <a:lnTo>
                    <a:pt x="1866" y="170"/>
                  </a:lnTo>
                  <a:lnTo>
                    <a:pt x="1853" y="168"/>
                  </a:lnTo>
                  <a:lnTo>
                    <a:pt x="1839" y="166"/>
                  </a:lnTo>
                  <a:lnTo>
                    <a:pt x="1824" y="166"/>
                  </a:lnTo>
                  <a:lnTo>
                    <a:pt x="1809" y="162"/>
                  </a:lnTo>
                  <a:lnTo>
                    <a:pt x="1809" y="162"/>
                  </a:lnTo>
                  <a:lnTo>
                    <a:pt x="1806" y="155"/>
                  </a:lnTo>
                  <a:lnTo>
                    <a:pt x="1806" y="155"/>
                  </a:lnTo>
                  <a:lnTo>
                    <a:pt x="1800" y="155"/>
                  </a:lnTo>
                  <a:lnTo>
                    <a:pt x="1795" y="155"/>
                  </a:lnTo>
                  <a:lnTo>
                    <a:pt x="1795" y="160"/>
                  </a:lnTo>
                  <a:lnTo>
                    <a:pt x="1795" y="160"/>
                  </a:lnTo>
                  <a:lnTo>
                    <a:pt x="1800" y="160"/>
                  </a:lnTo>
                  <a:lnTo>
                    <a:pt x="1800" y="162"/>
                  </a:lnTo>
                  <a:lnTo>
                    <a:pt x="1802" y="164"/>
                  </a:lnTo>
                  <a:lnTo>
                    <a:pt x="1802" y="168"/>
                  </a:lnTo>
                  <a:lnTo>
                    <a:pt x="1802" y="168"/>
                  </a:lnTo>
                  <a:lnTo>
                    <a:pt x="1793" y="166"/>
                  </a:lnTo>
                  <a:lnTo>
                    <a:pt x="1786" y="168"/>
                  </a:lnTo>
                  <a:lnTo>
                    <a:pt x="1784" y="175"/>
                  </a:lnTo>
                  <a:lnTo>
                    <a:pt x="1784" y="175"/>
                  </a:lnTo>
                  <a:lnTo>
                    <a:pt x="1788" y="175"/>
                  </a:lnTo>
                  <a:lnTo>
                    <a:pt x="1789" y="177"/>
                  </a:lnTo>
                  <a:lnTo>
                    <a:pt x="1789" y="179"/>
                  </a:lnTo>
                  <a:lnTo>
                    <a:pt x="1789" y="179"/>
                  </a:lnTo>
                  <a:lnTo>
                    <a:pt x="1784" y="179"/>
                  </a:lnTo>
                  <a:lnTo>
                    <a:pt x="1784" y="179"/>
                  </a:lnTo>
                  <a:lnTo>
                    <a:pt x="1782" y="186"/>
                  </a:lnTo>
                  <a:lnTo>
                    <a:pt x="1782" y="190"/>
                  </a:lnTo>
                  <a:lnTo>
                    <a:pt x="1782" y="190"/>
                  </a:lnTo>
                  <a:lnTo>
                    <a:pt x="1784" y="190"/>
                  </a:lnTo>
                  <a:lnTo>
                    <a:pt x="1784" y="190"/>
                  </a:lnTo>
                  <a:lnTo>
                    <a:pt x="1786" y="195"/>
                  </a:lnTo>
                  <a:lnTo>
                    <a:pt x="1788" y="199"/>
                  </a:lnTo>
                  <a:lnTo>
                    <a:pt x="1788" y="199"/>
                  </a:lnTo>
                  <a:lnTo>
                    <a:pt x="1788" y="201"/>
                  </a:lnTo>
                  <a:lnTo>
                    <a:pt x="1788" y="202"/>
                  </a:lnTo>
                  <a:lnTo>
                    <a:pt x="1786" y="204"/>
                  </a:lnTo>
                  <a:lnTo>
                    <a:pt x="1778" y="206"/>
                  </a:lnTo>
                  <a:lnTo>
                    <a:pt x="1777" y="204"/>
                  </a:lnTo>
                  <a:lnTo>
                    <a:pt x="1777" y="204"/>
                  </a:lnTo>
                  <a:lnTo>
                    <a:pt x="1777" y="206"/>
                  </a:lnTo>
                  <a:lnTo>
                    <a:pt x="1775" y="206"/>
                  </a:lnTo>
                  <a:lnTo>
                    <a:pt x="1771" y="206"/>
                  </a:lnTo>
                  <a:lnTo>
                    <a:pt x="1771" y="206"/>
                  </a:lnTo>
                  <a:lnTo>
                    <a:pt x="1771" y="197"/>
                  </a:lnTo>
                  <a:lnTo>
                    <a:pt x="1771" y="197"/>
                  </a:lnTo>
                  <a:lnTo>
                    <a:pt x="1766" y="197"/>
                  </a:lnTo>
                  <a:lnTo>
                    <a:pt x="1762" y="197"/>
                  </a:lnTo>
                  <a:lnTo>
                    <a:pt x="1762" y="201"/>
                  </a:lnTo>
                  <a:lnTo>
                    <a:pt x="1762" y="204"/>
                  </a:lnTo>
                  <a:lnTo>
                    <a:pt x="1762" y="208"/>
                  </a:lnTo>
                  <a:lnTo>
                    <a:pt x="1760" y="211"/>
                  </a:lnTo>
                  <a:lnTo>
                    <a:pt x="1757" y="213"/>
                  </a:lnTo>
                  <a:lnTo>
                    <a:pt x="1749" y="213"/>
                  </a:lnTo>
                  <a:lnTo>
                    <a:pt x="1749" y="213"/>
                  </a:lnTo>
                  <a:lnTo>
                    <a:pt x="1744" y="211"/>
                  </a:lnTo>
                  <a:lnTo>
                    <a:pt x="1740" y="208"/>
                  </a:lnTo>
                  <a:lnTo>
                    <a:pt x="1733" y="201"/>
                  </a:lnTo>
                  <a:lnTo>
                    <a:pt x="1733" y="201"/>
                  </a:lnTo>
                  <a:lnTo>
                    <a:pt x="1724" y="199"/>
                  </a:lnTo>
                  <a:lnTo>
                    <a:pt x="1715" y="197"/>
                  </a:lnTo>
                  <a:lnTo>
                    <a:pt x="1715" y="197"/>
                  </a:lnTo>
                  <a:lnTo>
                    <a:pt x="1713" y="193"/>
                  </a:lnTo>
                  <a:lnTo>
                    <a:pt x="1713" y="191"/>
                  </a:lnTo>
                  <a:lnTo>
                    <a:pt x="1713" y="191"/>
                  </a:lnTo>
                  <a:lnTo>
                    <a:pt x="1706" y="191"/>
                  </a:lnTo>
                  <a:lnTo>
                    <a:pt x="1706" y="191"/>
                  </a:lnTo>
                  <a:lnTo>
                    <a:pt x="1700" y="197"/>
                  </a:lnTo>
                  <a:lnTo>
                    <a:pt x="1695" y="201"/>
                  </a:lnTo>
                  <a:lnTo>
                    <a:pt x="1695" y="201"/>
                  </a:lnTo>
                  <a:lnTo>
                    <a:pt x="1687" y="204"/>
                  </a:lnTo>
                  <a:lnTo>
                    <a:pt x="1678" y="206"/>
                  </a:lnTo>
                  <a:lnTo>
                    <a:pt x="1678" y="206"/>
                  </a:lnTo>
                  <a:lnTo>
                    <a:pt x="1678" y="202"/>
                  </a:lnTo>
                  <a:lnTo>
                    <a:pt x="1680" y="201"/>
                  </a:lnTo>
                  <a:lnTo>
                    <a:pt x="1682" y="199"/>
                  </a:lnTo>
                  <a:lnTo>
                    <a:pt x="1680" y="193"/>
                  </a:lnTo>
                  <a:lnTo>
                    <a:pt x="1676" y="193"/>
                  </a:lnTo>
                  <a:lnTo>
                    <a:pt x="1676" y="193"/>
                  </a:lnTo>
                  <a:lnTo>
                    <a:pt x="1671" y="184"/>
                  </a:lnTo>
                  <a:lnTo>
                    <a:pt x="1671" y="184"/>
                  </a:lnTo>
                  <a:lnTo>
                    <a:pt x="1665" y="210"/>
                  </a:lnTo>
                  <a:lnTo>
                    <a:pt x="1660" y="222"/>
                  </a:lnTo>
                  <a:lnTo>
                    <a:pt x="1658" y="228"/>
                  </a:lnTo>
                  <a:lnTo>
                    <a:pt x="1655" y="230"/>
                  </a:lnTo>
                  <a:lnTo>
                    <a:pt x="1655" y="230"/>
                  </a:lnTo>
                  <a:lnTo>
                    <a:pt x="1651" y="232"/>
                  </a:lnTo>
                  <a:lnTo>
                    <a:pt x="1649" y="232"/>
                  </a:lnTo>
                  <a:lnTo>
                    <a:pt x="1647" y="228"/>
                  </a:lnTo>
                  <a:lnTo>
                    <a:pt x="1649" y="221"/>
                  </a:lnTo>
                  <a:lnTo>
                    <a:pt x="1649" y="221"/>
                  </a:lnTo>
                  <a:lnTo>
                    <a:pt x="1651" y="221"/>
                  </a:lnTo>
                  <a:lnTo>
                    <a:pt x="1651" y="219"/>
                  </a:lnTo>
                  <a:lnTo>
                    <a:pt x="1651" y="215"/>
                  </a:lnTo>
                  <a:lnTo>
                    <a:pt x="1651" y="215"/>
                  </a:lnTo>
                  <a:lnTo>
                    <a:pt x="1649" y="215"/>
                  </a:lnTo>
                  <a:lnTo>
                    <a:pt x="1649" y="217"/>
                  </a:lnTo>
                  <a:lnTo>
                    <a:pt x="1647" y="219"/>
                  </a:lnTo>
                  <a:lnTo>
                    <a:pt x="1644" y="219"/>
                  </a:lnTo>
                  <a:lnTo>
                    <a:pt x="1644" y="219"/>
                  </a:lnTo>
                  <a:lnTo>
                    <a:pt x="1640" y="215"/>
                  </a:lnTo>
                  <a:lnTo>
                    <a:pt x="1636" y="211"/>
                  </a:lnTo>
                  <a:lnTo>
                    <a:pt x="1636" y="211"/>
                  </a:lnTo>
                  <a:lnTo>
                    <a:pt x="1631" y="211"/>
                  </a:lnTo>
                  <a:lnTo>
                    <a:pt x="1627" y="211"/>
                  </a:lnTo>
                  <a:lnTo>
                    <a:pt x="1627" y="211"/>
                  </a:lnTo>
                  <a:lnTo>
                    <a:pt x="1627" y="211"/>
                  </a:lnTo>
                  <a:lnTo>
                    <a:pt x="1624" y="208"/>
                  </a:lnTo>
                  <a:lnTo>
                    <a:pt x="1616" y="201"/>
                  </a:lnTo>
                  <a:lnTo>
                    <a:pt x="1616" y="201"/>
                  </a:lnTo>
                  <a:lnTo>
                    <a:pt x="1614" y="204"/>
                  </a:lnTo>
                  <a:lnTo>
                    <a:pt x="1613" y="204"/>
                  </a:lnTo>
                  <a:lnTo>
                    <a:pt x="1609" y="204"/>
                  </a:lnTo>
                  <a:lnTo>
                    <a:pt x="1609" y="204"/>
                  </a:lnTo>
                  <a:lnTo>
                    <a:pt x="1609" y="197"/>
                  </a:lnTo>
                  <a:lnTo>
                    <a:pt x="1609" y="197"/>
                  </a:lnTo>
                  <a:lnTo>
                    <a:pt x="1616" y="197"/>
                  </a:lnTo>
                  <a:lnTo>
                    <a:pt x="1616" y="197"/>
                  </a:lnTo>
                  <a:lnTo>
                    <a:pt x="1618" y="195"/>
                  </a:lnTo>
                  <a:lnTo>
                    <a:pt x="1616" y="193"/>
                  </a:lnTo>
                  <a:lnTo>
                    <a:pt x="1614" y="191"/>
                  </a:lnTo>
                  <a:lnTo>
                    <a:pt x="1614" y="191"/>
                  </a:lnTo>
                  <a:lnTo>
                    <a:pt x="1613" y="191"/>
                  </a:lnTo>
                  <a:lnTo>
                    <a:pt x="1605" y="193"/>
                  </a:lnTo>
                  <a:lnTo>
                    <a:pt x="1605" y="193"/>
                  </a:lnTo>
                  <a:lnTo>
                    <a:pt x="1604" y="190"/>
                  </a:lnTo>
                  <a:lnTo>
                    <a:pt x="1602" y="184"/>
                  </a:lnTo>
                  <a:lnTo>
                    <a:pt x="1602" y="184"/>
                  </a:lnTo>
                  <a:lnTo>
                    <a:pt x="1598" y="181"/>
                  </a:lnTo>
                  <a:lnTo>
                    <a:pt x="1593" y="179"/>
                  </a:lnTo>
                  <a:lnTo>
                    <a:pt x="1583" y="175"/>
                  </a:lnTo>
                  <a:lnTo>
                    <a:pt x="1580" y="186"/>
                  </a:lnTo>
                  <a:lnTo>
                    <a:pt x="1580" y="186"/>
                  </a:lnTo>
                  <a:lnTo>
                    <a:pt x="1578" y="184"/>
                  </a:lnTo>
                  <a:lnTo>
                    <a:pt x="1576" y="181"/>
                  </a:lnTo>
                  <a:lnTo>
                    <a:pt x="1578" y="175"/>
                  </a:lnTo>
                  <a:lnTo>
                    <a:pt x="1578" y="170"/>
                  </a:lnTo>
                  <a:lnTo>
                    <a:pt x="1578" y="170"/>
                  </a:lnTo>
                  <a:lnTo>
                    <a:pt x="1576" y="170"/>
                  </a:lnTo>
                  <a:lnTo>
                    <a:pt x="1574" y="171"/>
                  </a:lnTo>
                  <a:lnTo>
                    <a:pt x="1573" y="177"/>
                  </a:lnTo>
                  <a:lnTo>
                    <a:pt x="1573" y="177"/>
                  </a:lnTo>
                  <a:lnTo>
                    <a:pt x="1569" y="177"/>
                  </a:lnTo>
                  <a:lnTo>
                    <a:pt x="1563" y="177"/>
                  </a:lnTo>
                  <a:lnTo>
                    <a:pt x="1563" y="177"/>
                  </a:lnTo>
                  <a:lnTo>
                    <a:pt x="1567" y="175"/>
                  </a:lnTo>
                  <a:lnTo>
                    <a:pt x="1569" y="171"/>
                  </a:lnTo>
                  <a:lnTo>
                    <a:pt x="1567" y="168"/>
                  </a:lnTo>
                  <a:lnTo>
                    <a:pt x="1565" y="168"/>
                  </a:lnTo>
                  <a:lnTo>
                    <a:pt x="1563" y="168"/>
                  </a:lnTo>
                  <a:lnTo>
                    <a:pt x="1563" y="168"/>
                  </a:lnTo>
                  <a:lnTo>
                    <a:pt x="1556" y="168"/>
                  </a:lnTo>
                  <a:lnTo>
                    <a:pt x="1551" y="171"/>
                  </a:lnTo>
                  <a:lnTo>
                    <a:pt x="1551" y="171"/>
                  </a:lnTo>
                  <a:lnTo>
                    <a:pt x="1547" y="168"/>
                  </a:lnTo>
                  <a:lnTo>
                    <a:pt x="1547" y="164"/>
                  </a:lnTo>
                  <a:lnTo>
                    <a:pt x="1549" y="164"/>
                  </a:lnTo>
                  <a:lnTo>
                    <a:pt x="1549" y="164"/>
                  </a:lnTo>
                  <a:lnTo>
                    <a:pt x="1547" y="162"/>
                  </a:lnTo>
                  <a:lnTo>
                    <a:pt x="1547" y="162"/>
                  </a:lnTo>
                  <a:lnTo>
                    <a:pt x="1551" y="162"/>
                  </a:lnTo>
                  <a:lnTo>
                    <a:pt x="1551" y="162"/>
                  </a:lnTo>
                  <a:lnTo>
                    <a:pt x="1543" y="160"/>
                  </a:lnTo>
                  <a:lnTo>
                    <a:pt x="1543" y="159"/>
                  </a:lnTo>
                  <a:lnTo>
                    <a:pt x="1547" y="157"/>
                  </a:lnTo>
                  <a:lnTo>
                    <a:pt x="1547" y="153"/>
                  </a:lnTo>
                  <a:lnTo>
                    <a:pt x="1547" y="153"/>
                  </a:lnTo>
                  <a:lnTo>
                    <a:pt x="1554" y="150"/>
                  </a:lnTo>
                  <a:lnTo>
                    <a:pt x="1563" y="148"/>
                  </a:lnTo>
                  <a:lnTo>
                    <a:pt x="1563" y="148"/>
                  </a:lnTo>
                  <a:lnTo>
                    <a:pt x="1567" y="144"/>
                  </a:lnTo>
                  <a:lnTo>
                    <a:pt x="1569" y="140"/>
                  </a:lnTo>
                  <a:lnTo>
                    <a:pt x="1573" y="133"/>
                  </a:lnTo>
                  <a:lnTo>
                    <a:pt x="1573" y="133"/>
                  </a:lnTo>
                  <a:lnTo>
                    <a:pt x="1563" y="131"/>
                  </a:lnTo>
                  <a:lnTo>
                    <a:pt x="1556" y="128"/>
                  </a:lnTo>
                  <a:lnTo>
                    <a:pt x="1556" y="128"/>
                  </a:lnTo>
                  <a:lnTo>
                    <a:pt x="1551" y="122"/>
                  </a:lnTo>
                  <a:lnTo>
                    <a:pt x="1547" y="120"/>
                  </a:lnTo>
                  <a:lnTo>
                    <a:pt x="1543" y="119"/>
                  </a:lnTo>
                  <a:lnTo>
                    <a:pt x="1543" y="119"/>
                  </a:lnTo>
                  <a:lnTo>
                    <a:pt x="1538" y="119"/>
                  </a:lnTo>
                  <a:lnTo>
                    <a:pt x="1532" y="119"/>
                  </a:lnTo>
                  <a:lnTo>
                    <a:pt x="1523" y="122"/>
                  </a:lnTo>
                  <a:lnTo>
                    <a:pt x="1523" y="122"/>
                  </a:lnTo>
                  <a:lnTo>
                    <a:pt x="1520" y="122"/>
                  </a:lnTo>
                  <a:lnTo>
                    <a:pt x="1516" y="122"/>
                  </a:lnTo>
                  <a:lnTo>
                    <a:pt x="1516" y="122"/>
                  </a:lnTo>
                  <a:lnTo>
                    <a:pt x="1514" y="133"/>
                  </a:lnTo>
                  <a:lnTo>
                    <a:pt x="1514" y="133"/>
                  </a:lnTo>
                  <a:lnTo>
                    <a:pt x="1516" y="135"/>
                  </a:lnTo>
                  <a:lnTo>
                    <a:pt x="1522" y="140"/>
                  </a:lnTo>
                  <a:lnTo>
                    <a:pt x="1522" y="144"/>
                  </a:lnTo>
                  <a:lnTo>
                    <a:pt x="1522" y="144"/>
                  </a:lnTo>
                  <a:lnTo>
                    <a:pt x="1531" y="146"/>
                  </a:lnTo>
                  <a:lnTo>
                    <a:pt x="1538" y="148"/>
                  </a:lnTo>
                  <a:lnTo>
                    <a:pt x="1538" y="148"/>
                  </a:lnTo>
                  <a:lnTo>
                    <a:pt x="1538" y="150"/>
                  </a:lnTo>
                  <a:lnTo>
                    <a:pt x="1538" y="151"/>
                  </a:lnTo>
                  <a:lnTo>
                    <a:pt x="1538" y="153"/>
                  </a:lnTo>
                  <a:lnTo>
                    <a:pt x="1534" y="153"/>
                  </a:lnTo>
                  <a:lnTo>
                    <a:pt x="1536" y="157"/>
                  </a:lnTo>
                  <a:lnTo>
                    <a:pt x="1536" y="157"/>
                  </a:lnTo>
                  <a:lnTo>
                    <a:pt x="1536" y="159"/>
                  </a:lnTo>
                  <a:lnTo>
                    <a:pt x="1534" y="159"/>
                  </a:lnTo>
                  <a:lnTo>
                    <a:pt x="1527" y="157"/>
                  </a:lnTo>
                  <a:lnTo>
                    <a:pt x="1529" y="164"/>
                  </a:lnTo>
                  <a:lnTo>
                    <a:pt x="1529" y="164"/>
                  </a:lnTo>
                  <a:lnTo>
                    <a:pt x="1520" y="164"/>
                  </a:lnTo>
                  <a:lnTo>
                    <a:pt x="1511" y="160"/>
                  </a:lnTo>
                  <a:lnTo>
                    <a:pt x="1503" y="157"/>
                  </a:lnTo>
                  <a:lnTo>
                    <a:pt x="1494" y="155"/>
                  </a:lnTo>
                  <a:lnTo>
                    <a:pt x="1494" y="155"/>
                  </a:lnTo>
                  <a:lnTo>
                    <a:pt x="1487" y="155"/>
                  </a:lnTo>
                  <a:lnTo>
                    <a:pt x="1480" y="155"/>
                  </a:lnTo>
                  <a:lnTo>
                    <a:pt x="1474" y="157"/>
                  </a:lnTo>
                  <a:lnTo>
                    <a:pt x="1465" y="157"/>
                  </a:lnTo>
                  <a:lnTo>
                    <a:pt x="1463" y="153"/>
                  </a:lnTo>
                  <a:lnTo>
                    <a:pt x="1463" y="153"/>
                  </a:lnTo>
                  <a:lnTo>
                    <a:pt x="1456" y="151"/>
                  </a:lnTo>
                  <a:lnTo>
                    <a:pt x="1445" y="150"/>
                  </a:lnTo>
                  <a:lnTo>
                    <a:pt x="1445" y="150"/>
                  </a:lnTo>
                  <a:lnTo>
                    <a:pt x="1447" y="150"/>
                  </a:lnTo>
                  <a:lnTo>
                    <a:pt x="1445" y="148"/>
                  </a:lnTo>
                  <a:lnTo>
                    <a:pt x="1441" y="144"/>
                  </a:lnTo>
                  <a:lnTo>
                    <a:pt x="1441" y="144"/>
                  </a:lnTo>
                  <a:lnTo>
                    <a:pt x="1443" y="142"/>
                  </a:lnTo>
                  <a:lnTo>
                    <a:pt x="1443" y="140"/>
                  </a:lnTo>
                  <a:lnTo>
                    <a:pt x="1443" y="137"/>
                  </a:lnTo>
                  <a:lnTo>
                    <a:pt x="1443" y="137"/>
                  </a:lnTo>
                  <a:lnTo>
                    <a:pt x="1445" y="139"/>
                  </a:lnTo>
                  <a:lnTo>
                    <a:pt x="1445" y="137"/>
                  </a:lnTo>
                  <a:lnTo>
                    <a:pt x="1445" y="135"/>
                  </a:lnTo>
                  <a:lnTo>
                    <a:pt x="1441" y="128"/>
                  </a:lnTo>
                  <a:lnTo>
                    <a:pt x="1441" y="128"/>
                  </a:lnTo>
                  <a:lnTo>
                    <a:pt x="1430" y="129"/>
                  </a:lnTo>
                  <a:lnTo>
                    <a:pt x="1416" y="129"/>
                  </a:lnTo>
                  <a:lnTo>
                    <a:pt x="1414" y="126"/>
                  </a:lnTo>
                  <a:lnTo>
                    <a:pt x="1414" y="126"/>
                  </a:lnTo>
                  <a:lnTo>
                    <a:pt x="1410" y="126"/>
                  </a:lnTo>
                  <a:lnTo>
                    <a:pt x="1409" y="128"/>
                  </a:lnTo>
                  <a:lnTo>
                    <a:pt x="1405" y="128"/>
                  </a:lnTo>
                  <a:lnTo>
                    <a:pt x="1398" y="122"/>
                  </a:lnTo>
                  <a:lnTo>
                    <a:pt x="1398" y="122"/>
                  </a:lnTo>
                  <a:lnTo>
                    <a:pt x="1388" y="126"/>
                  </a:lnTo>
                  <a:lnTo>
                    <a:pt x="1378" y="131"/>
                  </a:lnTo>
                  <a:lnTo>
                    <a:pt x="1368" y="137"/>
                  </a:lnTo>
                  <a:lnTo>
                    <a:pt x="1363" y="142"/>
                  </a:lnTo>
                  <a:lnTo>
                    <a:pt x="1363" y="142"/>
                  </a:lnTo>
                  <a:lnTo>
                    <a:pt x="1363" y="146"/>
                  </a:lnTo>
                  <a:lnTo>
                    <a:pt x="1363" y="150"/>
                  </a:lnTo>
                  <a:lnTo>
                    <a:pt x="1363" y="150"/>
                  </a:lnTo>
                  <a:lnTo>
                    <a:pt x="1361" y="150"/>
                  </a:lnTo>
                  <a:lnTo>
                    <a:pt x="1361" y="148"/>
                  </a:lnTo>
                  <a:lnTo>
                    <a:pt x="1359" y="142"/>
                  </a:lnTo>
                  <a:lnTo>
                    <a:pt x="1361" y="129"/>
                  </a:lnTo>
                  <a:lnTo>
                    <a:pt x="1361" y="129"/>
                  </a:lnTo>
                  <a:lnTo>
                    <a:pt x="1358" y="131"/>
                  </a:lnTo>
                  <a:lnTo>
                    <a:pt x="1356" y="129"/>
                  </a:lnTo>
                  <a:lnTo>
                    <a:pt x="1356" y="128"/>
                  </a:lnTo>
                  <a:lnTo>
                    <a:pt x="1352" y="128"/>
                  </a:lnTo>
                  <a:lnTo>
                    <a:pt x="1352" y="128"/>
                  </a:lnTo>
                  <a:lnTo>
                    <a:pt x="1352" y="137"/>
                  </a:lnTo>
                  <a:lnTo>
                    <a:pt x="1352" y="137"/>
                  </a:lnTo>
                  <a:lnTo>
                    <a:pt x="1341" y="137"/>
                  </a:lnTo>
                  <a:lnTo>
                    <a:pt x="1334" y="135"/>
                  </a:lnTo>
                  <a:lnTo>
                    <a:pt x="1330" y="131"/>
                  </a:lnTo>
                  <a:lnTo>
                    <a:pt x="1327" y="124"/>
                  </a:lnTo>
                  <a:lnTo>
                    <a:pt x="1327" y="124"/>
                  </a:lnTo>
                  <a:lnTo>
                    <a:pt x="1323" y="129"/>
                  </a:lnTo>
                  <a:lnTo>
                    <a:pt x="1323" y="129"/>
                  </a:lnTo>
                  <a:lnTo>
                    <a:pt x="1314" y="126"/>
                  </a:lnTo>
                  <a:lnTo>
                    <a:pt x="1314" y="126"/>
                  </a:lnTo>
                  <a:lnTo>
                    <a:pt x="1310" y="131"/>
                  </a:lnTo>
                  <a:lnTo>
                    <a:pt x="1306" y="137"/>
                  </a:lnTo>
                  <a:lnTo>
                    <a:pt x="1306" y="139"/>
                  </a:lnTo>
                  <a:lnTo>
                    <a:pt x="1306" y="142"/>
                  </a:lnTo>
                  <a:lnTo>
                    <a:pt x="1310" y="144"/>
                  </a:lnTo>
                  <a:lnTo>
                    <a:pt x="1314" y="144"/>
                  </a:lnTo>
                  <a:lnTo>
                    <a:pt x="1314" y="144"/>
                  </a:lnTo>
                  <a:lnTo>
                    <a:pt x="1312" y="148"/>
                  </a:lnTo>
                  <a:lnTo>
                    <a:pt x="1312" y="150"/>
                  </a:lnTo>
                  <a:lnTo>
                    <a:pt x="1312" y="150"/>
                  </a:lnTo>
                  <a:lnTo>
                    <a:pt x="1299" y="144"/>
                  </a:lnTo>
                  <a:lnTo>
                    <a:pt x="1299" y="144"/>
                  </a:lnTo>
                  <a:lnTo>
                    <a:pt x="1301" y="150"/>
                  </a:lnTo>
                  <a:lnTo>
                    <a:pt x="1301" y="151"/>
                  </a:lnTo>
                  <a:lnTo>
                    <a:pt x="1299" y="155"/>
                  </a:lnTo>
                  <a:lnTo>
                    <a:pt x="1299" y="155"/>
                  </a:lnTo>
                  <a:lnTo>
                    <a:pt x="1292" y="159"/>
                  </a:lnTo>
                  <a:lnTo>
                    <a:pt x="1283" y="159"/>
                  </a:lnTo>
                  <a:lnTo>
                    <a:pt x="1272" y="159"/>
                  </a:lnTo>
                  <a:lnTo>
                    <a:pt x="1263" y="160"/>
                  </a:lnTo>
                  <a:lnTo>
                    <a:pt x="1261" y="168"/>
                  </a:lnTo>
                  <a:lnTo>
                    <a:pt x="1261" y="168"/>
                  </a:lnTo>
                  <a:lnTo>
                    <a:pt x="1230" y="170"/>
                  </a:lnTo>
                  <a:lnTo>
                    <a:pt x="1230" y="170"/>
                  </a:lnTo>
                  <a:lnTo>
                    <a:pt x="1245" y="166"/>
                  </a:lnTo>
                  <a:lnTo>
                    <a:pt x="1252" y="164"/>
                  </a:lnTo>
                  <a:lnTo>
                    <a:pt x="1257" y="162"/>
                  </a:lnTo>
                  <a:lnTo>
                    <a:pt x="1257" y="162"/>
                  </a:lnTo>
                  <a:lnTo>
                    <a:pt x="1259" y="157"/>
                  </a:lnTo>
                  <a:lnTo>
                    <a:pt x="1261" y="153"/>
                  </a:lnTo>
                  <a:lnTo>
                    <a:pt x="1261" y="153"/>
                  </a:lnTo>
                  <a:lnTo>
                    <a:pt x="1263" y="151"/>
                  </a:lnTo>
                  <a:lnTo>
                    <a:pt x="1266" y="151"/>
                  </a:lnTo>
                  <a:lnTo>
                    <a:pt x="1276" y="150"/>
                  </a:lnTo>
                  <a:lnTo>
                    <a:pt x="1276" y="150"/>
                  </a:lnTo>
                  <a:lnTo>
                    <a:pt x="1285" y="144"/>
                  </a:lnTo>
                  <a:lnTo>
                    <a:pt x="1294" y="135"/>
                  </a:lnTo>
                  <a:lnTo>
                    <a:pt x="1299" y="126"/>
                  </a:lnTo>
                  <a:lnTo>
                    <a:pt x="1305" y="113"/>
                  </a:lnTo>
                  <a:lnTo>
                    <a:pt x="1305" y="113"/>
                  </a:lnTo>
                  <a:lnTo>
                    <a:pt x="1341" y="104"/>
                  </a:lnTo>
                  <a:lnTo>
                    <a:pt x="1376" y="93"/>
                  </a:lnTo>
                  <a:lnTo>
                    <a:pt x="1376" y="93"/>
                  </a:lnTo>
                  <a:lnTo>
                    <a:pt x="1374" y="89"/>
                  </a:lnTo>
                  <a:lnTo>
                    <a:pt x="1374" y="88"/>
                  </a:lnTo>
                  <a:lnTo>
                    <a:pt x="1374" y="84"/>
                  </a:lnTo>
                  <a:lnTo>
                    <a:pt x="1372" y="82"/>
                  </a:lnTo>
                  <a:lnTo>
                    <a:pt x="1370" y="82"/>
                  </a:lnTo>
                  <a:lnTo>
                    <a:pt x="1370" y="82"/>
                  </a:lnTo>
                  <a:lnTo>
                    <a:pt x="1363" y="75"/>
                  </a:lnTo>
                  <a:lnTo>
                    <a:pt x="1363" y="73"/>
                  </a:lnTo>
                  <a:lnTo>
                    <a:pt x="1363" y="73"/>
                  </a:lnTo>
                  <a:lnTo>
                    <a:pt x="1370" y="75"/>
                  </a:lnTo>
                  <a:lnTo>
                    <a:pt x="1370" y="75"/>
                  </a:lnTo>
                  <a:lnTo>
                    <a:pt x="1376" y="71"/>
                  </a:lnTo>
                  <a:lnTo>
                    <a:pt x="1376" y="71"/>
                  </a:lnTo>
                  <a:lnTo>
                    <a:pt x="1376" y="64"/>
                  </a:lnTo>
                  <a:lnTo>
                    <a:pt x="1376" y="64"/>
                  </a:lnTo>
                  <a:lnTo>
                    <a:pt x="1370" y="60"/>
                  </a:lnTo>
                  <a:lnTo>
                    <a:pt x="1365" y="57"/>
                  </a:lnTo>
                  <a:lnTo>
                    <a:pt x="1365" y="57"/>
                  </a:lnTo>
                  <a:lnTo>
                    <a:pt x="1365" y="51"/>
                  </a:lnTo>
                  <a:lnTo>
                    <a:pt x="1365" y="48"/>
                  </a:lnTo>
                  <a:lnTo>
                    <a:pt x="1365" y="48"/>
                  </a:lnTo>
                  <a:lnTo>
                    <a:pt x="1361" y="46"/>
                  </a:lnTo>
                  <a:lnTo>
                    <a:pt x="1358" y="46"/>
                  </a:lnTo>
                  <a:lnTo>
                    <a:pt x="1354" y="46"/>
                  </a:lnTo>
                  <a:lnTo>
                    <a:pt x="1350" y="44"/>
                  </a:lnTo>
                  <a:lnTo>
                    <a:pt x="1350" y="44"/>
                  </a:lnTo>
                  <a:lnTo>
                    <a:pt x="1348" y="42"/>
                  </a:lnTo>
                  <a:lnTo>
                    <a:pt x="1347" y="37"/>
                  </a:lnTo>
                  <a:lnTo>
                    <a:pt x="1343" y="27"/>
                  </a:lnTo>
                  <a:lnTo>
                    <a:pt x="1343" y="27"/>
                  </a:lnTo>
                  <a:lnTo>
                    <a:pt x="1339" y="27"/>
                  </a:lnTo>
                  <a:lnTo>
                    <a:pt x="1339" y="26"/>
                  </a:lnTo>
                  <a:lnTo>
                    <a:pt x="1337" y="26"/>
                  </a:lnTo>
                  <a:lnTo>
                    <a:pt x="1336" y="26"/>
                  </a:lnTo>
                  <a:lnTo>
                    <a:pt x="1336" y="26"/>
                  </a:lnTo>
                  <a:lnTo>
                    <a:pt x="1327" y="29"/>
                  </a:lnTo>
                  <a:lnTo>
                    <a:pt x="1319" y="33"/>
                  </a:lnTo>
                  <a:lnTo>
                    <a:pt x="1316" y="27"/>
                  </a:lnTo>
                  <a:lnTo>
                    <a:pt x="1316" y="27"/>
                  </a:lnTo>
                  <a:lnTo>
                    <a:pt x="1306" y="27"/>
                  </a:lnTo>
                  <a:lnTo>
                    <a:pt x="1297" y="29"/>
                  </a:lnTo>
                  <a:lnTo>
                    <a:pt x="1297" y="29"/>
                  </a:lnTo>
                  <a:lnTo>
                    <a:pt x="1290" y="33"/>
                  </a:lnTo>
                  <a:lnTo>
                    <a:pt x="1285" y="38"/>
                  </a:lnTo>
                  <a:lnTo>
                    <a:pt x="1279" y="44"/>
                  </a:lnTo>
                  <a:lnTo>
                    <a:pt x="1279" y="44"/>
                  </a:lnTo>
                  <a:lnTo>
                    <a:pt x="1274" y="44"/>
                  </a:lnTo>
                  <a:lnTo>
                    <a:pt x="1268" y="44"/>
                  </a:lnTo>
                  <a:lnTo>
                    <a:pt x="1268" y="44"/>
                  </a:lnTo>
                  <a:lnTo>
                    <a:pt x="1276" y="27"/>
                  </a:lnTo>
                  <a:lnTo>
                    <a:pt x="1276" y="27"/>
                  </a:lnTo>
                  <a:lnTo>
                    <a:pt x="1259" y="24"/>
                  </a:lnTo>
                  <a:lnTo>
                    <a:pt x="1243" y="22"/>
                  </a:lnTo>
                  <a:lnTo>
                    <a:pt x="1243" y="22"/>
                  </a:lnTo>
                  <a:lnTo>
                    <a:pt x="1246" y="17"/>
                  </a:lnTo>
                  <a:lnTo>
                    <a:pt x="1250" y="11"/>
                  </a:lnTo>
                  <a:lnTo>
                    <a:pt x="1250" y="11"/>
                  </a:lnTo>
                  <a:lnTo>
                    <a:pt x="1235" y="4"/>
                  </a:lnTo>
                  <a:lnTo>
                    <a:pt x="1226" y="0"/>
                  </a:lnTo>
                  <a:lnTo>
                    <a:pt x="1219" y="0"/>
                  </a:lnTo>
                  <a:lnTo>
                    <a:pt x="1215" y="7"/>
                  </a:lnTo>
                  <a:lnTo>
                    <a:pt x="1215" y="7"/>
                  </a:lnTo>
                  <a:lnTo>
                    <a:pt x="1201" y="7"/>
                  </a:lnTo>
                  <a:lnTo>
                    <a:pt x="1194" y="9"/>
                  </a:lnTo>
                  <a:lnTo>
                    <a:pt x="1188" y="13"/>
                  </a:lnTo>
                  <a:lnTo>
                    <a:pt x="1179" y="20"/>
                  </a:lnTo>
                  <a:lnTo>
                    <a:pt x="1179" y="26"/>
                  </a:lnTo>
                  <a:lnTo>
                    <a:pt x="1179" y="26"/>
                  </a:lnTo>
                  <a:lnTo>
                    <a:pt x="1175" y="26"/>
                  </a:lnTo>
                  <a:lnTo>
                    <a:pt x="1173" y="26"/>
                  </a:lnTo>
                  <a:lnTo>
                    <a:pt x="1172" y="27"/>
                  </a:lnTo>
                  <a:lnTo>
                    <a:pt x="1172" y="27"/>
                  </a:lnTo>
                  <a:lnTo>
                    <a:pt x="1172" y="31"/>
                  </a:lnTo>
                  <a:lnTo>
                    <a:pt x="1172" y="35"/>
                  </a:lnTo>
                  <a:lnTo>
                    <a:pt x="1172" y="35"/>
                  </a:lnTo>
                  <a:lnTo>
                    <a:pt x="1183" y="44"/>
                  </a:lnTo>
                  <a:lnTo>
                    <a:pt x="1183" y="44"/>
                  </a:lnTo>
                  <a:lnTo>
                    <a:pt x="1163" y="40"/>
                  </a:lnTo>
                  <a:lnTo>
                    <a:pt x="1143" y="40"/>
                  </a:lnTo>
                  <a:lnTo>
                    <a:pt x="1144" y="48"/>
                  </a:lnTo>
                  <a:lnTo>
                    <a:pt x="1148" y="49"/>
                  </a:lnTo>
                  <a:lnTo>
                    <a:pt x="1148" y="49"/>
                  </a:lnTo>
                  <a:lnTo>
                    <a:pt x="1139" y="49"/>
                  </a:lnTo>
                  <a:lnTo>
                    <a:pt x="1135" y="51"/>
                  </a:lnTo>
                  <a:lnTo>
                    <a:pt x="1133" y="51"/>
                  </a:lnTo>
                  <a:lnTo>
                    <a:pt x="1133" y="51"/>
                  </a:lnTo>
                  <a:lnTo>
                    <a:pt x="1133" y="58"/>
                  </a:lnTo>
                  <a:lnTo>
                    <a:pt x="1133" y="58"/>
                  </a:lnTo>
                  <a:lnTo>
                    <a:pt x="1126" y="64"/>
                  </a:lnTo>
                  <a:lnTo>
                    <a:pt x="1119" y="68"/>
                  </a:lnTo>
                  <a:lnTo>
                    <a:pt x="1119" y="68"/>
                  </a:lnTo>
                  <a:lnTo>
                    <a:pt x="1115" y="68"/>
                  </a:lnTo>
                  <a:lnTo>
                    <a:pt x="1115" y="66"/>
                  </a:lnTo>
                  <a:lnTo>
                    <a:pt x="1115" y="62"/>
                  </a:lnTo>
                  <a:lnTo>
                    <a:pt x="1115" y="62"/>
                  </a:lnTo>
                  <a:lnTo>
                    <a:pt x="1110" y="64"/>
                  </a:lnTo>
                  <a:lnTo>
                    <a:pt x="1104" y="68"/>
                  </a:lnTo>
                  <a:lnTo>
                    <a:pt x="1099" y="71"/>
                  </a:lnTo>
                  <a:lnTo>
                    <a:pt x="1099" y="71"/>
                  </a:lnTo>
                  <a:lnTo>
                    <a:pt x="1095" y="71"/>
                  </a:lnTo>
                  <a:lnTo>
                    <a:pt x="1097" y="68"/>
                  </a:lnTo>
                  <a:lnTo>
                    <a:pt x="1099" y="64"/>
                  </a:lnTo>
                  <a:lnTo>
                    <a:pt x="1099" y="64"/>
                  </a:lnTo>
                  <a:lnTo>
                    <a:pt x="1108" y="57"/>
                  </a:lnTo>
                  <a:lnTo>
                    <a:pt x="1110" y="57"/>
                  </a:lnTo>
                  <a:lnTo>
                    <a:pt x="1110" y="55"/>
                  </a:lnTo>
                  <a:lnTo>
                    <a:pt x="1104" y="49"/>
                  </a:lnTo>
                  <a:lnTo>
                    <a:pt x="1104" y="49"/>
                  </a:lnTo>
                  <a:lnTo>
                    <a:pt x="1108" y="49"/>
                  </a:lnTo>
                  <a:lnTo>
                    <a:pt x="1112" y="49"/>
                  </a:lnTo>
                  <a:lnTo>
                    <a:pt x="1112" y="49"/>
                  </a:lnTo>
                  <a:lnTo>
                    <a:pt x="1113" y="42"/>
                  </a:lnTo>
                  <a:lnTo>
                    <a:pt x="1093" y="42"/>
                  </a:lnTo>
                  <a:lnTo>
                    <a:pt x="1093" y="42"/>
                  </a:lnTo>
                  <a:lnTo>
                    <a:pt x="1093" y="49"/>
                  </a:lnTo>
                  <a:lnTo>
                    <a:pt x="1093" y="49"/>
                  </a:lnTo>
                  <a:lnTo>
                    <a:pt x="1097" y="49"/>
                  </a:lnTo>
                  <a:lnTo>
                    <a:pt x="1101" y="49"/>
                  </a:lnTo>
                  <a:lnTo>
                    <a:pt x="1101" y="49"/>
                  </a:lnTo>
                  <a:lnTo>
                    <a:pt x="1099" y="51"/>
                  </a:lnTo>
                  <a:lnTo>
                    <a:pt x="1099" y="55"/>
                  </a:lnTo>
                  <a:lnTo>
                    <a:pt x="1099" y="55"/>
                  </a:lnTo>
                  <a:lnTo>
                    <a:pt x="1082" y="55"/>
                  </a:lnTo>
                  <a:lnTo>
                    <a:pt x="1064" y="55"/>
                  </a:lnTo>
                  <a:lnTo>
                    <a:pt x="1064" y="55"/>
                  </a:lnTo>
                  <a:lnTo>
                    <a:pt x="1062" y="53"/>
                  </a:lnTo>
                  <a:lnTo>
                    <a:pt x="1061" y="51"/>
                  </a:lnTo>
                  <a:lnTo>
                    <a:pt x="1057" y="51"/>
                  </a:lnTo>
                  <a:lnTo>
                    <a:pt x="1057" y="51"/>
                  </a:lnTo>
                  <a:lnTo>
                    <a:pt x="1057" y="58"/>
                  </a:lnTo>
                  <a:lnTo>
                    <a:pt x="1057" y="58"/>
                  </a:lnTo>
                  <a:lnTo>
                    <a:pt x="1046" y="60"/>
                  </a:lnTo>
                  <a:lnTo>
                    <a:pt x="1037" y="62"/>
                  </a:lnTo>
                  <a:lnTo>
                    <a:pt x="1030" y="66"/>
                  </a:lnTo>
                  <a:lnTo>
                    <a:pt x="1019" y="68"/>
                  </a:lnTo>
                  <a:lnTo>
                    <a:pt x="1019" y="68"/>
                  </a:lnTo>
                  <a:lnTo>
                    <a:pt x="1011" y="66"/>
                  </a:lnTo>
                  <a:lnTo>
                    <a:pt x="1006" y="66"/>
                  </a:lnTo>
                  <a:lnTo>
                    <a:pt x="1002" y="64"/>
                  </a:lnTo>
                  <a:lnTo>
                    <a:pt x="999" y="64"/>
                  </a:lnTo>
                  <a:lnTo>
                    <a:pt x="999" y="64"/>
                  </a:lnTo>
                  <a:lnTo>
                    <a:pt x="993" y="68"/>
                  </a:lnTo>
                  <a:lnTo>
                    <a:pt x="989" y="71"/>
                  </a:lnTo>
                  <a:lnTo>
                    <a:pt x="989" y="71"/>
                  </a:lnTo>
                  <a:lnTo>
                    <a:pt x="977" y="73"/>
                  </a:lnTo>
                  <a:lnTo>
                    <a:pt x="964" y="71"/>
                  </a:lnTo>
                  <a:lnTo>
                    <a:pt x="964" y="71"/>
                  </a:lnTo>
                  <a:lnTo>
                    <a:pt x="968" y="75"/>
                  </a:lnTo>
                  <a:lnTo>
                    <a:pt x="971" y="78"/>
                  </a:lnTo>
                  <a:lnTo>
                    <a:pt x="969" y="82"/>
                  </a:lnTo>
                  <a:lnTo>
                    <a:pt x="964" y="84"/>
                  </a:lnTo>
                  <a:lnTo>
                    <a:pt x="964" y="84"/>
                  </a:lnTo>
                  <a:lnTo>
                    <a:pt x="962" y="97"/>
                  </a:lnTo>
                  <a:lnTo>
                    <a:pt x="962" y="97"/>
                  </a:lnTo>
                  <a:lnTo>
                    <a:pt x="957" y="89"/>
                  </a:lnTo>
                  <a:lnTo>
                    <a:pt x="957" y="89"/>
                  </a:lnTo>
                  <a:lnTo>
                    <a:pt x="953" y="89"/>
                  </a:lnTo>
                  <a:lnTo>
                    <a:pt x="949" y="89"/>
                  </a:lnTo>
                  <a:lnTo>
                    <a:pt x="946" y="91"/>
                  </a:lnTo>
                  <a:lnTo>
                    <a:pt x="946" y="93"/>
                  </a:lnTo>
                  <a:lnTo>
                    <a:pt x="948" y="93"/>
                  </a:lnTo>
                  <a:lnTo>
                    <a:pt x="948" y="93"/>
                  </a:lnTo>
                  <a:lnTo>
                    <a:pt x="955" y="97"/>
                  </a:lnTo>
                  <a:lnTo>
                    <a:pt x="955" y="99"/>
                  </a:lnTo>
                  <a:lnTo>
                    <a:pt x="957" y="100"/>
                  </a:lnTo>
                  <a:lnTo>
                    <a:pt x="957" y="100"/>
                  </a:lnTo>
                  <a:lnTo>
                    <a:pt x="948" y="104"/>
                  </a:lnTo>
                  <a:lnTo>
                    <a:pt x="948" y="104"/>
                  </a:lnTo>
                  <a:lnTo>
                    <a:pt x="957" y="117"/>
                  </a:lnTo>
                  <a:lnTo>
                    <a:pt x="964" y="133"/>
                  </a:lnTo>
                  <a:lnTo>
                    <a:pt x="964" y="133"/>
                  </a:lnTo>
                  <a:lnTo>
                    <a:pt x="951" y="133"/>
                  </a:lnTo>
                  <a:lnTo>
                    <a:pt x="951" y="133"/>
                  </a:lnTo>
                  <a:lnTo>
                    <a:pt x="955" y="128"/>
                  </a:lnTo>
                  <a:lnTo>
                    <a:pt x="955" y="124"/>
                  </a:lnTo>
                  <a:lnTo>
                    <a:pt x="953" y="124"/>
                  </a:lnTo>
                  <a:lnTo>
                    <a:pt x="949" y="122"/>
                  </a:lnTo>
                  <a:lnTo>
                    <a:pt x="949" y="120"/>
                  </a:lnTo>
                  <a:lnTo>
                    <a:pt x="949" y="120"/>
                  </a:lnTo>
                  <a:lnTo>
                    <a:pt x="944" y="120"/>
                  </a:lnTo>
                  <a:lnTo>
                    <a:pt x="938" y="122"/>
                  </a:lnTo>
                  <a:lnTo>
                    <a:pt x="927" y="126"/>
                  </a:lnTo>
                  <a:lnTo>
                    <a:pt x="927" y="126"/>
                  </a:lnTo>
                  <a:lnTo>
                    <a:pt x="924" y="124"/>
                  </a:lnTo>
                  <a:lnTo>
                    <a:pt x="920" y="122"/>
                  </a:lnTo>
                  <a:lnTo>
                    <a:pt x="915" y="120"/>
                  </a:lnTo>
                  <a:lnTo>
                    <a:pt x="871" y="128"/>
                  </a:lnTo>
                  <a:lnTo>
                    <a:pt x="871" y="128"/>
                  </a:lnTo>
                  <a:lnTo>
                    <a:pt x="864" y="133"/>
                  </a:lnTo>
                  <a:lnTo>
                    <a:pt x="864" y="133"/>
                  </a:lnTo>
                  <a:lnTo>
                    <a:pt x="862" y="139"/>
                  </a:lnTo>
                  <a:lnTo>
                    <a:pt x="860" y="146"/>
                  </a:lnTo>
                  <a:lnTo>
                    <a:pt x="858" y="153"/>
                  </a:lnTo>
                  <a:lnTo>
                    <a:pt x="860" y="160"/>
                  </a:lnTo>
                  <a:lnTo>
                    <a:pt x="862" y="168"/>
                  </a:lnTo>
                  <a:lnTo>
                    <a:pt x="864" y="173"/>
                  </a:lnTo>
                  <a:lnTo>
                    <a:pt x="869" y="177"/>
                  </a:lnTo>
                  <a:lnTo>
                    <a:pt x="873" y="179"/>
                  </a:lnTo>
                  <a:lnTo>
                    <a:pt x="873" y="179"/>
                  </a:lnTo>
                  <a:lnTo>
                    <a:pt x="876" y="179"/>
                  </a:lnTo>
                  <a:lnTo>
                    <a:pt x="880" y="179"/>
                  </a:lnTo>
                  <a:lnTo>
                    <a:pt x="884" y="177"/>
                  </a:lnTo>
                  <a:lnTo>
                    <a:pt x="884" y="177"/>
                  </a:lnTo>
                  <a:lnTo>
                    <a:pt x="887" y="181"/>
                  </a:lnTo>
                  <a:lnTo>
                    <a:pt x="891" y="186"/>
                  </a:lnTo>
                  <a:lnTo>
                    <a:pt x="891" y="186"/>
                  </a:lnTo>
                  <a:lnTo>
                    <a:pt x="897" y="190"/>
                  </a:lnTo>
                  <a:lnTo>
                    <a:pt x="904" y="191"/>
                  </a:lnTo>
                  <a:lnTo>
                    <a:pt x="904" y="191"/>
                  </a:lnTo>
                  <a:lnTo>
                    <a:pt x="900" y="204"/>
                  </a:lnTo>
                  <a:lnTo>
                    <a:pt x="898" y="221"/>
                  </a:lnTo>
                  <a:lnTo>
                    <a:pt x="898" y="221"/>
                  </a:lnTo>
                  <a:lnTo>
                    <a:pt x="900" y="224"/>
                  </a:lnTo>
                  <a:lnTo>
                    <a:pt x="900" y="228"/>
                  </a:lnTo>
                  <a:lnTo>
                    <a:pt x="900" y="228"/>
                  </a:lnTo>
                  <a:lnTo>
                    <a:pt x="902" y="228"/>
                  </a:lnTo>
                  <a:lnTo>
                    <a:pt x="902" y="232"/>
                  </a:lnTo>
                  <a:lnTo>
                    <a:pt x="900" y="235"/>
                  </a:lnTo>
                  <a:lnTo>
                    <a:pt x="900" y="235"/>
                  </a:lnTo>
                  <a:lnTo>
                    <a:pt x="897" y="235"/>
                  </a:lnTo>
                  <a:lnTo>
                    <a:pt x="891" y="235"/>
                  </a:lnTo>
                  <a:lnTo>
                    <a:pt x="891" y="235"/>
                  </a:lnTo>
                  <a:lnTo>
                    <a:pt x="891" y="242"/>
                  </a:lnTo>
                  <a:lnTo>
                    <a:pt x="891" y="242"/>
                  </a:lnTo>
                  <a:lnTo>
                    <a:pt x="906" y="253"/>
                  </a:lnTo>
                  <a:lnTo>
                    <a:pt x="906" y="253"/>
                  </a:lnTo>
                  <a:lnTo>
                    <a:pt x="909" y="252"/>
                  </a:lnTo>
                  <a:lnTo>
                    <a:pt x="913" y="252"/>
                  </a:lnTo>
                  <a:lnTo>
                    <a:pt x="913" y="248"/>
                  </a:lnTo>
                  <a:lnTo>
                    <a:pt x="915" y="248"/>
                  </a:lnTo>
                  <a:lnTo>
                    <a:pt x="915" y="248"/>
                  </a:lnTo>
                  <a:lnTo>
                    <a:pt x="920" y="248"/>
                  </a:lnTo>
                  <a:lnTo>
                    <a:pt x="924" y="248"/>
                  </a:lnTo>
                  <a:lnTo>
                    <a:pt x="933" y="253"/>
                  </a:lnTo>
                  <a:lnTo>
                    <a:pt x="935" y="264"/>
                  </a:lnTo>
                  <a:lnTo>
                    <a:pt x="929" y="264"/>
                  </a:lnTo>
                  <a:lnTo>
                    <a:pt x="927" y="255"/>
                  </a:lnTo>
                  <a:lnTo>
                    <a:pt x="927" y="255"/>
                  </a:lnTo>
                  <a:lnTo>
                    <a:pt x="893" y="255"/>
                  </a:lnTo>
                  <a:lnTo>
                    <a:pt x="893" y="255"/>
                  </a:lnTo>
                  <a:lnTo>
                    <a:pt x="893" y="250"/>
                  </a:lnTo>
                  <a:lnTo>
                    <a:pt x="891" y="246"/>
                  </a:lnTo>
                  <a:lnTo>
                    <a:pt x="891" y="246"/>
                  </a:lnTo>
                  <a:lnTo>
                    <a:pt x="884" y="241"/>
                  </a:lnTo>
                  <a:lnTo>
                    <a:pt x="880" y="239"/>
                  </a:lnTo>
                  <a:lnTo>
                    <a:pt x="880" y="241"/>
                  </a:lnTo>
                  <a:lnTo>
                    <a:pt x="880" y="241"/>
                  </a:lnTo>
                  <a:lnTo>
                    <a:pt x="878" y="241"/>
                  </a:lnTo>
                  <a:lnTo>
                    <a:pt x="876" y="241"/>
                  </a:lnTo>
                  <a:lnTo>
                    <a:pt x="878" y="242"/>
                  </a:lnTo>
                  <a:lnTo>
                    <a:pt x="876" y="246"/>
                  </a:lnTo>
                  <a:lnTo>
                    <a:pt x="871" y="246"/>
                  </a:lnTo>
                  <a:lnTo>
                    <a:pt x="871" y="246"/>
                  </a:lnTo>
                  <a:lnTo>
                    <a:pt x="878" y="217"/>
                  </a:lnTo>
                  <a:lnTo>
                    <a:pt x="884" y="206"/>
                  </a:lnTo>
                  <a:lnTo>
                    <a:pt x="891" y="193"/>
                  </a:lnTo>
                  <a:lnTo>
                    <a:pt x="891" y="193"/>
                  </a:lnTo>
                  <a:lnTo>
                    <a:pt x="864" y="190"/>
                  </a:lnTo>
                  <a:lnTo>
                    <a:pt x="866" y="193"/>
                  </a:lnTo>
                  <a:lnTo>
                    <a:pt x="862" y="193"/>
                  </a:lnTo>
                  <a:lnTo>
                    <a:pt x="862" y="193"/>
                  </a:lnTo>
                  <a:lnTo>
                    <a:pt x="855" y="179"/>
                  </a:lnTo>
                  <a:lnTo>
                    <a:pt x="855" y="179"/>
                  </a:lnTo>
                  <a:lnTo>
                    <a:pt x="853" y="179"/>
                  </a:lnTo>
                  <a:lnTo>
                    <a:pt x="853" y="181"/>
                  </a:lnTo>
                  <a:lnTo>
                    <a:pt x="851" y="181"/>
                  </a:lnTo>
                  <a:lnTo>
                    <a:pt x="849" y="182"/>
                  </a:lnTo>
                  <a:lnTo>
                    <a:pt x="844" y="177"/>
                  </a:lnTo>
                  <a:lnTo>
                    <a:pt x="844" y="177"/>
                  </a:lnTo>
                  <a:lnTo>
                    <a:pt x="836" y="173"/>
                  </a:lnTo>
                  <a:lnTo>
                    <a:pt x="829" y="173"/>
                  </a:lnTo>
                  <a:lnTo>
                    <a:pt x="822" y="173"/>
                  </a:lnTo>
                  <a:lnTo>
                    <a:pt x="815" y="177"/>
                  </a:lnTo>
                  <a:lnTo>
                    <a:pt x="815" y="177"/>
                  </a:lnTo>
                  <a:lnTo>
                    <a:pt x="811" y="179"/>
                  </a:lnTo>
                  <a:lnTo>
                    <a:pt x="809" y="182"/>
                  </a:lnTo>
                  <a:lnTo>
                    <a:pt x="809" y="182"/>
                  </a:lnTo>
                  <a:lnTo>
                    <a:pt x="811" y="184"/>
                  </a:lnTo>
                  <a:lnTo>
                    <a:pt x="818" y="184"/>
                  </a:lnTo>
                  <a:lnTo>
                    <a:pt x="818" y="184"/>
                  </a:lnTo>
                  <a:lnTo>
                    <a:pt x="820" y="190"/>
                  </a:lnTo>
                  <a:lnTo>
                    <a:pt x="820" y="190"/>
                  </a:lnTo>
                  <a:lnTo>
                    <a:pt x="816" y="191"/>
                  </a:lnTo>
                  <a:lnTo>
                    <a:pt x="815" y="197"/>
                  </a:lnTo>
                  <a:lnTo>
                    <a:pt x="815" y="197"/>
                  </a:lnTo>
                  <a:lnTo>
                    <a:pt x="809" y="195"/>
                  </a:lnTo>
                  <a:lnTo>
                    <a:pt x="807" y="195"/>
                  </a:lnTo>
                  <a:lnTo>
                    <a:pt x="807" y="193"/>
                  </a:lnTo>
                  <a:lnTo>
                    <a:pt x="807" y="193"/>
                  </a:lnTo>
                  <a:lnTo>
                    <a:pt x="800" y="190"/>
                  </a:lnTo>
                  <a:lnTo>
                    <a:pt x="800" y="190"/>
                  </a:lnTo>
                  <a:lnTo>
                    <a:pt x="794" y="188"/>
                  </a:lnTo>
                  <a:lnTo>
                    <a:pt x="791" y="190"/>
                  </a:lnTo>
                  <a:lnTo>
                    <a:pt x="791" y="190"/>
                  </a:lnTo>
                  <a:lnTo>
                    <a:pt x="784" y="201"/>
                  </a:lnTo>
                  <a:lnTo>
                    <a:pt x="784" y="201"/>
                  </a:lnTo>
                  <a:lnTo>
                    <a:pt x="791" y="201"/>
                  </a:lnTo>
                  <a:lnTo>
                    <a:pt x="791" y="201"/>
                  </a:lnTo>
                  <a:lnTo>
                    <a:pt x="805" y="211"/>
                  </a:lnTo>
                  <a:lnTo>
                    <a:pt x="805" y="211"/>
                  </a:lnTo>
                  <a:lnTo>
                    <a:pt x="809" y="215"/>
                  </a:lnTo>
                  <a:lnTo>
                    <a:pt x="809" y="217"/>
                  </a:lnTo>
                  <a:lnTo>
                    <a:pt x="809" y="219"/>
                  </a:lnTo>
                  <a:lnTo>
                    <a:pt x="805" y="219"/>
                  </a:lnTo>
                  <a:lnTo>
                    <a:pt x="798" y="221"/>
                  </a:lnTo>
                  <a:lnTo>
                    <a:pt x="791" y="221"/>
                  </a:lnTo>
                  <a:lnTo>
                    <a:pt x="791" y="221"/>
                  </a:lnTo>
                  <a:lnTo>
                    <a:pt x="789" y="219"/>
                  </a:lnTo>
                  <a:lnTo>
                    <a:pt x="785" y="215"/>
                  </a:lnTo>
                  <a:lnTo>
                    <a:pt x="785" y="215"/>
                  </a:lnTo>
                  <a:lnTo>
                    <a:pt x="780" y="219"/>
                  </a:lnTo>
                  <a:lnTo>
                    <a:pt x="776" y="221"/>
                  </a:lnTo>
                  <a:lnTo>
                    <a:pt x="773" y="221"/>
                  </a:lnTo>
                  <a:lnTo>
                    <a:pt x="773" y="221"/>
                  </a:lnTo>
                  <a:lnTo>
                    <a:pt x="769" y="217"/>
                  </a:lnTo>
                  <a:lnTo>
                    <a:pt x="765" y="213"/>
                  </a:lnTo>
                  <a:lnTo>
                    <a:pt x="765" y="213"/>
                  </a:lnTo>
                  <a:lnTo>
                    <a:pt x="767" y="208"/>
                  </a:lnTo>
                  <a:lnTo>
                    <a:pt x="765" y="201"/>
                  </a:lnTo>
                  <a:lnTo>
                    <a:pt x="762" y="197"/>
                  </a:lnTo>
                  <a:lnTo>
                    <a:pt x="762" y="197"/>
                  </a:lnTo>
                  <a:lnTo>
                    <a:pt x="762" y="190"/>
                  </a:lnTo>
                  <a:lnTo>
                    <a:pt x="763" y="181"/>
                  </a:lnTo>
                  <a:lnTo>
                    <a:pt x="763" y="171"/>
                  </a:lnTo>
                  <a:lnTo>
                    <a:pt x="763" y="164"/>
                  </a:lnTo>
                  <a:lnTo>
                    <a:pt x="754" y="157"/>
                  </a:lnTo>
                  <a:lnTo>
                    <a:pt x="754" y="157"/>
                  </a:lnTo>
                  <a:lnTo>
                    <a:pt x="756" y="171"/>
                  </a:lnTo>
                  <a:lnTo>
                    <a:pt x="758" y="181"/>
                  </a:lnTo>
                  <a:lnTo>
                    <a:pt x="756" y="190"/>
                  </a:lnTo>
                  <a:lnTo>
                    <a:pt x="756" y="190"/>
                  </a:lnTo>
                  <a:lnTo>
                    <a:pt x="754" y="193"/>
                  </a:lnTo>
                  <a:lnTo>
                    <a:pt x="751" y="195"/>
                  </a:lnTo>
                  <a:lnTo>
                    <a:pt x="747" y="199"/>
                  </a:lnTo>
                  <a:lnTo>
                    <a:pt x="743" y="201"/>
                  </a:lnTo>
                  <a:lnTo>
                    <a:pt x="743" y="201"/>
                  </a:lnTo>
                  <a:lnTo>
                    <a:pt x="743" y="204"/>
                  </a:lnTo>
                  <a:lnTo>
                    <a:pt x="743" y="206"/>
                  </a:lnTo>
                  <a:lnTo>
                    <a:pt x="742" y="213"/>
                  </a:lnTo>
                  <a:lnTo>
                    <a:pt x="742" y="213"/>
                  </a:lnTo>
                  <a:lnTo>
                    <a:pt x="740" y="217"/>
                  </a:lnTo>
                  <a:lnTo>
                    <a:pt x="736" y="219"/>
                  </a:lnTo>
                  <a:lnTo>
                    <a:pt x="736" y="219"/>
                  </a:lnTo>
                  <a:lnTo>
                    <a:pt x="749" y="233"/>
                  </a:lnTo>
                  <a:lnTo>
                    <a:pt x="749" y="233"/>
                  </a:lnTo>
                  <a:lnTo>
                    <a:pt x="749" y="239"/>
                  </a:lnTo>
                  <a:lnTo>
                    <a:pt x="747" y="242"/>
                  </a:lnTo>
                  <a:lnTo>
                    <a:pt x="745" y="244"/>
                  </a:lnTo>
                  <a:lnTo>
                    <a:pt x="743" y="248"/>
                  </a:lnTo>
                  <a:lnTo>
                    <a:pt x="743" y="248"/>
                  </a:lnTo>
                  <a:lnTo>
                    <a:pt x="743" y="253"/>
                  </a:lnTo>
                  <a:lnTo>
                    <a:pt x="745" y="261"/>
                  </a:lnTo>
                  <a:lnTo>
                    <a:pt x="749" y="272"/>
                  </a:lnTo>
                  <a:lnTo>
                    <a:pt x="749" y="272"/>
                  </a:lnTo>
                  <a:lnTo>
                    <a:pt x="756" y="272"/>
                  </a:lnTo>
                  <a:lnTo>
                    <a:pt x="765" y="270"/>
                  </a:lnTo>
                  <a:lnTo>
                    <a:pt x="765" y="270"/>
                  </a:lnTo>
                  <a:lnTo>
                    <a:pt x="771" y="266"/>
                  </a:lnTo>
                  <a:lnTo>
                    <a:pt x="776" y="262"/>
                  </a:lnTo>
                  <a:lnTo>
                    <a:pt x="776" y="262"/>
                  </a:lnTo>
                  <a:lnTo>
                    <a:pt x="782" y="264"/>
                  </a:lnTo>
                  <a:lnTo>
                    <a:pt x="785" y="268"/>
                  </a:lnTo>
                  <a:lnTo>
                    <a:pt x="785" y="268"/>
                  </a:lnTo>
                  <a:lnTo>
                    <a:pt x="787" y="268"/>
                  </a:lnTo>
                  <a:lnTo>
                    <a:pt x="787" y="266"/>
                  </a:lnTo>
                  <a:lnTo>
                    <a:pt x="789" y="264"/>
                  </a:lnTo>
                  <a:lnTo>
                    <a:pt x="791" y="264"/>
                  </a:lnTo>
                  <a:lnTo>
                    <a:pt x="791" y="264"/>
                  </a:lnTo>
                  <a:lnTo>
                    <a:pt x="796" y="266"/>
                  </a:lnTo>
                  <a:lnTo>
                    <a:pt x="800" y="268"/>
                  </a:lnTo>
                  <a:lnTo>
                    <a:pt x="807" y="277"/>
                  </a:lnTo>
                  <a:lnTo>
                    <a:pt x="818" y="297"/>
                  </a:lnTo>
                  <a:lnTo>
                    <a:pt x="818" y="297"/>
                  </a:lnTo>
                  <a:lnTo>
                    <a:pt x="807" y="304"/>
                  </a:lnTo>
                  <a:lnTo>
                    <a:pt x="807" y="304"/>
                  </a:lnTo>
                  <a:lnTo>
                    <a:pt x="807" y="308"/>
                  </a:lnTo>
                  <a:lnTo>
                    <a:pt x="807" y="313"/>
                  </a:lnTo>
                  <a:lnTo>
                    <a:pt x="807" y="313"/>
                  </a:lnTo>
                  <a:lnTo>
                    <a:pt x="811" y="315"/>
                  </a:lnTo>
                  <a:lnTo>
                    <a:pt x="813" y="319"/>
                  </a:lnTo>
                  <a:lnTo>
                    <a:pt x="813" y="319"/>
                  </a:lnTo>
                  <a:lnTo>
                    <a:pt x="824" y="321"/>
                  </a:lnTo>
                  <a:lnTo>
                    <a:pt x="836" y="323"/>
                  </a:lnTo>
                  <a:lnTo>
                    <a:pt x="836" y="323"/>
                  </a:lnTo>
                  <a:lnTo>
                    <a:pt x="838" y="326"/>
                  </a:lnTo>
                  <a:lnTo>
                    <a:pt x="840" y="328"/>
                  </a:lnTo>
                  <a:lnTo>
                    <a:pt x="840" y="328"/>
                  </a:lnTo>
                  <a:lnTo>
                    <a:pt x="824" y="326"/>
                  </a:lnTo>
                  <a:lnTo>
                    <a:pt x="811" y="323"/>
                  </a:lnTo>
                  <a:lnTo>
                    <a:pt x="811" y="323"/>
                  </a:lnTo>
                  <a:lnTo>
                    <a:pt x="811" y="330"/>
                  </a:lnTo>
                  <a:lnTo>
                    <a:pt x="811" y="330"/>
                  </a:lnTo>
                  <a:lnTo>
                    <a:pt x="809" y="330"/>
                  </a:lnTo>
                  <a:lnTo>
                    <a:pt x="807" y="328"/>
                  </a:lnTo>
                  <a:lnTo>
                    <a:pt x="805" y="326"/>
                  </a:lnTo>
                  <a:lnTo>
                    <a:pt x="798" y="323"/>
                  </a:lnTo>
                  <a:lnTo>
                    <a:pt x="798" y="323"/>
                  </a:lnTo>
                  <a:lnTo>
                    <a:pt x="800" y="306"/>
                  </a:lnTo>
                  <a:lnTo>
                    <a:pt x="798" y="295"/>
                  </a:lnTo>
                  <a:lnTo>
                    <a:pt x="796" y="284"/>
                  </a:lnTo>
                  <a:lnTo>
                    <a:pt x="791" y="272"/>
                  </a:lnTo>
                  <a:lnTo>
                    <a:pt x="791" y="272"/>
                  </a:lnTo>
                  <a:lnTo>
                    <a:pt x="769" y="279"/>
                  </a:lnTo>
                  <a:lnTo>
                    <a:pt x="758" y="284"/>
                  </a:lnTo>
                  <a:lnTo>
                    <a:pt x="756" y="288"/>
                  </a:lnTo>
                  <a:lnTo>
                    <a:pt x="754" y="292"/>
                  </a:lnTo>
                  <a:lnTo>
                    <a:pt x="754" y="292"/>
                  </a:lnTo>
                  <a:lnTo>
                    <a:pt x="754" y="295"/>
                  </a:lnTo>
                  <a:lnTo>
                    <a:pt x="756" y="297"/>
                  </a:lnTo>
                  <a:lnTo>
                    <a:pt x="756" y="297"/>
                  </a:lnTo>
                  <a:lnTo>
                    <a:pt x="756" y="297"/>
                  </a:lnTo>
                  <a:lnTo>
                    <a:pt x="758" y="299"/>
                  </a:lnTo>
                  <a:lnTo>
                    <a:pt x="758" y="303"/>
                  </a:lnTo>
                  <a:lnTo>
                    <a:pt x="756" y="306"/>
                  </a:lnTo>
                  <a:lnTo>
                    <a:pt x="756" y="306"/>
                  </a:lnTo>
                  <a:lnTo>
                    <a:pt x="753" y="326"/>
                  </a:lnTo>
                  <a:lnTo>
                    <a:pt x="749" y="332"/>
                  </a:lnTo>
                  <a:lnTo>
                    <a:pt x="747" y="335"/>
                  </a:lnTo>
                  <a:lnTo>
                    <a:pt x="742" y="339"/>
                  </a:lnTo>
                  <a:lnTo>
                    <a:pt x="736" y="341"/>
                  </a:lnTo>
                  <a:lnTo>
                    <a:pt x="720" y="348"/>
                  </a:lnTo>
                  <a:lnTo>
                    <a:pt x="720" y="348"/>
                  </a:lnTo>
                  <a:lnTo>
                    <a:pt x="722" y="350"/>
                  </a:lnTo>
                  <a:lnTo>
                    <a:pt x="723" y="350"/>
                  </a:lnTo>
                  <a:lnTo>
                    <a:pt x="725" y="352"/>
                  </a:lnTo>
                  <a:lnTo>
                    <a:pt x="727" y="354"/>
                  </a:lnTo>
                  <a:lnTo>
                    <a:pt x="727" y="354"/>
                  </a:lnTo>
                  <a:lnTo>
                    <a:pt x="729" y="363"/>
                  </a:lnTo>
                  <a:lnTo>
                    <a:pt x="729" y="370"/>
                  </a:lnTo>
                  <a:lnTo>
                    <a:pt x="729" y="370"/>
                  </a:lnTo>
                  <a:lnTo>
                    <a:pt x="725" y="370"/>
                  </a:lnTo>
                  <a:lnTo>
                    <a:pt x="722" y="370"/>
                  </a:lnTo>
                  <a:lnTo>
                    <a:pt x="722" y="370"/>
                  </a:lnTo>
                  <a:lnTo>
                    <a:pt x="720" y="363"/>
                  </a:lnTo>
                  <a:lnTo>
                    <a:pt x="714" y="355"/>
                  </a:lnTo>
                  <a:lnTo>
                    <a:pt x="714" y="355"/>
                  </a:lnTo>
                  <a:lnTo>
                    <a:pt x="709" y="354"/>
                  </a:lnTo>
                  <a:lnTo>
                    <a:pt x="703" y="354"/>
                  </a:lnTo>
                  <a:lnTo>
                    <a:pt x="696" y="355"/>
                  </a:lnTo>
                  <a:lnTo>
                    <a:pt x="691" y="355"/>
                  </a:lnTo>
                  <a:lnTo>
                    <a:pt x="691" y="355"/>
                  </a:lnTo>
                  <a:lnTo>
                    <a:pt x="685" y="354"/>
                  </a:lnTo>
                  <a:lnTo>
                    <a:pt x="681" y="350"/>
                  </a:lnTo>
                  <a:lnTo>
                    <a:pt x="672" y="343"/>
                  </a:lnTo>
                  <a:lnTo>
                    <a:pt x="672" y="343"/>
                  </a:lnTo>
                  <a:lnTo>
                    <a:pt x="687" y="343"/>
                  </a:lnTo>
                  <a:lnTo>
                    <a:pt x="700" y="343"/>
                  </a:lnTo>
                  <a:lnTo>
                    <a:pt x="700" y="343"/>
                  </a:lnTo>
                  <a:lnTo>
                    <a:pt x="703" y="341"/>
                  </a:lnTo>
                  <a:lnTo>
                    <a:pt x="707" y="337"/>
                  </a:lnTo>
                  <a:lnTo>
                    <a:pt x="712" y="334"/>
                  </a:lnTo>
                  <a:lnTo>
                    <a:pt x="712" y="334"/>
                  </a:lnTo>
                  <a:lnTo>
                    <a:pt x="716" y="334"/>
                  </a:lnTo>
                  <a:lnTo>
                    <a:pt x="718" y="335"/>
                  </a:lnTo>
                  <a:lnTo>
                    <a:pt x="720" y="339"/>
                  </a:lnTo>
                  <a:lnTo>
                    <a:pt x="720" y="339"/>
                  </a:lnTo>
                  <a:lnTo>
                    <a:pt x="723" y="335"/>
                  </a:lnTo>
                  <a:lnTo>
                    <a:pt x="727" y="335"/>
                  </a:lnTo>
                  <a:lnTo>
                    <a:pt x="727" y="335"/>
                  </a:lnTo>
                  <a:lnTo>
                    <a:pt x="727" y="334"/>
                  </a:lnTo>
                  <a:lnTo>
                    <a:pt x="727" y="332"/>
                  </a:lnTo>
                  <a:lnTo>
                    <a:pt x="725" y="328"/>
                  </a:lnTo>
                  <a:lnTo>
                    <a:pt x="736" y="319"/>
                  </a:lnTo>
                  <a:lnTo>
                    <a:pt x="736" y="319"/>
                  </a:lnTo>
                  <a:lnTo>
                    <a:pt x="738" y="304"/>
                  </a:lnTo>
                  <a:lnTo>
                    <a:pt x="736" y="292"/>
                  </a:lnTo>
                  <a:lnTo>
                    <a:pt x="736" y="292"/>
                  </a:lnTo>
                  <a:lnTo>
                    <a:pt x="734" y="288"/>
                  </a:lnTo>
                  <a:lnTo>
                    <a:pt x="729" y="284"/>
                  </a:lnTo>
                  <a:lnTo>
                    <a:pt x="725" y="279"/>
                  </a:lnTo>
                  <a:lnTo>
                    <a:pt x="722" y="275"/>
                  </a:lnTo>
                  <a:lnTo>
                    <a:pt x="722" y="275"/>
                  </a:lnTo>
                  <a:lnTo>
                    <a:pt x="722" y="270"/>
                  </a:lnTo>
                  <a:lnTo>
                    <a:pt x="722" y="264"/>
                  </a:lnTo>
                  <a:lnTo>
                    <a:pt x="725" y="253"/>
                  </a:lnTo>
                  <a:lnTo>
                    <a:pt x="729" y="244"/>
                  </a:lnTo>
                  <a:lnTo>
                    <a:pt x="729" y="235"/>
                  </a:lnTo>
                  <a:lnTo>
                    <a:pt x="729" y="235"/>
                  </a:lnTo>
                  <a:lnTo>
                    <a:pt x="727" y="232"/>
                  </a:lnTo>
                  <a:lnTo>
                    <a:pt x="723" y="228"/>
                  </a:lnTo>
                  <a:lnTo>
                    <a:pt x="718" y="221"/>
                  </a:lnTo>
                  <a:lnTo>
                    <a:pt x="718" y="221"/>
                  </a:lnTo>
                  <a:lnTo>
                    <a:pt x="716" y="219"/>
                  </a:lnTo>
                  <a:lnTo>
                    <a:pt x="716" y="217"/>
                  </a:lnTo>
                  <a:lnTo>
                    <a:pt x="716" y="215"/>
                  </a:lnTo>
                  <a:lnTo>
                    <a:pt x="714" y="213"/>
                  </a:lnTo>
                  <a:lnTo>
                    <a:pt x="714" y="213"/>
                  </a:lnTo>
                  <a:lnTo>
                    <a:pt x="716" y="208"/>
                  </a:lnTo>
                  <a:lnTo>
                    <a:pt x="718" y="204"/>
                  </a:lnTo>
                  <a:lnTo>
                    <a:pt x="718" y="204"/>
                  </a:lnTo>
                  <a:lnTo>
                    <a:pt x="722" y="201"/>
                  </a:lnTo>
                  <a:lnTo>
                    <a:pt x="725" y="197"/>
                  </a:lnTo>
                  <a:lnTo>
                    <a:pt x="725" y="197"/>
                  </a:lnTo>
                  <a:lnTo>
                    <a:pt x="727" y="186"/>
                  </a:lnTo>
                  <a:lnTo>
                    <a:pt x="727" y="175"/>
                  </a:lnTo>
                  <a:lnTo>
                    <a:pt x="727" y="164"/>
                  </a:lnTo>
                  <a:lnTo>
                    <a:pt x="725" y="155"/>
                  </a:lnTo>
                  <a:lnTo>
                    <a:pt x="725" y="155"/>
                  </a:lnTo>
                  <a:lnTo>
                    <a:pt x="722" y="151"/>
                  </a:lnTo>
                  <a:lnTo>
                    <a:pt x="716" y="150"/>
                  </a:lnTo>
                  <a:lnTo>
                    <a:pt x="702" y="148"/>
                  </a:lnTo>
                  <a:lnTo>
                    <a:pt x="685" y="150"/>
                  </a:lnTo>
                  <a:lnTo>
                    <a:pt x="676" y="153"/>
                  </a:lnTo>
                  <a:lnTo>
                    <a:pt x="676" y="153"/>
                  </a:lnTo>
                  <a:lnTo>
                    <a:pt x="672" y="157"/>
                  </a:lnTo>
                  <a:lnTo>
                    <a:pt x="671" y="162"/>
                  </a:lnTo>
                  <a:lnTo>
                    <a:pt x="669" y="168"/>
                  </a:lnTo>
                  <a:lnTo>
                    <a:pt x="665" y="175"/>
                  </a:lnTo>
                  <a:lnTo>
                    <a:pt x="663" y="175"/>
                  </a:lnTo>
                  <a:lnTo>
                    <a:pt x="663" y="175"/>
                  </a:lnTo>
                  <a:lnTo>
                    <a:pt x="658" y="179"/>
                  </a:lnTo>
                  <a:lnTo>
                    <a:pt x="654" y="186"/>
                  </a:lnTo>
                  <a:lnTo>
                    <a:pt x="651" y="193"/>
                  </a:lnTo>
                  <a:lnTo>
                    <a:pt x="647" y="199"/>
                  </a:lnTo>
                  <a:lnTo>
                    <a:pt x="647" y="199"/>
                  </a:lnTo>
                  <a:lnTo>
                    <a:pt x="643" y="201"/>
                  </a:lnTo>
                  <a:lnTo>
                    <a:pt x="641" y="201"/>
                  </a:lnTo>
                  <a:lnTo>
                    <a:pt x="640" y="201"/>
                  </a:lnTo>
                  <a:lnTo>
                    <a:pt x="636" y="201"/>
                  </a:lnTo>
                  <a:lnTo>
                    <a:pt x="636" y="201"/>
                  </a:lnTo>
                  <a:lnTo>
                    <a:pt x="640" y="221"/>
                  </a:lnTo>
                  <a:lnTo>
                    <a:pt x="641" y="233"/>
                  </a:lnTo>
                  <a:lnTo>
                    <a:pt x="641" y="237"/>
                  </a:lnTo>
                  <a:lnTo>
                    <a:pt x="634" y="241"/>
                  </a:lnTo>
                  <a:lnTo>
                    <a:pt x="634" y="241"/>
                  </a:lnTo>
                  <a:lnTo>
                    <a:pt x="634" y="244"/>
                  </a:lnTo>
                  <a:lnTo>
                    <a:pt x="634" y="248"/>
                  </a:lnTo>
                  <a:lnTo>
                    <a:pt x="634" y="252"/>
                  </a:lnTo>
                  <a:lnTo>
                    <a:pt x="634" y="255"/>
                  </a:lnTo>
                  <a:lnTo>
                    <a:pt x="634" y="255"/>
                  </a:lnTo>
                  <a:lnTo>
                    <a:pt x="645" y="257"/>
                  </a:lnTo>
                  <a:lnTo>
                    <a:pt x="651" y="257"/>
                  </a:lnTo>
                  <a:lnTo>
                    <a:pt x="651" y="257"/>
                  </a:lnTo>
                  <a:lnTo>
                    <a:pt x="651" y="283"/>
                  </a:lnTo>
                  <a:lnTo>
                    <a:pt x="658" y="279"/>
                  </a:lnTo>
                  <a:lnTo>
                    <a:pt x="658" y="279"/>
                  </a:lnTo>
                  <a:lnTo>
                    <a:pt x="652" y="293"/>
                  </a:lnTo>
                  <a:lnTo>
                    <a:pt x="647" y="304"/>
                  </a:lnTo>
                  <a:lnTo>
                    <a:pt x="647" y="304"/>
                  </a:lnTo>
                  <a:lnTo>
                    <a:pt x="627" y="277"/>
                  </a:lnTo>
                  <a:lnTo>
                    <a:pt x="627" y="277"/>
                  </a:lnTo>
                  <a:lnTo>
                    <a:pt x="621" y="277"/>
                  </a:lnTo>
                  <a:lnTo>
                    <a:pt x="620" y="277"/>
                  </a:lnTo>
                  <a:lnTo>
                    <a:pt x="618" y="277"/>
                  </a:lnTo>
                  <a:lnTo>
                    <a:pt x="618" y="277"/>
                  </a:lnTo>
                  <a:lnTo>
                    <a:pt x="616" y="275"/>
                  </a:lnTo>
                  <a:lnTo>
                    <a:pt x="616" y="272"/>
                  </a:lnTo>
                  <a:lnTo>
                    <a:pt x="618" y="270"/>
                  </a:lnTo>
                  <a:lnTo>
                    <a:pt x="618" y="270"/>
                  </a:lnTo>
                  <a:lnTo>
                    <a:pt x="612" y="270"/>
                  </a:lnTo>
                  <a:lnTo>
                    <a:pt x="607" y="270"/>
                  </a:lnTo>
                  <a:lnTo>
                    <a:pt x="607" y="270"/>
                  </a:lnTo>
                  <a:lnTo>
                    <a:pt x="605" y="268"/>
                  </a:lnTo>
                  <a:lnTo>
                    <a:pt x="603" y="264"/>
                  </a:lnTo>
                  <a:lnTo>
                    <a:pt x="603" y="264"/>
                  </a:lnTo>
                  <a:lnTo>
                    <a:pt x="601" y="272"/>
                  </a:lnTo>
                  <a:lnTo>
                    <a:pt x="599" y="273"/>
                  </a:lnTo>
                  <a:lnTo>
                    <a:pt x="598" y="275"/>
                  </a:lnTo>
                  <a:lnTo>
                    <a:pt x="598" y="275"/>
                  </a:lnTo>
                  <a:lnTo>
                    <a:pt x="596" y="272"/>
                  </a:lnTo>
                  <a:lnTo>
                    <a:pt x="598" y="268"/>
                  </a:lnTo>
                  <a:lnTo>
                    <a:pt x="599" y="261"/>
                  </a:lnTo>
                  <a:lnTo>
                    <a:pt x="599" y="261"/>
                  </a:lnTo>
                  <a:lnTo>
                    <a:pt x="583" y="259"/>
                  </a:lnTo>
                  <a:lnTo>
                    <a:pt x="569" y="257"/>
                  </a:lnTo>
                  <a:lnTo>
                    <a:pt x="569" y="257"/>
                  </a:lnTo>
                  <a:lnTo>
                    <a:pt x="565" y="255"/>
                  </a:lnTo>
                  <a:lnTo>
                    <a:pt x="561" y="253"/>
                  </a:lnTo>
                  <a:lnTo>
                    <a:pt x="561" y="253"/>
                  </a:lnTo>
                  <a:lnTo>
                    <a:pt x="559" y="253"/>
                  </a:lnTo>
                  <a:lnTo>
                    <a:pt x="559" y="255"/>
                  </a:lnTo>
                  <a:lnTo>
                    <a:pt x="558" y="261"/>
                  </a:lnTo>
                  <a:lnTo>
                    <a:pt x="558" y="261"/>
                  </a:lnTo>
                  <a:lnTo>
                    <a:pt x="534" y="257"/>
                  </a:lnTo>
                  <a:lnTo>
                    <a:pt x="534" y="257"/>
                  </a:lnTo>
                  <a:lnTo>
                    <a:pt x="534" y="261"/>
                  </a:lnTo>
                  <a:lnTo>
                    <a:pt x="534" y="262"/>
                  </a:lnTo>
                  <a:lnTo>
                    <a:pt x="532" y="262"/>
                  </a:lnTo>
                  <a:lnTo>
                    <a:pt x="532" y="262"/>
                  </a:lnTo>
                  <a:lnTo>
                    <a:pt x="536" y="273"/>
                  </a:lnTo>
                  <a:lnTo>
                    <a:pt x="536" y="290"/>
                  </a:lnTo>
                  <a:lnTo>
                    <a:pt x="536" y="290"/>
                  </a:lnTo>
                  <a:lnTo>
                    <a:pt x="528" y="292"/>
                  </a:lnTo>
                  <a:lnTo>
                    <a:pt x="528" y="292"/>
                  </a:lnTo>
                  <a:lnTo>
                    <a:pt x="527" y="290"/>
                  </a:lnTo>
                  <a:lnTo>
                    <a:pt x="525" y="286"/>
                  </a:lnTo>
                  <a:lnTo>
                    <a:pt x="525" y="286"/>
                  </a:lnTo>
                  <a:lnTo>
                    <a:pt x="519" y="290"/>
                  </a:lnTo>
                  <a:lnTo>
                    <a:pt x="519" y="290"/>
                  </a:lnTo>
                  <a:lnTo>
                    <a:pt x="519" y="295"/>
                  </a:lnTo>
                  <a:lnTo>
                    <a:pt x="519" y="301"/>
                  </a:lnTo>
                  <a:lnTo>
                    <a:pt x="519" y="301"/>
                  </a:lnTo>
                  <a:lnTo>
                    <a:pt x="510" y="292"/>
                  </a:lnTo>
                  <a:lnTo>
                    <a:pt x="508" y="288"/>
                  </a:lnTo>
                  <a:lnTo>
                    <a:pt x="508" y="284"/>
                  </a:lnTo>
                  <a:lnTo>
                    <a:pt x="508" y="281"/>
                  </a:lnTo>
                  <a:lnTo>
                    <a:pt x="512" y="279"/>
                  </a:lnTo>
                  <a:lnTo>
                    <a:pt x="512" y="279"/>
                  </a:lnTo>
                  <a:lnTo>
                    <a:pt x="490" y="286"/>
                  </a:lnTo>
                  <a:lnTo>
                    <a:pt x="490" y="286"/>
                  </a:lnTo>
                  <a:lnTo>
                    <a:pt x="487" y="286"/>
                  </a:lnTo>
                  <a:lnTo>
                    <a:pt x="487" y="284"/>
                  </a:lnTo>
                  <a:lnTo>
                    <a:pt x="488" y="284"/>
                  </a:lnTo>
                  <a:lnTo>
                    <a:pt x="485" y="284"/>
                  </a:lnTo>
                  <a:lnTo>
                    <a:pt x="485" y="284"/>
                  </a:lnTo>
                  <a:lnTo>
                    <a:pt x="487" y="288"/>
                  </a:lnTo>
                  <a:lnTo>
                    <a:pt x="488" y="290"/>
                  </a:lnTo>
                  <a:lnTo>
                    <a:pt x="487" y="292"/>
                  </a:lnTo>
                  <a:lnTo>
                    <a:pt x="487" y="292"/>
                  </a:lnTo>
                  <a:lnTo>
                    <a:pt x="479" y="292"/>
                  </a:lnTo>
                  <a:lnTo>
                    <a:pt x="479" y="292"/>
                  </a:lnTo>
                  <a:lnTo>
                    <a:pt x="474" y="288"/>
                  </a:lnTo>
                  <a:lnTo>
                    <a:pt x="468" y="284"/>
                  </a:lnTo>
                  <a:lnTo>
                    <a:pt x="461" y="284"/>
                  </a:lnTo>
                  <a:lnTo>
                    <a:pt x="461" y="284"/>
                  </a:lnTo>
                  <a:lnTo>
                    <a:pt x="450" y="290"/>
                  </a:lnTo>
                  <a:lnTo>
                    <a:pt x="446" y="293"/>
                  </a:lnTo>
                  <a:lnTo>
                    <a:pt x="446" y="293"/>
                  </a:lnTo>
                  <a:lnTo>
                    <a:pt x="446" y="301"/>
                  </a:lnTo>
                  <a:lnTo>
                    <a:pt x="446" y="301"/>
                  </a:lnTo>
                  <a:lnTo>
                    <a:pt x="443" y="301"/>
                  </a:lnTo>
                  <a:lnTo>
                    <a:pt x="441" y="299"/>
                  </a:lnTo>
                  <a:lnTo>
                    <a:pt x="439" y="293"/>
                  </a:lnTo>
                  <a:lnTo>
                    <a:pt x="439" y="293"/>
                  </a:lnTo>
                  <a:lnTo>
                    <a:pt x="435" y="295"/>
                  </a:lnTo>
                  <a:lnTo>
                    <a:pt x="435" y="295"/>
                  </a:lnTo>
                  <a:lnTo>
                    <a:pt x="434" y="299"/>
                  </a:lnTo>
                  <a:lnTo>
                    <a:pt x="434" y="299"/>
                  </a:lnTo>
                  <a:lnTo>
                    <a:pt x="430" y="299"/>
                  </a:lnTo>
                  <a:lnTo>
                    <a:pt x="425" y="299"/>
                  </a:lnTo>
                  <a:lnTo>
                    <a:pt x="417" y="299"/>
                  </a:lnTo>
                  <a:lnTo>
                    <a:pt x="417" y="293"/>
                  </a:lnTo>
                  <a:lnTo>
                    <a:pt x="417" y="293"/>
                  </a:lnTo>
                  <a:lnTo>
                    <a:pt x="426" y="293"/>
                  </a:lnTo>
                  <a:lnTo>
                    <a:pt x="428" y="293"/>
                  </a:lnTo>
                  <a:lnTo>
                    <a:pt x="426" y="292"/>
                  </a:lnTo>
                  <a:lnTo>
                    <a:pt x="426" y="292"/>
                  </a:lnTo>
                  <a:lnTo>
                    <a:pt x="425" y="290"/>
                  </a:lnTo>
                  <a:lnTo>
                    <a:pt x="423" y="288"/>
                  </a:lnTo>
                  <a:lnTo>
                    <a:pt x="425" y="284"/>
                  </a:lnTo>
                  <a:lnTo>
                    <a:pt x="425" y="284"/>
                  </a:lnTo>
                  <a:lnTo>
                    <a:pt x="419" y="283"/>
                  </a:lnTo>
                  <a:lnTo>
                    <a:pt x="417" y="283"/>
                  </a:lnTo>
                  <a:lnTo>
                    <a:pt x="417" y="283"/>
                  </a:lnTo>
                  <a:lnTo>
                    <a:pt x="419" y="279"/>
                  </a:lnTo>
                  <a:lnTo>
                    <a:pt x="419" y="279"/>
                  </a:lnTo>
                  <a:lnTo>
                    <a:pt x="419" y="277"/>
                  </a:lnTo>
                  <a:lnTo>
                    <a:pt x="419" y="277"/>
                  </a:lnTo>
                  <a:lnTo>
                    <a:pt x="410" y="281"/>
                  </a:lnTo>
                  <a:lnTo>
                    <a:pt x="405" y="284"/>
                  </a:lnTo>
                  <a:lnTo>
                    <a:pt x="401" y="286"/>
                  </a:lnTo>
                  <a:lnTo>
                    <a:pt x="401" y="286"/>
                  </a:lnTo>
                  <a:lnTo>
                    <a:pt x="401" y="293"/>
                  </a:lnTo>
                  <a:lnTo>
                    <a:pt x="401" y="293"/>
                  </a:lnTo>
                  <a:lnTo>
                    <a:pt x="397" y="292"/>
                  </a:lnTo>
                  <a:lnTo>
                    <a:pt x="394" y="290"/>
                  </a:lnTo>
                  <a:lnTo>
                    <a:pt x="390" y="290"/>
                  </a:lnTo>
                  <a:lnTo>
                    <a:pt x="390" y="290"/>
                  </a:lnTo>
                  <a:lnTo>
                    <a:pt x="386" y="293"/>
                  </a:lnTo>
                  <a:lnTo>
                    <a:pt x="386" y="293"/>
                  </a:lnTo>
                  <a:lnTo>
                    <a:pt x="383" y="293"/>
                  </a:lnTo>
                  <a:lnTo>
                    <a:pt x="377" y="293"/>
                  </a:lnTo>
                  <a:lnTo>
                    <a:pt x="377" y="293"/>
                  </a:lnTo>
                  <a:lnTo>
                    <a:pt x="372" y="297"/>
                  </a:lnTo>
                  <a:lnTo>
                    <a:pt x="364" y="301"/>
                  </a:lnTo>
                  <a:lnTo>
                    <a:pt x="359" y="306"/>
                  </a:lnTo>
                  <a:lnTo>
                    <a:pt x="353" y="308"/>
                  </a:lnTo>
                  <a:lnTo>
                    <a:pt x="353" y="308"/>
                  </a:lnTo>
                  <a:lnTo>
                    <a:pt x="348" y="308"/>
                  </a:lnTo>
                  <a:lnTo>
                    <a:pt x="343" y="308"/>
                  </a:lnTo>
                  <a:lnTo>
                    <a:pt x="343" y="313"/>
                  </a:lnTo>
                  <a:lnTo>
                    <a:pt x="343" y="313"/>
                  </a:lnTo>
                  <a:lnTo>
                    <a:pt x="337" y="315"/>
                  </a:lnTo>
                  <a:lnTo>
                    <a:pt x="332" y="315"/>
                  </a:lnTo>
                  <a:lnTo>
                    <a:pt x="332" y="315"/>
                  </a:lnTo>
                  <a:lnTo>
                    <a:pt x="328" y="330"/>
                  </a:lnTo>
                  <a:lnTo>
                    <a:pt x="326" y="341"/>
                  </a:lnTo>
                  <a:lnTo>
                    <a:pt x="326" y="341"/>
                  </a:lnTo>
                  <a:lnTo>
                    <a:pt x="324" y="341"/>
                  </a:lnTo>
                  <a:lnTo>
                    <a:pt x="324" y="339"/>
                  </a:lnTo>
                  <a:lnTo>
                    <a:pt x="323" y="339"/>
                  </a:lnTo>
                  <a:lnTo>
                    <a:pt x="321" y="339"/>
                  </a:lnTo>
                  <a:lnTo>
                    <a:pt x="321" y="339"/>
                  </a:lnTo>
                  <a:lnTo>
                    <a:pt x="319" y="341"/>
                  </a:lnTo>
                  <a:lnTo>
                    <a:pt x="317" y="346"/>
                  </a:lnTo>
                  <a:lnTo>
                    <a:pt x="317" y="346"/>
                  </a:lnTo>
                  <a:lnTo>
                    <a:pt x="306" y="348"/>
                  </a:lnTo>
                  <a:lnTo>
                    <a:pt x="297" y="350"/>
                  </a:lnTo>
                  <a:lnTo>
                    <a:pt x="297" y="350"/>
                  </a:lnTo>
                  <a:lnTo>
                    <a:pt x="292" y="339"/>
                  </a:lnTo>
                  <a:lnTo>
                    <a:pt x="290" y="332"/>
                  </a:lnTo>
                  <a:lnTo>
                    <a:pt x="290" y="326"/>
                  </a:lnTo>
                  <a:lnTo>
                    <a:pt x="290" y="326"/>
                  </a:lnTo>
                  <a:lnTo>
                    <a:pt x="292" y="323"/>
                  </a:lnTo>
                  <a:lnTo>
                    <a:pt x="293" y="319"/>
                  </a:lnTo>
                  <a:lnTo>
                    <a:pt x="293" y="319"/>
                  </a:lnTo>
                  <a:lnTo>
                    <a:pt x="306" y="315"/>
                  </a:lnTo>
                  <a:lnTo>
                    <a:pt x="306" y="315"/>
                  </a:lnTo>
                  <a:lnTo>
                    <a:pt x="313" y="315"/>
                  </a:lnTo>
                  <a:lnTo>
                    <a:pt x="313" y="315"/>
                  </a:lnTo>
                  <a:lnTo>
                    <a:pt x="304" y="301"/>
                  </a:lnTo>
                  <a:lnTo>
                    <a:pt x="299" y="292"/>
                  </a:lnTo>
                  <a:lnTo>
                    <a:pt x="293" y="286"/>
                  </a:lnTo>
                  <a:lnTo>
                    <a:pt x="293" y="286"/>
                  </a:lnTo>
                  <a:lnTo>
                    <a:pt x="292" y="286"/>
                  </a:lnTo>
                  <a:lnTo>
                    <a:pt x="286" y="286"/>
                  </a:lnTo>
                  <a:lnTo>
                    <a:pt x="279" y="286"/>
                  </a:lnTo>
                  <a:lnTo>
                    <a:pt x="279" y="286"/>
                  </a:lnTo>
                  <a:lnTo>
                    <a:pt x="271" y="284"/>
                  </a:lnTo>
                  <a:lnTo>
                    <a:pt x="262" y="279"/>
                  </a:lnTo>
                  <a:lnTo>
                    <a:pt x="262" y="279"/>
                  </a:lnTo>
                  <a:lnTo>
                    <a:pt x="270" y="290"/>
                  </a:lnTo>
                  <a:lnTo>
                    <a:pt x="270" y="290"/>
                  </a:lnTo>
                  <a:lnTo>
                    <a:pt x="271" y="297"/>
                  </a:lnTo>
                  <a:lnTo>
                    <a:pt x="271" y="304"/>
                  </a:lnTo>
                  <a:lnTo>
                    <a:pt x="270" y="310"/>
                  </a:lnTo>
                  <a:lnTo>
                    <a:pt x="264" y="319"/>
                  </a:lnTo>
                  <a:lnTo>
                    <a:pt x="264" y="319"/>
                  </a:lnTo>
                  <a:lnTo>
                    <a:pt x="262" y="321"/>
                  </a:lnTo>
                  <a:lnTo>
                    <a:pt x="261" y="323"/>
                  </a:lnTo>
                  <a:lnTo>
                    <a:pt x="262" y="323"/>
                  </a:lnTo>
                  <a:lnTo>
                    <a:pt x="262" y="323"/>
                  </a:lnTo>
                  <a:lnTo>
                    <a:pt x="266" y="324"/>
                  </a:lnTo>
                  <a:lnTo>
                    <a:pt x="268" y="328"/>
                  </a:lnTo>
                  <a:lnTo>
                    <a:pt x="270" y="330"/>
                  </a:lnTo>
                  <a:lnTo>
                    <a:pt x="268" y="334"/>
                  </a:lnTo>
                  <a:lnTo>
                    <a:pt x="266" y="341"/>
                  </a:lnTo>
                  <a:lnTo>
                    <a:pt x="262" y="348"/>
                  </a:lnTo>
                  <a:lnTo>
                    <a:pt x="262" y="348"/>
                  </a:lnTo>
                  <a:lnTo>
                    <a:pt x="257" y="355"/>
                  </a:lnTo>
                  <a:lnTo>
                    <a:pt x="257" y="355"/>
                  </a:lnTo>
                  <a:lnTo>
                    <a:pt x="259" y="357"/>
                  </a:lnTo>
                  <a:lnTo>
                    <a:pt x="257" y="359"/>
                  </a:lnTo>
                  <a:lnTo>
                    <a:pt x="255" y="363"/>
                  </a:lnTo>
                  <a:lnTo>
                    <a:pt x="255" y="363"/>
                  </a:lnTo>
                  <a:lnTo>
                    <a:pt x="251" y="355"/>
                  </a:lnTo>
                  <a:lnTo>
                    <a:pt x="250" y="352"/>
                  </a:lnTo>
                  <a:lnTo>
                    <a:pt x="248" y="350"/>
                  </a:lnTo>
                  <a:lnTo>
                    <a:pt x="248" y="350"/>
                  </a:lnTo>
                  <a:lnTo>
                    <a:pt x="244" y="350"/>
                  </a:lnTo>
                  <a:lnTo>
                    <a:pt x="241" y="350"/>
                  </a:lnTo>
                  <a:lnTo>
                    <a:pt x="241" y="350"/>
                  </a:lnTo>
                  <a:lnTo>
                    <a:pt x="239" y="348"/>
                  </a:lnTo>
                  <a:lnTo>
                    <a:pt x="239" y="346"/>
                  </a:lnTo>
                  <a:lnTo>
                    <a:pt x="237" y="346"/>
                  </a:lnTo>
                  <a:lnTo>
                    <a:pt x="233" y="346"/>
                  </a:lnTo>
                  <a:lnTo>
                    <a:pt x="233" y="346"/>
                  </a:lnTo>
                  <a:lnTo>
                    <a:pt x="204" y="368"/>
                  </a:lnTo>
                  <a:lnTo>
                    <a:pt x="204" y="368"/>
                  </a:lnTo>
                  <a:lnTo>
                    <a:pt x="204" y="375"/>
                  </a:lnTo>
                  <a:lnTo>
                    <a:pt x="204" y="379"/>
                  </a:lnTo>
                  <a:lnTo>
                    <a:pt x="206" y="383"/>
                  </a:lnTo>
                  <a:lnTo>
                    <a:pt x="206" y="383"/>
                  </a:lnTo>
                  <a:lnTo>
                    <a:pt x="215" y="392"/>
                  </a:lnTo>
                  <a:lnTo>
                    <a:pt x="217" y="394"/>
                  </a:lnTo>
                  <a:lnTo>
                    <a:pt x="217" y="395"/>
                  </a:lnTo>
                  <a:lnTo>
                    <a:pt x="215" y="397"/>
                  </a:lnTo>
                  <a:lnTo>
                    <a:pt x="211" y="397"/>
                  </a:lnTo>
                  <a:lnTo>
                    <a:pt x="211" y="397"/>
                  </a:lnTo>
                  <a:lnTo>
                    <a:pt x="200" y="394"/>
                  </a:lnTo>
                  <a:lnTo>
                    <a:pt x="188" y="388"/>
                  </a:lnTo>
                  <a:lnTo>
                    <a:pt x="168" y="375"/>
                  </a:lnTo>
                  <a:lnTo>
                    <a:pt x="168" y="375"/>
                  </a:lnTo>
                  <a:lnTo>
                    <a:pt x="166" y="383"/>
                  </a:lnTo>
                  <a:lnTo>
                    <a:pt x="164" y="390"/>
                  </a:lnTo>
                  <a:lnTo>
                    <a:pt x="166" y="397"/>
                  </a:lnTo>
                  <a:lnTo>
                    <a:pt x="169" y="399"/>
                  </a:lnTo>
                  <a:lnTo>
                    <a:pt x="171" y="401"/>
                  </a:lnTo>
                  <a:lnTo>
                    <a:pt x="171" y="401"/>
                  </a:lnTo>
                  <a:lnTo>
                    <a:pt x="175" y="401"/>
                  </a:lnTo>
                  <a:lnTo>
                    <a:pt x="179" y="401"/>
                  </a:lnTo>
                  <a:lnTo>
                    <a:pt x="179" y="401"/>
                  </a:lnTo>
                  <a:lnTo>
                    <a:pt x="180" y="410"/>
                  </a:lnTo>
                  <a:lnTo>
                    <a:pt x="180" y="416"/>
                  </a:lnTo>
                  <a:lnTo>
                    <a:pt x="179" y="419"/>
                  </a:lnTo>
                  <a:lnTo>
                    <a:pt x="179" y="419"/>
                  </a:lnTo>
                  <a:lnTo>
                    <a:pt x="177" y="421"/>
                  </a:lnTo>
                  <a:lnTo>
                    <a:pt x="175" y="423"/>
                  </a:lnTo>
                  <a:lnTo>
                    <a:pt x="175" y="423"/>
                  </a:lnTo>
                  <a:lnTo>
                    <a:pt x="169" y="423"/>
                  </a:lnTo>
                  <a:lnTo>
                    <a:pt x="169" y="423"/>
                  </a:lnTo>
                  <a:lnTo>
                    <a:pt x="169" y="421"/>
                  </a:lnTo>
                  <a:lnTo>
                    <a:pt x="169" y="421"/>
                  </a:lnTo>
                  <a:lnTo>
                    <a:pt x="157" y="419"/>
                  </a:lnTo>
                  <a:lnTo>
                    <a:pt x="149" y="419"/>
                  </a:lnTo>
                  <a:lnTo>
                    <a:pt x="148" y="419"/>
                  </a:lnTo>
                  <a:lnTo>
                    <a:pt x="148" y="419"/>
                  </a:lnTo>
                  <a:lnTo>
                    <a:pt x="148" y="408"/>
                  </a:lnTo>
                  <a:lnTo>
                    <a:pt x="148" y="408"/>
                  </a:lnTo>
                  <a:lnTo>
                    <a:pt x="142" y="408"/>
                  </a:lnTo>
                  <a:lnTo>
                    <a:pt x="138" y="408"/>
                  </a:lnTo>
                  <a:lnTo>
                    <a:pt x="138" y="408"/>
                  </a:lnTo>
                  <a:lnTo>
                    <a:pt x="133" y="399"/>
                  </a:lnTo>
                  <a:lnTo>
                    <a:pt x="131" y="388"/>
                  </a:lnTo>
                  <a:lnTo>
                    <a:pt x="131" y="377"/>
                  </a:lnTo>
                  <a:lnTo>
                    <a:pt x="131" y="365"/>
                  </a:lnTo>
                  <a:lnTo>
                    <a:pt x="131" y="365"/>
                  </a:lnTo>
                  <a:lnTo>
                    <a:pt x="117" y="359"/>
                  </a:lnTo>
                  <a:lnTo>
                    <a:pt x="100" y="355"/>
                  </a:lnTo>
                  <a:lnTo>
                    <a:pt x="104" y="348"/>
                  </a:lnTo>
                  <a:lnTo>
                    <a:pt x="104" y="348"/>
                  </a:lnTo>
                  <a:lnTo>
                    <a:pt x="98" y="348"/>
                  </a:lnTo>
                  <a:lnTo>
                    <a:pt x="93" y="348"/>
                  </a:lnTo>
                  <a:lnTo>
                    <a:pt x="93" y="348"/>
                  </a:lnTo>
                  <a:lnTo>
                    <a:pt x="93" y="341"/>
                  </a:lnTo>
                  <a:lnTo>
                    <a:pt x="91" y="335"/>
                  </a:lnTo>
                  <a:lnTo>
                    <a:pt x="91" y="335"/>
                  </a:lnTo>
                  <a:lnTo>
                    <a:pt x="82" y="321"/>
                  </a:lnTo>
                  <a:lnTo>
                    <a:pt x="100" y="334"/>
                  </a:lnTo>
                  <a:lnTo>
                    <a:pt x="100" y="334"/>
                  </a:lnTo>
                  <a:lnTo>
                    <a:pt x="104" y="334"/>
                  </a:lnTo>
                  <a:lnTo>
                    <a:pt x="104" y="332"/>
                  </a:lnTo>
                  <a:lnTo>
                    <a:pt x="104" y="330"/>
                  </a:lnTo>
                  <a:lnTo>
                    <a:pt x="106" y="330"/>
                  </a:lnTo>
                  <a:lnTo>
                    <a:pt x="106" y="330"/>
                  </a:lnTo>
                  <a:lnTo>
                    <a:pt x="109" y="334"/>
                  </a:lnTo>
                  <a:lnTo>
                    <a:pt x="111" y="337"/>
                  </a:lnTo>
                  <a:lnTo>
                    <a:pt x="115" y="343"/>
                  </a:lnTo>
                  <a:lnTo>
                    <a:pt x="115" y="343"/>
                  </a:lnTo>
                  <a:lnTo>
                    <a:pt x="118" y="339"/>
                  </a:lnTo>
                  <a:lnTo>
                    <a:pt x="120" y="335"/>
                  </a:lnTo>
                  <a:lnTo>
                    <a:pt x="122" y="335"/>
                  </a:lnTo>
                  <a:lnTo>
                    <a:pt x="122" y="335"/>
                  </a:lnTo>
                  <a:lnTo>
                    <a:pt x="122" y="343"/>
                  </a:lnTo>
                  <a:lnTo>
                    <a:pt x="122" y="343"/>
                  </a:lnTo>
                  <a:lnTo>
                    <a:pt x="155" y="354"/>
                  </a:lnTo>
                  <a:lnTo>
                    <a:pt x="173" y="357"/>
                  </a:lnTo>
                  <a:lnTo>
                    <a:pt x="182" y="357"/>
                  </a:lnTo>
                  <a:lnTo>
                    <a:pt x="189" y="357"/>
                  </a:lnTo>
                  <a:lnTo>
                    <a:pt x="189" y="357"/>
                  </a:lnTo>
                  <a:lnTo>
                    <a:pt x="197" y="354"/>
                  </a:lnTo>
                  <a:lnTo>
                    <a:pt x="204" y="348"/>
                  </a:lnTo>
                  <a:lnTo>
                    <a:pt x="204" y="348"/>
                  </a:lnTo>
                  <a:lnTo>
                    <a:pt x="211" y="343"/>
                  </a:lnTo>
                  <a:lnTo>
                    <a:pt x="217" y="335"/>
                  </a:lnTo>
                  <a:lnTo>
                    <a:pt x="220" y="330"/>
                  </a:lnTo>
                  <a:lnTo>
                    <a:pt x="220" y="324"/>
                  </a:lnTo>
                  <a:lnTo>
                    <a:pt x="220" y="319"/>
                  </a:lnTo>
                  <a:lnTo>
                    <a:pt x="219" y="313"/>
                  </a:lnTo>
                  <a:lnTo>
                    <a:pt x="213" y="313"/>
                  </a:lnTo>
                  <a:lnTo>
                    <a:pt x="213" y="308"/>
                  </a:lnTo>
                  <a:lnTo>
                    <a:pt x="213" y="308"/>
                  </a:lnTo>
                  <a:lnTo>
                    <a:pt x="204" y="306"/>
                  </a:lnTo>
                  <a:lnTo>
                    <a:pt x="197" y="301"/>
                  </a:lnTo>
                  <a:lnTo>
                    <a:pt x="197" y="297"/>
                  </a:lnTo>
                  <a:lnTo>
                    <a:pt x="197" y="297"/>
                  </a:lnTo>
                  <a:lnTo>
                    <a:pt x="195" y="295"/>
                  </a:lnTo>
                  <a:lnTo>
                    <a:pt x="193" y="297"/>
                  </a:lnTo>
                  <a:lnTo>
                    <a:pt x="189" y="297"/>
                  </a:lnTo>
                  <a:lnTo>
                    <a:pt x="189" y="292"/>
                  </a:lnTo>
                  <a:lnTo>
                    <a:pt x="189" y="292"/>
                  </a:lnTo>
                  <a:lnTo>
                    <a:pt x="169" y="281"/>
                  </a:lnTo>
                  <a:lnTo>
                    <a:pt x="159" y="275"/>
                  </a:lnTo>
                  <a:lnTo>
                    <a:pt x="149" y="272"/>
                  </a:lnTo>
                  <a:lnTo>
                    <a:pt x="149" y="272"/>
                  </a:lnTo>
                  <a:lnTo>
                    <a:pt x="146" y="272"/>
                  </a:lnTo>
                  <a:lnTo>
                    <a:pt x="142" y="272"/>
                  </a:lnTo>
                  <a:lnTo>
                    <a:pt x="138" y="272"/>
                  </a:lnTo>
                  <a:lnTo>
                    <a:pt x="138" y="272"/>
                  </a:lnTo>
                  <a:lnTo>
                    <a:pt x="135" y="268"/>
                  </a:lnTo>
                  <a:lnTo>
                    <a:pt x="133" y="264"/>
                  </a:lnTo>
                  <a:lnTo>
                    <a:pt x="133" y="264"/>
                  </a:lnTo>
                  <a:lnTo>
                    <a:pt x="128" y="264"/>
                  </a:lnTo>
                  <a:lnTo>
                    <a:pt x="122" y="264"/>
                  </a:lnTo>
                  <a:lnTo>
                    <a:pt x="120" y="261"/>
                  </a:lnTo>
                  <a:lnTo>
                    <a:pt x="120" y="261"/>
                  </a:lnTo>
                  <a:lnTo>
                    <a:pt x="111" y="257"/>
                  </a:lnTo>
                  <a:lnTo>
                    <a:pt x="100" y="255"/>
                  </a:lnTo>
                  <a:lnTo>
                    <a:pt x="84" y="255"/>
                  </a:lnTo>
                  <a:lnTo>
                    <a:pt x="84" y="250"/>
                  </a:lnTo>
                  <a:lnTo>
                    <a:pt x="84" y="250"/>
                  </a:lnTo>
                  <a:lnTo>
                    <a:pt x="91" y="248"/>
                  </a:lnTo>
                  <a:lnTo>
                    <a:pt x="93" y="248"/>
                  </a:lnTo>
                  <a:lnTo>
                    <a:pt x="91" y="246"/>
                  </a:lnTo>
                  <a:lnTo>
                    <a:pt x="82" y="242"/>
                  </a:lnTo>
                  <a:lnTo>
                    <a:pt x="82" y="242"/>
                  </a:lnTo>
                  <a:lnTo>
                    <a:pt x="78" y="242"/>
                  </a:lnTo>
                  <a:lnTo>
                    <a:pt x="78" y="242"/>
                  </a:lnTo>
                  <a:lnTo>
                    <a:pt x="75" y="244"/>
                  </a:lnTo>
                  <a:lnTo>
                    <a:pt x="71" y="244"/>
                  </a:lnTo>
                  <a:lnTo>
                    <a:pt x="64" y="241"/>
                  </a:lnTo>
                  <a:lnTo>
                    <a:pt x="64" y="241"/>
                  </a:lnTo>
                  <a:lnTo>
                    <a:pt x="62" y="244"/>
                  </a:lnTo>
                  <a:lnTo>
                    <a:pt x="58" y="248"/>
                  </a:lnTo>
                  <a:lnTo>
                    <a:pt x="58" y="248"/>
                  </a:lnTo>
                  <a:lnTo>
                    <a:pt x="56" y="250"/>
                  </a:lnTo>
                  <a:lnTo>
                    <a:pt x="55" y="252"/>
                  </a:lnTo>
                  <a:lnTo>
                    <a:pt x="51" y="252"/>
                  </a:lnTo>
                  <a:lnTo>
                    <a:pt x="51" y="252"/>
                  </a:lnTo>
                  <a:lnTo>
                    <a:pt x="51" y="255"/>
                  </a:lnTo>
                  <a:lnTo>
                    <a:pt x="51" y="255"/>
                  </a:lnTo>
                  <a:lnTo>
                    <a:pt x="51" y="262"/>
                  </a:lnTo>
                  <a:lnTo>
                    <a:pt x="49" y="268"/>
                  </a:lnTo>
                  <a:lnTo>
                    <a:pt x="49" y="268"/>
                  </a:lnTo>
                  <a:lnTo>
                    <a:pt x="47" y="270"/>
                  </a:lnTo>
                  <a:lnTo>
                    <a:pt x="46" y="268"/>
                  </a:lnTo>
                  <a:lnTo>
                    <a:pt x="46" y="266"/>
                  </a:lnTo>
                  <a:lnTo>
                    <a:pt x="46" y="262"/>
                  </a:lnTo>
                  <a:lnTo>
                    <a:pt x="38" y="270"/>
                  </a:lnTo>
                  <a:lnTo>
                    <a:pt x="38" y="270"/>
                  </a:lnTo>
                  <a:lnTo>
                    <a:pt x="38" y="277"/>
                  </a:lnTo>
                  <a:lnTo>
                    <a:pt x="38" y="284"/>
                  </a:lnTo>
                  <a:lnTo>
                    <a:pt x="38" y="288"/>
                  </a:lnTo>
                  <a:lnTo>
                    <a:pt x="38" y="288"/>
                  </a:lnTo>
                  <a:lnTo>
                    <a:pt x="40" y="290"/>
                  </a:lnTo>
                  <a:lnTo>
                    <a:pt x="42" y="292"/>
                  </a:lnTo>
                  <a:lnTo>
                    <a:pt x="44" y="290"/>
                  </a:lnTo>
                  <a:lnTo>
                    <a:pt x="44" y="290"/>
                  </a:lnTo>
                  <a:lnTo>
                    <a:pt x="47" y="295"/>
                  </a:lnTo>
                  <a:lnTo>
                    <a:pt x="47" y="299"/>
                  </a:lnTo>
                  <a:lnTo>
                    <a:pt x="47" y="303"/>
                  </a:lnTo>
                  <a:lnTo>
                    <a:pt x="47" y="303"/>
                  </a:lnTo>
                  <a:lnTo>
                    <a:pt x="42" y="310"/>
                  </a:lnTo>
                  <a:lnTo>
                    <a:pt x="40" y="315"/>
                  </a:lnTo>
                  <a:lnTo>
                    <a:pt x="38" y="319"/>
                  </a:lnTo>
                  <a:lnTo>
                    <a:pt x="38" y="319"/>
                  </a:lnTo>
                  <a:lnTo>
                    <a:pt x="44" y="335"/>
                  </a:lnTo>
                  <a:lnTo>
                    <a:pt x="47" y="350"/>
                  </a:lnTo>
                  <a:lnTo>
                    <a:pt x="47" y="350"/>
                  </a:lnTo>
                  <a:lnTo>
                    <a:pt x="49" y="354"/>
                  </a:lnTo>
                  <a:lnTo>
                    <a:pt x="49" y="359"/>
                  </a:lnTo>
                  <a:lnTo>
                    <a:pt x="49" y="359"/>
                  </a:lnTo>
                  <a:lnTo>
                    <a:pt x="49" y="361"/>
                  </a:lnTo>
                  <a:lnTo>
                    <a:pt x="49" y="365"/>
                  </a:lnTo>
                  <a:lnTo>
                    <a:pt x="51" y="366"/>
                  </a:lnTo>
                  <a:lnTo>
                    <a:pt x="51" y="368"/>
                  </a:lnTo>
                  <a:lnTo>
                    <a:pt x="51" y="368"/>
                  </a:lnTo>
                  <a:lnTo>
                    <a:pt x="47" y="374"/>
                  </a:lnTo>
                  <a:lnTo>
                    <a:pt x="49" y="377"/>
                  </a:lnTo>
                  <a:lnTo>
                    <a:pt x="49" y="377"/>
                  </a:lnTo>
                  <a:lnTo>
                    <a:pt x="51" y="385"/>
                  </a:lnTo>
                  <a:lnTo>
                    <a:pt x="51" y="388"/>
                  </a:lnTo>
                  <a:lnTo>
                    <a:pt x="51" y="388"/>
                  </a:lnTo>
                  <a:lnTo>
                    <a:pt x="51" y="390"/>
                  </a:lnTo>
                  <a:lnTo>
                    <a:pt x="55" y="397"/>
                  </a:lnTo>
                  <a:lnTo>
                    <a:pt x="55" y="397"/>
                  </a:lnTo>
                  <a:lnTo>
                    <a:pt x="60" y="399"/>
                  </a:lnTo>
                  <a:lnTo>
                    <a:pt x="60" y="405"/>
                  </a:lnTo>
                  <a:lnTo>
                    <a:pt x="60" y="405"/>
                  </a:lnTo>
                  <a:lnTo>
                    <a:pt x="62" y="408"/>
                  </a:lnTo>
                  <a:lnTo>
                    <a:pt x="62" y="410"/>
                  </a:lnTo>
                  <a:lnTo>
                    <a:pt x="64" y="414"/>
                  </a:lnTo>
                  <a:lnTo>
                    <a:pt x="62" y="416"/>
                  </a:lnTo>
                  <a:lnTo>
                    <a:pt x="62" y="416"/>
                  </a:lnTo>
                  <a:lnTo>
                    <a:pt x="60" y="421"/>
                  </a:lnTo>
                  <a:lnTo>
                    <a:pt x="58" y="426"/>
                  </a:lnTo>
                  <a:lnTo>
                    <a:pt x="58" y="426"/>
                  </a:lnTo>
                  <a:lnTo>
                    <a:pt x="58" y="432"/>
                  </a:lnTo>
                  <a:lnTo>
                    <a:pt x="58" y="434"/>
                  </a:lnTo>
                  <a:lnTo>
                    <a:pt x="60" y="437"/>
                  </a:lnTo>
                  <a:lnTo>
                    <a:pt x="60" y="437"/>
                  </a:lnTo>
                  <a:lnTo>
                    <a:pt x="64" y="439"/>
                  </a:lnTo>
                  <a:lnTo>
                    <a:pt x="67" y="439"/>
                  </a:lnTo>
                  <a:lnTo>
                    <a:pt x="69" y="439"/>
                  </a:lnTo>
                  <a:lnTo>
                    <a:pt x="71" y="443"/>
                  </a:lnTo>
                  <a:lnTo>
                    <a:pt x="71" y="443"/>
                  </a:lnTo>
                  <a:lnTo>
                    <a:pt x="73" y="448"/>
                  </a:lnTo>
                  <a:lnTo>
                    <a:pt x="75" y="454"/>
                  </a:lnTo>
                  <a:lnTo>
                    <a:pt x="75" y="454"/>
                  </a:lnTo>
                  <a:lnTo>
                    <a:pt x="66" y="461"/>
                  </a:lnTo>
                  <a:lnTo>
                    <a:pt x="46" y="474"/>
                  </a:lnTo>
                  <a:lnTo>
                    <a:pt x="18" y="490"/>
                  </a:lnTo>
                  <a:lnTo>
                    <a:pt x="5" y="501"/>
                  </a:lnTo>
                  <a:lnTo>
                    <a:pt x="9" y="501"/>
                  </a:lnTo>
                  <a:lnTo>
                    <a:pt x="9" y="501"/>
                  </a:lnTo>
                  <a:lnTo>
                    <a:pt x="20" y="497"/>
                  </a:lnTo>
                  <a:lnTo>
                    <a:pt x="20" y="497"/>
                  </a:lnTo>
                  <a:lnTo>
                    <a:pt x="20" y="499"/>
                  </a:lnTo>
                  <a:lnTo>
                    <a:pt x="20" y="501"/>
                  </a:lnTo>
                  <a:lnTo>
                    <a:pt x="18" y="505"/>
                  </a:lnTo>
                  <a:lnTo>
                    <a:pt x="18" y="505"/>
                  </a:lnTo>
                  <a:lnTo>
                    <a:pt x="25" y="510"/>
                  </a:lnTo>
                  <a:lnTo>
                    <a:pt x="33" y="518"/>
                  </a:lnTo>
                  <a:lnTo>
                    <a:pt x="33" y="518"/>
                  </a:lnTo>
                  <a:lnTo>
                    <a:pt x="36" y="516"/>
                  </a:lnTo>
                  <a:lnTo>
                    <a:pt x="40" y="514"/>
                  </a:lnTo>
                  <a:lnTo>
                    <a:pt x="46" y="514"/>
                  </a:lnTo>
                  <a:lnTo>
                    <a:pt x="46" y="514"/>
                  </a:lnTo>
                  <a:lnTo>
                    <a:pt x="49" y="521"/>
                  </a:lnTo>
                  <a:lnTo>
                    <a:pt x="49" y="521"/>
                  </a:lnTo>
                  <a:lnTo>
                    <a:pt x="53" y="521"/>
                  </a:lnTo>
                  <a:lnTo>
                    <a:pt x="56" y="521"/>
                  </a:lnTo>
                  <a:lnTo>
                    <a:pt x="56" y="521"/>
                  </a:lnTo>
                  <a:lnTo>
                    <a:pt x="38" y="525"/>
                  </a:lnTo>
                  <a:lnTo>
                    <a:pt x="38" y="525"/>
                  </a:lnTo>
                  <a:lnTo>
                    <a:pt x="35" y="528"/>
                  </a:lnTo>
                  <a:lnTo>
                    <a:pt x="35" y="528"/>
                  </a:lnTo>
                  <a:lnTo>
                    <a:pt x="29" y="528"/>
                  </a:lnTo>
                  <a:lnTo>
                    <a:pt x="25" y="528"/>
                  </a:lnTo>
                  <a:lnTo>
                    <a:pt x="18" y="527"/>
                  </a:lnTo>
                  <a:lnTo>
                    <a:pt x="18" y="527"/>
                  </a:lnTo>
                  <a:lnTo>
                    <a:pt x="16" y="534"/>
                  </a:lnTo>
                  <a:lnTo>
                    <a:pt x="16" y="534"/>
                  </a:lnTo>
                  <a:lnTo>
                    <a:pt x="18" y="536"/>
                  </a:lnTo>
                  <a:lnTo>
                    <a:pt x="20" y="541"/>
                  </a:lnTo>
                  <a:lnTo>
                    <a:pt x="20" y="541"/>
                  </a:lnTo>
                  <a:lnTo>
                    <a:pt x="18" y="545"/>
                  </a:lnTo>
                  <a:lnTo>
                    <a:pt x="16" y="547"/>
                  </a:lnTo>
                  <a:lnTo>
                    <a:pt x="13" y="550"/>
                  </a:lnTo>
                  <a:lnTo>
                    <a:pt x="13" y="550"/>
                  </a:lnTo>
                  <a:lnTo>
                    <a:pt x="15" y="565"/>
                  </a:lnTo>
                  <a:lnTo>
                    <a:pt x="15" y="565"/>
                  </a:lnTo>
                  <a:lnTo>
                    <a:pt x="13" y="569"/>
                  </a:lnTo>
                  <a:lnTo>
                    <a:pt x="11" y="572"/>
                  </a:lnTo>
                  <a:lnTo>
                    <a:pt x="9" y="570"/>
                  </a:lnTo>
                  <a:lnTo>
                    <a:pt x="9" y="570"/>
                  </a:lnTo>
                  <a:lnTo>
                    <a:pt x="7" y="574"/>
                  </a:lnTo>
                  <a:lnTo>
                    <a:pt x="4" y="576"/>
                  </a:lnTo>
                  <a:lnTo>
                    <a:pt x="4" y="576"/>
                  </a:lnTo>
                  <a:lnTo>
                    <a:pt x="2" y="578"/>
                  </a:lnTo>
                  <a:lnTo>
                    <a:pt x="0" y="581"/>
                  </a:lnTo>
                  <a:lnTo>
                    <a:pt x="0" y="585"/>
                  </a:lnTo>
                  <a:lnTo>
                    <a:pt x="0" y="585"/>
                  </a:lnTo>
                  <a:lnTo>
                    <a:pt x="0" y="587"/>
                  </a:lnTo>
                  <a:lnTo>
                    <a:pt x="2" y="592"/>
                  </a:lnTo>
                  <a:lnTo>
                    <a:pt x="2" y="592"/>
                  </a:lnTo>
                  <a:lnTo>
                    <a:pt x="4" y="592"/>
                  </a:lnTo>
                  <a:lnTo>
                    <a:pt x="7" y="592"/>
                  </a:lnTo>
                  <a:lnTo>
                    <a:pt x="11" y="592"/>
                  </a:lnTo>
                  <a:lnTo>
                    <a:pt x="11" y="592"/>
                  </a:lnTo>
                  <a:lnTo>
                    <a:pt x="13" y="605"/>
                  </a:lnTo>
                  <a:lnTo>
                    <a:pt x="13" y="605"/>
                  </a:lnTo>
                  <a:lnTo>
                    <a:pt x="13" y="605"/>
                  </a:lnTo>
                  <a:lnTo>
                    <a:pt x="15" y="607"/>
                  </a:lnTo>
                  <a:lnTo>
                    <a:pt x="16" y="607"/>
                  </a:lnTo>
                  <a:lnTo>
                    <a:pt x="18" y="609"/>
                  </a:lnTo>
                  <a:lnTo>
                    <a:pt x="18" y="609"/>
                  </a:lnTo>
                  <a:lnTo>
                    <a:pt x="24" y="616"/>
                  </a:lnTo>
                  <a:lnTo>
                    <a:pt x="25" y="621"/>
                  </a:lnTo>
                  <a:lnTo>
                    <a:pt x="25" y="621"/>
                  </a:lnTo>
                  <a:lnTo>
                    <a:pt x="25" y="621"/>
                  </a:lnTo>
                  <a:lnTo>
                    <a:pt x="25" y="621"/>
                  </a:lnTo>
                  <a:lnTo>
                    <a:pt x="27" y="625"/>
                  </a:lnTo>
                  <a:lnTo>
                    <a:pt x="27" y="627"/>
                  </a:lnTo>
                  <a:lnTo>
                    <a:pt x="29" y="627"/>
                  </a:lnTo>
                  <a:lnTo>
                    <a:pt x="29" y="627"/>
                  </a:lnTo>
                  <a:lnTo>
                    <a:pt x="29" y="627"/>
                  </a:lnTo>
                  <a:lnTo>
                    <a:pt x="35" y="625"/>
                  </a:lnTo>
                  <a:lnTo>
                    <a:pt x="36" y="625"/>
                  </a:lnTo>
                  <a:lnTo>
                    <a:pt x="36" y="625"/>
                  </a:lnTo>
                  <a:lnTo>
                    <a:pt x="44" y="627"/>
                  </a:lnTo>
                  <a:lnTo>
                    <a:pt x="44" y="627"/>
                  </a:lnTo>
                  <a:lnTo>
                    <a:pt x="49" y="629"/>
                  </a:lnTo>
                  <a:lnTo>
                    <a:pt x="53" y="630"/>
                  </a:lnTo>
                  <a:lnTo>
                    <a:pt x="53" y="632"/>
                  </a:lnTo>
                  <a:lnTo>
                    <a:pt x="53" y="632"/>
                  </a:lnTo>
                  <a:lnTo>
                    <a:pt x="55" y="636"/>
                  </a:lnTo>
                  <a:lnTo>
                    <a:pt x="56" y="636"/>
                  </a:lnTo>
                  <a:lnTo>
                    <a:pt x="58" y="638"/>
                  </a:lnTo>
                  <a:lnTo>
                    <a:pt x="58" y="641"/>
                  </a:lnTo>
                  <a:lnTo>
                    <a:pt x="58" y="641"/>
                  </a:lnTo>
                  <a:lnTo>
                    <a:pt x="60" y="645"/>
                  </a:lnTo>
                  <a:lnTo>
                    <a:pt x="60" y="647"/>
                  </a:lnTo>
                  <a:lnTo>
                    <a:pt x="62" y="651"/>
                  </a:lnTo>
                  <a:lnTo>
                    <a:pt x="64" y="654"/>
                  </a:lnTo>
                  <a:lnTo>
                    <a:pt x="64" y="654"/>
                  </a:lnTo>
                  <a:lnTo>
                    <a:pt x="62" y="661"/>
                  </a:lnTo>
                  <a:lnTo>
                    <a:pt x="64" y="665"/>
                  </a:lnTo>
                  <a:lnTo>
                    <a:pt x="66" y="667"/>
                  </a:lnTo>
                  <a:lnTo>
                    <a:pt x="66" y="667"/>
                  </a:lnTo>
                  <a:lnTo>
                    <a:pt x="71" y="671"/>
                  </a:lnTo>
                  <a:lnTo>
                    <a:pt x="73" y="672"/>
                  </a:lnTo>
                  <a:lnTo>
                    <a:pt x="75" y="676"/>
                  </a:lnTo>
                  <a:lnTo>
                    <a:pt x="75" y="676"/>
                  </a:lnTo>
                  <a:lnTo>
                    <a:pt x="78" y="683"/>
                  </a:lnTo>
                  <a:lnTo>
                    <a:pt x="77" y="687"/>
                  </a:lnTo>
                  <a:lnTo>
                    <a:pt x="75" y="689"/>
                  </a:lnTo>
                  <a:lnTo>
                    <a:pt x="75" y="689"/>
                  </a:lnTo>
                  <a:lnTo>
                    <a:pt x="71" y="689"/>
                  </a:lnTo>
                  <a:lnTo>
                    <a:pt x="69" y="687"/>
                  </a:lnTo>
                  <a:lnTo>
                    <a:pt x="67" y="687"/>
                  </a:lnTo>
                  <a:lnTo>
                    <a:pt x="64" y="689"/>
                  </a:lnTo>
                  <a:lnTo>
                    <a:pt x="64" y="689"/>
                  </a:lnTo>
                  <a:lnTo>
                    <a:pt x="64" y="692"/>
                  </a:lnTo>
                  <a:lnTo>
                    <a:pt x="67" y="694"/>
                  </a:lnTo>
                  <a:lnTo>
                    <a:pt x="69" y="696"/>
                  </a:lnTo>
                  <a:lnTo>
                    <a:pt x="71" y="698"/>
                  </a:lnTo>
                  <a:lnTo>
                    <a:pt x="71" y="718"/>
                  </a:lnTo>
                  <a:lnTo>
                    <a:pt x="71" y="718"/>
                  </a:lnTo>
                  <a:lnTo>
                    <a:pt x="73" y="722"/>
                  </a:lnTo>
                  <a:lnTo>
                    <a:pt x="77" y="722"/>
                  </a:lnTo>
                  <a:lnTo>
                    <a:pt x="80" y="720"/>
                  </a:lnTo>
                  <a:lnTo>
                    <a:pt x="80" y="720"/>
                  </a:lnTo>
                  <a:lnTo>
                    <a:pt x="82" y="716"/>
                  </a:lnTo>
                  <a:lnTo>
                    <a:pt x="84" y="716"/>
                  </a:lnTo>
                  <a:lnTo>
                    <a:pt x="87" y="720"/>
                  </a:lnTo>
                  <a:lnTo>
                    <a:pt x="87" y="720"/>
                  </a:lnTo>
                  <a:lnTo>
                    <a:pt x="89" y="720"/>
                  </a:lnTo>
                  <a:lnTo>
                    <a:pt x="93" y="720"/>
                  </a:lnTo>
                  <a:lnTo>
                    <a:pt x="95" y="720"/>
                  </a:lnTo>
                  <a:lnTo>
                    <a:pt x="95" y="722"/>
                  </a:lnTo>
                  <a:lnTo>
                    <a:pt x="95" y="722"/>
                  </a:lnTo>
                  <a:lnTo>
                    <a:pt x="97" y="727"/>
                  </a:lnTo>
                  <a:lnTo>
                    <a:pt x="97" y="729"/>
                  </a:lnTo>
                  <a:lnTo>
                    <a:pt x="97" y="729"/>
                  </a:lnTo>
                  <a:lnTo>
                    <a:pt x="98" y="732"/>
                  </a:lnTo>
                  <a:lnTo>
                    <a:pt x="98" y="736"/>
                  </a:lnTo>
                  <a:lnTo>
                    <a:pt x="100" y="738"/>
                  </a:lnTo>
                  <a:lnTo>
                    <a:pt x="100" y="738"/>
                  </a:lnTo>
                  <a:lnTo>
                    <a:pt x="102" y="738"/>
                  </a:lnTo>
                  <a:lnTo>
                    <a:pt x="102" y="740"/>
                  </a:lnTo>
                  <a:lnTo>
                    <a:pt x="104" y="743"/>
                  </a:lnTo>
                  <a:lnTo>
                    <a:pt x="106" y="743"/>
                  </a:lnTo>
                  <a:lnTo>
                    <a:pt x="106" y="743"/>
                  </a:lnTo>
                  <a:lnTo>
                    <a:pt x="111" y="743"/>
                  </a:lnTo>
                  <a:lnTo>
                    <a:pt x="117" y="743"/>
                  </a:lnTo>
                  <a:lnTo>
                    <a:pt x="117" y="743"/>
                  </a:lnTo>
                  <a:lnTo>
                    <a:pt x="122" y="747"/>
                  </a:lnTo>
                  <a:lnTo>
                    <a:pt x="128" y="747"/>
                  </a:lnTo>
                  <a:lnTo>
                    <a:pt x="128" y="747"/>
                  </a:lnTo>
                  <a:lnTo>
                    <a:pt x="129" y="747"/>
                  </a:lnTo>
                  <a:lnTo>
                    <a:pt x="129" y="749"/>
                  </a:lnTo>
                  <a:lnTo>
                    <a:pt x="131" y="751"/>
                  </a:lnTo>
                  <a:lnTo>
                    <a:pt x="133" y="753"/>
                  </a:lnTo>
                  <a:lnTo>
                    <a:pt x="133" y="753"/>
                  </a:lnTo>
                  <a:lnTo>
                    <a:pt x="137" y="756"/>
                  </a:lnTo>
                  <a:lnTo>
                    <a:pt x="137" y="756"/>
                  </a:lnTo>
                  <a:lnTo>
                    <a:pt x="138" y="756"/>
                  </a:lnTo>
                  <a:lnTo>
                    <a:pt x="138" y="756"/>
                  </a:lnTo>
                  <a:lnTo>
                    <a:pt x="142" y="758"/>
                  </a:lnTo>
                  <a:lnTo>
                    <a:pt x="142" y="762"/>
                  </a:lnTo>
                  <a:lnTo>
                    <a:pt x="144" y="767"/>
                  </a:lnTo>
                  <a:lnTo>
                    <a:pt x="144" y="767"/>
                  </a:lnTo>
                  <a:lnTo>
                    <a:pt x="153" y="763"/>
                  </a:lnTo>
                  <a:lnTo>
                    <a:pt x="153" y="763"/>
                  </a:lnTo>
                  <a:lnTo>
                    <a:pt x="159" y="762"/>
                  </a:lnTo>
                  <a:lnTo>
                    <a:pt x="159" y="762"/>
                  </a:lnTo>
                  <a:lnTo>
                    <a:pt x="162" y="762"/>
                  </a:lnTo>
                  <a:lnTo>
                    <a:pt x="166" y="762"/>
                  </a:lnTo>
                  <a:lnTo>
                    <a:pt x="168" y="763"/>
                  </a:lnTo>
                  <a:lnTo>
                    <a:pt x="168" y="763"/>
                  </a:lnTo>
                  <a:lnTo>
                    <a:pt x="168" y="765"/>
                  </a:lnTo>
                  <a:lnTo>
                    <a:pt x="171" y="767"/>
                  </a:lnTo>
                  <a:lnTo>
                    <a:pt x="171" y="767"/>
                  </a:lnTo>
                  <a:lnTo>
                    <a:pt x="173" y="767"/>
                  </a:lnTo>
                  <a:lnTo>
                    <a:pt x="175" y="769"/>
                  </a:lnTo>
                  <a:lnTo>
                    <a:pt x="179" y="771"/>
                  </a:lnTo>
                  <a:lnTo>
                    <a:pt x="179" y="771"/>
                  </a:lnTo>
                  <a:lnTo>
                    <a:pt x="184" y="773"/>
                  </a:lnTo>
                  <a:lnTo>
                    <a:pt x="188" y="776"/>
                  </a:lnTo>
                  <a:lnTo>
                    <a:pt x="188" y="776"/>
                  </a:lnTo>
                  <a:lnTo>
                    <a:pt x="191" y="778"/>
                  </a:lnTo>
                  <a:lnTo>
                    <a:pt x="189" y="782"/>
                  </a:lnTo>
                  <a:lnTo>
                    <a:pt x="189" y="784"/>
                  </a:lnTo>
                  <a:lnTo>
                    <a:pt x="189" y="785"/>
                  </a:lnTo>
                  <a:lnTo>
                    <a:pt x="189" y="785"/>
                  </a:lnTo>
                  <a:lnTo>
                    <a:pt x="193" y="787"/>
                  </a:lnTo>
                  <a:lnTo>
                    <a:pt x="191" y="789"/>
                  </a:lnTo>
                  <a:lnTo>
                    <a:pt x="191" y="789"/>
                  </a:lnTo>
                  <a:lnTo>
                    <a:pt x="188" y="794"/>
                  </a:lnTo>
                  <a:lnTo>
                    <a:pt x="188" y="794"/>
                  </a:lnTo>
                  <a:lnTo>
                    <a:pt x="188" y="796"/>
                  </a:lnTo>
                  <a:lnTo>
                    <a:pt x="188" y="796"/>
                  </a:lnTo>
                  <a:lnTo>
                    <a:pt x="191" y="798"/>
                  </a:lnTo>
                  <a:lnTo>
                    <a:pt x="191" y="802"/>
                  </a:lnTo>
                  <a:lnTo>
                    <a:pt x="191" y="805"/>
                  </a:lnTo>
                  <a:lnTo>
                    <a:pt x="193" y="807"/>
                  </a:lnTo>
                  <a:lnTo>
                    <a:pt x="193" y="807"/>
                  </a:lnTo>
                  <a:lnTo>
                    <a:pt x="193" y="809"/>
                  </a:lnTo>
                  <a:lnTo>
                    <a:pt x="193" y="811"/>
                  </a:lnTo>
                  <a:lnTo>
                    <a:pt x="191" y="811"/>
                  </a:lnTo>
                  <a:lnTo>
                    <a:pt x="191" y="814"/>
                  </a:lnTo>
                  <a:lnTo>
                    <a:pt x="191" y="814"/>
                  </a:lnTo>
                  <a:lnTo>
                    <a:pt x="191" y="818"/>
                  </a:lnTo>
                  <a:lnTo>
                    <a:pt x="193" y="822"/>
                  </a:lnTo>
                  <a:lnTo>
                    <a:pt x="195" y="825"/>
                  </a:lnTo>
                  <a:lnTo>
                    <a:pt x="195" y="829"/>
                  </a:lnTo>
                  <a:lnTo>
                    <a:pt x="195" y="829"/>
                  </a:lnTo>
                  <a:lnTo>
                    <a:pt x="193" y="831"/>
                  </a:lnTo>
                  <a:lnTo>
                    <a:pt x="189" y="833"/>
                  </a:lnTo>
                  <a:lnTo>
                    <a:pt x="182" y="831"/>
                  </a:lnTo>
                  <a:lnTo>
                    <a:pt x="177" y="838"/>
                  </a:lnTo>
                  <a:lnTo>
                    <a:pt x="175" y="849"/>
                  </a:lnTo>
                  <a:lnTo>
                    <a:pt x="177" y="847"/>
                  </a:lnTo>
                  <a:lnTo>
                    <a:pt x="177" y="847"/>
                  </a:lnTo>
                  <a:lnTo>
                    <a:pt x="193" y="844"/>
                  </a:lnTo>
                  <a:lnTo>
                    <a:pt x="193" y="849"/>
                  </a:lnTo>
                  <a:lnTo>
                    <a:pt x="193" y="849"/>
                  </a:lnTo>
                  <a:lnTo>
                    <a:pt x="177" y="856"/>
                  </a:lnTo>
                  <a:lnTo>
                    <a:pt x="177" y="856"/>
                  </a:lnTo>
                  <a:lnTo>
                    <a:pt x="177" y="864"/>
                  </a:lnTo>
                  <a:lnTo>
                    <a:pt x="177" y="864"/>
                  </a:lnTo>
                  <a:lnTo>
                    <a:pt x="171" y="864"/>
                  </a:lnTo>
                  <a:lnTo>
                    <a:pt x="164" y="864"/>
                  </a:lnTo>
                  <a:lnTo>
                    <a:pt x="164" y="869"/>
                  </a:lnTo>
                  <a:lnTo>
                    <a:pt x="164" y="869"/>
                  </a:lnTo>
                  <a:lnTo>
                    <a:pt x="175" y="871"/>
                  </a:lnTo>
                  <a:lnTo>
                    <a:pt x="175" y="871"/>
                  </a:lnTo>
                  <a:lnTo>
                    <a:pt x="173" y="873"/>
                  </a:lnTo>
                  <a:lnTo>
                    <a:pt x="171" y="876"/>
                  </a:lnTo>
                  <a:lnTo>
                    <a:pt x="171" y="878"/>
                  </a:lnTo>
                  <a:lnTo>
                    <a:pt x="168" y="878"/>
                  </a:lnTo>
                  <a:lnTo>
                    <a:pt x="168" y="878"/>
                  </a:lnTo>
                  <a:lnTo>
                    <a:pt x="166" y="882"/>
                  </a:lnTo>
                  <a:lnTo>
                    <a:pt x="168" y="886"/>
                  </a:lnTo>
                  <a:lnTo>
                    <a:pt x="168" y="886"/>
                  </a:lnTo>
                  <a:lnTo>
                    <a:pt x="148" y="889"/>
                  </a:lnTo>
                  <a:lnTo>
                    <a:pt x="148" y="889"/>
                  </a:lnTo>
                  <a:lnTo>
                    <a:pt x="153" y="891"/>
                  </a:lnTo>
                  <a:lnTo>
                    <a:pt x="162" y="893"/>
                  </a:lnTo>
                  <a:lnTo>
                    <a:pt x="162" y="893"/>
                  </a:lnTo>
                  <a:lnTo>
                    <a:pt x="162" y="898"/>
                  </a:lnTo>
                  <a:lnTo>
                    <a:pt x="162" y="902"/>
                  </a:lnTo>
                  <a:lnTo>
                    <a:pt x="164" y="904"/>
                  </a:lnTo>
                  <a:lnTo>
                    <a:pt x="164" y="904"/>
                  </a:lnTo>
                  <a:lnTo>
                    <a:pt x="168" y="904"/>
                  </a:lnTo>
                  <a:lnTo>
                    <a:pt x="171" y="904"/>
                  </a:lnTo>
                  <a:lnTo>
                    <a:pt x="171" y="907"/>
                  </a:lnTo>
                  <a:lnTo>
                    <a:pt x="171" y="907"/>
                  </a:lnTo>
                  <a:lnTo>
                    <a:pt x="173" y="909"/>
                  </a:lnTo>
                  <a:lnTo>
                    <a:pt x="175" y="909"/>
                  </a:lnTo>
                  <a:lnTo>
                    <a:pt x="179" y="911"/>
                  </a:lnTo>
                  <a:lnTo>
                    <a:pt x="179" y="911"/>
                  </a:lnTo>
                  <a:lnTo>
                    <a:pt x="182" y="915"/>
                  </a:lnTo>
                  <a:lnTo>
                    <a:pt x="186" y="920"/>
                  </a:lnTo>
                  <a:lnTo>
                    <a:pt x="189" y="926"/>
                  </a:lnTo>
                  <a:lnTo>
                    <a:pt x="193" y="929"/>
                  </a:lnTo>
                  <a:lnTo>
                    <a:pt x="193" y="929"/>
                  </a:lnTo>
                  <a:lnTo>
                    <a:pt x="202" y="935"/>
                  </a:lnTo>
                  <a:lnTo>
                    <a:pt x="202" y="935"/>
                  </a:lnTo>
                  <a:lnTo>
                    <a:pt x="204" y="929"/>
                  </a:lnTo>
                  <a:lnTo>
                    <a:pt x="206" y="924"/>
                  </a:lnTo>
                  <a:lnTo>
                    <a:pt x="208" y="922"/>
                  </a:lnTo>
                  <a:lnTo>
                    <a:pt x="208" y="922"/>
                  </a:lnTo>
                  <a:lnTo>
                    <a:pt x="213" y="918"/>
                  </a:lnTo>
                  <a:lnTo>
                    <a:pt x="217" y="918"/>
                  </a:lnTo>
                  <a:lnTo>
                    <a:pt x="219" y="920"/>
                  </a:lnTo>
                  <a:lnTo>
                    <a:pt x="219" y="920"/>
                  </a:lnTo>
                  <a:lnTo>
                    <a:pt x="220" y="922"/>
                  </a:lnTo>
                  <a:lnTo>
                    <a:pt x="222" y="922"/>
                  </a:lnTo>
                  <a:lnTo>
                    <a:pt x="230" y="924"/>
                  </a:lnTo>
                  <a:lnTo>
                    <a:pt x="230" y="924"/>
                  </a:lnTo>
                  <a:lnTo>
                    <a:pt x="237" y="926"/>
                  </a:lnTo>
                  <a:lnTo>
                    <a:pt x="242" y="924"/>
                  </a:lnTo>
                  <a:lnTo>
                    <a:pt x="242" y="924"/>
                  </a:lnTo>
                  <a:lnTo>
                    <a:pt x="246" y="926"/>
                  </a:lnTo>
                  <a:lnTo>
                    <a:pt x="250" y="929"/>
                  </a:lnTo>
                  <a:lnTo>
                    <a:pt x="250" y="929"/>
                  </a:lnTo>
                  <a:lnTo>
                    <a:pt x="257" y="935"/>
                  </a:lnTo>
                  <a:lnTo>
                    <a:pt x="259" y="938"/>
                  </a:lnTo>
                  <a:lnTo>
                    <a:pt x="262" y="938"/>
                  </a:lnTo>
                  <a:lnTo>
                    <a:pt x="262" y="938"/>
                  </a:lnTo>
                  <a:lnTo>
                    <a:pt x="270" y="937"/>
                  </a:lnTo>
                  <a:lnTo>
                    <a:pt x="273" y="937"/>
                  </a:lnTo>
                  <a:lnTo>
                    <a:pt x="275" y="937"/>
                  </a:lnTo>
                  <a:lnTo>
                    <a:pt x="275" y="937"/>
                  </a:lnTo>
                  <a:lnTo>
                    <a:pt x="277" y="938"/>
                  </a:lnTo>
                  <a:lnTo>
                    <a:pt x="279" y="938"/>
                  </a:lnTo>
                  <a:lnTo>
                    <a:pt x="282" y="935"/>
                  </a:lnTo>
                  <a:lnTo>
                    <a:pt x="282" y="935"/>
                  </a:lnTo>
                  <a:lnTo>
                    <a:pt x="286" y="935"/>
                  </a:lnTo>
                  <a:lnTo>
                    <a:pt x="290" y="937"/>
                  </a:lnTo>
                  <a:lnTo>
                    <a:pt x="290" y="937"/>
                  </a:lnTo>
                  <a:lnTo>
                    <a:pt x="293" y="940"/>
                  </a:lnTo>
                  <a:lnTo>
                    <a:pt x="295" y="944"/>
                  </a:lnTo>
                  <a:lnTo>
                    <a:pt x="295" y="944"/>
                  </a:lnTo>
                  <a:lnTo>
                    <a:pt x="299" y="946"/>
                  </a:lnTo>
                  <a:lnTo>
                    <a:pt x="302" y="947"/>
                  </a:lnTo>
                  <a:lnTo>
                    <a:pt x="302" y="947"/>
                  </a:lnTo>
                  <a:lnTo>
                    <a:pt x="304" y="949"/>
                  </a:lnTo>
                  <a:lnTo>
                    <a:pt x="302" y="951"/>
                  </a:lnTo>
                  <a:lnTo>
                    <a:pt x="302" y="953"/>
                  </a:lnTo>
                  <a:lnTo>
                    <a:pt x="304" y="955"/>
                  </a:lnTo>
                  <a:lnTo>
                    <a:pt x="304" y="955"/>
                  </a:lnTo>
                  <a:lnTo>
                    <a:pt x="308" y="955"/>
                  </a:lnTo>
                  <a:lnTo>
                    <a:pt x="310" y="955"/>
                  </a:lnTo>
                  <a:lnTo>
                    <a:pt x="313" y="957"/>
                  </a:lnTo>
                  <a:lnTo>
                    <a:pt x="313" y="957"/>
                  </a:lnTo>
                  <a:lnTo>
                    <a:pt x="317" y="962"/>
                  </a:lnTo>
                  <a:lnTo>
                    <a:pt x="317" y="962"/>
                  </a:lnTo>
                  <a:lnTo>
                    <a:pt x="324" y="969"/>
                  </a:lnTo>
                  <a:lnTo>
                    <a:pt x="324" y="969"/>
                  </a:lnTo>
                  <a:lnTo>
                    <a:pt x="328" y="973"/>
                  </a:lnTo>
                  <a:lnTo>
                    <a:pt x="330" y="973"/>
                  </a:lnTo>
                  <a:lnTo>
                    <a:pt x="332" y="977"/>
                  </a:lnTo>
                  <a:lnTo>
                    <a:pt x="332" y="977"/>
                  </a:lnTo>
                  <a:lnTo>
                    <a:pt x="333" y="980"/>
                  </a:lnTo>
                  <a:lnTo>
                    <a:pt x="337" y="982"/>
                  </a:lnTo>
                  <a:lnTo>
                    <a:pt x="337" y="982"/>
                  </a:lnTo>
                  <a:lnTo>
                    <a:pt x="341" y="980"/>
                  </a:lnTo>
                  <a:lnTo>
                    <a:pt x="343" y="977"/>
                  </a:lnTo>
                  <a:lnTo>
                    <a:pt x="346" y="971"/>
                  </a:lnTo>
                  <a:lnTo>
                    <a:pt x="346" y="971"/>
                  </a:lnTo>
                  <a:lnTo>
                    <a:pt x="341" y="968"/>
                  </a:lnTo>
                  <a:lnTo>
                    <a:pt x="335" y="962"/>
                  </a:lnTo>
                  <a:lnTo>
                    <a:pt x="335" y="962"/>
                  </a:lnTo>
                  <a:lnTo>
                    <a:pt x="335" y="957"/>
                  </a:lnTo>
                  <a:lnTo>
                    <a:pt x="333" y="951"/>
                  </a:lnTo>
                  <a:lnTo>
                    <a:pt x="333" y="951"/>
                  </a:lnTo>
                  <a:lnTo>
                    <a:pt x="330" y="949"/>
                  </a:lnTo>
                  <a:lnTo>
                    <a:pt x="326" y="947"/>
                  </a:lnTo>
                  <a:lnTo>
                    <a:pt x="326" y="947"/>
                  </a:lnTo>
                  <a:lnTo>
                    <a:pt x="324" y="942"/>
                  </a:lnTo>
                  <a:lnTo>
                    <a:pt x="324" y="937"/>
                  </a:lnTo>
                  <a:lnTo>
                    <a:pt x="326" y="927"/>
                  </a:lnTo>
                  <a:lnTo>
                    <a:pt x="321" y="927"/>
                  </a:lnTo>
                  <a:lnTo>
                    <a:pt x="321" y="927"/>
                  </a:lnTo>
                  <a:lnTo>
                    <a:pt x="321" y="926"/>
                  </a:lnTo>
                  <a:lnTo>
                    <a:pt x="321" y="924"/>
                  </a:lnTo>
                  <a:lnTo>
                    <a:pt x="323" y="920"/>
                  </a:lnTo>
                  <a:lnTo>
                    <a:pt x="324" y="916"/>
                  </a:lnTo>
                  <a:lnTo>
                    <a:pt x="324" y="915"/>
                  </a:lnTo>
                  <a:lnTo>
                    <a:pt x="324" y="913"/>
                  </a:lnTo>
                  <a:lnTo>
                    <a:pt x="324" y="913"/>
                  </a:lnTo>
                  <a:lnTo>
                    <a:pt x="321" y="911"/>
                  </a:lnTo>
                  <a:lnTo>
                    <a:pt x="317" y="913"/>
                  </a:lnTo>
                  <a:lnTo>
                    <a:pt x="313" y="913"/>
                  </a:lnTo>
                  <a:lnTo>
                    <a:pt x="308" y="913"/>
                  </a:lnTo>
                  <a:lnTo>
                    <a:pt x="308" y="913"/>
                  </a:lnTo>
                  <a:lnTo>
                    <a:pt x="321" y="869"/>
                  </a:lnTo>
                  <a:lnTo>
                    <a:pt x="326" y="869"/>
                  </a:lnTo>
                  <a:lnTo>
                    <a:pt x="328" y="864"/>
                  </a:lnTo>
                  <a:lnTo>
                    <a:pt x="328" y="864"/>
                  </a:lnTo>
                  <a:lnTo>
                    <a:pt x="330" y="865"/>
                  </a:lnTo>
                  <a:lnTo>
                    <a:pt x="332" y="867"/>
                  </a:lnTo>
                  <a:lnTo>
                    <a:pt x="335" y="871"/>
                  </a:lnTo>
                  <a:lnTo>
                    <a:pt x="335" y="871"/>
                  </a:lnTo>
                  <a:lnTo>
                    <a:pt x="333" y="871"/>
                  </a:lnTo>
                  <a:lnTo>
                    <a:pt x="333" y="873"/>
                  </a:lnTo>
                  <a:lnTo>
                    <a:pt x="335" y="873"/>
                  </a:lnTo>
                  <a:lnTo>
                    <a:pt x="335" y="873"/>
                  </a:lnTo>
                  <a:lnTo>
                    <a:pt x="341" y="869"/>
                  </a:lnTo>
                  <a:lnTo>
                    <a:pt x="341" y="867"/>
                  </a:lnTo>
                  <a:lnTo>
                    <a:pt x="341" y="865"/>
                  </a:lnTo>
                  <a:lnTo>
                    <a:pt x="343" y="864"/>
                  </a:lnTo>
                  <a:lnTo>
                    <a:pt x="343" y="858"/>
                  </a:lnTo>
                  <a:lnTo>
                    <a:pt x="343" y="858"/>
                  </a:lnTo>
                  <a:lnTo>
                    <a:pt x="341" y="855"/>
                  </a:lnTo>
                  <a:lnTo>
                    <a:pt x="339" y="851"/>
                  </a:lnTo>
                  <a:lnTo>
                    <a:pt x="339" y="849"/>
                  </a:lnTo>
                  <a:lnTo>
                    <a:pt x="339" y="849"/>
                  </a:lnTo>
                  <a:lnTo>
                    <a:pt x="341" y="847"/>
                  </a:lnTo>
                  <a:lnTo>
                    <a:pt x="341" y="844"/>
                  </a:lnTo>
                  <a:lnTo>
                    <a:pt x="339" y="842"/>
                  </a:lnTo>
                  <a:lnTo>
                    <a:pt x="333" y="825"/>
                  </a:lnTo>
                  <a:lnTo>
                    <a:pt x="333" y="825"/>
                  </a:lnTo>
                  <a:lnTo>
                    <a:pt x="330" y="827"/>
                  </a:lnTo>
                  <a:lnTo>
                    <a:pt x="326" y="829"/>
                  </a:lnTo>
                  <a:lnTo>
                    <a:pt x="324" y="827"/>
                  </a:lnTo>
                  <a:lnTo>
                    <a:pt x="324" y="827"/>
                  </a:lnTo>
                  <a:lnTo>
                    <a:pt x="324" y="820"/>
                  </a:lnTo>
                  <a:lnTo>
                    <a:pt x="324" y="816"/>
                  </a:lnTo>
                  <a:lnTo>
                    <a:pt x="323" y="814"/>
                  </a:lnTo>
                  <a:lnTo>
                    <a:pt x="323" y="814"/>
                  </a:lnTo>
                  <a:lnTo>
                    <a:pt x="317" y="811"/>
                  </a:lnTo>
                  <a:lnTo>
                    <a:pt x="315" y="809"/>
                  </a:lnTo>
                  <a:lnTo>
                    <a:pt x="317" y="805"/>
                  </a:lnTo>
                  <a:lnTo>
                    <a:pt x="317" y="805"/>
                  </a:lnTo>
                  <a:lnTo>
                    <a:pt x="323" y="794"/>
                  </a:lnTo>
                  <a:lnTo>
                    <a:pt x="323" y="794"/>
                  </a:lnTo>
                  <a:lnTo>
                    <a:pt x="326" y="794"/>
                  </a:lnTo>
                  <a:lnTo>
                    <a:pt x="326" y="793"/>
                  </a:lnTo>
                  <a:lnTo>
                    <a:pt x="326" y="789"/>
                  </a:lnTo>
                  <a:lnTo>
                    <a:pt x="326" y="789"/>
                  </a:lnTo>
                  <a:lnTo>
                    <a:pt x="324" y="785"/>
                  </a:lnTo>
                  <a:lnTo>
                    <a:pt x="321" y="785"/>
                  </a:lnTo>
                  <a:lnTo>
                    <a:pt x="321" y="785"/>
                  </a:lnTo>
                  <a:lnTo>
                    <a:pt x="324" y="780"/>
                  </a:lnTo>
                  <a:lnTo>
                    <a:pt x="328" y="776"/>
                  </a:lnTo>
                  <a:lnTo>
                    <a:pt x="326" y="771"/>
                  </a:lnTo>
                  <a:lnTo>
                    <a:pt x="326" y="771"/>
                  </a:lnTo>
                  <a:lnTo>
                    <a:pt x="326" y="769"/>
                  </a:lnTo>
                  <a:lnTo>
                    <a:pt x="330" y="769"/>
                  </a:lnTo>
                  <a:lnTo>
                    <a:pt x="332" y="767"/>
                  </a:lnTo>
                  <a:lnTo>
                    <a:pt x="333" y="765"/>
                  </a:lnTo>
                  <a:lnTo>
                    <a:pt x="333" y="765"/>
                  </a:lnTo>
                  <a:lnTo>
                    <a:pt x="337" y="760"/>
                  </a:lnTo>
                  <a:lnTo>
                    <a:pt x="341" y="760"/>
                  </a:lnTo>
                  <a:lnTo>
                    <a:pt x="343" y="760"/>
                  </a:lnTo>
                  <a:lnTo>
                    <a:pt x="343" y="760"/>
                  </a:lnTo>
                  <a:lnTo>
                    <a:pt x="346" y="773"/>
                  </a:lnTo>
                  <a:lnTo>
                    <a:pt x="357" y="765"/>
                  </a:lnTo>
                  <a:lnTo>
                    <a:pt x="357" y="765"/>
                  </a:lnTo>
                  <a:lnTo>
                    <a:pt x="353" y="763"/>
                  </a:lnTo>
                  <a:lnTo>
                    <a:pt x="352" y="760"/>
                  </a:lnTo>
                  <a:lnTo>
                    <a:pt x="350" y="758"/>
                  </a:lnTo>
                  <a:lnTo>
                    <a:pt x="350" y="758"/>
                  </a:lnTo>
                  <a:lnTo>
                    <a:pt x="352" y="751"/>
                  </a:lnTo>
                  <a:lnTo>
                    <a:pt x="353" y="747"/>
                  </a:lnTo>
                  <a:lnTo>
                    <a:pt x="355" y="745"/>
                  </a:lnTo>
                  <a:lnTo>
                    <a:pt x="355" y="745"/>
                  </a:lnTo>
                  <a:lnTo>
                    <a:pt x="357" y="745"/>
                  </a:lnTo>
                  <a:lnTo>
                    <a:pt x="359" y="742"/>
                  </a:lnTo>
                  <a:lnTo>
                    <a:pt x="361" y="740"/>
                  </a:lnTo>
                  <a:lnTo>
                    <a:pt x="363" y="740"/>
                  </a:lnTo>
                  <a:lnTo>
                    <a:pt x="363" y="740"/>
                  </a:lnTo>
                  <a:lnTo>
                    <a:pt x="370" y="742"/>
                  </a:lnTo>
                  <a:lnTo>
                    <a:pt x="374" y="740"/>
                  </a:lnTo>
                  <a:lnTo>
                    <a:pt x="374" y="740"/>
                  </a:lnTo>
                  <a:lnTo>
                    <a:pt x="379" y="734"/>
                  </a:lnTo>
                  <a:lnTo>
                    <a:pt x="386" y="727"/>
                  </a:lnTo>
                  <a:lnTo>
                    <a:pt x="386" y="727"/>
                  </a:lnTo>
                  <a:lnTo>
                    <a:pt x="386" y="725"/>
                  </a:lnTo>
                  <a:lnTo>
                    <a:pt x="386" y="723"/>
                  </a:lnTo>
                  <a:lnTo>
                    <a:pt x="383" y="723"/>
                  </a:lnTo>
                  <a:lnTo>
                    <a:pt x="397" y="720"/>
                  </a:lnTo>
                  <a:lnTo>
                    <a:pt x="397" y="723"/>
                  </a:lnTo>
                  <a:lnTo>
                    <a:pt x="406" y="723"/>
                  </a:lnTo>
                  <a:lnTo>
                    <a:pt x="406" y="723"/>
                  </a:lnTo>
                  <a:lnTo>
                    <a:pt x="405" y="722"/>
                  </a:lnTo>
                  <a:lnTo>
                    <a:pt x="405" y="720"/>
                  </a:lnTo>
                  <a:lnTo>
                    <a:pt x="406" y="720"/>
                  </a:lnTo>
                  <a:lnTo>
                    <a:pt x="406" y="720"/>
                  </a:lnTo>
                  <a:lnTo>
                    <a:pt x="410" y="722"/>
                  </a:lnTo>
                  <a:lnTo>
                    <a:pt x="414" y="723"/>
                  </a:lnTo>
                  <a:lnTo>
                    <a:pt x="414" y="723"/>
                  </a:lnTo>
                  <a:lnTo>
                    <a:pt x="415" y="729"/>
                  </a:lnTo>
                  <a:lnTo>
                    <a:pt x="415" y="732"/>
                  </a:lnTo>
                  <a:lnTo>
                    <a:pt x="415" y="732"/>
                  </a:lnTo>
                  <a:lnTo>
                    <a:pt x="419" y="732"/>
                  </a:lnTo>
                  <a:lnTo>
                    <a:pt x="425" y="734"/>
                  </a:lnTo>
                  <a:lnTo>
                    <a:pt x="425" y="734"/>
                  </a:lnTo>
                  <a:lnTo>
                    <a:pt x="430" y="736"/>
                  </a:lnTo>
                  <a:lnTo>
                    <a:pt x="434" y="740"/>
                  </a:lnTo>
                  <a:lnTo>
                    <a:pt x="434" y="740"/>
                  </a:lnTo>
                  <a:lnTo>
                    <a:pt x="435" y="745"/>
                  </a:lnTo>
                  <a:lnTo>
                    <a:pt x="439" y="747"/>
                  </a:lnTo>
                  <a:lnTo>
                    <a:pt x="439" y="747"/>
                  </a:lnTo>
                  <a:lnTo>
                    <a:pt x="445" y="747"/>
                  </a:lnTo>
                  <a:lnTo>
                    <a:pt x="446" y="747"/>
                  </a:lnTo>
                  <a:lnTo>
                    <a:pt x="448" y="749"/>
                  </a:lnTo>
                  <a:lnTo>
                    <a:pt x="448" y="749"/>
                  </a:lnTo>
                  <a:lnTo>
                    <a:pt x="450" y="753"/>
                  </a:lnTo>
                  <a:lnTo>
                    <a:pt x="448" y="754"/>
                  </a:lnTo>
                  <a:lnTo>
                    <a:pt x="446" y="758"/>
                  </a:lnTo>
                  <a:lnTo>
                    <a:pt x="454" y="760"/>
                  </a:lnTo>
                  <a:lnTo>
                    <a:pt x="454" y="760"/>
                  </a:lnTo>
                  <a:lnTo>
                    <a:pt x="454" y="754"/>
                  </a:lnTo>
                  <a:lnTo>
                    <a:pt x="454" y="753"/>
                  </a:lnTo>
                  <a:lnTo>
                    <a:pt x="456" y="751"/>
                  </a:lnTo>
                  <a:lnTo>
                    <a:pt x="456" y="751"/>
                  </a:lnTo>
                  <a:lnTo>
                    <a:pt x="457" y="749"/>
                  </a:lnTo>
                  <a:lnTo>
                    <a:pt x="459" y="747"/>
                  </a:lnTo>
                  <a:lnTo>
                    <a:pt x="459" y="747"/>
                  </a:lnTo>
                  <a:lnTo>
                    <a:pt x="463" y="749"/>
                  </a:lnTo>
                  <a:lnTo>
                    <a:pt x="463" y="749"/>
                  </a:lnTo>
                  <a:lnTo>
                    <a:pt x="472" y="753"/>
                  </a:lnTo>
                  <a:lnTo>
                    <a:pt x="476" y="753"/>
                  </a:lnTo>
                  <a:lnTo>
                    <a:pt x="477" y="753"/>
                  </a:lnTo>
                  <a:lnTo>
                    <a:pt x="477" y="753"/>
                  </a:lnTo>
                  <a:lnTo>
                    <a:pt x="483" y="747"/>
                  </a:lnTo>
                  <a:lnTo>
                    <a:pt x="490" y="745"/>
                  </a:lnTo>
                  <a:lnTo>
                    <a:pt x="490" y="745"/>
                  </a:lnTo>
                  <a:lnTo>
                    <a:pt x="494" y="745"/>
                  </a:lnTo>
                  <a:lnTo>
                    <a:pt x="496" y="747"/>
                  </a:lnTo>
                  <a:lnTo>
                    <a:pt x="497" y="749"/>
                  </a:lnTo>
                  <a:lnTo>
                    <a:pt x="499" y="749"/>
                  </a:lnTo>
                  <a:lnTo>
                    <a:pt x="499" y="749"/>
                  </a:lnTo>
                  <a:lnTo>
                    <a:pt x="503" y="747"/>
                  </a:lnTo>
                  <a:lnTo>
                    <a:pt x="505" y="745"/>
                  </a:lnTo>
                  <a:lnTo>
                    <a:pt x="507" y="747"/>
                  </a:lnTo>
                  <a:lnTo>
                    <a:pt x="507" y="747"/>
                  </a:lnTo>
                  <a:lnTo>
                    <a:pt x="508" y="751"/>
                  </a:lnTo>
                  <a:lnTo>
                    <a:pt x="512" y="754"/>
                  </a:lnTo>
                  <a:lnTo>
                    <a:pt x="514" y="760"/>
                  </a:lnTo>
                  <a:lnTo>
                    <a:pt x="525" y="762"/>
                  </a:lnTo>
                  <a:lnTo>
                    <a:pt x="530" y="762"/>
                  </a:lnTo>
                  <a:lnTo>
                    <a:pt x="530" y="762"/>
                  </a:lnTo>
                  <a:lnTo>
                    <a:pt x="534" y="760"/>
                  </a:lnTo>
                  <a:lnTo>
                    <a:pt x="538" y="756"/>
                  </a:lnTo>
                  <a:lnTo>
                    <a:pt x="538" y="753"/>
                  </a:lnTo>
                  <a:lnTo>
                    <a:pt x="538" y="753"/>
                  </a:lnTo>
                  <a:lnTo>
                    <a:pt x="534" y="749"/>
                  </a:lnTo>
                  <a:lnTo>
                    <a:pt x="532" y="747"/>
                  </a:lnTo>
                  <a:lnTo>
                    <a:pt x="528" y="745"/>
                  </a:lnTo>
                  <a:lnTo>
                    <a:pt x="523" y="740"/>
                  </a:lnTo>
                  <a:lnTo>
                    <a:pt x="528" y="729"/>
                  </a:lnTo>
                  <a:lnTo>
                    <a:pt x="527" y="725"/>
                  </a:lnTo>
                  <a:lnTo>
                    <a:pt x="521" y="714"/>
                  </a:lnTo>
                  <a:lnTo>
                    <a:pt x="521" y="707"/>
                  </a:lnTo>
                  <a:lnTo>
                    <a:pt x="523" y="700"/>
                  </a:lnTo>
                  <a:lnTo>
                    <a:pt x="523" y="691"/>
                  </a:lnTo>
                  <a:lnTo>
                    <a:pt x="530" y="683"/>
                  </a:lnTo>
                  <a:lnTo>
                    <a:pt x="530" y="676"/>
                  </a:lnTo>
                  <a:lnTo>
                    <a:pt x="530" y="671"/>
                  </a:lnTo>
                  <a:lnTo>
                    <a:pt x="536" y="665"/>
                  </a:lnTo>
                  <a:lnTo>
                    <a:pt x="545" y="671"/>
                  </a:lnTo>
                  <a:lnTo>
                    <a:pt x="554" y="671"/>
                  </a:lnTo>
                  <a:lnTo>
                    <a:pt x="561" y="674"/>
                  </a:lnTo>
                  <a:lnTo>
                    <a:pt x="576" y="672"/>
                  </a:lnTo>
                  <a:lnTo>
                    <a:pt x="587" y="669"/>
                  </a:lnTo>
                  <a:lnTo>
                    <a:pt x="603" y="669"/>
                  </a:lnTo>
                  <a:lnTo>
                    <a:pt x="618" y="665"/>
                  </a:lnTo>
                  <a:lnTo>
                    <a:pt x="623" y="665"/>
                  </a:lnTo>
                  <a:lnTo>
                    <a:pt x="640" y="656"/>
                  </a:lnTo>
                  <a:lnTo>
                    <a:pt x="649" y="652"/>
                  </a:lnTo>
                  <a:lnTo>
                    <a:pt x="656" y="651"/>
                  </a:lnTo>
                  <a:lnTo>
                    <a:pt x="660" y="656"/>
                  </a:lnTo>
                  <a:lnTo>
                    <a:pt x="667" y="658"/>
                  </a:lnTo>
                  <a:lnTo>
                    <a:pt x="667" y="661"/>
                  </a:lnTo>
                  <a:lnTo>
                    <a:pt x="665" y="671"/>
                  </a:lnTo>
                  <a:lnTo>
                    <a:pt x="669" y="671"/>
                  </a:lnTo>
                  <a:lnTo>
                    <a:pt x="676" y="680"/>
                  </a:lnTo>
                  <a:lnTo>
                    <a:pt x="681" y="676"/>
                  </a:lnTo>
                  <a:lnTo>
                    <a:pt x="689" y="669"/>
                  </a:lnTo>
                  <a:lnTo>
                    <a:pt x="700" y="674"/>
                  </a:lnTo>
                  <a:lnTo>
                    <a:pt x="702" y="678"/>
                  </a:lnTo>
                  <a:lnTo>
                    <a:pt x="709" y="674"/>
                  </a:lnTo>
                  <a:lnTo>
                    <a:pt x="709" y="674"/>
                  </a:lnTo>
                  <a:lnTo>
                    <a:pt x="711" y="674"/>
                  </a:lnTo>
                  <a:lnTo>
                    <a:pt x="712" y="674"/>
                  </a:lnTo>
                  <a:lnTo>
                    <a:pt x="712" y="678"/>
                  </a:lnTo>
                  <a:lnTo>
                    <a:pt x="712" y="678"/>
                  </a:lnTo>
                  <a:lnTo>
                    <a:pt x="714" y="681"/>
                  </a:lnTo>
                  <a:lnTo>
                    <a:pt x="712" y="683"/>
                  </a:lnTo>
                  <a:lnTo>
                    <a:pt x="727" y="685"/>
                  </a:lnTo>
                  <a:lnTo>
                    <a:pt x="740" y="678"/>
                  </a:lnTo>
                  <a:lnTo>
                    <a:pt x="756" y="672"/>
                  </a:lnTo>
                  <a:lnTo>
                    <a:pt x="769" y="667"/>
                  </a:lnTo>
                  <a:lnTo>
                    <a:pt x="782" y="663"/>
                  </a:lnTo>
                  <a:lnTo>
                    <a:pt x="784" y="667"/>
                  </a:lnTo>
                  <a:lnTo>
                    <a:pt x="784" y="676"/>
                  </a:lnTo>
                  <a:lnTo>
                    <a:pt x="793" y="694"/>
                  </a:lnTo>
                  <a:lnTo>
                    <a:pt x="805" y="720"/>
                  </a:lnTo>
                  <a:lnTo>
                    <a:pt x="815" y="738"/>
                  </a:lnTo>
                  <a:lnTo>
                    <a:pt x="815" y="738"/>
                  </a:lnTo>
                  <a:lnTo>
                    <a:pt x="818" y="743"/>
                  </a:lnTo>
                  <a:lnTo>
                    <a:pt x="822" y="747"/>
                  </a:lnTo>
                  <a:lnTo>
                    <a:pt x="825" y="749"/>
                  </a:lnTo>
                  <a:lnTo>
                    <a:pt x="825" y="749"/>
                  </a:lnTo>
                  <a:lnTo>
                    <a:pt x="835" y="749"/>
                  </a:lnTo>
                  <a:lnTo>
                    <a:pt x="840" y="747"/>
                  </a:lnTo>
                  <a:lnTo>
                    <a:pt x="856" y="747"/>
                  </a:lnTo>
                  <a:lnTo>
                    <a:pt x="856" y="747"/>
                  </a:lnTo>
                  <a:lnTo>
                    <a:pt x="862" y="749"/>
                  </a:lnTo>
                  <a:lnTo>
                    <a:pt x="866" y="753"/>
                  </a:lnTo>
                  <a:lnTo>
                    <a:pt x="871" y="760"/>
                  </a:lnTo>
                  <a:lnTo>
                    <a:pt x="875" y="769"/>
                  </a:lnTo>
                  <a:lnTo>
                    <a:pt x="878" y="780"/>
                  </a:lnTo>
                  <a:lnTo>
                    <a:pt x="882" y="785"/>
                  </a:lnTo>
                  <a:lnTo>
                    <a:pt x="891" y="791"/>
                  </a:lnTo>
                  <a:lnTo>
                    <a:pt x="902" y="789"/>
                  </a:lnTo>
                  <a:lnTo>
                    <a:pt x="920" y="780"/>
                  </a:lnTo>
                  <a:lnTo>
                    <a:pt x="933" y="776"/>
                  </a:lnTo>
                  <a:lnTo>
                    <a:pt x="940" y="778"/>
                  </a:lnTo>
                  <a:lnTo>
                    <a:pt x="944" y="785"/>
                  </a:lnTo>
                  <a:lnTo>
                    <a:pt x="949" y="791"/>
                  </a:lnTo>
                  <a:lnTo>
                    <a:pt x="955" y="794"/>
                  </a:lnTo>
                  <a:lnTo>
                    <a:pt x="966" y="798"/>
                  </a:lnTo>
                  <a:lnTo>
                    <a:pt x="971" y="794"/>
                  </a:lnTo>
                  <a:lnTo>
                    <a:pt x="980" y="791"/>
                  </a:lnTo>
                  <a:lnTo>
                    <a:pt x="986" y="789"/>
                  </a:lnTo>
                  <a:lnTo>
                    <a:pt x="989" y="784"/>
                  </a:lnTo>
                  <a:lnTo>
                    <a:pt x="989" y="778"/>
                  </a:lnTo>
                  <a:lnTo>
                    <a:pt x="993" y="774"/>
                  </a:lnTo>
                  <a:lnTo>
                    <a:pt x="1000" y="769"/>
                  </a:lnTo>
                  <a:lnTo>
                    <a:pt x="1008" y="765"/>
                  </a:lnTo>
                  <a:lnTo>
                    <a:pt x="1019" y="762"/>
                  </a:lnTo>
                  <a:lnTo>
                    <a:pt x="1024" y="758"/>
                  </a:lnTo>
                  <a:lnTo>
                    <a:pt x="1033" y="756"/>
                  </a:lnTo>
                  <a:lnTo>
                    <a:pt x="1042" y="758"/>
                  </a:lnTo>
                  <a:lnTo>
                    <a:pt x="1048" y="763"/>
                  </a:lnTo>
                  <a:lnTo>
                    <a:pt x="1055" y="760"/>
                  </a:lnTo>
                  <a:lnTo>
                    <a:pt x="1068" y="765"/>
                  </a:lnTo>
                  <a:lnTo>
                    <a:pt x="1077" y="771"/>
                  </a:lnTo>
                  <a:lnTo>
                    <a:pt x="1086" y="773"/>
                  </a:lnTo>
                  <a:lnTo>
                    <a:pt x="1097" y="773"/>
                  </a:lnTo>
                  <a:lnTo>
                    <a:pt x="1112" y="771"/>
                  </a:lnTo>
                  <a:lnTo>
                    <a:pt x="1126" y="773"/>
                  </a:lnTo>
                  <a:lnTo>
                    <a:pt x="1128" y="767"/>
                  </a:lnTo>
                  <a:lnTo>
                    <a:pt x="1126" y="756"/>
                  </a:lnTo>
                  <a:lnTo>
                    <a:pt x="1122" y="751"/>
                  </a:lnTo>
                  <a:lnTo>
                    <a:pt x="1115" y="745"/>
                  </a:lnTo>
                  <a:lnTo>
                    <a:pt x="1117" y="738"/>
                  </a:lnTo>
                  <a:lnTo>
                    <a:pt x="1121" y="732"/>
                  </a:lnTo>
                  <a:lnTo>
                    <a:pt x="1124" y="725"/>
                  </a:lnTo>
                  <a:lnTo>
                    <a:pt x="1137" y="727"/>
                  </a:lnTo>
                  <a:lnTo>
                    <a:pt x="1143" y="729"/>
                  </a:lnTo>
                  <a:lnTo>
                    <a:pt x="1155" y="729"/>
                  </a:lnTo>
                  <a:lnTo>
                    <a:pt x="1161" y="734"/>
                  </a:lnTo>
                  <a:lnTo>
                    <a:pt x="1172" y="736"/>
                  </a:lnTo>
                  <a:lnTo>
                    <a:pt x="1186" y="747"/>
                  </a:lnTo>
                  <a:lnTo>
                    <a:pt x="1195" y="756"/>
                  </a:lnTo>
                  <a:lnTo>
                    <a:pt x="1201" y="765"/>
                  </a:lnTo>
                  <a:lnTo>
                    <a:pt x="1206" y="769"/>
                  </a:lnTo>
                  <a:lnTo>
                    <a:pt x="1217" y="778"/>
                  </a:lnTo>
                  <a:lnTo>
                    <a:pt x="1224" y="776"/>
                  </a:lnTo>
                  <a:lnTo>
                    <a:pt x="1232" y="776"/>
                  </a:lnTo>
                  <a:lnTo>
                    <a:pt x="1239" y="774"/>
                  </a:lnTo>
                  <a:lnTo>
                    <a:pt x="1246" y="769"/>
                  </a:lnTo>
                  <a:lnTo>
                    <a:pt x="1255" y="773"/>
                  </a:lnTo>
                  <a:lnTo>
                    <a:pt x="1270" y="776"/>
                  </a:lnTo>
                  <a:lnTo>
                    <a:pt x="1277" y="778"/>
                  </a:lnTo>
                  <a:lnTo>
                    <a:pt x="1276" y="784"/>
                  </a:lnTo>
                  <a:lnTo>
                    <a:pt x="1283" y="789"/>
                  </a:lnTo>
                  <a:lnTo>
                    <a:pt x="1290" y="789"/>
                  </a:lnTo>
                  <a:lnTo>
                    <a:pt x="1297" y="793"/>
                  </a:lnTo>
                  <a:lnTo>
                    <a:pt x="1305" y="793"/>
                  </a:lnTo>
                  <a:lnTo>
                    <a:pt x="1312" y="791"/>
                  </a:lnTo>
                  <a:lnTo>
                    <a:pt x="1321" y="793"/>
                  </a:lnTo>
                  <a:lnTo>
                    <a:pt x="1330" y="796"/>
                  </a:lnTo>
                  <a:lnTo>
                    <a:pt x="1343" y="793"/>
                  </a:lnTo>
                  <a:lnTo>
                    <a:pt x="1348" y="787"/>
                  </a:lnTo>
                  <a:lnTo>
                    <a:pt x="1365" y="785"/>
                  </a:lnTo>
                  <a:lnTo>
                    <a:pt x="1379" y="776"/>
                  </a:lnTo>
                  <a:lnTo>
                    <a:pt x="1383" y="774"/>
                  </a:lnTo>
                  <a:lnTo>
                    <a:pt x="1394" y="782"/>
                  </a:lnTo>
                  <a:lnTo>
                    <a:pt x="1403" y="780"/>
                  </a:lnTo>
                  <a:lnTo>
                    <a:pt x="1414" y="784"/>
                  </a:lnTo>
                  <a:lnTo>
                    <a:pt x="1423" y="780"/>
                  </a:lnTo>
                  <a:lnTo>
                    <a:pt x="1432" y="787"/>
                  </a:lnTo>
                  <a:lnTo>
                    <a:pt x="1440" y="791"/>
                  </a:lnTo>
                  <a:lnTo>
                    <a:pt x="1449" y="782"/>
                  </a:lnTo>
                  <a:lnTo>
                    <a:pt x="1449" y="782"/>
                  </a:lnTo>
                  <a:lnTo>
                    <a:pt x="1454" y="780"/>
                  </a:lnTo>
                  <a:lnTo>
                    <a:pt x="1460" y="778"/>
                  </a:lnTo>
                  <a:lnTo>
                    <a:pt x="1460" y="776"/>
                  </a:lnTo>
                  <a:lnTo>
                    <a:pt x="1460" y="776"/>
                  </a:lnTo>
                  <a:lnTo>
                    <a:pt x="1460" y="774"/>
                  </a:lnTo>
                  <a:lnTo>
                    <a:pt x="1460" y="773"/>
                  </a:lnTo>
                  <a:lnTo>
                    <a:pt x="1461" y="769"/>
                  </a:lnTo>
                  <a:lnTo>
                    <a:pt x="1467" y="765"/>
                  </a:lnTo>
                  <a:lnTo>
                    <a:pt x="1472" y="758"/>
                  </a:lnTo>
                  <a:lnTo>
                    <a:pt x="1478" y="749"/>
                  </a:lnTo>
                  <a:lnTo>
                    <a:pt x="1476" y="740"/>
                  </a:lnTo>
                  <a:lnTo>
                    <a:pt x="1480" y="736"/>
                  </a:lnTo>
                  <a:lnTo>
                    <a:pt x="1481" y="729"/>
                  </a:lnTo>
                  <a:lnTo>
                    <a:pt x="1480" y="722"/>
                  </a:lnTo>
                  <a:lnTo>
                    <a:pt x="1474" y="722"/>
                  </a:lnTo>
                  <a:lnTo>
                    <a:pt x="1476" y="716"/>
                  </a:lnTo>
                  <a:lnTo>
                    <a:pt x="1478" y="714"/>
                  </a:lnTo>
                  <a:lnTo>
                    <a:pt x="1483" y="707"/>
                  </a:lnTo>
                  <a:lnTo>
                    <a:pt x="1491" y="702"/>
                  </a:lnTo>
                  <a:lnTo>
                    <a:pt x="1498" y="696"/>
                  </a:lnTo>
                  <a:lnTo>
                    <a:pt x="1507" y="696"/>
                  </a:lnTo>
                  <a:lnTo>
                    <a:pt x="1514" y="694"/>
                  </a:lnTo>
                  <a:lnTo>
                    <a:pt x="1520" y="691"/>
                  </a:lnTo>
                  <a:lnTo>
                    <a:pt x="1529" y="692"/>
                  </a:lnTo>
                  <a:lnTo>
                    <a:pt x="1536" y="698"/>
                  </a:lnTo>
                  <a:lnTo>
                    <a:pt x="1542" y="703"/>
                  </a:lnTo>
                  <a:lnTo>
                    <a:pt x="1547" y="709"/>
                  </a:lnTo>
                  <a:lnTo>
                    <a:pt x="1560" y="711"/>
                  </a:lnTo>
                  <a:lnTo>
                    <a:pt x="1567" y="718"/>
                  </a:lnTo>
                  <a:lnTo>
                    <a:pt x="1573" y="723"/>
                  </a:lnTo>
                  <a:lnTo>
                    <a:pt x="1578" y="732"/>
                  </a:lnTo>
                  <a:lnTo>
                    <a:pt x="1578" y="738"/>
                  </a:lnTo>
                  <a:lnTo>
                    <a:pt x="1580" y="749"/>
                  </a:lnTo>
                  <a:lnTo>
                    <a:pt x="1587" y="760"/>
                  </a:lnTo>
                  <a:lnTo>
                    <a:pt x="1593" y="771"/>
                  </a:lnTo>
                  <a:lnTo>
                    <a:pt x="1598" y="774"/>
                  </a:lnTo>
                  <a:lnTo>
                    <a:pt x="1605" y="774"/>
                  </a:lnTo>
                  <a:lnTo>
                    <a:pt x="1611" y="776"/>
                  </a:lnTo>
                  <a:lnTo>
                    <a:pt x="1620" y="780"/>
                  </a:lnTo>
                  <a:lnTo>
                    <a:pt x="1625" y="784"/>
                  </a:lnTo>
                  <a:lnTo>
                    <a:pt x="1627" y="791"/>
                  </a:lnTo>
                  <a:lnTo>
                    <a:pt x="1631" y="800"/>
                  </a:lnTo>
                  <a:lnTo>
                    <a:pt x="1638" y="805"/>
                  </a:lnTo>
                  <a:lnTo>
                    <a:pt x="1640" y="813"/>
                  </a:lnTo>
                  <a:lnTo>
                    <a:pt x="1638" y="820"/>
                  </a:lnTo>
                  <a:lnTo>
                    <a:pt x="1642" y="825"/>
                  </a:lnTo>
                  <a:lnTo>
                    <a:pt x="1649" y="829"/>
                  </a:lnTo>
                  <a:lnTo>
                    <a:pt x="1656" y="835"/>
                  </a:lnTo>
                  <a:lnTo>
                    <a:pt x="1662" y="833"/>
                  </a:lnTo>
                  <a:lnTo>
                    <a:pt x="1667" y="829"/>
                  </a:lnTo>
                  <a:lnTo>
                    <a:pt x="1673" y="824"/>
                  </a:lnTo>
                  <a:lnTo>
                    <a:pt x="1680" y="820"/>
                  </a:lnTo>
                  <a:lnTo>
                    <a:pt x="1686" y="820"/>
                  </a:lnTo>
                  <a:lnTo>
                    <a:pt x="1691" y="818"/>
                  </a:lnTo>
                  <a:lnTo>
                    <a:pt x="1695" y="813"/>
                  </a:lnTo>
                  <a:lnTo>
                    <a:pt x="1704" y="809"/>
                  </a:lnTo>
                  <a:lnTo>
                    <a:pt x="1700" y="818"/>
                  </a:lnTo>
                  <a:lnTo>
                    <a:pt x="1700" y="825"/>
                  </a:lnTo>
                  <a:lnTo>
                    <a:pt x="1704" y="829"/>
                  </a:lnTo>
                  <a:lnTo>
                    <a:pt x="1702" y="838"/>
                  </a:lnTo>
                  <a:lnTo>
                    <a:pt x="1698" y="842"/>
                  </a:lnTo>
                  <a:lnTo>
                    <a:pt x="1698" y="847"/>
                  </a:lnTo>
                  <a:lnTo>
                    <a:pt x="1696" y="858"/>
                  </a:lnTo>
                  <a:lnTo>
                    <a:pt x="1693" y="867"/>
                  </a:lnTo>
                  <a:lnTo>
                    <a:pt x="1687" y="873"/>
                  </a:lnTo>
                  <a:lnTo>
                    <a:pt x="1682" y="876"/>
                  </a:lnTo>
                  <a:lnTo>
                    <a:pt x="1680" y="882"/>
                  </a:lnTo>
                  <a:lnTo>
                    <a:pt x="1673" y="886"/>
                  </a:lnTo>
                  <a:lnTo>
                    <a:pt x="1669" y="891"/>
                  </a:lnTo>
                  <a:lnTo>
                    <a:pt x="1664" y="889"/>
                  </a:lnTo>
                  <a:lnTo>
                    <a:pt x="1664" y="889"/>
                  </a:lnTo>
                  <a:lnTo>
                    <a:pt x="1665" y="893"/>
                  </a:lnTo>
                  <a:lnTo>
                    <a:pt x="1665" y="904"/>
                  </a:lnTo>
                  <a:lnTo>
                    <a:pt x="1665" y="904"/>
                  </a:lnTo>
                  <a:lnTo>
                    <a:pt x="1658" y="904"/>
                  </a:lnTo>
                  <a:lnTo>
                    <a:pt x="1658" y="904"/>
                  </a:lnTo>
                  <a:lnTo>
                    <a:pt x="1658" y="900"/>
                  </a:lnTo>
                  <a:lnTo>
                    <a:pt x="1658" y="896"/>
                  </a:lnTo>
                  <a:lnTo>
                    <a:pt x="1662" y="891"/>
                  </a:lnTo>
                  <a:lnTo>
                    <a:pt x="1662" y="891"/>
                  </a:lnTo>
                  <a:lnTo>
                    <a:pt x="1660" y="889"/>
                  </a:lnTo>
                  <a:lnTo>
                    <a:pt x="1655" y="891"/>
                  </a:lnTo>
                  <a:lnTo>
                    <a:pt x="1649" y="895"/>
                  </a:lnTo>
                  <a:lnTo>
                    <a:pt x="1649" y="902"/>
                  </a:lnTo>
                  <a:lnTo>
                    <a:pt x="1647" y="909"/>
                  </a:lnTo>
                  <a:lnTo>
                    <a:pt x="1649" y="922"/>
                  </a:lnTo>
                  <a:lnTo>
                    <a:pt x="1647" y="929"/>
                  </a:lnTo>
                  <a:lnTo>
                    <a:pt x="1644" y="931"/>
                  </a:lnTo>
                  <a:lnTo>
                    <a:pt x="1645" y="938"/>
                  </a:lnTo>
                  <a:lnTo>
                    <a:pt x="1640" y="940"/>
                  </a:lnTo>
                  <a:lnTo>
                    <a:pt x="1644" y="944"/>
                  </a:lnTo>
                  <a:lnTo>
                    <a:pt x="1655" y="935"/>
                  </a:lnTo>
                  <a:lnTo>
                    <a:pt x="1655" y="935"/>
                  </a:lnTo>
                  <a:lnTo>
                    <a:pt x="1656" y="927"/>
                  </a:lnTo>
                  <a:lnTo>
                    <a:pt x="1656" y="927"/>
                  </a:lnTo>
                  <a:lnTo>
                    <a:pt x="1664" y="927"/>
                  </a:lnTo>
                  <a:lnTo>
                    <a:pt x="1671" y="927"/>
                  </a:lnTo>
                  <a:lnTo>
                    <a:pt x="1671" y="927"/>
                  </a:lnTo>
                  <a:lnTo>
                    <a:pt x="1669" y="940"/>
                  </a:lnTo>
                  <a:lnTo>
                    <a:pt x="1669" y="940"/>
                  </a:lnTo>
                  <a:lnTo>
                    <a:pt x="1675" y="944"/>
                  </a:lnTo>
                  <a:lnTo>
                    <a:pt x="1682" y="947"/>
                  </a:lnTo>
                  <a:lnTo>
                    <a:pt x="1687" y="947"/>
                  </a:lnTo>
                  <a:lnTo>
                    <a:pt x="1695" y="944"/>
                  </a:lnTo>
                  <a:lnTo>
                    <a:pt x="1695" y="940"/>
                  </a:lnTo>
                  <a:lnTo>
                    <a:pt x="1695" y="940"/>
                  </a:lnTo>
                  <a:lnTo>
                    <a:pt x="1702" y="935"/>
                  </a:lnTo>
                  <a:lnTo>
                    <a:pt x="1706" y="929"/>
                  </a:lnTo>
                  <a:lnTo>
                    <a:pt x="1707" y="926"/>
                  </a:lnTo>
                  <a:lnTo>
                    <a:pt x="1709" y="922"/>
                  </a:lnTo>
                  <a:lnTo>
                    <a:pt x="1715" y="922"/>
                  </a:lnTo>
                  <a:lnTo>
                    <a:pt x="1715" y="922"/>
                  </a:lnTo>
                  <a:lnTo>
                    <a:pt x="1716" y="918"/>
                  </a:lnTo>
                  <a:lnTo>
                    <a:pt x="1716" y="915"/>
                  </a:lnTo>
                  <a:lnTo>
                    <a:pt x="1718" y="911"/>
                  </a:lnTo>
                  <a:lnTo>
                    <a:pt x="1720" y="907"/>
                  </a:lnTo>
                  <a:lnTo>
                    <a:pt x="1720" y="907"/>
                  </a:lnTo>
                  <a:lnTo>
                    <a:pt x="1722" y="906"/>
                  </a:lnTo>
                  <a:lnTo>
                    <a:pt x="1726" y="904"/>
                  </a:lnTo>
                  <a:lnTo>
                    <a:pt x="1729" y="902"/>
                  </a:lnTo>
                  <a:lnTo>
                    <a:pt x="1733" y="900"/>
                  </a:lnTo>
                  <a:lnTo>
                    <a:pt x="1733" y="900"/>
                  </a:lnTo>
                  <a:lnTo>
                    <a:pt x="1733" y="896"/>
                  </a:lnTo>
                  <a:lnTo>
                    <a:pt x="1735" y="893"/>
                  </a:lnTo>
                  <a:lnTo>
                    <a:pt x="1735" y="889"/>
                  </a:lnTo>
                  <a:lnTo>
                    <a:pt x="1737" y="886"/>
                  </a:lnTo>
                  <a:lnTo>
                    <a:pt x="1737" y="886"/>
                  </a:lnTo>
                  <a:lnTo>
                    <a:pt x="1747" y="878"/>
                  </a:lnTo>
                  <a:lnTo>
                    <a:pt x="1753" y="873"/>
                  </a:lnTo>
                  <a:lnTo>
                    <a:pt x="1757" y="869"/>
                  </a:lnTo>
                  <a:lnTo>
                    <a:pt x="1757" y="869"/>
                  </a:lnTo>
                  <a:lnTo>
                    <a:pt x="1758" y="862"/>
                  </a:lnTo>
                  <a:lnTo>
                    <a:pt x="1760" y="853"/>
                  </a:lnTo>
                  <a:lnTo>
                    <a:pt x="1762" y="845"/>
                  </a:lnTo>
                  <a:lnTo>
                    <a:pt x="1766" y="840"/>
                  </a:lnTo>
                  <a:lnTo>
                    <a:pt x="1766" y="840"/>
                  </a:lnTo>
                  <a:lnTo>
                    <a:pt x="1773" y="836"/>
                  </a:lnTo>
                  <a:lnTo>
                    <a:pt x="1773" y="836"/>
                  </a:lnTo>
                  <a:lnTo>
                    <a:pt x="1775" y="835"/>
                  </a:lnTo>
                  <a:lnTo>
                    <a:pt x="1775" y="831"/>
                  </a:lnTo>
                  <a:lnTo>
                    <a:pt x="1775" y="827"/>
                  </a:lnTo>
                  <a:lnTo>
                    <a:pt x="1777" y="825"/>
                  </a:lnTo>
                  <a:lnTo>
                    <a:pt x="1777" y="825"/>
                  </a:lnTo>
                  <a:lnTo>
                    <a:pt x="1784" y="818"/>
                  </a:lnTo>
                  <a:lnTo>
                    <a:pt x="1788" y="816"/>
                  </a:lnTo>
                  <a:lnTo>
                    <a:pt x="1791" y="813"/>
                  </a:lnTo>
                  <a:lnTo>
                    <a:pt x="1791" y="813"/>
                  </a:lnTo>
                  <a:lnTo>
                    <a:pt x="1791" y="807"/>
                  </a:lnTo>
                  <a:lnTo>
                    <a:pt x="1791" y="804"/>
                  </a:lnTo>
                  <a:lnTo>
                    <a:pt x="1795" y="804"/>
                  </a:lnTo>
                  <a:lnTo>
                    <a:pt x="1791" y="796"/>
                  </a:lnTo>
                  <a:lnTo>
                    <a:pt x="1791" y="796"/>
                  </a:lnTo>
                  <a:lnTo>
                    <a:pt x="1795" y="789"/>
                  </a:lnTo>
                  <a:lnTo>
                    <a:pt x="1798" y="784"/>
                  </a:lnTo>
                  <a:lnTo>
                    <a:pt x="1798" y="784"/>
                  </a:lnTo>
                  <a:lnTo>
                    <a:pt x="1795" y="774"/>
                  </a:lnTo>
                  <a:lnTo>
                    <a:pt x="1793" y="769"/>
                  </a:lnTo>
                  <a:lnTo>
                    <a:pt x="1793" y="763"/>
                  </a:lnTo>
                  <a:lnTo>
                    <a:pt x="1793" y="763"/>
                  </a:lnTo>
                  <a:lnTo>
                    <a:pt x="1795" y="760"/>
                  </a:lnTo>
                  <a:lnTo>
                    <a:pt x="1798" y="756"/>
                  </a:lnTo>
                  <a:lnTo>
                    <a:pt x="1798" y="756"/>
                  </a:lnTo>
                  <a:lnTo>
                    <a:pt x="1797" y="753"/>
                  </a:lnTo>
                  <a:lnTo>
                    <a:pt x="1795" y="749"/>
                  </a:lnTo>
                  <a:lnTo>
                    <a:pt x="1795" y="749"/>
                  </a:lnTo>
                  <a:lnTo>
                    <a:pt x="1798" y="747"/>
                  </a:lnTo>
                  <a:lnTo>
                    <a:pt x="1802" y="743"/>
                  </a:lnTo>
                  <a:lnTo>
                    <a:pt x="1802" y="743"/>
                  </a:lnTo>
                  <a:lnTo>
                    <a:pt x="1806" y="736"/>
                  </a:lnTo>
                  <a:lnTo>
                    <a:pt x="1806" y="731"/>
                  </a:lnTo>
                  <a:lnTo>
                    <a:pt x="1802" y="714"/>
                  </a:lnTo>
                  <a:lnTo>
                    <a:pt x="1802" y="714"/>
                  </a:lnTo>
                  <a:lnTo>
                    <a:pt x="1809" y="714"/>
                  </a:lnTo>
                  <a:lnTo>
                    <a:pt x="1815" y="714"/>
                  </a:lnTo>
                  <a:lnTo>
                    <a:pt x="1815" y="712"/>
                  </a:lnTo>
                  <a:lnTo>
                    <a:pt x="1815" y="712"/>
                  </a:lnTo>
                  <a:lnTo>
                    <a:pt x="1811" y="711"/>
                  </a:lnTo>
                  <a:lnTo>
                    <a:pt x="1806" y="711"/>
                  </a:lnTo>
                  <a:lnTo>
                    <a:pt x="1806" y="705"/>
                  </a:lnTo>
                  <a:lnTo>
                    <a:pt x="1806" y="705"/>
                  </a:lnTo>
                  <a:lnTo>
                    <a:pt x="1804" y="705"/>
                  </a:lnTo>
                  <a:lnTo>
                    <a:pt x="1802" y="707"/>
                  </a:lnTo>
                  <a:lnTo>
                    <a:pt x="1802" y="707"/>
                  </a:lnTo>
                  <a:lnTo>
                    <a:pt x="1800" y="707"/>
                  </a:lnTo>
                  <a:lnTo>
                    <a:pt x="1800" y="707"/>
                  </a:lnTo>
                  <a:lnTo>
                    <a:pt x="1795" y="702"/>
                  </a:lnTo>
                  <a:lnTo>
                    <a:pt x="1791" y="696"/>
                  </a:lnTo>
                  <a:lnTo>
                    <a:pt x="1786" y="689"/>
                  </a:lnTo>
                  <a:lnTo>
                    <a:pt x="1780" y="685"/>
                  </a:lnTo>
                  <a:lnTo>
                    <a:pt x="1780" y="685"/>
                  </a:lnTo>
                  <a:lnTo>
                    <a:pt x="1773" y="683"/>
                  </a:lnTo>
                  <a:lnTo>
                    <a:pt x="1768" y="683"/>
                  </a:lnTo>
                  <a:lnTo>
                    <a:pt x="1766" y="683"/>
                  </a:lnTo>
                  <a:lnTo>
                    <a:pt x="1764" y="687"/>
                  </a:lnTo>
                  <a:lnTo>
                    <a:pt x="1766" y="692"/>
                  </a:lnTo>
                  <a:lnTo>
                    <a:pt x="1766" y="694"/>
                  </a:lnTo>
                  <a:lnTo>
                    <a:pt x="1762" y="694"/>
                  </a:lnTo>
                  <a:lnTo>
                    <a:pt x="1762" y="694"/>
                  </a:lnTo>
                  <a:lnTo>
                    <a:pt x="1762" y="692"/>
                  </a:lnTo>
                  <a:lnTo>
                    <a:pt x="1762" y="692"/>
                  </a:lnTo>
                  <a:lnTo>
                    <a:pt x="1758" y="692"/>
                  </a:lnTo>
                  <a:lnTo>
                    <a:pt x="1758" y="692"/>
                  </a:lnTo>
                  <a:lnTo>
                    <a:pt x="1757" y="698"/>
                  </a:lnTo>
                  <a:lnTo>
                    <a:pt x="1755" y="702"/>
                  </a:lnTo>
                  <a:lnTo>
                    <a:pt x="1751" y="703"/>
                  </a:lnTo>
                  <a:lnTo>
                    <a:pt x="1751" y="703"/>
                  </a:lnTo>
                  <a:lnTo>
                    <a:pt x="1747" y="702"/>
                  </a:lnTo>
                  <a:lnTo>
                    <a:pt x="1746" y="702"/>
                  </a:lnTo>
                  <a:lnTo>
                    <a:pt x="1746" y="700"/>
                  </a:lnTo>
                  <a:lnTo>
                    <a:pt x="1749" y="698"/>
                  </a:lnTo>
                  <a:lnTo>
                    <a:pt x="1749" y="698"/>
                  </a:lnTo>
                  <a:lnTo>
                    <a:pt x="1751" y="691"/>
                  </a:lnTo>
                  <a:lnTo>
                    <a:pt x="1751" y="691"/>
                  </a:lnTo>
                  <a:lnTo>
                    <a:pt x="1749" y="691"/>
                  </a:lnTo>
                  <a:lnTo>
                    <a:pt x="1747" y="687"/>
                  </a:lnTo>
                  <a:lnTo>
                    <a:pt x="1747" y="685"/>
                  </a:lnTo>
                  <a:lnTo>
                    <a:pt x="1744" y="685"/>
                  </a:lnTo>
                  <a:lnTo>
                    <a:pt x="1744" y="691"/>
                  </a:lnTo>
                  <a:lnTo>
                    <a:pt x="1744" y="691"/>
                  </a:lnTo>
                  <a:lnTo>
                    <a:pt x="1742" y="691"/>
                  </a:lnTo>
                  <a:lnTo>
                    <a:pt x="1742" y="691"/>
                  </a:lnTo>
                  <a:lnTo>
                    <a:pt x="1742" y="694"/>
                  </a:lnTo>
                  <a:lnTo>
                    <a:pt x="1737" y="694"/>
                  </a:lnTo>
                  <a:lnTo>
                    <a:pt x="1737" y="671"/>
                  </a:lnTo>
                  <a:lnTo>
                    <a:pt x="1737" y="671"/>
                  </a:lnTo>
                  <a:lnTo>
                    <a:pt x="1726" y="671"/>
                  </a:lnTo>
                  <a:lnTo>
                    <a:pt x="1713" y="671"/>
                  </a:lnTo>
                  <a:lnTo>
                    <a:pt x="1713" y="671"/>
                  </a:lnTo>
                  <a:lnTo>
                    <a:pt x="1715" y="665"/>
                  </a:lnTo>
                  <a:lnTo>
                    <a:pt x="1716" y="658"/>
                  </a:lnTo>
                  <a:lnTo>
                    <a:pt x="1747" y="632"/>
                  </a:lnTo>
                  <a:lnTo>
                    <a:pt x="1751" y="632"/>
                  </a:lnTo>
                  <a:lnTo>
                    <a:pt x="1751" y="632"/>
                  </a:lnTo>
                  <a:lnTo>
                    <a:pt x="1751" y="629"/>
                  </a:lnTo>
                  <a:lnTo>
                    <a:pt x="1751" y="625"/>
                  </a:lnTo>
                  <a:lnTo>
                    <a:pt x="1751" y="625"/>
                  </a:lnTo>
                  <a:lnTo>
                    <a:pt x="1755" y="623"/>
                  </a:lnTo>
                  <a:lnTo>
                    <a:pt x="1758" y="621"/>
                  </a:lnTo>
                  <a:lnTo>
                    <a:pt x="1758" y="621"/>
                  </a:lnTo>
                  <a:lnTo>
                    <a:pt x="1762" y="616"/>
                  </a:lnTo>
                  <a:lnTo>
                    <a:pt x="1762" y="610"/>
                  </a:lnTo>
                  <a:lnTo>
                    <a:pt x="1764" y="601"/>
                  </a:lnTo>
                  <a:lnTo>
                    <a:pt x="1764" y="601"/>
                  </a:lnTo>
                  <a:lnTo>
                    <a:pt x="1766" y="603"/>
                  </a:lnTo>
                  <a:lnTo>
                    <a:pt x="1769" y="605"/>
                  </a:lnTo>
                  <a:lnTo>
                    <a:pt x="1769" y="605"/>
                  </a:lnTo>
                  <a:lnTo>
                    <a:pt x="1773" y="600"/>
                  </a:lnTo>
                  <a:lnTo>
                    <a:pt x="1777" y="594"/>
                  </a:lnTo>
                  <a:lnTo>
                    <a:pt x="1777" y="594"/>
                  </a:lnTo>
                  <a:lnTo>
                    <a:pt x="1791" y="587"/>
                  </a:lnTo>
                  <a:lnTo>
                    <a:pt x="1791" y="587"/>
                  </a:lnTo>
                  <a:lnTo>
                    <a:pt x="1791" y="579"/>
                  </a:lnTo>
                  <a:lnTo>
                    <a:pt x="1791" y="579"/>
                  </a:lnTo>
                  <a:lnTo>
                    <a:pt x="1795" y="579"/>
                  </a:lnTo>
                  <a:lnTo>
                    <a:pt x="1800" y="579"/>
                  </a:lnTo>
                  <a:lnTo>
                    <a:pt x="1800" y="579"/>
                  </a:lnTo>
                  <a:lnTo>
                    <a:pt x="1802" y="578"/>
                  </a:lnTo>
                  <a:lnTo>
                    <a:pt x="1802" y="574"/>
                  </a:lnTo>
                  <a:lnTo>
                    <a:pt x="1802" y="569"/>
                  </a:lnTo>
                  <a:lnTo>
                    <a:pt x="1802" y="565"/>
                  </a:lnTo>
                  <a:lnTo>
                    <a:pt x="1802" y="565"/>
                  </a:lnTo>
                  <a:lnTo>
                    <a:pt x="1808" y="559"/>
                  </a:lnTo>
                  <a:lnTo>
                    <a:pt x="1813" y="552"/>
                  </a:lnTo>
                  <a:lnTo>
                    <a:pt x="1822" y="545"/>
                  </a:lnTo>
                  <a:lnTo>
                    <a:pt x="1828" y="541"/>
                  </a:lnTo>
                  <a:lnTo>
                    <a:pt x="1828" y="539"/>
                  </a:lnTo>
                  <a:lnTo>
                    <a:pt x="1828" y="539"/>
                  </a:lnTo>
                  <a:lnTo>
                    <a:pt x="1835" y="539"/>
                  </a:lnTo>
                  <a:lnTo>
                    <a:pt x="1835" y="539"/>
                  </a:lnTo>
                  <a:lnTo>
                    <a:pt x="1835" y="534"/>
                  </a:lnTo>
                  <a:lnTo>
                    <a:pt x="1835" y="532"/>
                  </a:lnTo>
                  <a:lnTo>
                    <a:pt x="1835" y="532"/>
                  </a:lnTo>
                  <a:lnTo>
                    <a:pt x="1839" y="532"/>
                  </a:lnTo>
                  <a:lnTo>
                    <a:pt x="1842" y="534"/>
                  </a:lnTo>
                  <a:lnTo>
                    <a:pt x="1844" y="539"/>
                  </a:lnTo>
                  <a:lnTo>
                    <a:pt x="1844" y="539"/>
                  </a:lnTo>
                  <a:lnTo>
                    <a:pt x="1864" y="539"/>
                  </a:lnTo>
                  <a:lnTo>
                    <a:pt x="1886" y="539"/>
                  </a:lnTo>
                  <a:lnTo>
                    <a:pt x="1886" y="539"/>
                  </a:lnTo>
                  <a:lnTo>
                    <a:pt x="1884" y="541"/>
                  </a:lnTo>
                  <a:lnTo>
                    <a:pt x="1884" y="543"/>
                  </a:lnTo>
                  <a:lnTo>
                    <a:pt x="1886" y="549"/>
                  </a:lnTo>
                  <a:lnTo>
                    <a:pt x="1886" y="549"/>
                  </a:lnTo>
                  <a:lnTo>
                    <a:pt x="1890" y="547"/>
                  </a:lnTo>
                  <a:lnTo>
                    <a:pt x="1893" y="547"/>
                  </a:lnTo>
                  <a:lnTo>
                    <a:pt x="1893" y="547"/>
                  </a:lnTo>
                  <a:lnTo>
                    <a:pt x="1895" y="543"/>
                  </a:lnTo>
                  <a:lnTo>
                    <a:pt x="1895" y="539"/>
                  </a:lnTo>
                  <a:lnTo>
                    <a:pt x="1895" y="539"/>
                  </a:lnTo>
                  <a:lnTo>
                    <a:pt x="1901" y="543"/>
                  </a:lnTo>
                  <a:lnTo>
                    <a:pt x="1906" y="547"/>
                  </a:lnTo>
                  <a:lnTo>
                    <a:pt x="1906" y="547"/>
                  </a:lnTo>
                  <a:lnTo>
                    <a:pt x="1911" y="547"/>
                  </a:lnTo>
                  <a:lnTo>
                    <a:pt x="1917" y="545"/>
                  </a:lnTo>
                  <a:lnTo>
                    <a:pt x="1926" y="543"/>
                  </a:lnTo>
                  <a:lnTo>
                    <a:pt x="1926" y="543"/>
                  </a:lnTo>
                  <a:lnTo>
                    <a:pt x="1926" y="545"/>
                  </a:lnTo>
                  <a:lnTo>
                    <a:pt x="1928" y="547"/>
                  </a:lnTo>
                  <a:lnTo>
                    <a:pt x="1932" y="549"/>
                  </a:lnTo>
                  <a:lnTo>
                    <a:pt x="1935" y="549"/>
                  </a:lnTo>
                  <a:lnTo>
                    <a:pt x="1935" y="532"/>
                  </a:lnTo>
                  <a:lnTo>
                    <a:pt x="1935" y="532"/>
                  </a:lnTo>
                  <a:lnTo>
                    <a:pt x="1942" y="532"/>
                  </a:lnTo>
                  <a:lnTo>
                    <a:pt x="1950" y="534"/>
                  </a:lnTo>
                  <a:lnTo>
                    <a:pt x="1962" y="534"/>
                  </a:lnTo>
                  <a:lnTo>
                    <a:pt x="1962" y="534"/>
                  </a:lnTo>
                  <a:lnTo>
                    <a:pt x="1962" y="536"/>
                  </a:lnTo>
                  <a:lnTo>
                    <a:pt x="1962" y="538"/>
                  </a:lnTo>
                  <a:lnTo>
                    <a:pt x="1962" y="539"/>
                  </a:lnTo>
                  <a:lnTo>
                    <a:pt x="1966" y="539"/>
                  </a:lnTo>
                  <a:lnTo>
                    <a:pt x="1966" y="534"/>
                  </a:lnTo>
                  <a:lnTo>
                    <a:pt x="1966" y="534"/>
                  </a:lnTo>
                  <a:lnTo>
                    <a:pt x="1977" y="532"/>
                  </a:lnTo>
                  <a:lnTo>
                    <a:pt x="1977" y="532"/>
                  </a:lnTo>
                  <a:lnTo>
                    <a:pt x="1979" y="538"/>
                  </a:lnTo>
                  <a:lnTo>
                    <a:pt x="1981" y="543"/>
                  </a:lnTo>
                  <a:lnTo>
                    <a:pt x="1981" y="543"/>
                  </a:lnTo>
                  <a:lnTo>
                    <a:pt x="1984" y="543"/>
                  </a:lnTo>
                  <a:lnTo>
                    <a:pt x="1986" y="545"/>
                  </a:lnTo>
                  <a:lnTo>
                    <a:pt x="1986" y="547"/>
                  </a:lnTo>
                  <a:lnTo>
                    <a:pt x="1986" y="549"/>
                  </a:lnTo>
                  <a:lnTo>
                    <a:pt x="1986" y="549"/>
                  </a:lnTo>
                  <a:lnTo>
                    <a:pt x="1977" y="549"/>
                  </a:lnTo>
                  <a:lnTo>
                    <a:pt x="1970" y="549"/>
                  </a:lnTo>
                  <a:lnTo>
                    <a:pt x="1970" y="549"/>
                  </a:lnTo>
                  <a:lnTo>
                    <a:pt x="1972" y="561"/>
                  </a:lnTo>
                  <a:lnTo>
                    <a:pt x="1972" y="561"/>
                  </a:lnTo>
                  <a:lnTo>
                    <a:pt x="1981" y="559"/>
                  </a:lnTo>
                  <a:lnTo>
                    <a:pt x="1988" y="561"/>
                  </a:lnTo>
                  <a:lnTo>
                    <a:pt x="1988" y="561"/>
                  </a:lnTo>
                  <a:lnTo>
                    <a:pt x="1988" y="559"/>
                  </a:lnTo>
                  <a:lnTo>
                    <a:pt x="1988" y="558"/>
                  </a:lnTo>
                  <a:lnTo>
                    <a:pt x="1992" y="554"/>
                  </a:lnTo>
                  <a:lnTo>
                    <a:pt x="1992" y="554"/>
                  </a:lnTo>
                  <a:lnTo>
                    <a:pt x="1995" y="556"/>
                  </a:lnTo>
                  <a:lnTo>
                    <a:pt x="1999" y="558"/>
                  </a:lnTo>
                  <a:lnTo>
                    <a:pt x="1999" y="558"/>
                  </a:lnTo>
                  <a:lnTo>
                    <a:pt x="1999" y="556"/>
                  </a:lnTo>
                  <a:lnTo>
                    <a:pt x="1999" y="554"/>
                  </a:lnTo>
                  <a:lnTo>
                    <a:pt x="1999" y="550"/>
                  </a:lnTo>
                  <a:lnTo>
                    <a:pt x="2003" y="550"/>
                  </a:lnTo>
                  <a:lnTo>
                    <a:pt x="2006" y="543"/>
                  </a:lnTo>
                  <a:lnTo>
                    <a:pt x="2006" y="543"/>
                  </a:lnTo>
                  <a:lnTo>
                    <a:pt x="2015" y="543"/>
                  </a:lnTo>
                  <a:lnTo>
                    <a:pt x="2028" y="543"/>
                  </a:lnTo>
                  <a:lnTo>
                    <a:pt x="2028" y="543"/>
                  </a:lnTo>
                  <a:lnTo>
                    <a:pt x="2026" y="541"/>
                  </a:lnTo>
                  <a:lnTo>
                    <a:pt x="2028" y="541"/>
                  </a:lnTo>
                  <a:lnTo>
                    <a:pt x="2034" y="541"/>
                  </a:lnTo>
                  <a:lnTo>
                    <a:pt x="2030" y="534"/>
                  </a:lnTo>
                  <a:lnTo>
                    <a:pt x="2030" y="534"/>
                  </a:lnTo>
                  <a:lnTo>
                    <a:pt x="2021" y="534"/>
                  </a:lnTo>
                  <a:lnTo>
                    <a:pt x="2021" y="534"/>
                  </a:lnTo>
                  <a:lnTo>
                    <a:pt x="2021" y="536"/>
                  </a:lnTo>
                  <a:lnTo>
                    <a:pt x="2019" y="536"/>
                  </a:lnTo>
                  <a:lnTo>
                    <a:pt x="2015" y="536"/>
                  </a:lnTo>
                  <a:lnTo>
                    <a:pt x="2015" y="536"/>
                  </a:lnTo>
                  <a:lnTo>
                    <a:pt x="2015" y="528"/>
                  </a:lnTo>
                  <a:lnTo>
                    <a:pt x="2015" y="519"/>
                  </a:lnTo>
                  <a:lnTo>
                    <a:pt x="2015" y="519"/>
                  </a:lnTo>
                  <a:lnTo>
                    <a:pt x="2017" y="521"/>
                  </a:lnTo>
                  <a:lnTo>
                    <a:pt x="2021" y="521"/>
                  </a:lnTo>
                  <a:lnTo>
                    <a:pt x="2021" y="521"/>
                  </a:lnTo>
                  <a:lnTo>
                    <a:pt x="2021" y="516"/>
                  </a:lnTo>
                  <a:lnTo>
                    <a:pt x="2021" y="512"/>
                  </a:lnTo>
                  <a:lnTo>
                    <a:pt x="2023" y="508"/>
                  </a:lnTo>
                  <a:lnTo>
                    <a:pt x="2023" y="508"/>
                  </a:lnTo>
                  <a:lnTo>
                    <a:pt x="2028" y="505"/>
                  </a:lnTo>
                  <a:lnTo>
                    <a:pt x="2035" y="503"/>
                  </a:lnTo>
                  <a:lnTo>
                    <a:pt x="2043" y="501"/>
                  </a:lnTo>
                  <a:lnTo>
                    <a:pt x="2048" y="497"/>
                  </a:lnTo>
                  <a:lnTo>
                    <a:pt x="2048" y="497"/>
                  </a:lnTo>
                  <a:lnTo>
                    <a:pt x="2048" y="494"/>
                  </a:lnTo>
                  <a:lnTo>
                    <a:pt x="2048" y="490"/>
                  </a:lnTo>
                  <a:lnTo>
                    <a:pt x="2050" y="490"/>
                  </a:lnTo>
                  <a:lnTo>
                    <a:pt x="2050" y="490"/>
                  </a:lnTo>
                  <a:lnTo>
                    <a:pt x="2055" y="485"/>
                  </a:lnTo>
                  <a:lnTo>
                    <a:pt x="2057" y="479"/>
                  </a:lnTo>
                  <a:lnTo>
                    <a:pt x="2057" y="479"/>
                  </a:lnTo>
                  <a:lnTo>
                    <a:pt x="2063" y="477"/>
                  </a:lnTo>
                  <a:lnTo>
                    <a:pt x="2068" y="476"/>
                  </a:lnTo>
                  <a:lnTo>
                    <a:pt x="2081" y="476"/>
                  </a:lnTo>
                  <a:lnTo>
                    <a:pt x="2081" y="476"/>
                  </a:lnTo>
                  <a:lnTo>
                    <a:pt x="2088" y="472"/>
                  </a:lnTo>
                  <a:lnTo>
                    <a:pt x="2092" y="470"/>
                  </a:lnTo>
                  <a:lnTo>
                    <a:pt x="2096" y="470"/>
                  </a:lnTo>
                  <a:lnTo>
                    <a:pt x="2099" y="477"/>
                  </a:lnTo>
                  <a:lnTo>
                    <a:pt x="2099" y="477"/>
                  </a:lnTo>
                  <a:lnTo>
                    <a:pt x="2103" y="479"/>
                  </a:lnTo>
                  <a:lnTo>
                    <a:pt x="2106" y="479"/>
                  </a:lnTo>
                  <a:lnTo>
                    <a:pt x="2106" y="477"/>
                  </a:lnTo>
                  <a:lnTo>
                    <a:pt x="2106" y="477"/>
                  </a:lnTo>
                  <a:lnTo>
                    <a:pt x="2116" y="472"/>
                  </a:lnTo>
                  <a:lnTo>
                    <a:pt x="2116" y="472"/>
                  </a:lnTo>
                  <a:lnTo>
                    <a:pt x="2112" y="485"/>
                  </a:lnTo>
                  <a:lnTo>
                    <a:pt x="2110" y="488"/>
                  </a:lnTo>
                  <a:lnTo>
                    <a:pt x="2106" y="492"/>
                  </a:lnTo>
                  <a:lnTo>
                    <a:pt x="2106" y="492"/>
                  </a:lnTo>
                  <a:lnTo>
                    <a:pt x="2105" y="494"/>
                  </a:lnTo>
                  <a:lnTo>
                    <a:pt x="2106" y="494"/>
                  </a:lnTo>
                  <a:lnTo>
                    <a:pt x="2108" y="496"/>
                  </a:lnTo>
                  <a:lnTo>
                    <a:pt x="2108" y="497"/>
                  </a:lnTo>
                  <a:lnTo>
                    <a:pt x="2108" y="497"/>
                  </a:lnTo>
                  <a:lnTo>
                    <a:pt x="2116" y="494"/>
                  </a:lnTo>
                  <a:lnTo>
                    <a:pt x="2116" y="494"/>
                  </a:lnTo>
                  <a:lnTo>
                    <a:pt x="2114" y="499"/>
                  </a:lnTo>
                  <a:lnTo>
                    <a:pt x="2114" y="507"/>
                  </a:lnTo>
                  <a:lnTo>
                    <a:pt x="2114" y="507"/>
                  </a:lnTo>
                  <a:lnTo>
                    <a:pt x="2121" y="499"/>
                  </a:lnTo>
                  <a:lnTo>
                    <a:pt x="2121" y="499"/>
                  </a:lnTo>
                  <a:lnTo>
                    <a:pt x="2126" y="494"/>
                  </a:lnTo>
                  <a:lnTo>
                    <a:pt x="2132" y="487"/>
                  </a:lnTo>
                  <a:lnTo>
                    <a:pt x="2137" y="481"/>
                  </a:lnTo>
                  <a:lnTo>
                    <a:pt x="2143" y="477"/>
                  </a:lnTo>
                  <a:lnTo>
                    <a:pt x="2143" y="477"/>
                  </a:lnTo>
                  <a:lnTo>
                    <a:pt x="2150" y="476"/>
                  </a:lnTo>
                  <a:lnTo>
                    <a:pt x="2156" y="477"/>
                  </a:lnTo>
                  <a:lnTo>
                    <a:pt x="2157" y="479"/>
                  </a:lnTo>
                  <a:lnTo>
                    <a:pt x="2157" y="479"/>
                  </a:lnTo>
                  <a:lnTo>
                    <a:pt x="2157" y="479"/>
                  </a:lnTo>
                  <a:lnTo>
                    <a:pt x="2161" y="477"/>
                  </a:lnTo>
                  <a:lnTo>
                    <a:pt x="2163" y="477"/>
                  </a:lnTo>
                  <a:lnTo>
                    <a:pt x="2165" y="477"/>
                  </a:lnTo>
                  <a:lnTo>
                    <a:pt x="2165" y="477"/>
                  </a:lnTo>
                  <a:lnTo>
                    <a:pt x="2163" y="472"/>
                  </a:lnTo>
                  <a:lnTo>
                    <a:pt x="2161" y="468"/>
                  </a:lnTo>
                  <a:lnTo>
                    <a:pt x="2163" y="465"/>
                  </a:lnTo>
                  <a:lnTo>
                    <a:pt x="2163" y="465"/>
                  </a:lnTo>
                  <a:lnTo>
                    <a:pt x="2161" y="467"/>
                  </a:lnTo>
                  <a:lnTo>
                    <a:pt x="2159" y="465"/>
                  </a:lnTo>
                  <a:lnTo>
                    <a:pt x="2159" y="461"/>
                  </a:lnTo>
                  <a:lnTo>
                    <a:pt x="2159" y="461"/>
                  </a:lnTo>
                  <a:lnTo>
                    <a:pt x="2170" y="452"/>
                  </a:lnTo>
                  <a:lnTo>
                    <a:pt x="2176" y="450"/>
                  </a:lnTo>
                  <a:lnTo>
                    <a:pt x="2181" y="452"/>
                  </a:lnTo>
                  <a:lnTo>
                    <a:pt x="2194" y="456"/>
                  </a:lnTo>
                  <a:lnTo>
                    <a:pt x="2194" y="457"/>
                  </a:lnTo>
                  <a:lnTo>
                    <a:pt x="2187" y="457"/>
                  </a:lnTo>
                  <a:lnTo>
                    <a:pt x="2187" y="457"/>
                  </a:lnTo>
                  <a:lnTo>
                    <a:pt x="2187" y="457"/>
                  </a:lnTo>
                  <a:lnTo>
                    <a:pt x="2185" y="456"/>
                  </a:lnTo>
                  <a:lnTo>
                    <a:pt x="2179" y="456"/>
                  </a:lnTo>
                  <a:lnTo>
                    <a:pt x="2179" y="456"/>
                  </a:lnTo>
                  <a:lnTo>
                    <a:pt x="2178" y="461"/>
                  </a:lnTo>
                  <a:lnTo>
                    <a:pt x="2174" y="461"/>
                  </a:lnTo>
                  <a:lnTo>
                    <a:pt x="2174" y="461"/>
                  </a:lnTo>
                  <a:lnTo>
                    <a:pt x="2172" y="485"/>
                  </a:lnTo>
                  <a:lnTo>
                    <a:pt x="2172" y="485"/>
                  </a:lnTo>
                  <a:lnTo>
                    <a:pt x="2170" y="492"/>
                  </a:lnTo>
                  <a:lnTo>
                    <a:pt x="2168" y="497"/>
                  </a:lnTo>
                  <a:lnTo>
                    <a:pt x="2165" y="499"/>
                  </a:lnTo>
                  <a:lnTo>
                    <a:pt x="2161" y="501"/>
                  </a:lnTo>
                  <a:lnTo>
                    <a:pt x="2152" y="501"/>
                  </a:lnTo>
                  <a:lnTo>
                    <a:pt x="2137" y="505"/>
                  </a:lnTo>
                  <a:lnTo>
                    <a:pt x="2137" y="505"/>
                  </a:lnTo>
                  <a:lnTo>
                    <a:pt x="2139" y="510"/>
                  </a:lnTo>
                  <a:lnTo>
                    <a:pt x="2139" y="512"/>
                  </a:lnTo>
                  <a:lnTo>
                    <a:pt x="2137" y="518"/>
                  </a:lnTo>
                  <a:lnTo>
                    <a:pt x="2137" y="518"/>
                  </a:lnTo>
                  <a:lnTo>
                    <a:pt x="2137" y="518"/>
                  </a:lnTo>
                  <a:lnTo>
                    <a:pt x="2134" y="518"/>
                  </a:lnTo>
                  <a:lnTo>
                    <a:pt x="2130" y="519"/>
                  </a:lnTo>
                  <a:lnTo>
                    <a:pt x="2130" y="519"/>
                  </a:lnTo>
                  <a:lnTo>
                    <a:pt x="2130" y="523"/>
                  </a:lnTo>
                  <a:lnTo>
                    <a:pt x="2130" y="527"/>
                  </a:lnTo>
                  <a:lnTo>
                    <a:pt x="2130" y="527"/>
                  </a:lnTo>
                  <a:lnTo>
                    <a:pt x="2126" y="530"/>
                  </a:lnTo>
                  <a:lnTo>
                    <a:pt x="2121" y="534"/>
                  </a:lnTo>
                  <a:lnTo>
                    <a:pt x="2108" y="543"/>
                  </a:lnTo>
                  <a:lnTo>
                    <a:pt x="2108" y="543"/>
                  </a:lnTo>
                  <a:lnTo>
                    <a:pt x="2103" y="552"/>
                  </a:lnTo>
                  <a:lnTo>
                    <a:pt x="2097" y="559"/>
                  </a:lnTo>
                  <a:lnTo>
                    <a:pt x="2092" y="567"/>
                  </a:lnTo>
                  <a:lnTo>
                    <a:pt x="2085" y="572"/>
                  </a:lnTo>
                  <a:lnTo>
                    <a:pt x="2085" y="576"/>
                  </a:lnTo>
                  <a:lnTo>
                    <a:pt x="2085" y="576"/>
                  </a:lnTo>
                  <a:lnTo>
                    <a:pt x="2081" y="576"/>
                  </a:lnTo>
                  <a:lnTo>
                    <a:pt x="2079" y="574"/>
                  </a:lnTo>
                  <a:lnTo>
                    <a:pt x="2079" y="574"/>
                  </a:lnTo>
                  <a:lnTo>
                    <a:pt x="2077" y="572"/>
                  </a:lnTo>
                  <a:lnTo>
                    <a:pt x="2077" y="572"/>
                  </a:lnTo>
                  <a:lnTo>
                    <a:pt x="2074" y="576"/>
                  </a:lnTo>
                  <a:lnTo>
                    <a:pt x="2072" y="579"/>
                  </a:lnTo>
                  <a:lnTo>
                    <a:pt x="2072" y="579"/>
                  </a:lnTo>
                  <a:lnTo>
                    <a:pt x="2065" y="579"/>
                  </a:lnTo>
                  <a:lnTo>
                    <a:pt x="2057" y="579"/>
                  </a:lnTo>
                  <a:lnTo>
                    <a:pt x="2057" y="579"/>
                  </a:lnTo>
                  <a:lnTo>
                    <a:pt x="2059" y="585"/>
                  </a:lnTo>
                  <a:lnTo>
                    <a:pt x="2063" y="585"/>
                  </a:lnTo>
                  <a:lnTo>
                    <a:pt x="2063" y="585"/>
                  </a:lnTo>
                  <a:lnTo>
                    <a:pt x="2059" y="598"/>
                  </a:lnTo>
                  <a:lnTo>
                    <a:pt x="2057" y="601"/>
                  </a:lnTo>
                  <a:lnTo>
                    <a:pt x="2052" y="605"/>
                  </a:lnTo>
                  <a:lnTo>
                    <a:pt x="2052" y="605"/>
                  </a:lnTo>
                  <a:lnTo>
                    <a:pt x="2048" y="605"/>
                  </a:lnTo>
                  <a:lnTo>
                    <a:pt x="2046" y="605"/>
                  </a:lnTo>
                  <a:lnTo>
                    <a:pt x="2044" y="607"/>
                  </a:lnTo>
                  <a:lnTo>
                    <a:pt x="2044" y="607"/>
                  </a:lnTo>
                  <a:lnTo>
                    <a:pt x="2043" y="612"/>
                  </a:lnTo>
                  <a:lnTo>
                    <a:pt x="2041" y="620"/>
                  </a:lnTo>
                  <a:lnTo>
                    <a:pt x="2039" y="636"/>
                  </a:lnTo>
                  <a:lnTo>
                    <a:pt x="2041" y="656"/>
                  </a:lnTo>
                  <a:lnTo>
                    <a:pt x="2043" y="678"/>
                  </a:lnTo>
                  <a:lnTo>
                    <a:pt x="2052" y="720"/>
                  </a:lnTo>
                  <a:lnTo>
                    <a:pt x="2057" y="754"/>
                  </a:lnTo>
                  <a:lnTo>
                    <a:pt x="2057" y="754"/>
                  </a:lnTo>
                  <a:lnTo>
                    <a:pt x="2072" y="743"/>
                  </a:lnTo>
                  <a:lnTo>
                    <a:pt x="2079" y="736"/>
                  </a:lnTo>
                  <a:lnTo>
                    <a:pt x="2085" y="732"/>
                  </a:lnTo>
                  <a:lnTo>
                    <a:pt x="2085" y="732"/>
                  </a:lnTo>
                  <a:lnTo>
                    <a:pt x="2086" y="723"/>
                  </a:lnTo>
                  <a:lnTo>
                    <a:pt x="2086" y="718"/>
                  </a:lnTo>
                  <a:lnTo>
                    <a:pt x="2086" y="712"/>
                  </a:lnTo>
                  <a:lnTo>
                    <a:pt x="2086" y="711"/>
                  </a:lnTo>
                  <a:lnTo>
                    <a:pt x="2088" y="709"/>
                  </a:lnTo>
                  <a:lnTo>
                    <a:pt x="2103" y="705"/>
                  </a:lnTo>
                  <a:lnTo>
                    <a:pt x="2103" y="705"/>
                  </a:lnTo>
                  <a:lnTo>
                    <a:pt x="2103" y="689"/>
                  </a:lnTo>
                  <a:lnTo>
                    <a:pt x="2105" y="683"/>
                  </a:lnTo>
                  <a:lnTo>
                    <a:pt x="2108" y="678"/>
                  </a:lnTo>
                  <a:lnTo>
                    <a:pt x="2114" y="676"/>
                  </a:lnTo>
                  <a:lnTo>
                    <a:pt x="2114" y="671"/>
                  </a:lnTo>
                  <a:lnTo>
                    <a:pt x="2114" y="671"/>
                  </a:lnTo>
                  <a:lnTo>
                    <a:pt x="2121" y="667"/>
                  </a:lnTo>
                  <a:lnTo>
                    <a:pt x="2126" y="669"/>
                  </a:lnTo>
                  <a:lnTo>
                    <a:pt x="2130" y="671"/>
                  </a:lnTo>
                  <a:lnTo>
                    <a:pt x="2134" y="671"/>
                  </a:lnTo>
                  <a:lnTo>
                    <a:pt x="2134" y="671"/>
                  </a:lnTo>
                  <a:lnTo>
                    <a:pt x="2143" y="661"/>
                  </a:lnTo>
                  <a:lnTo>
                    <a:pt x="2143" y="661"/>
                  </a:lnTo>
                  <a:lnTo>
                    <a:pt x="2137" y="652"/>
                  </a:lnTo>
                  <a:lnTo>
                    <a:pt x="2134" y="645"/>
                  </a:lnTo>
                  <a:lnTo>
                    <a:pt x="2134" y="640"/>
                  </a:lnTo>
                  <a:lnTo>
                    <a:pt x="2134" y="634"/>
                  </a:lnTo>
                  <a:lnTo>
                    <a:pt x="2137" y="629"/>
                  </a:lnTo>
                  <a:lnTo>
                    <a:pt x="2143" y="625"/>
                  </a:lnTo>
                  <a:lnTo>
                    <a:pt x="2150" y="623"/>
                  </a:lnTo>
                  <a:lnTo>
                    <a:pt x="2159" y="621"/>
                  </a:lnTo>
                  <a:lnTo>
                    <a:pt x="2159" y="621"/>
                  </a:lnTo>
                  <a:lnTo>
                    <a:pt x="2159" y="612"/>
                  </a:lnTo>
                  <a:lnTo>
                    <a:pt x="2159" y="612"/>
                  </a:lnTo>
                  <a:lnTo>
                    <a:pt x="2157" y="612"/>
                  </a:lnTo>
                  <a:lnTo>
                    <a:pt x="2156" y="612"/>
                  </a:lnTo>
                  <a:lnTo>
                    <a:pt x="2150" y="614"/>
                  </a:lnTo>
                  <a:lnTo>
                    <a:pt x="2150" y="614"/>
                  </a:lnTo>
                  <a:lnTo>
                    <a:pt x="2147" y="607"/>
                  </a:lnTo>
                  <a:lnTo>
                    <a:pt x="2145" y="601"/>
                  </a:lnTo>
                  <a:lnTo>
                    <a:pt x="2145" y="598"/>
                  </a:lnTo>
                  <a:lnTo>
                    <a:pt x="2148" y="598"/>
                  </a:lnTo>
                  <a:lnTo>
                    <a:pt x="2150" y="590"/>
                  </a:lnTo>
                  <a:lnTo>
                    <a:pt x="2156" y="590"/>
                  </a:lnTo>
                  <a:lnTo>
                    <a:pt x="2156" y="590"/>
                  </a:lnTo>
                  <a:lnTo>
                    <a:pt x="2156" y="587"/>
                  </a:lnTo>
                  <a:lnTo>
                    <a:pt x="2154" y="585"/>
                  </a:lnTo>
                  <a:lnTo>
                    <a:pt x="2156" y="583"/>
                  </a:lnTo>
                  <a:lnTo>
                    <a:pt x="2156" y="583"/>
                  </a:lnTo>
                  <a:lnTo>
                    <a:pt x="2157" y="583"/>
                  </a:lnTo>
                  <a:lnTo>
                    <a:pt x="2157" y="581"/>
                  </a:lnTo>
                  <a:lnTo>
                    <a:pt x="2157" y="578"/>
                  </a:lnTo>
                  <a:lnTo>
                    <a:pt x="2157" y="578"/>
                  </a:lnTo>
                  <a:lnTo>
                    <a:pt x="2150" y="578"/>
                  </a:lnTo>
                  <a:lnTo>
                    <a:pt x="2150" y="578"/>
                  </a:lnTo>
                  <a:lnTo>
                    <a:pt x="2141" y="576"/>
                  </a:lnTo>
                  <a:lnTo>
                    <a:pt x="2141" y="576"/>
                  </a:lnTo>
                  <a:lnTo>
                    <a:pt x="2139" y="567"/>
                  </a:lnTo>
                  <a:lnTo>
                    <a:pt x="2141" y="558"/>
                  </a:lnTo>
                  <a:lnTo>
                    <a:pt x="2141" y="558"/>
                  </a:lnTo>
                  <a:lnTo>
                    <a:pt x="2157" y="543"/>
                  </a:lnTo>
                  <a:lnTo>
                    <a:pt x="2157" y="543"/>
                  </a:lnTo>
                  <a:lnTo>
                    <a:pt x="2157" y="541"/>
                  </a:lnTo>
                  <a:lnTo>
                    <a:pt x="2157" y="539"/>
                  </a:lnTo>
                  <a:lnTo>
                    <a:pt x="2157" y="536"/>
                  </a:lnTo>
                  <a:lnTo>
                    <a:pt x="2163" y="536"/>
                  </a:lnTo>
                  <a:lnTo>
                    <a:pt x="2163" y="536"/>
                  </a:lnTo>
                  <a:lnTo>
                    <a:pt x="2163" y="534"/>
                  </a:lnTo>
                  <a:lnTo>
                    <a:pt x="2161" y="532"/>
                  </a:lnTo>
                  <a:lnTo>
                    <a:pt x="2159" y="530"/>
                  </a:lnTo>
                  <a:lnTo>
                    <a:pt x="2159" y="528"/>
                  </a:lnTo>
                  <a:lnTo>
                    <a:pt x="2159" y="528"/>
                  </a:lnTo>
                  <a:lnTo>
                    <a:pt x="2161" y="527"/>
                  </a:lnTo>
                  <a:lnTo>
                    <a:pt x="2165" y="521"/>
                  </a:lnTo>
                  <a:lnTo>
                    <a:pt x="2188" y="525"/>
                  </a:lnTo>
                  <a:lnTo>
                    <a:pt x="2188" y="525"/>
                  </a:lnTo>
                  <a:lnTo>
                    <a:pt x="2190" y="521"/>
                  </a:lnTo>
                  <a:lnTo>
                    <a:pt x="2188" y="518"/>
                  </a:lnTo>
                  <a:lnTo>
                    <a:pt x="2188" y="518"/>
                  </a:lnTo>
                  <a:lnTo>
                    <a:pt x="2207" y="507"/>
                  </a:lnTo>
                  <a:lnTo>
                    <a:pt x="2207" y="507"/>
                  </a:lnTo>
                  <a:lnTo>
                    <a:pt x="2203" y="519"/>
                  </a:lnTo>
                  <a:lnTo>
                    <a:pt x="2205" y="525"/>
                  </a:lnTo>
                  <a:lnTo>
                    <a:pt x="2207" y="527"/>
                  </a:lnTo>
                  <a:lnTo>
                    <a:pt x="2208" y="527"/>
                  </a:lnTo>
                  <a:lnTo>
                    <a:pt x="2208" y="527"/>
                  </a:lnTo>
                  <a:lnTo>
                    <a:pt x="2210" y="525"/>
                  </a:lnTo>
                  <a:lnTo>
                    <a:pt x="2212" y="523"/>
                  </a:lnTo>
                  <a:lnTo>
                    <a:pt x="2214" y="525"/>
                  </a:lnTo>
                  <a:lnTo>
                    <a:pt x="2214" y="525"/>
                  </a:lnTo>
                  <a:lnTo>
                    <a:pt x="2218" y="516"/>
                  </a:lnTo>
                  <a:lnTo>
                    <a:pt x="2221" y="510"/>
                  </a:lnTo>
                  <a:lnTo>
                    <a:pt x="2223" y="507"/>
                  </a:lnTo>
                  <a:lnTo>
                    <a:pt x="2223" y="507"/>
                  </a:lnTo>
                  <a:lnTo>
                    <a:pt x="2229" y="503"/>
                  </a:lnTo>
                  <a:lnTo>
                    <a:pt x="2232" y="501"/>
                  </a:lnTo>
                  <a:lnTo>
                    <a:pt x="2241" y="501"/>
                  </a:lnTo>
                  <a:lnTo>
                    <a:pt x="2249" y="505"/>
                  </a:lnTo>
                  <a:lnTo>
                    <a:pt x="2258" y="508"/>
                  </a:lnTo>
                  <a:lnTo>
                    <a:pt x="2258" y="508"/>
                  </a:lnTo>
                  <a:lnTo>
                    <a:pt x="2258" y="518"/>
                  </a:lnTo>
                  <a:lnTo>
                    <a:pt x="2258" y="518"/>
                  </a:lnTo>
                  <a:lnTo>
                    <a:pt x="2265" y="521"/>
                  </a:lnTo>
                  <a:lnTo>
                    <a:pt x="2272" y="525"/>
                  </a:lnTo>
                  <a:lnTo>
                    <a:pt x="2272" y="525"/>
                  </a:lnTo>
                  <a:lnTo>
                    <a:pt x="2278" y="512"/>
                  </a:lnTo>
                  <a:lnTo>
                    <a:pt x="2285" y="503"/>
                  </a:lnTo>
                  <a:lnTo>
                    <a:pt x="2294" y="496"/>
                  </a:lnTo>
                  <a:lnTo>
                    <a:pt x="2307" y="490"/>
                  </a:lnTo>
                  <a:lnTo>
                    <a:pt x="2307" y="490"/>
                  </a:lnTo>
                  <a:lnTo>
                    <a:pt x="2307" y="487"/>
                  </a:lnTo>
                  <a:lnTo>
                    <a:pt x="2307" y="485"/>
                  </a:lnTo>
                  <a:lnTo>
                    <a:pt x="2305" y="485"/>
                  </a:lnTo>
                  <a:lnTo>
                    <a:pt x="2305" y="483"/>
                  </a:lnTo>
                  <a:lnTo>
                    <a:pt x="2305" y="483"/>
                  </a:lnTo>
                  <a:lnTo>
                    <a:pt x="2309" y="483"/>
                  </a:lnTo>
                  <a:lnTo>
                    <a:pt x="2311" y="483"/>
                  </a:lnTo>
                  <a:lnTo>
                    <a:pt x="2314" y="485"/>
                  </a:lnTo>
                  <a:lnTo>
                    <a:pt x="2316" y="485"/>
                  </a:lnTo>
                  <a:lnTo>
                    <a:pt x="2316" y="485"/>
                  </a:lnTo>
                  <a:lnTo>
                    <a:pt x="2318" y="483"/>
                  </a:lnTo>
                  <a:lnTo>
                    <a:pt x="2318" y="479"/>
                  </a:lnTo>
                  <a:lnTo>
                    <a:pt x="2318" y="476"/>
                  </a:lnTo>
                  <a:lnTo>
                    <a:pt x="2316" y="476"/>
                  </a:lnTo>
                  <a:lnTo>
                    <a:pt x="2316" y="476"/>
                  </a:lnTo>
                  <a:lnTo>
                    <a:pt x="2320" y="476"/>
                  </a:lnTo>
                  <a:lnTo>
                    <a:pt x="2321" y="476"/>
                  </a:lnTo>
                  <a:lnTo>
                    <a:pt x="2323" y="477"/>
                  </a:lnTo>
                  <a:lnTo>
                    <a:pt x="2327" y="477"/>
                  </a:lnTo>
                  <a:lnTo>
                    <a:pt x="2327" y="477"/>
                  </a:lnTo>
                  <a:lnTo>
                    <a:pt x="2331" y="470"/>
                  </a:lnTo>
                  <a:lnTo>
                    <a:pt x="2331" y="470"/>
                  </a:lnTo>
                  <a:lnTo>
                    <a:pt x="2334" y="468"/>
                  </a:lnTo>
                  <a:lnTo>
                    <a:pt x="2338" y="468"/>
                  </a:lnTo>
                  <a:lnTo>
                    <a:pt x="2345" y="468"/>
                  </a:lnTo>
                  <a:lnTo>
                    <a:pt x="2345" y="468"/>
                  </a:lnTo>
                  <a:lnTo>
                    <a:pt x="2356" y="461"/>
                  </a:lnTo>
                  <a:lnTo>
                    <a:pt x="2362" y="457"/>
                  </a:lnTo>
                  <a:lnTo>
                    <a:pt x="2367" y="456"/>
                  </a:lnTo>
                  <a:lnTo>
                    <a:pt x="2367" y="456"/>
                  </a:lnTo>
                  <a:lnTo>
                    <a:pt x="2378" y="456"/>
                  </a:lnTo>
                  <a:lnTo>
                    <a:pt x="2389" y="457"/>
                  </a:lnTo>
                  <a:lnTo>
                    <a:pt x="2398" y="459"/>
                  </a:lnTo>
                  <a:lnTo>
                    <a:pt x="2405" y="461"/>
                  </a:lnTo>
                  <a:lnTo>
                    <a:pt x="2405" y="461"/>
                  </a:lnTo>
                  <a:lnTo>
                    <a:pt x="2413" y="454"/>
                  </a:lnTo>
                  <a:lnTo>
                    <a:pt x="2413" y="454"/>
                  </a:lnTo>
                  <a:lnTo>
                    <a:pt x="2411" y="448"/>
                  </a:lnTo>
                  <a:lnTo>
                    <a:pt x="2411" y="445"/>
                  </a:lnTo>
                  <a:lnTo>
                    <a:pt x="2413" y="443"/>
                  </a:lnTo>
                  <a:lnTo>
                    <a:pt x="2413" y="443"/>
                  </a:lnTo>
                  <a:lnTo>
                    <a:pt x="2411" y="443"/>
                  </a:lnTo>
                  <a:lnTo>
                    <a:pt x="2409" y="441"/>
                  </a:lnTo>
                  <a:lnTo>
                    <a:pt x="2405" y="441"/>
                  </a:lnTo>
                  <a:lnTo>
                    <a:pt x="2405" y="441"/>
                  </a:lnTo>
                  <a:lnTo>
                    <a:pt x="2394" y="414"/>
                  </a:lnTo>
                  <a:lnTo>
                    <a:pt x="2394" y="414"/>
                  </a:lnTo>
                  <a:lnTo>
                    <a:pt x="2393" y="414"/>
                  </a:lnTo>
                  <a:lnTo>
                    <a:pt x="2393" y="412"/>
                  </a:lnTo>
                  <a:lnTo>
                    <a:pt x="2393" y="408"/>
                  </a:lnTo>
                  <a:lnTo>
                    <a:pt x="2393" y="408"/>
                  </a:lnTo>
                  <a:lnTo>
                    <a:pt x="2385" y="412"/>
                  </a:lnTo>
                  <a:lnTo>
                    <a:pt x="2385" y="412"/>
                  </a:lnTo>
                  <a:lnTo>
                    <a:pt x="2385" y="412"/>
                  </a:lnTo>
                  <a:lnTo>
                    <a:pt x="2383" y="414"/>
                  </a:lnTo>
                  <a:lnTo>
                    <a:pt x="2380" y="414"/>
                  </a:lnTo>
                  <a:lnTo>
                    <a:pt x="2380" y="408"/>
                  </a:lnTo>
                  <a:lnTo>
                    <a:pt x="2382" y="406"/>
                  </a:lnTo>
                  <a:lnTo>
                    <a:pt x="2385" y="401"/>
                  </a:lnTo>
                  <a:lnTo>
                    <a:pt x="2385" y="401"/>
                  </a:lnTo>
                  <a:lnTo>
                    <a:pt x="2374" y="401"/>
                  </a:lnTo>
                  <a:lnTo>
                    <a:pt x="2363" y="401"/>
                  </a:lnTo>
                  <a:lnTo>
                    <a:pt x="2363" y="397"/>
                  </a:lnTo>
                  <a:lnTo>
                    <a:pt x="2363" y="397"/>
                  </a:lnTo>
                  <a:lnTo>
                    <a:pt x="2382" y="394"/>
                  </a:lnTo>
                  <a:lnTo>
                    <a:pt x="2387" y="399"/>
                  </a:lnTo>
                  <a:lnTo>
                    <a:pt x="2387" y="399"/>
                  </a:lnTo>
                  <a:lnTo>
                    <a:pt x="2403" y="401"/>
                  </a:lnTo>
                  <a:lnTo>
                    <a:pt x="2416" y="401"/>
                  </a:lnTo>
                  <a:lnTo>
                    <a:pt x="2427" y="394"/>
                  </a:lnTo>
                  <a:lnTo>
                    <a:pt x="2427" y="394"/>
                  </a:lnTo>
                  <a:lnTo>
                    <a:pt x="2429" y="390"/>
                  </a:lnTo>
                  <a:lnTo>
                    <a:pt x="2431" y="385"/>
                  </a:lnTo>
                  <a:lnTo>
                    <a:pt x="2431" y="375"/>
                  </a:lnTo>
                  <a:lnTo>
                    <a:pt x="2431" y="375"/>
                  </a:lnTo>
                  <a:lnTo>
                    <a:pt x="2424" y="372"/>
                  </a:lnTo>
                  <a:lnTo>
                    <a:pt x="2424" y="372"/>
                  </a:lnTo>
                  <a:lnTo>
                    <a:pt x="2424" y="370"/>
                  </a:lnTo>
                  <a:lnTo>
                    <a:pt x="2424" y="366"/>
                  </a:lnTo>
                  <a:lnTo>
                    <a:pt x="2425" y="365"/>
                  </a:lnTo>
                  <a:lnTo>
                    <a:pt x="2427" y="365"/>
                  </a:lnTo>
                  <a:lnTo>
                    <a:pt x="2427" y="365"/>
                  </a:lnTo>
                  <a:lnTo>
                    <a:pt x="2427" y="355"/>
                  </a:lnTo>
                  <a:lnTo>
                    <a:pt x="2427" y="355"/>
                  </a:lnTo>
                  <a:lnTo>
                    <a:pt x="2436" y="354"/>
                  </a:lnTo>
                  <a:lnTo>
                    <a:pt x="2434" y="361"/>
                  </a:lnTo>
                  <a:lnTo>
                    <a:pt x="2434" y="361"/>
                  </a:lnTo>
                  <a:lnTo>
                    <a:pt x="2434" y="359"/>
                  </a:lnTo>
                  <a:lnTo>
                    <a:pt x="2436" y="361"/>
                  </a:lnTo>
                  <a:lnTo>
                    <a:pt x="2438" y="363"/>
                  </a:lnTo>
                  <a:lnTo>
                    <a:pt x="2438" y="363"/>
                  </a:lnTo>
                  <a:lnTo>
                    <a:pt x="2434" y="365"/>
                  </a:lnTo>
                  <a:lnTo>
                    <a:pt x="2433" y="368"/>
                  </a:lnTo>
                  <a:lnTo>
                    <a:pt x="2434" y="372"/>
                  </a:lnTo>
                  <a:lnTo>
                    <a:pt x="2436" y="375"/>
                  </a:lnTo>
                  <a:lnTo>
                    <a:pt x="2444" y="381"/>
                  </a:lnTo>
                  <a:lnTo>
                    <a:pt x="2449" y="385"/>
                  </a:lnTo>
                  <a:lnTo>
                    <a:pt x="2449" y="385"/>
                  </a:lnTo>
                  <a:lnTo>
                    <a:pt x="2451" y="383"/>
                  </a:lnTo>
                  <a:lnTo>
                    <a:pt x="2451" y="381"/>
                  </a:lnTo>
                  <a:lnTo>
                    <a:pt x="2449" y="379"/>
                  </a:lnTo>
                  <a:lnTo>
                    <a:pt x="2449" y="379"/>
                  </a:lnTo>
                  <a:lnTo>
                    <a:pt x="2458" y="375"/>
                  </a:lnTo>
                  <a:lnTo>
                    <a:pt x="2467" y="374"/>
                  </a:lnTo>
                  <a:lnTo>
                    <a:pt x="2469" y="374"/>
                  </a:lnTo>
                  <a:lnTo>
                    <a:pt x="2473" y="375"/>
                  </a:lnTo>
                  <a:lnTo>
                    <a:pt x="2480" y="383"/>
                  </a:lnTo>
                  <a:lnTo>
                    <a:pt x="2480" y="383"/>
                  </a:lnTo>
                  <a:lnTo>
                    <a:pt x="2484" y="385"/>
                  </a:lnTo>
                  <a:lnTo>
                    <a:pt x="2487" y="386"/>
                  </a:lnTo>
                  <a:lnTo>
                    <a:pt x="2487" y="386"/>
                  </a:lnTo>
                  <a:lnTo>
                    <a:pt x="2487" y="390"/>
                  </a:lnTo>
                  <a:lnTo>
                    <a:pt x="2487" y="394"/>
                  </a:lnTo>
                  <a:lnTo>
                    <a:pt x="2485" y="397"/>
                  </a:lnTo>
                  <a:lnTo>
                    <a:pt x="2485" y="397"/>
                  </a:lnTo>
                  <a:lnTo>
                    <a:pt x="2491" y="399"/>
                  </a:lnTo>
                  <a:lnTo>
                    <a:pt x="2500" y="403"/>
                  </a:lnTo>
                  <a:lnTo>
                    <a:pt x="2520" y="408"/>
                  </a:lnTo>
                  <a:lnTo>
                    <a:pt x="2520" y="414"/>
                  </a:lnTo>
                  <a:lnTo>
                    <a:pt x="2520" y="414"/>
                  </a:lnTo>
                  <a:lnTo>
                    <a:pt x="2526" y="412"/>
                  </a:lnTo>
                  <a:lnTo>
                    <a:pt x="2531" y="408"/>
                  </a:lnTo>
                  <a:lnTo>
                    <a:pt x="2531" y="414"/>
                  </a:lnTo>
                  <a:lnTo>
                    <a:pt x="2531" y="414"/>
                  </a:lnTo>
                  <a:lnTo>
                    <a:pt x="2542" y="414"/>
                  </a:lnTo>
                  <a:lnTo>
                    <a:pt x="2546" y="414"/>
                  </a:lnTo>
                  <a:lnTo>
                    <a:pt x="2546" y="410"/>
                  </a:lnTo>
                  <a:lnTo>
                    <a:pt x="2538" y="401"/>
                  </a:lnTo>
                  <a:lnTo>
                    <a:pt x="2538" y="397"/>
                  </a:lnTo>
                  <a:lnTo>
                    <a:pt x="2538" y="397"/>
                  </a:lnTo>
                  <a:lnTo>
                    <a:pt x="2549" y="397"/>
                  </a:lnTo>
                  <a:lnTo>
                    <a:pt x="2549" y="397"/>
                  </a:lnTo>
                  <a:lnTo>
                    <a:pt x="2549" y="392"/>
                  </a:lnTo>
                  <a:lnTo>
                    <a:pt x="2549" y="386"/>
                  </a:lnTo>
                  <a:lnTo>
                    <a:pt x="2549" y="386"/>
                  </a:lnTo>
                  <a:lnTo>
                    <a:pt x="2544" y="388"/>
                  </a:lnTo>
                  <a:lnTo>
                    <a:pt x="2542" y="390"/>
                  </a:lnTo>
                  <a:lnTo>
                    <a:pt x="2542" y="390"/>
                  </a:lnTo>
                  <a:lnTo>
                    <a:pt x="2542" y="383"/>
                  </a:lnTo>
                  <a:lnTo>
                    <a:pt x="2538" y="379"/>
                  </a:lnTo>
                  <a:lnTo>
                    <a:pt x="2538" y="379"/>
                  </a:lnTo>
                  <a:lnTo>
                    <a:pt x="2549" y="379"/>
                  </a:lnTo>
                  <a:lnTo>
                    <a:pt x="2549" y="383"/>
                  </a:lnTo>
                  <a:lnTo>
                    <a:pt x="2551" y="383"/>
                  </a:lnTo>
                  <a:lnTo>
                    <a:pt x="2551" y="383"/>
                  </a:lnTo>
                  <a:lnTo>
                    <a:pt x="2555" y="383"/>
                  </a:lnTo>
                  <a:lnTo>
                    <a:pt x="2566" y="385"/>
                  </a:lnTo>
                  <a:lnTo>
                    <a:pt x="2566" y="385"/>
                  </a:lnTo>
                  <a:lnTo>
                    <a:pt x="2566" y="386"/>
                  </a:lnTo>
                  <a:lnTo>
                    <a:pt x="2566" y="386"/>
                  </a:lnTo>
                  <a:lnTo>
                    <a:pt x="2567" y="386"/>
                  </a:lnTo>
                  <a:lnTo>
                    <a:pt x="2567" y="386"/>
                  </a:lnTo>
                  <a:lnTo>
                    <a:pt x="2567" y="383"/>
                  </a:lnTo>
                  <a:lnTo>
                    <a:pt x="2566" y="377"/>
                  </a:lnTo>
                  <a:lnTo>
                    <a:pt x="2571" y="377"/>
                  </a:lnTo>
                  <a:lnTo>
                    <a:pt x="2571" y="377"/>
                  </a:lnTo>
                  <a:lnTo>
                    <a:pt x="2573" y="368"/>
                  </a:lnTo>
                  <a:lnTo>
                    <a:pt x="2578" y="368"/>
                  </a:lnTo>
                  <a:lnTo>
                    <a:pt x="2578" y="368"/>
                  </a:lnTo>
                  <a:lnTo>
                    <a:pt x="2567" y="363"/>
                  </a:lnTo>
                  <a:lnTo>
                    <a:pt x="2558" y="357"/>
                  </a:lnTo>
                  <a:lnTo>
                    <a:pt x="2558" y="357"/>
                  </a:lnTo>
                  <a:close/>
                  <a:moveTo>
                    <a:pt x="1941" y="211"/>
                  </a:moveTo>
                  <a:lnTo>
                    <a:pt x="1941" y="211"/>
                  </a:lnTo>
                  <a:lnTo>
                    <a:pt x="1939" y="215"/>
                  </a:lnTo>
                  <a:lnTo>
                    <a:pt x="1937" y="219"/>
                  </a:lnTo>
                  <a:lnTo>
                    <a:pt x="1937" y="219"/>
                  </a:lnTo>
                  <a:lnTo>
                    <a:pt x="1935" y="219"/>
                  </a:lnTo>
                  <a:lnTo>
                    <a:pt x="1935" y="215"/>
                  </a:lnTo>
                  <a:lnTo>
                    <a:pt x="1941" y="211"/>
                  </a:lnTo>
                  <a:lnTo>
                    <a:pt x="1941" y="211"/>
                  </a:lnTo>
                  <a:close/>
                  <a:moveTo>
                    <a:pt x="811" y="226"/>
                  </a:moveTo>
                  <a:lnTo>
                    <a:pt x="811" y="226"/>
                  </a:lnTo>
                  <a:lnTo>
                    <a:pt x="809" y="222"/>
                  </a:lnTo>
                  <a:lnTo>
                    <a:pt x="811" y="221"/>
                  </a:lnTo>
                  <a:lnTo>
                    <a:pt x="813" y="221"/>
                  </a:lnTo>
                  <a:lnTo>
                    <a:pt x="813" y="221"/>
                  </a:lnTo>
                  <a:lnTo>
                    <a:pt x="815" y="222"/>
                  </a:lnTo>
                  <a:lnTo>
                    <a:pt x="815" y="222"/>
                  </a:lnTo>
                  <a:lnTo>
                    <a:pt x="813" y="224"/>
                  </a:lnTo>
                  <a:lnTo>
                    <a:pt x="811" y="226"/>
                  </a:lnTo>
                  <a:lnTo>
                    <a:pt x="811" y="226"/>
                  </a:lnTo>
                  <a:close/>
                  <a:moveTo>
                    <a:pt x="89" y="507"/>
                  </a:moveTo>
                  <a:lnTo>
                    <a:pt x="89" y="507"/>
                  </a:lnTo>
                  <a:lnTo>
                    <a:pt x="89" y="514"/>
                  </a:lnTo>
                  <a:lnTo>
                    <a:pt x="89" y="514"/>
                  </a:lnTo>
                  <a:lnTo>
                    <a:pt x="77" y="518"/>
                  </a:lnTo>
                  <a:lnTo>
                    <a:pt x="67" y="519"/>
                  </a:lnTo>
                  <a:lnTo>
                    <a:pt x="67" y="519"/>
                  </a:lnTo>
                  <a:lnTo>
                    <a:pt x="67" y="512"/>
                  </a:lnTo>
                  <a:lnTo>
                    <a:pt x="67" y="512"/>
                  </a:lnTo>
                  <a:lnTo>
                    <a:pt x="62" y="507"/>
                  </a:lnTo>
                  <a:lnTo>
                    <a:pt x="56" y="501"/>
                  </a:lnTo>
                  <a:lnTo>
                    <a:pt x="56" y="501"/>
                  </a:lnTo>
                  <a:lnTo>
                    <a:pt x="56" y="497"/>
                  </a:lnTo>
                  <a:lnTo>
                    <a:pt x="56" y="494"/>
                  </a:lnTo>
                  <a:lnTo>
                    <a:pt x="56" y="494"/>
                  </a:lnTo>
                  <a:lnTo>
                    <a:pt x="53" y="488"/>
                  </a:lnTo>
                  <a:lnTo>
                    <a:pt x="47" y="483"/>
                  </a:lnTo>
                  <a:lnTo>
                    <a:pt x="47" y="483"/>
                  </a:lnTo>
                  <a:lnTo>
                    <a:pt x="55" y="477"/>
                  </a:lnTo>
                  <a:lnTo>
                    <a:pt x="62" y="472"/>
                  </a:lnTo>
                  <a:lnTo>
                    <a:pt x="62" y="472"/>
                  </a:lnTo>
                  <a:lnTo>
                    <a:pt x="71" y="481"/>
                  </a:lnTo>
                  <a:lnTo>
                    <a:pt x="75" y="485"/>
                  </a:lnTo>
                  <a:lnTo>
                    <a:pt x="78" y="487"/>
                  </a:lnTo>
                  <a:lnTo>
                    <a:pt x="78" y="487"/>
                  </a:lnTo>
                  <a:lnTo>
                    <a:pt x="82" y="487"/>
                  </a:lnTo>
                  <a:lnTo>
                    <a:pt x="86" y="487"/>
                  </a:lnTo>
                  <a:lnTo>
                    <a:pt x="86" y="487"/>
                  </a:lnTo>
                  <a:lnTo>
                    <a:pt x="89" y="492"/>
                  </a:lnTo>
                  <a:lnTo>
                    <a:pt x="91" y="497"/>
                  </a:lnTo>
                  <a:lnTo>
                    <a:pt x="91" y="497"/>
                  </a:lnTo>
                  <a:lnTo>
                    <a:pt x="93" y="497"/>
                  </a:lnTo>
                  <a:lnTo>
                    <a:pt x="93" y="497"/>
                  </a:lnTo>
                  <a:lnTo>
                    <a:pt x="93" y="501"/>
                  </a:lnTo>
                  <a:lnTo>
                    <a:pt x="93" y="508"/>
                  </a:lnTo>
                  <a:lnTo>
                    <a:pt x="93" y="508"/>
                  </a:lnTo>
                  <a:lnTo>
                    <a:pt x="91" y="510"/>
                  </a:lnTo>
                  <a:lnTo>
                    <a:pt x="91" y="508"/>
                  </a:lnTo>
                  <a:lnTo>
                    <a:pt x="91" y="507"/>
                  </a:lnTo>
                  <a:lnTo>
                    <a:pt x="89" y="507"/>
                  </a:lnTo>
                  <a:lnTo>
                    <a:pt x="89" y="507"/>
                  </a:lnTo>
                  <a:close/>
                  <a:moveTo>
                    <a:pt x="115" y="421"/>
                  </a:moveTo>
                  <a:lnTo>
                    <a:pt x="115" y="421"/>
                  </a:lnTo>
                  <a:lnTo>
                    <a:pt x="124" y="423"/>
                  </a:lnTo>
                  <a:lnTo>
                    <a:pt x="126" y="426"/>
                  </a:lnTo>
                  <a:lnTo>
                    <a:pt x="126" y="428"/>
                  </a:lnTo>
                  <a:lnTo>
                    <a:pt x="128" y="432"/>
                  </a:lnTo>
                  <a:lnTo>
                    <a:pt x="128" y="432"/>
                  </a:lnTo>
                  <a:lnTo>
                    <a:pt x="131" y="436"/>
                  </a:lnTo>
                  <a:lnTo>
                    <a:pt x="129" y="436"/>
                  </a:lnTo>
                  <a:lnTo>
                    <a:pt x="118" y="436"/>
                  </a:lnTo>
                  <a:lnTo>
                    <a:pt x="118" y="436"/>
                  </a:lnTo>
                  <a:lnTo>
                    <a:pt x="117" y="426"/>
                  </a:lnTo>
                  <a:lnTo>
                    <a:pt x="115" y="421"/>
                  </a:lnTo>
                  <a:lnTo>
                    <a:pt x="115" y="421"/>
                  </a:lnTo>
                  <a:close/>
                  <a:moveTo>
                    <a:pt x="149" y="492"/>
                  </a:moveTo>
                  <a:lnTo>
                    <a:pt x="149" y="492"/>
                  </a:lnTo>
                  <a:lnTo>
                    <a:pt x="146" y="496"/>
                  </a:lnTo>
                  <a:lnTo>
                    <a:pt x="142" y="499"/>
                  </a:lnTo>
                  <a:lnTo>
                    <a:pt x="142" y="499"/>
                  </a:lnTo>
                  <a:lnTo>
                    <a:pt x="133" y="487"/>
                  </a:lnTo>
                  <a:lnTo>
                    <a:pt x="128" y="483"/>
                  </a:lnTo>
                  <a:lnTo>
                    <a:pt x="120" y="477"/>
                  </a:lnTo>
                  <a:lnTo>
                    <a:pt x="120" y="472"/>
                  </a:lnTo>
                  <a:lnTo>
                    <a:pt x="120" y="472"/>
                  </a:lnTo>
                  <a:lnTo>
                    <a:pt x="128" y="476"/>
                  </a:lnTo>
                  <a:lnTo>
                    <a:pt x="128" y="476"/>
                  </a:lnTo>
                  <a:lnTo>
                    <a:pt x="128" y="474"/>
                  </a:lnTo>
                  <a:lnTo>
                    <a:pt x="126" y="472"/>
                  </a:lnTo>
                  <a:lnTo>
                    <a:pt x="126" y="468"/>
                  </a:lnTo>
                  <a:lnTo>
                    <a:pt x="128" y="468"/>
                  </a:lnTo>
                  <a:lnTo>
                    <a:pt x="128" y="468"/>
                  </a:lnTo>
                  <a:lnTo>
                    <a:pt x="129" y="468"/>
                  </a:lnTo>
                  <a:lnTo>
                    <a:pt x="133" y="470"/>
                  </a:lnTo>
                  <a:lnTo>
                    <a:pt x="133" y="470"/>
                  </a:lnTo>
                  <a:lnTo>
                    <a:pt x="135" y="463"/>
                  </a:lnTo>
                  <a:lnTo>
                    <a:pt x="133" y="457"/>
                  </a:lnTo>
                  <a:lnTo>
                    <a:pt x="133" y="457"/>
                  </a:lnTo>
                  <a:lnTo>
                    <a:pt x="131" y="457"/>
                  </a:lnTo>
                  <a:lnTo>
                    <a:pt x="131" y="457"/>
                  </a:lnTo>
                  <a:lnTo>
                    <a:pt x="131" y="459"/>
                  </a:lnTo>
                  <a:lnTo>
                    <a:pt x="129" y="461"/>
                  </a:lnTo>
                  <a:lnTo>
                    <a:pt x="126" y="461"/>
                  </a:lnTo>
                  <a:lnTo>
                    <a:pt x="126" y="461"/>
                  </a:lnTo>
                  <a:lnTo>
                    <a:pt x="122" y="456"/>
                  </a:lnTo>
                  <a:lnTo>
                    <a:pt x="122" y="452"/>
                  </a:lnTo>
                  <a:lnTo>
                    <a:pt x="124" y="450"/>
                  </a:lnTo>
                  <a:lnTo>
                    <a:pt x="126" y="450"/>
                  </a:lnTo>
                  <a:lnTo>
                    <a:pt x="126" y="450"/>
                  </a:lnTo>
                  <a:lnTo>
                    <a:pt x="140" y="456"/>
                  </a:lnTo>
                  <a:lnTo>
                    <a:pt x="140" y="456"/>
                  </a:lnTo>
                  <a:lnTo>
                    <a:pt x="140" y="465"/>
                  </a:lnTo>
                  <a:lnTo>
                    <a:pt x="140" y="470"/>
                  </a:lnTo>
                  <a:lnTo>
                    <a:pt x="142" y="476"/>
                  </a:lnTo>
                  <a:lnTo>
                    <a:pt x="142" y="476"/>
                  </a:lnTo>
                  <a:lnTo>
                    <a:pt x="144" y="477"/>
                  </a:lnTo>
                  <a:lnTo>
                    <a:pt x="148" y="481"/>
                  </a:lnTo>
                  <a:lnTo>
                    <a:pt x="149" y="487"/>
                  </a:lnTo>
                  <a:lnTo>
                    <a:pt x="149" y="492"/>
                  </a:lnTo>
                  <a:lnTo>
                    <a:pt x="149" y="492"/>
                  </a:lnTo>
                  <a:close/>
                  <a:moveTo>
                    <a:pt x="186" y="390"/>
                  </a:moveTo>
                  <a:lnTo>
                    <a:pt x="186" y="390"/>
                  </a:lnTo>
                  <a:lnTo>
                    <a:pt x="188" y="392"/>
                  </a:lnTo>
                  <a:lnTo>
                    <a:pt x="186" y="392"/>
                  </a:lnTo>
                  <a:lnTo>
                    <a:pt x="184" y="394"/>
                  </a:lnTo>
                  <a:lnTo>
                    <a:pt x="184" y="394"/>
                  </a:lnTo>
                  <a:lnTo>
                    <a:pt x="184" y="390"/>
                  </a:lnTo>
                  <a:lnTo>
                    <a:pt x="184" y="388"/>
                  </a:lnTo>
                  <a:lnTo>
                    <a:pt x="186" y="390"/>
                  </a:lnTo>
                  <a:lnTo>
                    <a:pt x="186" y="390"/>
                  </a:lnTo>
                  <a:close/>
                  <a:moveTo>
                    <a:pt x="169" y="539"/>
                  </a:moveTo>
                  <a:lnTo>
                    <a:pt x="169" y="539"/>
                  </a:lnTo>
                  <a:lnTo>
                    <a:pt x="171" y="543"/>
                  </a:lnTo>
                  <a:lnTo>
                    <a:pt x="171" y="547"/>
                  </a:lnTo>
                  <a:lnTo>
                    <a:pt x="169" y="547"/>
                  </a:lnTo>
                  <a:lnTo>
                    <a:pt x="169" y="547"/>
                  </a:lnTo>
                  <a:lnTo>
                    <a:pt x="168" y="541"/>
                  </a:lnTo>
                  <a:lnTo>
                    <a:pt x="168" y="539"/>
                  </a:lnTo>
                  <a:lnTo>
                    <a:pt x="169" y="539"/>
                  </a:lnTo>
                  <a:lnTo>
                    <a:pt x="169" y="539"/>
                  </a:lnTo>
                  <a:close/>
                  <a:moveTo>
                    <a:pt x="160" y="508"/>
                  </a:moveTo>
                  <a:lnTo>
                    <a:pt x="160" y="508"/>
                  </a:lnTo>
                  <a:lnTo>
                    <a:pt x="168" y="510"/>
                  </a:lnTo>
                  <a:lnTo>
                    <a:pt x="168" y="512"/>
                  </a:lnTo>
                  <a:lnTo>
                    <a:pt x="169" y="514"/>
                  </a:lnTo>
                  <a:lnTo>
                    <a:pt x="166" y="516"/>
                  </a:lnTo>
                  <a:lnTo>
                    <a:pt x="160" y="514"/>
                  </a:lnTo>
                  <a:lnTo>
                    <a:pt x="160" y="514"/>
                  </a:lnTo>
                  <a:lnTo>
                    <a:pt x="157" y="512"/>
                  </a:lnTo>
                  <a:lnTo>
                    <a:pt x="157" y="510"/>
                  </a:lnTo>
                  <a:lnTo>
                    <a:pt x="160" y="508"/>
                  </a:lnTo>
                  <a:lnTo>
                    <a:pt x="160" y="508"/>
                  </a:lnTo>
                  <a:close/>
                  <a:moveTo>
                    <a:pt x="186" y="565"/>
                  </a:moveTo>
                  <a:lnTo>
                    <a:pt x="186" y="565"/>
                  </a:lnTo>
                  <a:lnTo>
                    <a:pt x="184" y="567"/>
                  </a:lnTo>
                  <a:lnTo>
                    <a:pt x="180" y="569"/>
                  </a:lnTo>
                  <a:lnTo>
                    <a:pt x="177" y="569"/>
                  </a:lnTo>
                  <a:lnTo>
                    <a:pt x="175" y="570"/>
                  </a:lnTo>
                  <a:lnTo>
                    <a:pt x="175" y="570"/>
                  </a:lnTo>
                  <a:lnTo>
                    <a:pt x="166" y="563"/>
                  </a:lnTo>
                  <a:lnTo>
                    <a:pt x="160" y="554"/>
                  </a:lnTo>
                  <a:lnTo>
                    <a:pt x="160" y="554"/>
                  </a:lnTo>
                  <a:lnTo>
                    <a:pt x="166" y="554"/>
                  </a:lnTo>
                  <a:lnTo>
                    <a:pt x="175" y="556"/>
                  </a:lnTo>
                  <a:lnTo>
                    <a:pt x="175" y="556"/>
                  </a:lnTo>
                  <a:lnTo>
                    <a:pt x="175" y="550"/>
                  </a:lnTo>
                  <a:lnTo>
                    <a:pt x="175" y="549"/>
                  </a:lnTo>
                  <a:lnTo>
                    <a:pt x="177" y="549"/>
                  </a:lnTo>
                  <a:lnTo>
                    <a:pt x="177" y="549"/>
                  </a:lnTo>
                  <a:lnTo>
                    <a:pt x="184" y="556"/>
                  </a:lnTo>
                  <a:lnTo>
                    <a:pt x="184" y="556"/>
                  </a:lnTo>
                  <a:lnTo>
                    <a:pt x="186" y="556"/>
                  </a:lnTo>
                  <a:lnTo>
                    <a:pt x="188" y="558"/>
                  </a:lnTo>
                  <a:lnTo>
                    <a:pt x="189" y="559"/>
                  </a:lnTo>
                  <a:lnTo>
                    <a:pt x="186" y="565"/>
                  </a:lnTo>
                  <a:lnTo>
                    <a:pt x="186" y="565"/>
                  </a:lnTo>
                  <a:close/>
                  <a:moveTo>
                    <a:pt x="339" y="858"/>
                  </a:moveTo>
                  <a:lnTo>
                    <a:pt x="339" y="858"/>
                  </a:lnTo>
                  <a:lnTo>
                    <a:pt x="339" y="860"/>
                  </a:lnTo>
                  <a:lnTo>
                    <a:pt x="339" y="862"/>
                  </a:lnTo>
                  <a:lnTo>
                    <a:pt x="335" y="864"/>
                  </a:lnTo>
                  <a:lnTo>
                    <a:pt x="335" y="864"/>
                  </a:lnTo>
                  <a:lnTo>
                    <a:pt x="335" y="860"/>
                  </a:lnTo>
                  <a:lnTo>
                    <a:pt x="335" y="858"/>
                  </a:lnTo>
                  <a:lnTo>
                    <a:pt x="339" y="858"/>
                  </a:lnTo>
                  <a:lnTo>
                    <a:pt x="339" y="858"/>
                  </a:lnTo>
                  <a:close/>
                  <a:moveTo>
                    <a:pt x="935" y="148"/>
                  </a:moveTo>
                  <a:lnTo>
                    <a:pt x="935" y="148"/>
                  </a:lnTo>
                  <a:lnTo>
                    <a:pt x="933" y="148"/>
                  </a:lnTo>
                  <a:lnTo>
                    <a:pt x="931" y="148"/>
                  </a:lnTo>
                  <a:lnTo>
                    <a:pt x="929" y="144"/>
                  </a:lnTo>
                  <a:lnTo>
                    <a:pt x="929" y="144"/>
                  </a:lnTo>
                  <a:lnTo>
                    <a:pt x="940" y="135"/>
                  </a:lnTo>
                  <a:lnTo>
                    <a:pt x="940" y="135"/>
                  </a:lnTo>
                  <a:lnTo>
                    <a:pt x="937" y="142"/>
                  </a:lnTo>
                  <a:lnTo>
                    <a:pt x="935" y="148"/>
                  </a:lnTo>
                  <a:lnTo>
                    <a:pt x="935" y="148"/>
                  </a:lnTo>
                  <a:close/>
                  <a:moveTo>
                    <a:pt x="1179" y="68"/>
                  </a:moveTo>
                  <a:lnTo>
                    <a:pt x="1179" y="68"/>
                  </a:lnTo>
                  <a:lnTo>
                    <a:pt x="1183" y="68"/>
                  </a:lnTo>
                  <a:lnTo>
                    <a:pt x="1183" y="69"/>
                  </a:lnTo>
                  <a:lnTo>
                    <a:pt x="1184" y="71"/>
                  </a:lnTo>
                  <a:lnTo>
                    <a:pt x="1184" y="71"/>
                  </a:lnTo>
                  <a:lnTo>
                    <a:pt x="1188" y="73"/>
                  </a:lnTo>
                  <a:lnTo>
                    <a:pt x="1194" y="73"/>
                  </a:lnTo>
                  <a:lnTo>
                    <a:pt x="1203" y="71"/>
                  </a:lnTo>
                  <a:lnTo>
                    <a:pt x="1215" y="64"/>
                  </a:lnTo>
                  <a:lnTo>
                    <a:pt x="1215" y="64"/>
                  </a:lnTo>
                  <a:lnTo>
                    <a:pt x="1214" y="62"/>
                  </a:lnTo>
                  <a:lnTo>
                    <a:pt x="1214" y="60"/>
                  </a:lnTo>
                  <a:lnTo>
                    <a:pt x="1215" y="57"/>
                  </a:lnTo>
                  <a:lnTo>
                    <a:pt x="1215" y="57"/>
                  </a:lnTo>
                  <a:lnTo>
                    <a:pt x="1221" y="60"/>
                  </a:lnTo>
                  <a:lnTo>
                    <a:pt x="1223" y="64"/>
                  </a:lnTo>
                  <a:lnTo>
                    <a:pt x="1221" y="66"/>
                  </a:lnTo>
                  <a:lnTo>
                    <a:pt x="1219" y="68"/>
                  </a:lnTo>
                  <a:lnTo>
                    <a:pt x="1204" y="75"/>
                  </a:lnTo>
                  <a:lnTo>
                    <a:pt x="1204" y="75"/>
                  </a:lnTo>
                  <a:lnTo>
                    <a:pt x="1195" y="80"/>
                  </a:lnTo>
                  <a:lnTo>
                    <a:pt x="1186" y="89"/>
                  </a:lnTo>
                  <a:lnTo>
                    <a:pt x="1186" y="84"/>
                  </a:lnTo>
                  <a:lnTo>
                    <a:pt x="1186" y="84"/>
                  </a:lnTo>
                  <a:lnTo>
                    <a:pt x="1177" y="82"/>
                  </a:lnTo>
                  <a:lnTo>
                    <a:pt x="1177" y="82"/>
                  </a:lnTo>
                  <a:lnTo>
                    <a:pt x="1179" y="75"/>
                  </a:lnTo>
                  <a:lnTo>
                    <a:pt x="1181" y="69"/>
                  </a:lnTo>
                  <a:lnTo>
                    <a:pt x="1179" y="68"/>
                  </a:lnTo>
                  <a:lnTo>
                    <a:pt x="1179" y="68"/>
                  </a:lnTo>
                  <a:close/>
                  <a:moveTo>
                    <a:pt x="1150" y="49"/>
                  </a:moveTo>
                  <a:lnTo>
                    <a:pt x="1150" y="49"/>
                  </a:lnTo>
                  <a:lnTo>
                    <a:pt x="1150" y="55"/>
                  </a:lnTo>
                  <a:lnTo>
                    <a:pt x="1152" y="62"/>
                  </a:lnTo>
                  <a:lnTo>
                    <a:pt x="1152" y="62"/>
                  </a:lnTo>
                  <a:lnTo>
                    <a:pt x="1144" y="62"/>
                  </a:lnTo>
                  <a:lnTo>
                    <a:pt x="1144" y="62"/>
                  </a:lnTo>
                  <a:lnTo>
                    <a:pt x="1148" y="55"/>
                  </a:lnTo>
                  <a:lnTo>
                    <a:pt x="1150" y="49"/>
                  </a:lnTo>
                  <a:lnTo>
                    <a:pt x="1150" y="49"/>
                  </a:lnTo>
                  <a:close/>
                  <a:moveTo>
                    <a:pt x="1308" y="676"/>
                  </a:moveTo>
                  <a:lnTo>
                    <a:pt x="1308" y="676"/>
                  </a:lnTo>
                  <a:lnTo>
                    <a:pt x="1303" y="683"/>
                  </a:lnTo>
                  <a:lnTo>
                    <a:pt x="1303" y="683"/>
                  </a:lnTo>
                  <a:lnTo>
                    <a:pt x="1301" y="683"/>
                  </a:lnTo>
                  <a:lnTo>
                    <a:pt x="1299" y="683"/>
                  </a:lnTo>
                  <a:lnTo>
                    <a:pt x="1297" y="683"/>
                  </a:lnTo>
                  <a:lnTo>
                    <a:pt x="1297" y="683"/>
                  </a:lnTo>
                  <a:lnTo>
                    <a:pt x="1296" y="687"/>
                  </a:lnTo>
                  <a:lnTo>
                    <a:pt x="1292" y="691"/>
                  </a:lnTo>
                  <a:lnTo>
                    <a:pt x="1292" y="691"/>
                  </a:lnTo>
                  <a:lnTo>
                    <a:pt x="1292" y="691"/>
                  </a:lnTo>
                  <a:lnTo>
                    <a:pt x="1296" y="692"/>
                  </a:lnTo>
                  <a:lnTo>
                    <a:pt x="1299" y="694"/>
                  </a:lnTo>
                  <a:lnTo>
                    <a:pt x="1299" y="694"/>
                  </a:lnTo>
                  <a:lnTo>
                    <a:pt x="1286" y="705"/>
                  </a:lnTo>
                  <a:lnTo>
                    <a:pt x="1286" y="707"/>
                  </a:lnTo>
                  <a:lnTo>
                    <a:pt x="1286" y="707"/>
                  </a:lnTo>
                  <a:lnTo>
                    <a:pt x="1283" y="707"/>
                  </a:lnTo>
                  <a:lnTo>
                    <a:pt x="1277" y="707"/>
                  </a:lnTo>
                  <a:lnTo>
                    <a:pt x="1277" y="707"/>
                  </a:lnTo>
                  <a:lnTo>
                    <a:pt x="1276" y="711"/>
                  </a:lnTo>
                  <a:lnTo>
                    <a:pt x="1274" y="714"/>
                  </a:lnTo>
                  <a:lnTo>
                    <a:pt x="1270" y="718"/>
                  </a:lnTo>
                  <a:lnTo>
                    <a:pt x="1270" y="720"/>
                  </a:lnTo>
                  <a:lnTo>
                    <a:pt x="1270" y="720"/>
                  </a:lnTo>
                  <a:lnTo>
                    <a:pt x="1265" y="720"/>
                  </a:lnTo>
                  <a:lnTo>
                    <a:pt x="1261" y="720"/>
                  </a:lnTo>
                  <a:lnTo>
                    <a:pt x="1261" y="720"/>
                  </a:lnTo>
                  <a:lnTo>
                    <a:pt x="1255" y="723"/>
                  </a:lnTo>
                  <a:lnTo>
                    <a:pt x="1254" y="727"/>
                  </a:lnTo>
                  <a:lnTo>
                    <a:pt x="1246" y="738"/>
                  </a:lnTo>
                  <a:lnTo>
                    <a:pt x="1241" y="747"/>
                  </a:lnTo>
                  <a:lnTo>
                    <a:pt x="1235" y="749"/>
                  </a:lnTo>
                  <a:lnTo>
                    <a:pt x="1230" y="751"/>
                  </a:lnTo>
                  <a:lnTo>
                    <a:pt x="1230" y="751"/>
                  </a:lnTo>
                  <a:lnTo>
                    <a:pt x="1224" y="751"/>
                  </a:lnTo>
                  <a:lnTo>
                    <a:pt x="1221" y="749"/>
                  </a:lnTo>
                  <a:lnTo>
                    <a:pt x="1214" y="743"/>
                  </a:lnTo>
                  <a:lnTo>
                    <a:pt x="1214" y="743"/>
                  </a:lnTo>
                  <a:lnTo>
                    <a:pt x="1230" y="736"/>
                  </a:lnTo>
                  <a:lnTo>
                    <a:pt x="1237" y="731"/>
                  </a:lnTo>
                  <a:lnTo>
                    <a:pt x="1243" y="725"/>
                  </a:lnTo>
                  <a:lnTo>
                    <a:pt x="1243" y="725"/>
                  </a:lnTo>
                  <a:lnTo>
                    <a:pt x="1245" y="718"/>
                  </a:lnTo>
                  <a:lnTo>
                    <a:pt x="1248" y="712"/>
                  </a:lnTo>
                  <a:lnTo>
                    <a:pt x="1248" y="712"/>
                  </a:lnTo>
                  <a:lnTo>
                    <a:pt x="1252" y="711"/>
                  </a:lnTo>
                  <a:lnTo>
                    <a:pt x="1257" y="711"/>
                  </a:lnTo>
                  <a:lnTo>
                    <a:pt x="1257" y="711"/>
                  </a:lnTo>
                  <a:lnTo>
                    <a:pt x="1259" y="707"/>
                  </a:lnTo>
                  <a:lnTo>
                    <a:pt x="1261" y="705"/>
                  </a:lnTo>
                  <a:lnTo>
                    <a:pt x="1263" y="700"/>
                  </a:lnTo>
                  <a:lnTo>
                    <a:pt x="1263" y="700"/>
                  </a:lnTo>
                  <a:lnTo>
                    <a:pt x="1266" y="698"/>
                  </a:lnTo>
                  <a:lnTo>
                    <a:pt x="1270" y="698"/>
                  </a:lnTo>
                  <a:lnTo>
                    <a:pt x="1270" y="698"/>
                  </a:lnTo>
                  <a:lnTo>
                    <a:pt x="1274" y="694"/>
                  </a:lnTo>
                  <a:lnTo>
                    <a:pt x="1279" y="687"/>
                  </a:lnTo>
                  <a:lnTo>
                    <a:pt x="1290" y="671"/>
                  </a:lnTo>
                  <a:lnTo>
                    <a:pt x="1299" y="654"/>
                  </a:lnTo>
                  <a:lnTo>
                    <a:pt x="1306" y="640"/>
                  </a:lnTo>
                  <a:lnTo>
                    <a:pt x="1308" y="640"/>
                  </a:lnTo>
                  <a:lnTo>
                    <a:pt x="1312" y="640"/>
                  </a:lnTo>
                  <a:lnTo>
                    <a:pt x="1312" y="640"/>
                  </a:lnTo>
                  <a:lnTo>
                    <a:pt x="1306" y="654"/>
                  </a:lnTo>
                  <a:lnTo>
                    <a:pt x="1306" y="654"/>
                  </a:lnTo>
                  <a:lnTo>
                    <a:pt x="1308" y="656"/>
                  </a:lnTo>
                  <a:lnTo>
                    <a:pt x="1308" y="663"/>
                  </a:lnTo>
                  <a:lnTo>
                    <a:pt x="1308" y="676"/>
                  </a:lnTo>
                  <a:lnTo>
                    <a:pt x="1308" y="676"/>
                  </a:lnTo>
                  <a:close/>
                  <a:moveTo>
                    <a:pt x="1358" y="171"/>
                  </a:moveTo>
                  <a:lnTo>
                    <a:pt x="1358" y="171"/>
                  </a:lnTo>
                  <a:lnTo>
                    <a:pt x="1356" y="171"/>
                  </a:lnTo>
                  <a:lnTo>
                    <a:pt x="1356" y="170"/>
                  </a:lnTo>
                  <a:lnTo>
                    <a:pt x="1361" y="164"/>
                  </a:lnTo>
                  <a:lnTo>
                    <a:pt x="1361" y="164"/>
                  </a:lnTo>
                  <a:lnTo>
                    <a:pt x="1359" y="168"/>
                  </a:lnTo>
                  <a:lnTo>
                    <a:pt x="1358" y="171"/>
                  </a:lnTo>
                  <a:lnTo>
                    <a:pt x="1358" y="171"/>
                  </a:lnTo>
                  <a:close/>
                  <a:moveTo>
                    <a:pt x="1363" y="164"/>
                  </a:moveTo>
                  <a:lnTo>
                    <a:pt x="1363" y="164"/>
                  </a:lnTo>
                  <a:lnTo>
                    <a:pt x="1361" y="164"/>
                  </a:lnTo>
                  <a:lnTo>
                    <a:pt x="1359" y="164"/>
                  </a:lnTo>
                  <a:lnTo>
                    <a:pt x="1359" y="159"/>
                  </a:lnTo>
                  <a:lnTo>
                    <a:pt x="1359" y="153"/>
                  </a:lnTo>
                  <a:lnTo>
                    <a:pt x="1363" y="151"/>
                  </a:lnTo>
                  <a:lnTo>
                    <a:pt x="1365" y="150"/>
                  </a:lnTo>
                  <a:lnTo>
                    <a:pt x="1365" y="150"/>
                  </a:lnTo>
                  <a:lnTo>
                    <a:pt x="1367" y="150"/>
                  </a:lnTo>
                  <a:lnTo>
                    <a:pt x="1367" y="151"/>
                  </a:lnTo>
                  <a:lnTo>
                    <a:pt x="1367" y="157"/>
                  </a:lnTo>
                  <a:lnTo>
                    <a:pt x="1365" y="162"/>
                  </a:lnTo>
                  <a:lnTo>
                    <a:pt x="1363" y="164"/>
                  </a:lnTo>
                  <a:lnTo>
                    <a:pt x="1363" y="164"/>
                  </a:lnTo>
                  <a:close/>
                  <a:moveTo>
                    <a:pt x="1580" y="191"/>
                  </a:moveTo>
                  <a:lnTo>
                    <a:pt x="1580" y="191"/>
                  </a:lnTo>
                  <a:lnTo>
                    <a:pt x="1580" y="188"/>
                  </a:lnTo>
                  <a:lnTo>
                    <a:pt x="1580" y="186"/>
                  </a:lnTo>
                  <a:lnTo>
                    <a:pt x="1583" y="186"/>
                  </a:lnTo>
                  <a:lnTo>
                    <a:pt x="1583" y="186"/>
                  </a:lnTo>
                  <a:lnTo>
                    <a:pt x="1583" y="188"/>
                  </a:lnTo>
                  <a:lnTo>
                    <a:pt x="1583" y="190"/>
                  </a:lnTo>
                  <a:lnTo>
                    <a:pt x="1580" y="191"/>
                  </a:lnTo>
                  <a:lnTo>
                    <a:pt x="1580" y="191"/>
                  </a:lnTo>
                  <a:close/>
                  <a:moveTo>
                    <a:pt x="1795" y="175"/>
                  </a:moveTo>
                  <a:lnTo>
                    <a:pt x="1795" y="175"/>
                  </a:lnTo>
                  <a:lnTo>
                    <a:pt x="1798" y="175"/>
                  </a:lnTo>
                  <a:lnTo>
                    <a:pt x="1798" y="177"/>
                  </a:lnTo>
                  <a:lnTo>
                    <a:pt x="1800" y="179"/>
                  </a:lnTo>
                  <a:lnTo>
                    <a:pt x="1800" y="179"/>
                  </a:lnTo>
                  <a:lnTo>
                    <a:pt x="1795" y="177"/>
                  </a:lnTo>
                  <a:lnTo>
                    <a:pt x="1793" y="175"/>
                  </a:lnTo>
                  <a:lnTo>
                    <a:pt x="1795" y="175"/>
                  </a:lnTo>
                  <a:lnTo>
                    <a:pt x="1795" y="17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98" name="Freeform 80">
              <a:extLst>
                <a:ext uri="{FF2B5EF4-FFF2-40B4-BE49-F238E27FC236}">
                  <a16:creationId xmlns:a16="http://schemas.microsoft.com/office/drawing/2014/main" id="{3500609C-0BA1-431E-87D2-3064EB90DDC0}"/>
                </a:ext>
              </a:extLst>
            </p:cNvPr>
            <p:cNvSpPr>
              <a:spLocks/>
            </p:cNvSpPr>
            <p:nvPr/>
          </p:nvSpPr>
          <p:spPr bwMode="auto">
            <a:xfrm>
              <a:off x="7219651" y="1536688"/>
              <a:ext cx="19280" cy="20762"/>
            </a:xfrm>
            <a:custGeom>
              <a:avLst/>
              <a:gdLst>
                <a:gd name="T0" fmla="*/ 4 w 13"/>
                <a:gd name="T1" fmla="*/ 14 h 14"/>
                <a:gd name="T2" fmla="*/ 4 w 13"/>
                <a:gd name="T3" fmla="*/ 14 h 14"/>
                <a:gd name="T4" fmla="*/ 9 w 13"/>
                <a:gd name="T5" fmla="*/ 14 h 14"/>
                <a:gd name="T6" fmla="*/ 13 w 13"/>
                <a:gd name="T7" fmla="*/ 14 h 14"/>
                <a:gd name="T8" fmla="*/ 13 w 13"/>
                <a:gd name="T9" fmla="*/ 14 h 14"/>
                <a:gd name="T10" fmla="*/ 13 w 13"/>
                <a:gd name="T11" fmla="*/ 13 h 14"/>
                <a:gd name="T12" fmla="*/ 13 w 13"/>
                <a:gd name="T13" fmla="*/ 9 h 14"/>
                <a:gd name="T14" fmla="*/ 11 w 13"/>
                <a:gd name="T15" fmla="*/ 5 h 14"/>
                <a:gd name="T16" fmla="*/ 13 w 13"/>
                <a:gd name="T17" fmla="*/ 2 h 14"/>
                <a:gd name="T18" fmla="*/ 13 w 13"/>
                <a:gd name="T19" fmla="*/ 2 h 14"/>
                <a:gd name="T20" fmla="*/ 9 w 13"/>
                <a:gd name="T21" fmla="*/ 2 h 14"/>
                <a:gd name="T22" fmla="*/ 4 w 13"/>
                <a:gd name="T23" fmla="*/ 0 h 14"/>
                <a:gd name="T24" fmla="*/ 4 w 13"/>
                <a:gd name="T25" fmla="*/ 0 h 14"/>
                <a:gd name="T26" fmla="*/ 0 w 13"/>
                <a:gd name="T27" fmla="*/ 11 h 14"/>
                <a:gd name="T28" fmla="*/ 0 w 13"/>
                <a:gd name="T29" fmla="*/ 13 h 14"/>
                <a:gd name="T30" fmla="*/ 4 w 13"/>
                <a:gd name="T31" fmla="*/ 14 h 14"/>
                <a:gd name="T32" fmla="*/ 4 w 13"/>
                <a:gd name="T33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" h="14">
                  <a:moveTo>
                    <a:pt x="4" y="14"/>
                  </a:moveTo>
                  <a:lnTo>
                    <a:pt x="4" y="14"/>
                  </a:lnTo>
                  <a:lnTo>
                    <a:pt x="9" y="14"/>
                  </a:lnTo>
                  <a:lnTo>
                    <a:pt x="13" y="14"/>
                  </a:lnTo>
                  <a:lnTo>
                    <a:pt x="13" y="14"/>
                  </a:lnTo>
                  <a:lnTo>
                    <a:pt x="13" y="13"/>
                  </a:lnTo>
                  <a:lnTo>
                    <a:pt x="13" y="9"/>
                  </a:lnTo>
                  <a:lnTo>
                    <a:pt x="11" y="5"/>
                  </a:lnTo>
                  <a:lnTo>
                    <a:pt x="13" y="2"/>
                  </a:lnTo>
                  <a:lnTo>
                    <a:pt x="13" y="2"/>
                  </a:lnTo>
                  <a:lnTo>
                    <a:pt x="9" y="2"/>
                  </a:lnTo>
                  <a:lnTo>
                    <a:pt x="4" y="0"/>
                  </a:lnTo>
                  <a:lnTo>
                    <a:pt x="4" y="0"/>
                  </a:lnTo>
                  <a:lnTo>
                    <a:pt x="0" y="11"/>
                  </a:lnTo>
                  <a:lnTo>
                    <a:pt x="0" y="13"/>
                  </a:lnTo>
                  <a:lnTo>
                    <a:pt x="4" y="14"/>
                  </a:lnTo>
                  <a:lnTo>
                    <a:pt x="4" y="1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99" name="Freeform 81">
              <a:extLst>
                <a:ext uri="{FF2B5EF4-FFF2-40B4-BE49-F238E27FC236}">
                  <a16:creationId xmlns:a16="http://schemas.microsoft.com/office/drawing/2014/main" id="{30CA0D3A-0B9B-4521-AE25-6B6AF10A91ED}"/>
                </a:ext>
              </a:extLst>
            </p:cNvPr>
            <p:cNvSpPr>
              <a:spLocks/>
            </p:cNvSpPr>
            <p:nvPr/>
          </p:nvSpPr>
          <p:spPr bwMode="auto">
            <a:xfrm>
              <a:off x="7700145" y="1179283"/>
              <a:ext cx="28178" cy="16314"/>
            </a:xfrm>
            <a:custGeom>
              <a:avLst/>
              <a:gdLst>
                <a:gd name="T0" fmla="*/ 4 w 19"/>
                <a:gd name="T1" fmla="*/ 11 h 11"/>
                <a:gd name="T2" fmla="*/ 4 w 19"/>
                <a:gd name="T3" fmla="*/ 11 h 11"/>
                <a:gd name="T4" fmla="*/ 13 w 19"/>
                <a:gd name="T5" fmla="*/ 8 h 11"/>
                <a:gd name="T6" fmla="*/ 19 w 19"/>
                <a:gd name="T7" fmla="*/ 6 h 11"/>
                <a:gd name="T8" fmla="*/ 17 w 19"/>
                <a:gd name="T9" fmla="*/ 4 h 11"/>
                <a:gd name="T10" fmla="*/ 8 w 19"/>
                <a:gd name="T11" fmla="*/ 0 h 11"/>
                <a:gd name="T12" fmla="*/ 8 w 19"/>
                <a:gd name="T13" fmla="*/ 0 h 11"/>
                <a:gd name="T14" fmla="*/ 0 w 19"/>
                <a:gd name="T15" fmla="*/ 4 h 11"/>
                <a:gd name="T16" fmla="*/ 0 w 19"/>
                <a:gd name="T17" fmla="*/ 4 h 11"/>
                <a:gd name="T18" fmla="*/ 4 w 19"/>
                <a:gd name="T19" fmla="*/ 11 h 11"/>
                <a:gd name="T20" fmla="*/ 4 w 19"/>
                <a:gd name="T21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" h="11">
                  <a:moveTo>
                    <a:pt x="4" y="11"/>
                  </a:moveTo>
                  <a:lnTo>
                    <a:pt x="4" y="11"/>
                  </a:lnTo>
                  <a:lnTo>
                    <a:pt x="13" y="8"/>
                  </a:lnTo>
                  <a:lnTo>
                    <a:pt x="19" y="6"/>
                  </a:lnTo>
                  <a:lnTo>
                    <a:pt x="17" y="4"/>
                  </a:lnTo>
                  <a:lnTo>
                    <a:pt x="8" y="0"/>
                  </a:lnTo>
                  <a:lnTo>
                    <a:pt x="8" y="0"/>
                  </a:lnTo>
                  <a:lnTo>
                    <a:pt x="0" y="4"/>
                  </a:lnTo>
                  <a:lnTo>
                    <a:pt x="0" y="4"/>
                  </a:lnTo>
                  <a:lnTo>
                    <a:pt x="4" y="11"/>
                  </a:lnTo>
                  <a:lnTo>
                    <a:pt x="4" y="1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00" name="Freeform 82">
              <a:extLst>
                <a:ext uri="{FF2B5EF4-FFF2-40B4-BE49-F238E27FC236}">
                  <a16:creationId xmlns:a16="http://schemas.microsoft.com/office/drawing/2014/main" id="{215A4415-B95F-48B6-B2A6-37FB49AF465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9857" y="1553001"/>
              <a:ext cx="20762" cy="23728"/>
            </a:xfrm>
            <a:custGeom>
              <a:avLst/>
              <a:gdLst>
                <a:gd name="T0" fmla="*/ 13 w 14"/>
                <a:gd name="T1" fmla="*/ 16 h 16"/>
                <a:gd name="T2" fmla="*/ 14 w 14"/>
                <a:gd name="T3" fmla="*/ 5 h 16"/>
                <a:gd name="T4" fmla="*/ 7 w 14"/>
                <a:gd name="T5" fmla="*/ 0 h 16"/>
                <a:gd name="T6" fmla="*/ 7 w 14"/>
                <a:gd name="T7" fmla="*/ 0 h 16"/>
                <a:gd name="T8" fmla="*/ 0 w 14"/>
                <a:gd name="T9" fmla="*/ 7 h 16"/>
                <a:gd name="T10" fmla="*/ 0 w 14"/>
                <a:gd name="T11" fmla="*/ 7 h 16"/>
                <a:gd name="T12" fmla="*/ 3 w 14"/>
                <a:gd name="T13" fmla="*/ 13 h 16"/>
                <a:gd name="T14" fmla="*/ 5 w 14"/>
                <a:gd name="T15" fmla="*/ 16 h 16"/>
                <a:gd name="T16" fmla="*/ 5 w 14"/>
                <a:gd name="T17" fmla="*/ 16 h 16"/>
                <a:gd name="T18" fmla="*/ 9 w 14"/>
                <a:gd name="T19" fmla="*/ 14 h 16"/>
                <a:gd name="T20" fmla="*/ 13 w 14"/>
                <a:gd name="T21" fmla="*/ 16 h 16"/>
                <a:gd name="T22" fmla="*/ 13 w 14"/>
                <a:gd name="T23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4" h="16">
                  <a:moveTo>
                    <a:pt x="13" y="16"/>
                  </a:moveTo>
                  <a:lnTo>
                    <a:pt x="14" y="5"/>
                  </a:lnTo>
                  <a:lnTo>
                    <a:pt x="7" y="0"/>
                  </a:lnTo>
                  <a:lnTo>
                    <a:pt x="7" y="0"/>
                  </a:lnTo>
                  <a:lnTo>
                    <a:pt x="0" y="7"/>
                  </a:lnTo>
                  <a:lnTo>
                    <a:pt x="0" y="7"/>
                  </a:lnTo>
                  <a:lnTo>
                    <a:pt x="3" y="13"/>
                  </a:lnTo>
                  <a:lnTo>
                    <a:pt x="5" y="16"/>
                  </a:lnTo>
                  <a:lnTo>
                    <a:pt x="5" y="16"/>
                  </a:lnTo>
                  <a:lnTo>
                    <a:pt x="9" y="14"/>
                  </a:lnTo>
                  <a:lnTo>
                    <a:pt x="13" y="16"/>
                  </a:lnTo>
                  <a:lnTo>
                    <a:pt x="13" y="1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01" name="Freeform 83">
              <a:extLst>
                <a:ext uri="{FF2B5EF4-FFF2-40B4-BE49-F238E27FC236}">
                  <a16:creationId xmlns:a16="http://schemas.microsoft.com/office/drawing/2014/main" id="{AD72AFC0-A9AD-49D6-8F92-5FD4B0C38E1C}"/>
                </a:ext>
              </a:extLst>
            </p:cNvPr>
            <p:cNvSpPr>
              <a:spLocks/>
            </p:cNvSpPr>
            <p:nvPr/>
          </p:nvSpPr>
          <p:spPr bwMode="auto">
            <a:xfrm>
              <a:off x="7712009" y="1179283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02" name="Freeform 84">
              <a:extLst>
                <a:ext uri="{FF2B5EF4-FFF2-40B4-BE49-F238E27FC236}">
                  <a16:creationId xmlns:a16="http://schemas.microsoft.com/office/drawing/2014/main" id="{3D29E57A-EB1E-4BE7-9C31-7BB7C5EF8310}"/>
                </a:ext>
              </a:extLst>
            </p:cNvPr>
            <p:cNvSpPr>
              <a:spLocks/>
            </p:cNvSpPr>
            <p:nvPr/>
          </p:nvSpPr>
          <p:spPr bwMode="auto">
            <a:xfrm>
              <a:off x="7384265" y="1582661"/>
              <a:ext cx="35592" cy="20762"/>
            </a:xfrm>
            <a:custGeom>
              <a:avLst/>
              <a:gdLst>
                <a:gd name="T0" fmla="*/ 24 w 24"/>
                <a:gd name="T1" fmla="*/ 11 h 14"/>
                <a:gd name="T2" fmla="*/ 24 w 24"/>
                <a:gd name="T3" fmla="*/ 11 h 14"/>
                <a:gd name="T4" fmla="*/ 24 w 24"/>
                <a:gd name="T5" fmla="*/ 3 h 14"/>
                <a:gd name="T6" fmla="*/ 24 w 24"/>
                <a:gd name="T7" fmla="*/ 3 h 14"/>
                <a:gd name="T8" fmla="*/ 18 w 24"/>
                <a:gd name="T9" fmla="*/ 2 h 14"/>
                <a:gd name="T10" fmla="*/ 13 w 24"/>
                <a:gd name="T11" fmla="*/ 0 h 14"/>
                <a:gd name="T12" fmla="*/ 13 w 24"/>
                <a:gd name="T13" fmla="*/ 0 h 14"/>
                <a:gd name="T14" fmla="*/ 7 w 24"/>
                <a:gd name="T15" fmla="*/ 7 h 14"/>
                <a:gd name="T16" fmla="*/ 6 w 24"/>
                <a:gd name="T17" fmla="*/ 11 h 14"/>
                <a:gd name="T18" fmla="*/ 2 w 24"/>
                <a:gd name="T19" fmla="*/ 13 h 14"/>
                <a:gd name="T20" fmla="*/ 2 w 24"/>
                <a:gd name="T21" fmla="*/ 13 h 14"/>
                <a:gd name="T22" fmla="*/ 0 w 24"/>
                <a:gd name="T23" fmla="*/ 13 h 14"/>
                <a:gd name="T24" fmla="*/ 2 w 24"/>
                <a:gd name="T25" fmla="*/ 14 h 14"/>
                <a:gd name="T26" fmla="*/ 9 w 24"/>
                <a:gd name="T27" fmla="*/ 13 h 14"/>
                <a:gd name="T28" fmla="*/ 24 w 24"/>
                <a:gd name="T29" fmla="*/ 11 h 14"/>
                <a:gd name="T30" fmla="*/ 24 w 24"/>
                <a:gd name="T31" fmla="*/ 11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" h="14">
                  <a:moveTo>
                    <a:pt x="24" y="11"/>
                  </a:moveTo>
                  <a:lnTo>
                    <a:pt x="24" y="11"/>
                  </a:lnTo>
                  <a:lnTo>
                    <a:pt x="24" y="3"/>
                  </a:lnTo>
                  <a:lnTo>
                    <a:pt x="24" y="3"/>
                  </a:lnTo>
                  <a:lnTo>
                    <a:pt x="18" y="2"/>
                  </a:lnTo>
                  <a:lnTo>
                    <a:pt x="13" y="0"/>
                  </a:lnTo>
                  <a:lnTo>
                    <a:pt x="13" y="0"/>
                  </a:lnTo>
                  <a:lnTo>
                    <a:pt x="7" y="7"/>
                  </a:lnTo>
                  <a:lnTo>
                    <a:pt x="6" y="11"/>
                  </a:lnTo>
                  <a:lnTo>
                    <a:pt x="2" y="13"/>
                  </a:lnTo>
                  <a:lnTo>
                    <a:pt x="2" y="13"/>
                  </a:lnTo>
                  <a:lnTo>
                    <a:pt x="0" y="13"/>
                  </a:lnTo>
                  <a:lnTo>
                    <a:pt x="2" y="14"/>
                  </a:lnTo>
                  <a:lnTo>
                    <a:pt x="9" y="13"/>
                  </a:lnTo>
                  <a:lnTo>
                    <a:pt x="24" y="11"/>
                  </a:lnTo>
                  <a:lnTo>
                    <a:pt x="24" y="1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03" name="Freeform 85">
              <a:extLst>
                <a:ext uri="{FF2B5EF4-FFF2-40B4-BE49-F238E27FC236}">
                  <a16:creationId xmlns:a16="http://schemas.microsoft.com/office/drawing/2014/main" id="{12319D23-3065-48B7-B972-D59583E39B46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5016" y="1185215"/>
              <a:ext cx="164614" cy="111226"/>
            </a:xfrm>
            <a:custGeom>
              <a:avLst/>
              <a:gdLst>
                <a:gd name="T0" fmla="*/ 16 w 111"/>
                <a:gd name="T1" fmla="*/ 40 h 75"/>
                <a:gd name="T2" fmla="*/ 27 w 111"/>
                <a:gd name="T3" fmla="*/ 42 h 75"/>
                <a:gd name="T4" fmla="*/ 56 w 111"/>
                <a:gd name="T5" fmla="*/ 38 h 75"/>
                <a:gd name="T6" fmla="*/ 56 w 111"/>
                <a:gd name="T7" fmla="*/ 44 h 75"/>
                <a:gd name="T8" fmla="*/ 42 w 111"/>
                <a:gd name="T9" fmla="*/ 46 h 75"/>
                <a:gd name="T10" fmla="*/ 36 w 111"/>
                <a:gd name="T11" fmla="*/ 47 h 75"/>
                <a:gd name="T12" fmla="*/ 34 w 111"/>
                <a:gd name="T13" fmla="*/ 55 h 75"/>
                <a:gd name="T14" fmla="*/ 18 w 111"/>
                <a:gd name="T15" fmla="*/ 66 h 75"/>
                <a:gd name="T16" fmla="*/ 27 w 111"/>
                <a:gd name="T17" fmla="*/ 67 h 75"/>
                <a:gd name="T18" fmla="*/ 45 w 111"/>
                <a:gd name="T19" fmla="*/ 67 h 75"/>
                <a:gd name="T20" fmla="*/ 65 w 111"/>
                <a:gd name="T21" fmla="*/ 75 h 75"/>
                <a:gd name="T22" fmla="*/ 74 w 111"/>
                <a:gd name="T23" fmla="*/ 75 h 75"/>
                <a:gd name="T24" fmla="*/ 93 w 111"/>
                <a:gd name="T25" fmla="*/ 69 h 75"/>
                <a:gd name="T26" fmla="*/ 96 w 111"/>
                <a:gd name="T27" fmla="*/ 71 h 75"/>
                <a:gd name="T28" fmla="*/ 102 w 111"/>
                <a:gd name="T29" fmla="*/ 69 h 75"/>
                <a:gd name="T30" fmla="*/ 104 w 111"/>
                <a:gd name="T31" fmla="*/ 67 h 75"/>
                <a:gd name="T32" fmla="*/ 104 w 111"/>
                <a:gd name="T33" fmla="*/ 62 h 75"/>
                <a:gd name="T34" fmla="*/ 111 w 111"/>
                <a:gd name="T35" fmla="*/ 58 h 75"/>
                <a:gd name="T36" fmla="*/ 109 w 111"/>
                <a:gd name="T37" fmla="*/ 47 h 75"/>
                <a:gd name="T38" fmla="*/ 105 w 111"/>
                <a:gd name="T39" fmla="*/ 46 h 75"/>
                <a:gd name="T40" fmla="*/ 102 w 111"/>
                <a:gd name="T41" fmla="*/ 44 h 75"/>
                <a:gd name="T42" fmla="*/ 96 w 111"/>
                <a:gd name="T43" fmla="*/ 53 h 75"/>
                <a:gd name="T44" fmla="*/ 93 w 111"/>
                <a:gd name="T45" fmla="*/ 53 h 75"/>
                <a:gd name="T46" fmla="*/ 89 w 111"/>
                <a:gd name="T47" fmla="*/ 53 h 75"/>
                <a:gd name="T48" fmla="*/ 93 w 111"/>
                <a:gd name="T49" fmla="*/ 40 h 75"/>
                <a:gd name="T50" fmla="*/ 85 w 111"/>
                <a:gd name="T51" fmla="*/ 36 h 75"/>
                <a:gd name="T52" fmla="*/ 85 w 111"/>
                <a:gd name="T53" fmla="*/ 40 h 75"/>
                <a:gd name="T54" fmla="*/ 67 w 111"/>
                <a:gd name="T55" fmla="*/ 44 h 75"/>
                <a:gd name="T56" fmla="*/ 80 w 111"/>
                <a:gd name="T57" fmla="*/ 38 h 75"/>
                <a:gd name="T58" fmla="*/ 80 w 111"/>
                <a:gd name="T59" fmla="*/ 26 h 75"/>
                <a:gd name="T60" fmla="*/ 82 w 111"/>
                <a:gd name="T61" fmla="*/ 27 h 75"/>
                <a:gd name="T62" fmla="*/ 82 w 111"/>
                <a:gd name="T63" fmla="*/ 24 h 75"/>
                <a:gd name="T64" fmla="*/ 65 w 111"/>
                <a:gd name="T65" fmla="*/ 11 h 75"/>
                <a:gd name="T66" fmla="*/ 49 w 111"/>
                <a:gd name="T67" fmla="*/ 0 h 75"/>
                <a:gd name="T68" fmla="*/ 40 w 111"/>
                <a:gd name="T69" fmla="*/ 9 h 75"/>
                <a:gd name="T70" fmla="*/ 36 w 111"/>
                <a:gd name="T71" fmla="*/ 11 h 75"/>
                <a:gd name="T72" fmla="*/ 27 w 111"/>
                <a:gd name="T73" fmla="*/ 11 h 75"/>
                <a:gd name="T74" fmla="*/ 23 w 111"/>
                <a:gd name="T75" fmla="*/ 20 h 75"/>
                <a:gd name="T76" fmla="*/ 22 w 111"/>
                <a:gd name="T77" fmla="*/ 29 h 75"/>
                <a:gd name="T78" fmla="*/ 14 w 111"/>
                <a:gd name="T79" fmla="*/ 29 h 75"/>
                <a:gd name="T80" fmla="*/ 7 w 111"/>
                <a:gd name="T81" fmla="*/ 29 h 75"/>
                <a:gd name="T82" fmla="*/ 0 w 111"/>
                <a:gd name="T83" fmla="*/ 36 h 75"/>
                <a:gd name="T84" fmla="*/ 14 w 111"/>
                <a:gd name="T85" fmla="*/ 36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11" h="75">
                  <a:moveTo>
                    <a:pt x="14" y="36"/>
                  </a:moveTo>
                  <a:lnTo>
                    <a:pt x="16" y="40"/>
                  </a:lnTo>
                  <a:lnTo>
                    <a:pt x="16" y="40"/>
                  </a:lnTo>
                  <a:lnTo>
                    <a:pt x="27" y="42"/>
                  </a:lnTo>
                  <a:lnTo>
                    <a:pt x="36" y="42"/>
                  </a:lnTo>
                  <a:lnTo>
                    <a:pt x="56" y="38"/>
                  </a:lnTo>
                  <a:lnTo>
                    <a:pt x="56" y="44"/>
                  </a:lnTo>
                  <a:lnTo>
                    <a:pt x="56" y="44"/>
                  </a:lnTo>
                  <a:lnTo>
                    <a:pt x="45" y="44"/>
                  </a:lnTo>
                  <a:lnTo>
                    <a:pt x="42" y="46"/>
                  </a:lnTo>
                  <a:lnTo>
                    <a:pt x="36" y="47"/>
                  </a:lnTo>
                  <a:lnTo>
                    <a:pt x="36" y="47"/>
                  </a:lnTo>
                  <a:lnTo>
                    <a:pt x="34" y="51"/>
                  </a:lnTo>
                  <a:lnTo>
                    <a:pt x="34" y="55"/>
                  </a:lnTo>
                  <a:lnTo>
                    <a:pt x="18" y="60"/>
                  </a:lnTo>
                  <a:lnTo>
                    <a:pt x="18" y="66"/>
                  </a:lnTo>
                  <a:lnTo>
                    <a:pt x="18" y="66"/>
                  </a:lnTo>
                  <a:lnTo>
                    <a:pt x="27" y="67"/>
                  </a:lnTo>
                  <a:lnTo>
                    <a:pt x="34" y="67"/>
                  </a:lnTo>
                  <a:lnTo>
                    <a:pt x="45" y="67"/>
                  </a:lnTo>
                  <a:lnTo>
                    <a:pt x="49" y="73"/>
                  </a:lnTo>
                  <a:lnTo>
                    <a:pt x="65" y="75"/>
                  </a:lnTo>
                  <a:lnTo>
                    <a:pt x="65" y="75"/>
                  </a:lnTo>
                  <a:lnTo>
                    <a:pt x="74" y="75"/>
                  </a:lnTo>
                  <a:lnTo>
                    <a:pt x="80" y="75"/>
                  </a:lnTo>
                  <a:lnTo>
                    <a:pt x="93" y="69"/>
                  </a:lnTo>
                  <a:lnTo>
                    <a:pt x="93" y="69"/>
                  </a:lnTo>
                  <a:lnTo>
                    <a:pt x="96" y="71"/>
                  </a:lnTo>
                  <a:lnTo>
                    <a:pt x="102" y="69"/>
                  </a:lnTo>
                  <a:lnTo>
                    <a:pt x="102" y="69"/>
                  </a:lnTo>
                  <a:lnTo>
                    <a:pt x="104" y="69"/>
                  </a:lnTo>
                  <a:lnTo>
                    <a:pt x="104" y="67"/>
                  </a:lnTo>
                  <a:lnTo>
                    <a:pt x="104" y="62"/>
                  </a:lnTo>
                  <a:lnTo>
                    <a:pt x="104" y="62"/>
                  </a:lnTo>
                  <a:lnTo>
                    <a:pt x="111" y="58"/>
                  </a:lnTo>
                  <a:lnTo>
                    <a:pt x="111" y="58"/>
                  </a:lnTo>
                  <a:lnTo>
                    <a:pt x="111" y="53"/>
                  </a:lnTo>
                  <a:lnTo>
                    <a:pt x="109" y="47"/>
                  </a:lnTo>
                  <a:lnTo>
                    <a:pt x="109" y="47"/>
                  </a:lnTo>
                  <a:lnTo>
                    <a:pt x="105" y="46"/>
                  </a:lnTo>
                  <a:lnTo>
                    <a:pt x="102" y="44"/>
                  </a:lnTo>
                  <a:lnTo>
                    <a:pt x="102" y="44"/>
                  </a:lnTo>
                  <a:lnTo>
                    <a:pt x="100" y="49"/>
                  </a:lnTo>
                  <a:lnTo>
                    <a:pt x="96" y="53"/>
                  </a:lnTo>
                  <a:lnTo>
                    <a:pt x="96" y="53"/>
                  </a:lnTo>
                  <a:lnTo>
                    <a:pt x="93" y="53"/>
                  </a:lnTo>
                  <a:lnTo>
                    <a:pt x="89" y="53"/>
                  </a:lnTo>
                  <a:lnTo>
                    <a:pt x="89" y="53"/>
                  </a:lnTo>
                  <a:lnTo>
                    <a:pt x="93" y="40"/>
                  </a:lnTo>
                  <a:lnTo>
                    <a:pt x="93" y="40"/>
                  </a:lnTo>
                  <a:lnTo>
                    <a:pt x="89" y="38"/>
                  </a:lnTo>
                  <a:lnTo>
                    <a:pt x="85" y="36"/>
                  </a:lnTo>
                  <a:lnTo>
                    <a:pt x="85" y="40"/>
                  </a:lnTo>
                  <a:lnTo>
                    <a:pt x="85" y="40"/>
                  </a:lnTo>
                  <a:lnTo>
                    <a:pt x="67" y="44"/>
                  </a:lnTo>
                  <a:lnTo>
                    <a:pt x="67" y="44"/>
                  </a:lnTo>
                  <a:lnTo>
                    <a:pt x="80" y="38"/>
                  </a:lnTo>
                  <a:lnTo>
                    <a:pt x="80" y="38"/>
                  </a:lnTo>
                  <a:lnTo>
                    <a:pt x="80" y="33"/>
                  </a:lnTo>
                  <a:lnTo>
                    <a:pt x="80" y="26"/>
                  </a:lnTo>
                  <a:lnTo>
                    <a:pt x="80" y="26"/>
                  </a:lnTo>
                  <a:lnTo>
                    <a:pt x="82" y="27"/>
                  </a:lnTo>
                  <a:lnTo>
                    <a:pt x="82" y="26"/>
                  </a:lnTo>
                  <a:lnTo>
                    <a:pt x="82" y="24"/>
                  </a:lnTo>
                  <a:lnTo>
                    <a:pt x="82" y="24"/>
                  </a:lnTo>
                  <a:lnTo>
                    <a:pt x="65" y="11"/>
                  </a:lnTo>
                  <a:lnTo>
                    <a:pt x="49" y="0"/>
                  </a:lnTo>
                  <a:lnTo>
                    <a:pt x="49" y="0"/>
                  </a:lnTo>
                  <a:lnTo>
                    <a:pt x="43" y="5"/>
                  </a:lnTo>
                  <a:lnTo>
                    <a:pt x="40" y="9"/>
                  </a:lnTo>
                  <a:lnTo>
                    <a:pt x="36" y="11"/>
                  </a:lnTo>
                  <a:lnTo>
                    <a:pt x="36" y="11"/>
                  </a:lnTo>
                  <a:lnTo>
                    <a:pt x="31" y="11"/>
                  </a:lnTo>
                  <a:lnTo>
                    <a:pt x="27" y="11"/>
                  </a:lnTo>
                  <a:lnTo>
                    <a:pt x="27" y="11"/>
                  </a:lnTo>
                  <a:lnTo>
                    <a:pt x="23" y="20"/>
                  </a:lnTo>
                  <a:lnTo>
                    <a:pt x="22" y="29"/>
                  </a:lnTo>
                  <a:lnTo>
                    <a:pt x="22" y="29"/>
                  </a:lnTo>
                  <a:lnTo>
                    <a:pt x="18" y="29"/>
                  </a:lnTo>
                  <a:lnTo>
                    <a:pt x="14" y="29"/>
                  </a:lnTo>
                  <a:lnTo>
                    <a:pt x="7" y="29"/>
                  </a:lnTo>
                  <a:lnTo>
                    <a:pt x="7" y="29"/>
                  </a:lnTo>
                  <a:lnTo>
                    <a:pt x="0" y="36"/>
                  </a:lnTo>
                  <a:lnTo>
                    <a:pt x="0" y="36"/>
                  </a:lnTo>
                  <a:lnTo>
                    <a:pt x="7" y="35"/>
                  </a:lnTo>
                  <a:lnTo>
                    <a:pt x="14" y="36"/>
                  </a:lnTo>
                  <a:lnTo>
                    <a:pt x="14" y="3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04" name="Freeform 86">
              <a:extLst>
                <a:ext uri="{FF2B5EF4-FFF2-40B4-BE49-F238E27FC236}">
                  <a16:creationId xmlns:a16="http://schemas.microsoft.com/office/drawing/2014/main" id="{1C2DE20A-61CE-465B-B365-63564E3C122C}"/>
                </a:ext>
              </a:extLst>
            </p:cNvPr>
            <p:cNvSpPr>
              <a:spLocks/>
            </p:cNvSpPr>
            <p:nvPr/>
          </p:nvSpPr>
          <p:spPr bwMode="auto">
            <a:xfrm>
              <a:off x="7728322" y="1244536"/>
              <a:ext cx="50422" cy="32626"/>
            </a:xfrm>
            <a:custGeom>
              <a:avLst/>
              <a:gdLst>
                <a:gd name="T0" fmla="*/ 32 w 34"/>
                <a:gd name="T1" fmla="*/ 20 h 22"/>
                <a:gd name="T2" fmla="*/ 32 w 34"/>
                <a:gd name="T3" fmla="*/ 20 h 22"/>
                <a:gd name="T4" fmla="*/ 32 w 34"/>
                <a:gd name="T5" fmla="*/ 16 h 22"/>
                <a:gd name="T6" fmla="*/ 34 w 34"/>
                <a:gd name="T7" fmla="*/ 13 h 22"/>
                <a:gd name="T8" fmla="*/ 32 w 34"/>
                <a:gd name="T9" fmla="*/ 11 h 22"/>
                <a:gd name="T10" fmla="*/ 32 w 34"/>
                <a:gd name="T11" fmla="*/ 11 h 22"/>
                <a:gd name="T12" fmla="*/ 25 w 34"/>
                <a:gd name="T13" fmla="*/ 6 h 22"/>
                <a:gd name="T14" fmla="*/ 20 w 34"/>
                <a:gd name="T15" fmla="*/ 4 h 22"/>
                <a:gd name="T16" fmla="*/ 3 w 34"/>
                <a:gd name="T17" fmla="*/ 0 h 22"/>
                <a:gd name="T18" fmla="*/ 3 w 34"/>
                <a:gd name="T19" fmla="*/ 0 h 22"/>
                <a:gd name="T20" fmla="*/ 0 w 34"/>
                <a:gd name="T21" fmla="*/ 13 h 22"/>
                <a:gd name="T22" fmla="*/ 0 w 34"/>
                <a:gd name="T23" fmla="*/ 22 h 22"/>
                <a:gd name="T24" fmla="*/ 0 w 34"/>
                <a:gd name="T25" fmla="*/ 22 h 22"/>
                <a:gd name="T26" fmla="*/ 16 w 34"/>
                <a:gd name="T27" fmla="*/ 22 h 22"/>
                <a:gd name="T28" fmla="*/ 32 w 34"/>
                <a:gd name="T29" fmla="*/ 20 h 22"/>
                <a:gd name="T30" fmla="*/ 32 w 34"/>
                <a:gd name="T31" fmla="*/ 2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22">
                  <a:moveTo>
                    <a:pt x="32" y="20"/>
                  </a:moveTo>
                  <a:lnTo>
                    <a:pt x="32" y="20"/>
                  </a:lnTo>
                  <a:lnTo>
                    <a:pt x="32" y="16"/>
                  </a:lnTo>
                  <a:lnTo>
                    <a:pt x="34" y="13"/>
                  </a:lnTo>
                  <a:lnTo>
                    <a:pt x="32" y="11"/>
                  </a:lnTo>
                  <a:lnTo>
                    <a:pt x="32" y="11"/>
                  </a:lnTo>
                  <a:lnTo>
                    <a:pt x="25" y="6"/>
                  </a:lnTo>
                  <a:lnTo>
                    <a:pt x="20" y="4"/>
                  </a:lnTo>
                  <a:lnTo>
                    <a:pt x="3" y="0"/>
                  </a:lnTo>
                  <a:lnTo>
                    <a:pt x="3" y="0"/>
                  </a:lnTo>
                  <a:lnTo>
                    <a:pt x="0" y="13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16" y="22"/>
                  </a:lnTo>
                  <a:lnTo>
                    <a:pt x="32" y="20"/>
                  </a:lnTo>
                  <a:lnTo>
                    <a:pt x="32" y="2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05" name="Freeform 87">
              <a:extLst>
                <a:ext uri="{FF2B5EF4-FFF2-40B4-BE49-F238E27FC236}">
                  <a16:creationId xmlns:a16="http://schemas.microsoft.com/office/drawing/2014/main" id="{1DFB8D81-5FF3-4AAF-B5C5-74F11B25BB68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6140" y="1179283"/>
              <a:ext cx="57838" cy="38558"/>
            </a:xfrm>
            <a:custGeom>
              <a:avLst/>
              <a:gdLst>
                <a:gd name="T0" fmla="*/ 8 w 39"/>
                <a:gd name="T1" fmla="*/ 26 h 26"/>
                <a:gd name="T2" fmla="*/ 8 w 39"/>
                <a:gd name="T3" fmla="*/ 26 h 26"/>
                <a:gd name="T4" fmla="*/ 11 w 39"/>
                <a:gd name="T5" fmla="*/ 24 h 26"/>
                <a:gd name="T6" fmla="*/ 15 w 39"/>
                <a:gd name="T7" fmla="*/ 26 h 26"/>
                <a:gd name="T8" fmla="*/ 15 w 39"/>
                <a:gd name="T9" fmla="*/ 26 h 26"/>
                <a:gd name="T10" fmla="*/ 17 w 39"/>
                <a:gd name="T11" fmla="*/ 19 h 26"/>
                <a:gd name="T12" fmla="*/ 17 w 39"/>
                <a:gd name="T13" fmla="*/ 19 h 26"/>
                <a:gd name="T14" fmla="*/ 33 w 39"/>
                <a:gd name="T15" fmla="*/ 11 h 26"/>
                <a:gd name="T16" fmla="*/ 37 w 39"/>
                <a:gd name="T17" fmla="*/ 9 h 26"/>
                <a:gd name="T18" fmla="*/ 39 w 39"/>
                <a:gd name="T19" fmla="*/ 8 h 26"/>
                <a:gd name="T20" fmla="*/ 39 w 39"/>
                <a:gd name="T21" fmla="*/ 6 h 26"/>
                <a:gd name="T22" fmla="*/ 35 w 39"/>
                <a:gd name="T23" fmla="*/ 4 h 26"/>
                <a:gd name="T24" fmla="*/ 35 w 39"/>
                <a:gd name="T25" fmla="*/ 4 h 26"/>
                <a:gd name="T26" fmla="*/ 29 w 39"/>
                <a:gd name="T27" fmla="*/ 0 h 26"/>
                <a:gd name="T28" fmla="*/ 20 w 39"/>
                <a:gd name="T29" fmla="*/ 0 h 26"/>
                <a:gd name="T30" fmla="*/ 20 w 39"/>
                <a:gd name="T31" fmla="*/ 0 h 26"/>
                <a:gd name="T32" fmla="*/ 13 w 39"/>
                <a:gd name="T33" fmla="*/ 8 h 26"/>
                <a:gd name="T34" fmla="*/ 13 w 39"/>
                <a:gd name="T35" fmla="*/ 8 h 26"/>
                <a:gd name="T36" fmla="*/ 8 w 39"/>
                <a:gd name="T37" fmla="*/ 8 h 26"/>
                <a:gd name="T38" fmla="*/ 2 w 39"/>
                <a:gd name="T39" fmla="*/ 8 h 26"/>
                <a:gd name="T40" fmla="*/ 2 w 39"/>
                <a:gd name="T41" fmla="*/ 8 h 26"/>
                <a:gd name="T42" fmla="*/ 6 w 39"/>
                <a:gd name="T43" fmla="*/ 13 h 26"/>
                <a:gd name="T44" fmla="*/ 6 w 39"/>
                <a:gd name="T45" fmla="*/ 13 h 26"/>
                <a:gd name="T46" fmla="*/ 4 w 39"/>
                <a:gd name="T47" fmla="*/ 11 h 26"/>
                <a:gd name="T48" fmla="*/ 2 w 39"/>
                <a:gd name="T49" fmla="*/ 13 h 26"/>
                <a:gd name="T50" fmla="*/ 0 w 39"/>
                <a:gd name="T51" fmla="*/ 19 h 26"/>
                <a:gd name="T52" fmla="*/ 6 w 39"/>
                <a:gd name="T53" fmla="*/ 19 h 26"/>
                <a:gd name="T54" fmla="*/ 6 w 39"/>
                <a:gd name="T55" fmla="*/ 19 h 26"/>
                <a:gd name="T56" fmla="*/ 8 w 39"/>
                <a:gd name="T57" fmla="*/ 26 h 26"/>
                <a:gd name="T58" fmla="*/ 8 w 39"/>
                <a:gd name="T59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9" h="26">
                  <a:moveTo>
                    <a:pt x="8" y="26"/>
                  </a:moveTo>
                  <a:lnTo>
                    <a:pt x="8" y="26"/>
                  </a:lnTo>
                  <a:lnTo>
                    <a:pt x="11" y="24"/>
                  </a:lnTo>
                  <a:lnTo>
                    <a:pt x="15" y="26"/>
                  </a:lnTo>
                  <a:lnTo>
                    <a:pt x="15" y="26"/>
                  </a:lnTo>
                  <a:lnTo>
                    <a:pt x="17" y="19"/>
                  </a:lnTo>
                  <a:lnTo>
                    <a:pt x="17" y="19"/>
                  </a:lnTo>
                  <a:lnTo>
                    <a:pt x="33" y="11"/>
                  </a:lnTo>
                  <a:lnTo>
                    <a:pt x="37" y="9"/>
                  </a:lnTo>
                  <a:lnTo>
                    <a:pt x="39" y="8"/>
                  </a:lnTo>
                  <a:lnTo>
                    <a:pt x="39" y="6"/>
                  </a:lnTo>
                  <a:lnTo>
                    <a:pt x="35" y="4"/>
                  </a:lnTo>
                  <a:lnTo>
                    <a:pt x="35" y="4"/>
                  </a:lnTo>
                  <a:lnTo>
                    <a:pt x="29" y="0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13" y="8"/>
                  </a:lnTo>
                  <a:lnTo>
                    <a:pt x="13" y="8"/>
                  </a:lnTo>
                  <a:lnTo>
                    <a:pt x="8" y="8"/>
                  </a:lnTo>
                  <a:lnTo>
                    <a:pt x="2" y="8"/>
                  </a:lnTo>
                  <a:lnTo>
                    <a:pt x="2" y="8"/>
                  </a:lnTo>
                  <a:lnTo>
                    <a:pt x="6" y="13"/>
                  </a:lnTo>
                  <a:lnTo>
                    <a:pt x="6" y="13"/>
                  </a:lnTo>
                  <a:lnTo>
                    <a:pt x="4" y="11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6" y="19"/>
                  </a:lnTo>
                  <a:lnTo>
                    <a:pt x="6" y="19"/>
                  </a:lnTo>
                  <a:lnTo>
                    <a:pt x="8" y="26"/>
                  </a:lnTo>
                  <a:lnTo>
                    <a:pt x="8" y="2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06" name="Freeform 88">
              <a:extLst>
                <a:ext uri="{FF2B5EF4-FFF2-40B4-BE49-F238E27FC236}">
                  <a16:creationId xmlns:a16="http://schemas.microsoft.com/office/drawing/2014/main" id="{FB07993B-9EE7-45E4-B1B7-3A3B93F9B936}"/>
                </a:ext>
              </a:extLst>
            </p:cNvPr>
            <p:cNvSpPr>
              <a:spLocks/>
            </p:cNvSpPr>
            <p:nvPr/>
          </p:nvSpPr>
          <p:spPr bwMode="auto">
            <a:xfrm>
              <a:off x="7906283" y="1260849"/>
              <a:ext cx="115674" cy="75634"/>
            </a:xfrm>
            <a:custGeom>
              <a:avLst/>
              <a:gdLst>
                <a:gd name="T0" fmla="*/ 0 w 78"/>
                <a:gd name="T1" fmla="*/ 51 h 51"/>
                <a:gd name="T2" fmla="*/ 0 w 78"/>
                <a:gd name="T3" fmla="*/ 51 h 51"/>
                <a:gd name="T4" fmla="*/ 5 w 78"/>
                <a:gd name="T5" fmla="*/ 51 h 51"/>
                <a:gd name="T6" fmla="*/ 11 w 78"/>
                <a:gd name="T7" fmla="*/ 51 h 51"/>
                <a:gd name="T8" fmla="*/ 14 w 78"/>
                <a:gd name="T9" fmla="*/ 51 h 51"/>
                <a:gd name="T10" fmla="*/ 20 w 78"/>
                <a:gd name="T11" fmla="*/ 49 h 51"/>
                <a:gd name="T12" fmla="*/ 20 w 78"/>
                <a:gd name="T13" fmla="*/ 49 h 51"/>
                <a:gd name="T14" fmla="*/ 23 w 78"/>
                <a:gd name="T15" fmla="*/ 44 h 51"/>
                <a:gd name="T16" fmla="*/ 27 w 78"/>
                <a:gd name="T17" fmla="*/ 38 h 51"/>
                <a:gd name="T18" fmla="*/ 27 w 78"/>
                <a:gd name="T19" fmla="*/ 38 h 51"/>
                <a:gd name="T20" fmla="*/ 40 w 78"/>
                <a:gd name="T21" fmla="*/ 44 h 51"/>
                <a:gd name="T22" fmla="*/ 40 w 78"/>
                <a:gd name="T23" fmla="*/ 44 h 51"/>
                <a:gd name="T24" fmla="*/ 47 w 78"/>
                <a:gd name="T25" fmla="*/ 44 h 51"/>
                <a:gd name="T26" fmla="*/ 54 w 78"/>
                <a:gd name="T27" fmla="*/ 42 h 51"/>
                <a:gd name="T28" fmla="*/ 65 w 78"/>
                <a:gd name="T29" fmla="*/ 36 h 51"/>
                <a:gd name="T30" fmla="*/ 65 w 78"/>
                <a:gd name="T31" fmla="*/ 36 h 51"/>
                <a:gd name="T32" fmla="*/ 71 w 78"/>
                <a:gd name="T33" fmla="*/ 36 h 51"/>
                <a:gd name="T34" fmla="*/ 76 w 78"/>
                <a:gd name="T35" fmla="*/ 36 h 51"/>
                <a:gd name="T36" fmla="*/ 76 w 78"/>
                <a:gd name="T37" fmla="*/ 36 h 51"/>
                <a:gd name="T38" fmla="*/ 78 w 78"/>
                <a:gd name="T39" fmla="*/ 31 h 51"/>
                <a:gd name="T40" fmla="*/ 78 w 78"/>
                <a:gd name="T41" fmla="*/ 26 h 51"/>
                <a:gd name="T42" fmla="*/ 78 w 78"/>
                <a:gd name="T43" fmla="*/ 26 h 51"/>
                <a:gd name="T44" fmla="*/ 62 w 78"/>
                <a:gd name="T45" fmla="*/ 16 h 51"/>
                <a:gd name="T46" fmla="*/ 47 w 78"/>
                <a:gd name="T47" fmla="*/ 7 h 51"/>
                <a:gd name="T48" fmla="*/ 47 w 78"/>
                <a:gd name="T49" fmla="*/ 7 h 51"/>
                <a:gd name="T50" fmla="*/ 44 w 78"/>
                <a:gd name="T51" fmla="*/ 9 h 51"/>
                <a:gd name="T52" fmla="*/ 40 w 78"/>
                <a:gd name="T53" fmla="*/ 11 h 51"/>
                <a:gd name="T54" fmla="*/ 40 w 78"/>
                <a:gd name="T55" fmla="*/ 11 h 51"/>
                <a:gd name="T56" fmla="*/ 38 w 78"/>
                <a:gd name="T57" fmla="*/ 9 h 51"/>
                <a:gd name="T58" fmla="*/ 40 w 78"/>
                <a:gd name="T59" fmla="*/ 5 h 51"/>
                <a:gd name="T60" fmla="*/ 42 w 78"/>
                <a:gd name="T61" fmla="*/ 2 h 51"/>
                <a:gd name="T62" fmla="*/ 42 w 78"/>
                <a:gd name="T63" fmla="*/ 2 h 51"/>
                <a:gd name="T64" fmla="*/ 36 w 78"/>
                <a:gd name="T65" fmla="*/ 2 h 51"/>
                <a:gd name="T66" fmla="*/ 34 w 78"/>
                <a:gd name="T67" fmla="*/ 0 h 51"/>
                <a:gd name="T68" fmla="*/ 34 w 78"/>
                <a:gd name="T69" fmla="*/ 0 h 51"/>
                <a:gd name="T70" fmla="*/ 34 w 78"/>
                <a:gd name="T71" fmla="*/ 4 h 51"/>
                <a:gd name="T72" fmla="*/ 34 w 78"/>
                <a:gd name="T73" fmla="*/ 4 h 51"/>
                <a:gd name="T74" fmla="*/ 31 w 78"/>
                <a:gd name="T75" fmla="*/ 4 h 51"/>
                <a:gd name="T76" fmla="*/ 31 w 78"/>
                <a:gd name="T77" fmla="*/ 4 h 51"/>
                <a:gd name="T78" fmla="*/ 33 w 78"/>
                <a:gd name="T79" fmla="*/ 2 h 51"/>
                <a:gd name="T80" fmla="*/ 27 w 78"/>
                <a:gd name="T81" fmla="*/ 2 h 51"/>
                <a:gd name="T82" fmla="*/ 27 w 78"/>
                <a:gd name="T83" fmla="*/ 2 h 51"/>
                <a:gd name="T84" fmla="*/ 27 w 78"/>
                <a:gd name="T85" fmla="*/ 4 h 51"/>
                <a:gd name="T86" fmla="*/ 29 w 78"/>
                <a:gd name="T87" fmla="*/ 5 h 51"/>
                <a:gd name="T88" fmla="*/ 29 w 78"/>
                <a:gd name="T89" fmla="*/ 5 h 51"/>
                <a:gd name="T90" fmla="*/ 29 w 78"/>
                <a:gd name="T91" fmla="*/ 7 h 51"/>
                <a:gd name="T92" fmla="*/ 14 w 78"/>
                <a:gd name="T93" fmla="*/ 29 h 51"/>
                <a:gd name="T94" fmla="*/ 14 w 78"/>
                <a:gd name="T95" fmla="*/ 29 h 51"/>
                <a:gd name="T96" fmla="*/ 14 w 78"/>
                <a:gd name="T97" fmla="*/ 35 h 51"/>
                <a:gd name="T98" fmla="*/ 14 w 78"/>
                <a:gd name="T99" fmla="*/ 38 h 51"/>
                <a:gd name="T100" fmla="*/ 14 w 78"/>
                <a:gd name="T101" fmla="*/ 38 h 51"/>
                <a:gd name="T102" fmla="*/ 7 w 78"/>
                <a:gd name="T103" fmla="*/ 46 h 51"/>
                <a:gd name="T104" fmla="*/ 0 w 78"/>
                <a:gd name="T105" fmla="*/ 51 h 51"/>
                <a:gd name="T106" fmla="*/ 0 w 78"/>
                <a:gd name="T107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78" h="51">
                  <a:moveTo>
                    <a:pt x="0" y="51"/>
                  </a:moveTo>
                  <a:lnTo>
                    <a:pt x="0" y="51"/>
                  </a:lnTo>
                  <a:lnTo>
                    <a:pt x="5" y="51"/>
                  </a:lnTo>
                  <a:lnTo>
                    <a:pt x="11" y="51"/>
                  </a:lnTo>
                  <a:lnTo>
                    <a:pt x="14" y="51"/>
                  </a:lnTo>
                  <a:lnTo>
                    <a:pt x="20" y="49"/>
                  </a:lnTo>
                  <a:lnTo>
                    <a:pt x="20" y="49"/>
                  </a:lnTo>
                  <a:lnTo>
                    <a:pt x="23" y="44"/>
                  </a:lnTo>
                  <a:lnTo>
                    <a:pt x="27" y="38"/>
                  </a:lnTo>
                  <a:lnTo>
                    <a:pt x="27" y="38"/>
                  </a:lnTo>
                  <a:lnTo>
                    <a:pt x="40" y="44"/>
                  </a:lnTo>
                  <a:lnTo>
                    <a:pt x="40" y="44"/>
                  </a:lnTo>
                  <a:lnTo>
                    <a:pt x="47" y="44"/>
                  </a:lnTo>
                  <a:lnTo>
                    <a:pt x="54" y="42"/>
                  </a:lnTo>
                  <a:lnTo>
                    <a:pt x="65" y="36"/>
                  </a:lnTo>
                  <a:lnTo>
                    <a:pt x="65" y="36"/>
                  </a:lnTo>
                  <a:lnTo>
                    <a:pt x="71" y="36"/>
                  </a:lnTo>
                  <a:lnTo>
                    <a:pt x="76" y="36"/>
                  </a:lnTo>
                  <a:lnTo>
                    <a:pt x="76" y="36"/>
                  </a:lnTo>
                  <a:lnTo>
                    <a:pt x="78" y="31"/>
                  </a:lnTo>
                  <a:lnTo>
                    <a:pt x="78" y="26"/>
                  </a:lnTo>
                  <a:lnTo>
                    <a:pt x="78" y="26"/>
                  </a:lnTo>
                  <a:lnTo>
                    <a:pt x="62" y="16"/>
                  </a:lnTo>
                  <a:lnTo>
                    <a:pt x="47" y="7"/>
                  </a:lnTo>
                  <a:lnTo>
                    <a:pt x="47" y="7"/>
                  </a:lnTo>
                  <a:lnTo>
                    <a:pt x="44" y="9"/>
                  </a:lnTo>
                  <a:lnTo>
                    <a:pt x="40" y="11"/>
                  </a:lnTo>
                  <a:lnTo>
                    <a:pt x="40" y="11"/>
                  </a:lnTo>
                  <a:lnTo>
                    <a:pt x="38" y="9"/>
                  </a:lnTo>
                  <a:lnTo>
                    <a:pt x="40" y="5"/>
                  </a:lnTo>
                  <a:lnTo>
                    <a:pt x="42" y="2"/>
                  </a:lnTo>
                  <a:lnTo>
                    <a:pt x="42" y="2"/>
                  </a:lnTo>
                  <a:lnTo>
                    <a:pt x="36" y="2"/>
                  </a:lnTo>
                  <a:lnTo>
                    <a:pt x="34" y="0"/>
                  </a:lnTo>
                  <a:lnTo>
                    <a:pt x="34" y="0"/>
                  </a:lnTo>
                  <a:lnTo>
                    <a:pt x="34" y="4"/>
                  </a:lnTo>
                  <a:lnTo>
                    <a:pt x="34" y="4"/>
                  </a:lnTo>
                  <a:lnTo>
                    <a:pt x="31" y="4"/>
                  </a:lnTo>
                  <a:lnTo>
                    <a:pt x="31" y="4"/>
                  </a:lnTo>
                  <a:lnTo>
                    <a:pt x="33" y="2"/>
                  </a:lnTo>
                  <a:lnTo>
                    <a:pt x="27" y="2"/>
                  </a:lnTo>
                  <a:lnTo>
                    <a:pt x="27" y="2"/>
                  </a:lnTo>
                  <a:lnTo>
                    <a:pt x="27" y="4"/>
                  </a:lnTo>
                  <a:lnTo>
                    <a:pt x="29" y="5"/>
                  </a:lnTo>
                  <a:lnTo>
                    <a:pt x="29" y="5"/>
                  </a:lnTo>
                  <a:lnTo>
                    <a:pt x="29" y="7"/>
                  </a:lnTo>
                  <a:lnTo>
                    <a:pt x="14" y="29"/>
                  </a:lnTo>
                  <a:lnTo>
                    <a:pt x="14" y="29"/>
                  </a:lnTo>
                  <a:lnTo>
                    <a:pt x="14" y="35"/>
                  </a:lnTo>
                  <a:lnTo>
                    <a:pt x="14" y="38"/>
                  </a:lnTo>
                  <a:lnTo>
                    <a:pt x="14" y="38"/>
                  </a:lnTo>
                  <a:lnTo>
                    <a:pt x="7" y="46"/>
                  </a:lnTo>
                  <a:lnTo>
                    <a:pt x="0" y="51"/>
                  </a:lnTo>
                  <a:lnTo>
                    <a:pt x="0" y="5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07" name="Freeform 89">
              <a:extLst>
                <a:ext uri="{FF2B5EF4-FFF2-40B4-BE49-F238E27FC236}">
                  <a16:creationId xmlns:a16="http://schemas.microsoft.com/office/drawing/2014/main" id="{FB5653AC-E343-4FB0-89BD-03AA510CB77B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6460" y="1723546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08" name="Freeform 90">
              <a:extLst>
                <a:ext uri="{FF2B5EF4-FFF2-40B4-BE49-F238E27FC236}">
                  <a16:creationId xmlns:a16="http://schemas.microsoft.com/office/drawing/2014/main" id="{532BB77E-34A5-478F-A002-1DC6BF497274}"/>
                </a:ext>
              </a:extLst>
            </p:cNvPr>
            <p:cNvSpPr>
              <a:spLocks/>
            </p:cNvSpPr>
            <p:nvPr/>
          </p:nvSpPr>
          <p:spPr bwMode="auto">
            <a:xfrm>
              <a:off x="6857798" y="1174835"/>
              <a:ext cx="20762" cy="4449"/>
            </a:xfrm>
            <a:custGeom>
              <a:avLst/>
              <a:gdLst>
                <a:gd name="T0" fmla="*/ 14 w 14"/>
                <a:gd name="T1" fmla="*/ 3 h 3"/>
                <a:gd name="T2" fmla="*/ 14 w 14"/>
                <a:gd name="T3" fmla="*/ 3 h 3"/>
                <a:gd name="T4" fmla="*/ 13 w 14"/>
                <a:gd name="T5" fmla="*/ 2 h 3"/>
                <a:gd name="T6" fmla="*/ 11 w 14"/>
                <a:gd name="T7" fmla="*/ 0 h 3"/>
                <a:gd name="T8" fmla="*/ 11 w 14"/>
                <a:gd name="T9" fmla="*/ 0 h 3"/>
                <a:gd name="T10" fmla="*/ 0 w 14"/>
                <a:gd name="T11" fmla="*/ 0 h 3"/>
                <a:gd name="T12" fmla="*/ 5 w 14"/>
                <a:gd name="T13" fmla="*/ 3 h 3"/>
                <a:gd name="T14" fmla="*/ 5 w 14"/>
                <a:gd name="T15" fmla="*/ 3 h 3"/>
                <a:gd name="T16" fmla="*/ 14 w 14"/>
                <a:gd name="T17" fmla="*/ 3 h 3"/>
                <a:gd name="T18" fmla="*/ 14 w 14"/>
                <a:gd name="T1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" h="3">
                  <a:moveTo>
                    <a:pt x="14" y="3"/>
                  </a:moveTo>
                  <a:lnTo>
                    <a:pt x="14" y="3"/>
                  </a:lnTo>
                  <a:lnTo>
                    <a:pt x="13" y="2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0" y="0"/>
                  </a:lnTo>
                  <a:lnTo>
                    <a:pt x="5" y="3"/>
                  </a:lnTo>
                  <a:lnTo>
                    <a:pt x="5" y="3"/>
                  </a:lnTo>
                  <a:lnTo>
                    <a:pt x="14" y="3"/>
                  </a:lnTo>
                  <a:lnTo>
                    <a:pt x="14" y="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09" name="Freeform 91">
              <a:extLst>
                <a:ext uri="{FF2B5EF4-FFF2-40B4-BE49-F238E27FC236}">
                  <a16:creationId xmlns:a16="http://schemas.microsoft.com/office/drawing/2014/main" id="{40E50367-B116-4CC8-87E2-6BC9590964A1}"/>
                </a:ext>
              </a:extLst>
            </p:cNvPr>
            <p:cNvSpPr>
              <a:spLocks/>
            </p:cNvSpPr>
            <p:nvPr/>
          </p:nvSpPr>
          <p:spPr bwMode="auto">
            <a:xfrm>
              <a:off x="6795512" y="1590076"/>
              <a:ext cx="2966" cy="2966"/>
            </a:xfrm>
            <a:custGeom>
              <a:avLst/>
              <a:gdLst>
                <a:gd name="T0" fmla="*/ 0 w 2"/>
                <a:gd name="T1" fmla="*/ 0 h 2"/>
                <a:gd name="T2" fmla="*/ 0 w 2"/>
                <a:gd name="T3" fmla="*/ 0 h 2"/>
                <a:gd name="T4" fmla="*/ 2 w 2"/>
                <a:gd name="T5" fmla="*/ 2 h 2"/>
                <a:gd name="T6" fmla="*/ 2 w 2"/>
                <a:gd name="T7" fmla="*/ 0 h 2"/>
                <a:gd name="T8" fmla="*/ 2 w 2"/>
                <a:gd name="T9" fmla="*/ 0 h 2"/>
                <a:gd name="T10" fmla="*/ 0 w 2"/>
                <a:gd name="T11" fmla="*/ 0 h 2"/>
                <a:gd name="T12" fmla="*/ 0 w 2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0" y="0"/>
                  </a:lnTo>
                  <a:lnTo>
                    <a:pt x="2" y="2"/>
                  </a:lnTo>
                  <a:lnTo>
                    <a:pt x="2" y="0"/>
                  </a:lnTo>
                  <a:lnTo>
                    <a:pt x="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10" name="Freeform 92">
              <a:extLst>
                <a:ext uri="{FF2B5EF4-FFF2-40B4-BE49-F238E27FC236}">
                  <a16:creationId xmlns:a16="http://schemas.microsoft.com/office/drawing/2014/main" id="{AFFB9E08-2DD0-4A13-A3CF-1A29487F13B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1444" y="1217842"/>
              <a:ext cx="31144" cy="16314"/>
            </a:xfrm>
            <a:custGeom>
              <a:avLst/>
              <a:gdLst>
                <a:gd name="T0" fmla="*/ 20 w 21"/>
                <a:gd name="T1" fmla="*/ 11 h 11"/>
                <a:gd name="T2" fmla="*/ 21 w 21"/>
                <a:gd name="T3" fmla="*/ 4 h 11"/>
                <a:gd name="T4" fmla="*/ 21 w 21"/>
                <a:gd name="T5" fmla="*/ 4 h 11"/>
                <a:gd name="T6" fmla="*/ 14 w 21"/>
                <a:gd name="T7" fmla="*/ 2 h 11"/>
                <a:gd name="T8" fmla="*/ 9 w 21"/>
                <a:gd name="T9" fmla="*/ 0 h 11"/>
                <a:gd name="T10" fmla="*/ 9 w 21"/>
                <a:gd name="T11" fmla="*/ 0 h 11"/>
                <a:gd name="T12" fmla="*/ 0 w 21"/>
                <a:gd name="T13" fmla="*/ 5 h 11"/>
                <a:gd name="T14" fmla="*/ 0 w 21"/>
                <a:gd name="T15" fmla="*/ 7 h 11"/>
                <a:gd name="T16" fmla="*/ 1 w 21"/>
                <a:gd name="T17" fmla="*/ 9 h 11"/>
                <a:gd name="T18" fmla="*/ 20 w 21"/>
                <a:gd name="T19" fmla="*/ 11 h 11"/>
                <a:gd name="T20" fmla="*/ 20 w 21"/>
                <a:gd name="T21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1" h="11">
                  <a:moveTo>
                    <a:pt x="20" y="11"/>
                  </a:moveTo>
                  <a:lnTo>
                    <a:pt x="21" y="4"/>
                  </a:lnTo>
                  <a:lnTo>
                    <a:pt x="21" y="4"/>
                  </a:lnTo>
                  <a:lnTo>
                    <a:pt x="14" y="2"/>
                  </a:lnTo>
                  <a:lnTo>
                    <a:pt x="9" y="0"/>
                  </a:lnTo>
                  <a:lnTo>
                    <a:pt x="9" y="0"/>
                  </a:lnTo>
                  <a:lnTo>
                    <a:pt x="0" y="5"/>
                  </a:lnTo>
                  <a:lnTo>
                    <a:pt x="0" y="7"/>
                  </a:lnTo>
                  <a:lnTo>
                    <a:pt x="1" y="9"/>
                  </a:lnTo>
                  <a:lnTo>
                    <a:pt x="20" y="11"/>
                  </a:lnTo>
                  <a:lnTo>
                    <a:pt x="20" y="1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11" name="Freeform 93">
              <a:extLst>
                <a:ext uri="{FF2B5EF4-FFF2-40B4-BE49-F238E27FC236}">
                  <a16:creationId xmlns:a16="http://schemas.microsoft.com/office/drawing/2014/main" id="{EDF401DD-6EC7-4218-BE67-72116D5EF2DD}"/>
                </a:ext>
              </a:extLst>
            </p:cNvPr>
            <p:cNvSpPr>
              <a:spLocks/>
            </p:cNvSpPr>
            <p:nvPr/>
          </p:nvSpPr>
          <p:spPr bwMode="auto">
            <a:xfrm>
              <a:off x="6835553" y="1208944"/>
              <a:ext cx="8898" cy="8898"/>
            </a:xfrm>
            <a:custGeom>
              <a:avLst/>
              <a:gdLst>
                <a:gd name="T0" fmla="*/ 0 w 6"/>
                <a:gd name="T1" fmla="*/ 0 h 6"/>
                <a:gd name="T2" fmla="*/ 0 w 6"/>
                <a:gd name="T3" fmla="*/ 6 h 6"/>
                <a:gd name="T4" fmla="*/ 6 w 6"/>
                <a:gd name="T5" fmla="*/ 6 h 6"/>
                <a:gd name="T6" fmla="*/ 6 w 6"/>
                <a:gd name="T7" fmla="*/ 6 h 6"/>
                <a:gd name="T8" fmla="*/ 4 w 6"/>
                <a:gd name="T9" fmla="*/ 4 h 6"/>
                <a:gd name="T10" fmla="*/ 4 w 6"/>
                <a:gd name="T11" fmla="*/ 2 h 6"/>
                <a:gd name="T12" fmla="*/ 4 w 6"/>
                <a:gd name="T13" fmla="*/ 0 h 6"/>
                <a:gd name="T14" fmla="*/ 0 w 6"/>
                <a:gd name="T15" fmla="*/ 0 h 6"/>
                <a:gd name="T16" fmla="*/ 0 w 6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" h="6">
                  <a:moveTo>
                    <a:pt x="0" y="0"/>
                  </a:moveTo>
                  <a:lnTo>
                    <a:pt x="0" y="6"/>
                  </a:lnTo>
                  <a:lnTo>
                    <a:pt x="6" y="6"/>
                  </a:lnTo>
                  <a:lnTo>
                    <a:pt x="6" y="6"/>
                  </a:lnTo>
                  <a:lnTo>
                    <a:pt x="4" y="4"/>
                  </a:lnTo>
                  <a:lnTo>
                    <a:pt x="4" y="2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12" name="Freeform 94">
              <a:extLst>
                <a:ext uri="{FF2B5EF4-FFF2-40B4-BE49-F238E27FC236}">
                  <a16:creationId xmlns:a16="http://schemas.microsoft.com/office/drawing/2014/main" id="{BDEB804C-3D95-4265-9877-7668C45F7F1F}"/>
                </a:ext>
              </a:extLst>
            </p:cNvPr>
            <p:cNvSpPr>
              <a:spLocks/>
            </p:cNvSpPr>
            <p:nvPr/>
          </p:nvSpPr>
          <p:spPr bwMode="auto">
            <a:xfrm>
              <a:off x="6862247" y="1223774"/>
              <a:ext cx="5932" cy="7415"/>
            </a:xfrm>
            <a:custGeom>
              <a:avLst/>
              <a:gdLst>
                <a:gd name="T0" fmla="*/ 0 w 4"/>
                <a:gd name="T1" fmla="*/ 0 h 5"/>
                <a:gd name="T2" fmla="*/ 0 w 4"/>
                <a:gd name="T3" fmla="*/ 5 h 5"/>
                <a:gd name="T4" fmla="*/ 4 w 4"/>
                <a:gd name="T5" fmla="*/ 5 h 5"/>
                <a:gd name="T6" fmla="*/ 4 w 4"/>
                <a:gd name="T7" fmla="*/ 5 h 5"/>
                <a:gd name="T8" fmla="*/ 4 w 4"/>
                <a:gd name="T9" fmla="*/ 3 h 5"/>
                <a:gd name="T10" fmla="*/ 4 w 4"/>
                <a:gd name="T11" fmla="*/ 1 h 5"/>
                <a:gd name="T12" fmla="*/ 4 w 4"/>
                <a:gd name="T13" fmla="*/ 1 h 5"/>
                <a:gd name="T14" fmla="*/ 0 w 4"/>
                <a:gd name="T15" fmla="*/ 0 h 5"/>
                <a:gd name="T16" fmla="*/ 0 w 4"/>
                <a:gd name="T1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5">
                  <a:moveTo>
                    <a:pt x="0" y="0"/>
                  </a:moveTo>
                  <a:lnTo>
                    <a:pt x="0" y="5"/>
                  </a:lnTo>
                  <a:lnTo>
                    <a:pt x="4" y="5"/>
                  </a:lnTo>
                  <a:lnTo>
                    <a:pt x="4" y="5"/>
                  </a:lnTo>
                  <a:lnTo>
                    <a:pt x="4" y="3"/>
                  </a:lnTo>
                  <a:lnTo>
                    <a:pt x="4" y="1"/>
                  </a:lnTo>
                  <a:lnTo>
                    <a:pt x="4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13" name="Freeform 95">
              <a:extLst>
                <a:ext uri="{FF2B5EF4-FFF2-40B4-BE49-F238E27FC236}">
                  <a16:creationId xmlns:a16="http://schemas.microsoft.com/office/drawing/2014/main" id="{5343F2D7-F21C-42C9-B8B2-E80CE24C065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70301" y="1241570"/>
              <a:ext cx="14830" cy="13348"/>
            </a:xfrm>
            <a:custGeom>
              <a:avLst/>
              <a:gdLst>
                <a:gd name="T0" fmla="*/ 2 w 10"/>
                <a:gd name="T1" fmla="*/ 0 h 9"/>
                <a:gd name="T2" fmla="*/ 2 w 10"/>
                <a:gd name="T3" fmla="*/ 0 h 9"/>
                <a:gd name="T4" fmla="*/ 2 w 10"/>
                <a:gd name="T5" fmla="*/ 2 h 9"/>
                <a:gd name="T6" fmla="*/ 0 w 10"/>
                <a:gd name="T7" fmla="*/ 4 h 9"/>
                <a:gd name="T8" fmla="*/ 0 w 10"/>
                <a:gd name="T9" fmla="*/ 8 h 9"/>
                <a:gd name="T10" fmla="*/ 0 w 10"/>
                <a:gd name="T11" fmla="*/ 8 h 9"/>
                <a:gd name="T12" fmla="*/ 10 w 10"/>
                <a:gd name="T13" fmla="*/ 9 h 9"/>
                <a:gd name="T14" fmla="*/ 10 w 10"/>
                <a:gd name="T15" fmla="*/ 9 h 9"/>
                <a:gd name="T16" fmla="*/ 8 w 10"/>
                <a:gd name="T17" fmla="*/ 4 h 9"/>
                <a:gd name="T18" fmla="*/ 8 w 10"/>
                <a:gd name="T19" fmla="*/ 0 h 9"/>
                <a:gd name="T20" fmla="*/ 2 w 10"/>
                <a:gd name="T21" fmla="*/ 0 h 9"/>
                <a:gd name="T22" fmla="*/ 2 w 10"/>
                <a:gd name="T23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0" y="4"/>
                  </a:lnTo>
                  <a:lnTo>
                    <a:pt x="0" y="8"/>
                  </a:lnTo>
                  <a:lnTo>
                    <a:pt x="0" y="8"/>
                  </a:lnTo>
                  <a:lnTo>
                    <a:pt x="10" y="9"/>
                  </a:lnTo>
                  <a:lnTo>
                    <a:pt x="10" y="9"/>
                  </a:lnTo>
                  <a:lnTo>
                    <a:pt x="8" y="4"/>
                  </a:lnTo>
                  <a:lnTo>
                    <a:pt x="8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14" name="Freeform 96">
              <a:extLst>
                <a:ext uri="{FF2B5EF4-FFF2-40B4-BE49-F238E27FC236}">
                  <a16:creationId xmlns:a16="http://schemas.microsoft.com/office/drawing/2014/main" id="{A444B611-9907-467B-B8A2-64D64420A1A3}"/>
                </a:ext>
              </a:extLst>
            </p:cNvPr>
            <p:cNvSpPr>
              <a:spLocks/>
            </p:cNvSpPr>
            <p:nvPr/>
          </p:nvSpPr>
          <p:spPr bwMode="auto">
            <a:xfrm>
              <a:off x="6740641" y="1234155"/>
              <a:ext cx="19280" cy="10381"/>
            </a:xfrm>
            <a:custGeom>
              <a:avLst/>
              <a:gdLst>
                <a:gd name="T0" fmla="*/ 13 w 13"/>
                <a:gd name="T1" fmla="*/ 7 h 7"/>
                <a:gd name="T2" fmla="*/ 13 w 13"/>
                <a:gd name="T3" fmla="*/ 7 h 7"/>
                <a:gd name="T4" fmla="*/ 11 w 13"/>
                <a:gd name="T5" fmla="*/ 3 h 7"/>
                <a:gd name="T6" fmla="*/ 11 w 13"/>
                <a:gd name="T7" fmla="*/ 2 h 7"/>
                <a:gd name="T8" fmla="*/ 8 w 13"/>
                <a:gd name="T9" fmla="*/ 0 h 7"/>
                <a:gd name="T10" fmla="*/ 6 w 13"/>
                <a:gd name="T11" fmla="*/ 0 h 7"/>
                <a:gd name="T12" fmla="*/ 6 w 13"/>
                <a:gd name="T13" fmla="*/ 0 h 7"/>
                <a:gd name="T14" fmla="*/ 8 w 13"/>
                <a:gd name="T15" fmla="*/ 2 h 7"/>
                <a:gd name="T16" fmla="*/ 6 w 13"/>
                <a:gd name="T17" fmla="*/ 2 h 7"/>
                <a:gd name="T18" fmla="*/ 0 w 13"/>
                <a:gd name="T19" fmla="*/ 3 h 7"/>
                <a:gd name="T20" fmla="*/ 0 w 13"/>
                <a:gd name="T21" fmla="*/ 3 h 7"/>
                <a:gd name="T22" fmla="*/ 2 w 13"/>
                <a:gd name="T23" fmla="*/ 5 h 7"/>
                <a:gd name="T24" fmla="*/ 4 w 13"/>
                <a:gd name="T25" fmla="*/ 7 h 7"/>
                <a:gd name="T26" fmla="*/ 4 w 13"/>
                <a:gd name="T27" fmla="*/ 7 h 7"/>
                <a:gd name="T28" fmla="*/ 13 w 13"/>
                <a:gd name="T29" fmla="*/ 7 h 7"/>
                <a:gd name="T30" fmla="*/ 13 w 13"/>
                <a:gd name="T31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" h="7">
                  <a:moveTo>
                    <a:pt x="13" y="7"/>
                  </a:moveTo>
                  <a:lnTo>
                    <a:pt x="13" y="7"/>
                  </a:lnTo>
                  <a:lnTo>
                    <a:pt x="11" y="3"/>
                  </a:lnTo>
                  <a:lnTo>
                    <a:pt x="11" y="2"/>
                  </a:lnTo>
                  <a:lnTo>
                    <a:pt x="8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8" y="2"/>
                  </a:lnTo>
                  <a:lnTo>
                    <a:pt x="6" y="2"/>
                  </a:lnTo>
                  <a:lnTo>
                    <a:pt x="0" y="3"/>
                  </a:lnTo>
                  <a:lnTo>
                    <a:pt x="0" y="3"/>
                  </a:lnTo>
                  <a:lnTo>
                    <a:pt x="2" y="5"/>
                  </a:lnTo>
                  <a:lnTo>
                    <a:pt x="4" y="7"/>
                  </a:lnTo>
                  <a:lnTo>
                    <a:pt x="4" y="7"/>
                  </a:lnTo>
                  <a:lnTo>
                    <a:pt x="13" y="7"/>
                  </a:lnTo>
                  <a:lnTo>
                    <a:pt x="13" y="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15" name="Freeform 97">
              <a:extLst>
                <a:ext uri="{FF2B5EF4-FFF2-40B4-BE49-F238E27FC236}">
                  <a16:creationId xmlns:a16="http://schemas.microsoft.com/office/drawing/2014/main" id="{4BD78ADE-C3CF-4CBE-8865-0FE817B3C56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73267" y="1392836"/>
              <a:ext cx="378167" cy="302533"/>
            </a:xfrm>
            <a:custGeom>
              <a:avLst/>
              <a:gdLst>
                <a:gd name="T0" fmla="*/ 2 w 255"/>
                <a:gd name="T1" fmla="*/ 153 h 204"/>
                <a:gd name="T2" fmla="*/ 11 w 255"/>
                <a:gd name="T3" fmla="*/ 172 h 204"/>
                <a:gd name="T4" fmla="*/ 20 w 255"/>
                <a:gd name="T5" fmla="*/ 170 h 204"/>
                <a:gd name="T6" fmla="*/ 24 w 255"/>
                <a:gd name="T7" fmla="*/ 164 h 204"/>
                <a:gd name="T8" fmla="*/ 31 w 255"/>
                <a:gd name="T9" fmla="*/ 175 h 204"/>
                <a:gd name="T10" fmla="*/ 46 w 255"/>
                <a:gd name="T11" fmla="*/ 175 h 204"/>
                <a:gd name="T12" fmla="*/ 33 w 255"/>
                <a:gd name="T13" fmla="*/ 184 h 204"/>
                <a:gd name="T14" fmla="*/ 33 w 255"/>
                <a:gd name="T15" fmla="*/ 195 h 204"/>
                <a:gd name="T16" fmla="*/ 49 w 255"/>
                <a:gd name="T17" fmla="*/ 197 h 204"/>
                <a:gd name="T18" fmla="*/ 64 w 255"/>
                <a:gd name="T19" fmla="*/ 195 h 204"/>
                <a:gd name="T20" fmla="*/ 84 w 255"/>
                <a:gd name="T21" fmla="*/ 199 h 204"/>
                <a:gd name="T22" fmla="*/ 86 w 255"/>
                <a:gd name="T23" fmla="*/ 190 h 204"/>
                <a:gd name="T24" fmla="*/ 93 w 255"/>
                <a:gd name="T25" fmla="*/ 193 h 204"/>
                <a:gd name="T26" fmla="*/ 97 w 255"/>
                <a:gd name="T27" fmla="*/ 186 h 204"/>
                <a:gd name="T28" fmla="*/ 73 w 255"/>
                <a:gd name="T29" fmla="*/ 170 h 204"/>
                <a:gd name="T30" fmla="*/ 71 w 255"/>
                <a:gd name="T31" fmla="*/ 142 h 204"/>
                <a:gd name="T32" fmla="*/ 77 w 255"/>
                <a:gd name="T33" fmla="*/ 113 h 204"/>
                <a:gd name="T34" fmla="*/ 64 w 255"/>
                <a:gd name="T35" fmla="*/ 106 h 204"/>
                <a:gd name="T36" fmla="*/ 70 w 255"/>
                <a:gd name="T37" fmla="*/ 111 h 204"/>
                <a:gd name="T38" fmla="*/ 82 w 255"/>
                <a:gd name="T39" fmla="*/ 108 h 204"/>
                <a:gd name="T40" fmla="*/ 82 w 255"/>
                <a:gd name="T41" fmla="*/ 97 h 204"/>
                <a:gd name="T42" fmla="*/ 90 w 255"/>
                <a:gd name="T43" fmla="*/ 99 h 204"/>
                <a:gd name="T44" fmla="*/ 97 w 255"/>
                <a:gd name="T45" fmla="*/ 91 h 204"/>
                <a:gd name="T46" fmla="*/ 104 w 255"/>
                <a:gd name="T47" fmla="*/ 84 h 204"/>
                <a:gd name="T48" fmla="*/ 113 w 255"/>
                <a:gd name="T49" fmla="*/ 75 h 204"/>
                <a:gd name="T50" fmla="*/ 139 w 255"/>
                <a:gd name="T51" fmla="*/ 62 h 204"/>
                <a:gd name="T52" fmla="*/ 148 w 255"/>
                <a:gd name="T53" fmla="*/ 49 h 204"/>
                <a:gd name="T54" fmla="*/ 175 w 255"/>
                <a:gd name="T55" fmla="*/ 48 h 204"/>
                <a:gd name="T56" fmla="*/ 192 w 255"/>
                <a:gd name="T57" fmla="*/ 46 h 204"/>
                <a:gd name="T58" fmla="*/ 255 w 255"/>
                <a:gd name="T59" fmla="*/ 20 h 204"/>
                <a:gd name="T60" fmla="*/ 241 w 255"/>
                <a:gd name="T61" fmla="*/ 0 h 204"/>
                <a:gd name="T62" fmla="*/ 224 w 255"/>
                <a:gd name="T63" fmla="*/ 13 h 204"/>
                <a:gd name="T64" fmla="*/ 213 w 255"/>
                <a:gd name="T65" fmla="*/ 13 h 204"/>
                <a:gd name="T66" fmla="*/ 190 w 255"/>
                <a:gd name="T67" fmla="*/ 22 h 204"/>
                <a:gd name="T68" fmla="*/ 175 w 255"/>
                <a:gd name="T69" fmla="*/ 22 h 204"/>
                <a:gd name="T70" fmla="*/ 168 w 255"/>
                <a:gd name="T71" fmla="*/ 26 h 204"/>
                <a:gd name="T72" fmla="*/ 153 w 255"/>
                <a:gd name="T73" fmla="*/ 20 h 204"/>
                <a:gd name="T74" fmla="*/ 126 w 255"/>
                <a:gd name="T75" fmla="*/ 29 h 204"/>
                <a:gd name="T76" fmla="*/ 113 w 255"/>
                <a:gd name="T77" fmla="*/ 35 h 204"/>
                <a:gd name="T78" fmla="*/ 104 w 255"/>
                <a:gd name="T79" fmla="*/ 46 h 204"/>
                <a:gd name="T80" fmla="*/ 80 w 255"/>
                <a:gd name="T81" fmla="*/ 51 h 204"/>
                <a:gd name="T82" fmla="*/ 68 w 255"/>
                <a:gd name="T83" fmla="*/ 49 h 204"/>
                <a:gd name="T84" fmla="*/ 68 w 255"/>
                <a:gd name="T85" fmla="*/ 55 h 204"/>
                <a:gd name="T86" fmla="*/ 64 w 255"/>
                <a:gd name="T87" fmla="*/ 62 h 204"/>
                <a:gd name="T88" fmla="*/ 57 w 255"/>
                <a:gd name="T89" fmla="*/ 62 h 204"/>
                <a:gd name="T90" fmla="*/ 53 w 255"/>
                <a:gd name="T91" fmla="*/ 70 h 204"/>
                <a:gd name="T92" fmla="*/ 49 w 255"/>
                <a:gd name="T93" fmla="*/ 77 h 204"/>
                <a:gd name="T94" fmla="*/ 35 w 255"/>
                <a:gd name="T95" fmla="*/ 84 h 204"/>
                <a:gd name="T96" fmla="*/ 24 w 255"/>
                <a:gd name="T97" fmla="*/ 86 h 204"/>
                <a:gd name="T98" fmla="*/ 37 w 255"/>
                <a:gd name="T99" fmla="*/ 97 h 204"/>
                <a:gd name="T100" fmla="*/ 37 w 255"/>
                <a:gd name="T101" fmla="*/ 108 h 204"/>
                <a:gd name="T102" fmla="*/ 19 w 255"/>
                <a:gd name="T103" fmla="*/ 131 h 204"/>
                <a:gd name="T104" fmla="*/ 15 w 255"/>
                <a:gd name="T105" fmla="*/ 137 h 204"/>
                <a:gd name="T106" fmla="*/ 13 w 255"/>
                <a:gd name="T107" fmla="*/ 141 h 204"/>
                <a:gd name="T108" fmla="*/ 15 w 255"/>
                <a:gd name="T109" fmla="*/ 148 h 204"/>
                <a:gd name="T110" fmla="*/ 55 w 255"/>
                <a:gd name="T111" fmla="*/ 106 h 204"/>
                <a:gd name="T112" fmla="*/ 49 w 255"/>
                <a:gd name="T113" fmla="*/ 104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55" h="204">
                  <a:moveTo>
                    <a:pt x="15" y="148"/>
                  </a:moveTo>
                  <a:lnTo>
                    <a:pt x="15" y="148"/>
                  </a:lnTo>
                  <a:lnTo>
                    <a:pt x="6" y="150"/>
                  </a:lnTo>
                  <a:lnTo>
                    <a:pt x="4" y="152"/>
                  </a:lnTo>
                  <a:lnTo>
                    <a:pt x="2" y="153"/>
                  </a:lnTo>
                  <a:lnTo>
                    <a:pt x="0" y="161"/>
                  </a:lnTo>
                  <a:lnTo>
                    <a:pt x="4" y="172"/>
                  </a:lnTo>
                  <a:lnTo>
                    <a:pt x="4" y="172"/>
                  </a:lnTo>
                  <a:lnTo>
                    <a:pt x="8" y="172"/>
                  </a:lnTo>
                  <a:lnTo>
                    <a:pt x="11" y="172"/>
                  </a:lnTo>
                  <a:lnTo>
                    <a:pt x="13" y="164"/>
                  </a:lnTo>
                  <a:lnTo>
                    <a:pt x="13" y="164"/>
                  </a:lnTo>
                  <a:lnTo>
                    <a:pt x="17" y="164"/>
                  </a:lnTo>
                  <a:lnTo>
                    <a:pt x="19" y="166"/>
                  </a:lnTo>
                  <a:lnTo>
                    <a:pt x="20" y="170"/>
                  </a:lnTo>
                  <a:lnTo>
                    <a:pt x="20" y="170"/>
                  </a:lnTo>
                  <a:lnTo>
                    <a:pt x="24" y="168"/>
                  </a:lnTo>
                  <a:lnTo>
                    <a:pt x="24" y="166"/>
                  </a:lnTo>
                  <a:lnTo>
                    <a:pt x="24" y="164"/>
                  </a:lnTo>
                  <a:lnTo>
                    <a:pt x="24" y="164"/>
                  </a:lnTo>
                  <a:lnTo>
                    <a:pt x="28" y="164"/>
                  </a:lnTo>
                  <a:lnTo>
                    <a:pt x="33" y="164"/>
                  </a:lnTo>
                  <a:lnTo>
                    <a:pt x="33" y="164"/>
                  </a:lnTo>
                  <a:lnTo>
                    <a:pt x="31" y="170"/>
                  </a:lnTo>
                  <a:lnTo>
                    <a:pt x="31" y="175"/>
                  </a:lnTo>
                  <a:lnTo>
                    <a:pt x="33" y="177"/>
                  </a:lnTo>
                  <a:lnTo>
                    <a:pt x="33" y="177"/>
                  </a:lnTo>
                  <a:lnTo>
                    <a:pt x="37" y="179"/>
                  </a:lnTo>
                  <a:lnTo>
                    <a:pt x="40" y="177"/>
                  </a:lnTo>
                  <a:lnTo>
                    <a:pt x="46" y="175"/>
                  </a:lnTo>
                  <a:lnTo>
                    <a:pt x="46" y="175"/>
                  </a:lnTo>
                  <a:lnTo>
                    <a:pt x="46" y="182"/>
                  </a:lnTo>
                  <a:lnTo>
                    <a:pt x="46" y="182"/>
                  </a:lnTo>
                  <a:lnTo>
                    <a:pt x="39" y="182"/>
                  </a:lnTo>
                  <a:lnTo>
                    <a:pt x="33" y="184"/>
                  </a:lnTo>
                  <a:lnTo>
                    <a:pt x="33" y="190"/>
                  </a:lnTo>
                  <a:lnTo>
                    <a:pt x="33" y="190"/>
                  </a:lnTo>
                  <a:lnTo>
                    <a:pt x="39" y="188"/>
                  </a:lnTo>
                  <a:lnTo>
                    <a:pt x="37" y="192"/>
                  </a:lnTo>
                  <a:lnTo>
                    <a:pt x="33" y="195"/>
                  </a:lnTo>
                  <a:lnTo>
                    <a:pt x="31" y="197"/>
                  </a:lnTo>
                  <a:lnTo>
                    <a:pt x="31" y="197"/>
                  </a:lnTo>
                  <a:lnTo>
                    <a:pt x="40" y="197"/>
                  </a:lnTo>
                  <a:lnTo>
                    <a:pt x="49" y="197"/>
                  </a:lnTo>
                  <a:lnTo>
                    <a:pt x="49" y="197"/>
                  </a:lnTo>
                  <a:lnTo>
                    <a:pt x="57" y="204"/>
                  </a:lnTo>
                  <a:lnTo>
                    <a:pt x="57" y="204"/>
                  </a:lnTo>
                  <a:lnTo>
                    <a:pt x="62" y="193"/>
                  </a:lnTo>
                  <a:lnTo>
                    <a:pt x="62" y="193"/>
                  </a:lnTo>
                  <a:lnTo>
                    <a:pt x="64" y="195"/>
                  </a:lnTo>
                  <a:lnTo>
                    <a:pt x="66" y="197"/>
                  </a:lnTo>
                  <a:lnTo>
                    <a:pt x="68" y="199"/>
                  </a:lnTo>
                  <a:lnTo>
                    <a:pt x="68" y="199"/>
                  </a:lnTo>
                  <a:lnTo>
                    <a:pt x="77" y="199"/>
                  </a:lnTo>
                  <a:lnTo>
                    <a:pt x="84" y="199"/>
                  </a:lnTo>
                  <a:lnTo>
                    <a:pt x="84" y="199"/>
                  </a:lnTo>
                  <a:lnTo>
                    <a:pt x="82" y="193"/>
                  </a:lnTo>
                  <a:lnTo>
                    <a:pt x="79" y="190"/>
                  </a:lnTo>
                  <a:lnTo>
                    <a:pt x="79" y="190"/>
                  </a:lnTo>
                  <a:lnTo>
                    <a:pt x="86" y="190"/>
                  </a:lnTo>
                  <a:lnTo>
                    <a:pt x="86" y="190"/>
                  </a:lnTo>
                  <a:lnTo>
                    <a:pt x="91" y="192"/>
                  </a:lnTo>
                  <a:lnTo>
                    <a:pt x="90" y="193"/>
                  </a:lnTo>
                  <a:lnTo>
                    <a:pt x="90" y="195"/>
                  </a:lnTo>
                  <a:lnTo>
                    <a:pt x="93" y="193"/>
                  </a:lnTo>
                  <a:lnTo>
                    <a:pt x="93" y="193"/>
                  </a:lnTo>
                  <a:lnTo>
                    <a:pt x="104" y="192"/>
                  </a:lnTo>
                  <a:lnTo>
                    <a:pt x="104" y="186"/>
                  </a:lnTo>
                  <a:lnTo>
                    <a:pt x="104" y="186"/>
                  </a:lnTo>
                  <a:lnTo>
                    <a:pt x="97" y="186"/>
                  </a:lnTo>
                  <a:lnTo>
                    <a:pt x="91" y="186"/>
                  </a:lnTo>
                  <a:lnTo>
                    <a:pt x="91" y="186"/>
                  </a:lnTo>
                  <a:lnTo>
                    <a:pt x="86" y="184"/>
                  </a:lnTo>
                  <a:lnTo>
                    <a:pt x="80" y="181"/>
                  </a:lnTo>
                  <a:lnTo>
                    <a:pt x="73" y="170"/>
                  </a:lnTo>
                  <a:lnTo>
                    <a:pt x="68" y="159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1" y="142"/>
                  </a:lnTo>
                  <a:lnTo>
                    <a:pt x="71" y="142"/>
                  </a:lnTo>
                  <a:lnTo>
                    <a:pt x="70" y="139"/>
                  </a:lnTo>
                  <a:lnTo>
                    <a:pt x="68" y="135"/>
                  </a:lnTo>
                  <a:lnTo>
                    <a:pt x="77" y="119"/>
                  </a:lnTo>
                  <a:lnTo>
                    <a:pt x="77" y="113"/>
                  </a:lnTo>
                  <a:lnTo>
                    <a:pt x="77" y="113"/>
                  </a:lnTo>
                  <a:lnTo>
                    <a:pt x="70" y="111"/>
                  </a:lnTo>
                  <a:lnTo>
                    <a:pt x="70" y="111"/>
                  </a:lnTo>
                  <a:lnTo>
                    <a:pt x="62" y="108"/>
                  </a:lnTo>
                  <a:lnTo>
                    <a:pt x="60" y="106"/>
                  </a:lnTo>
                  <a:lnTo>
                    <a:pt x="64" y="106"/>
                  </a:lnTo>
                  <a:lnTo>
                    <a:pt x="64" y="106"/>
                  </a:lnTo>
                  <a:lnTo>
                    <a:pt x="68" y="106"/>
                  </a:lnTo>
                  <a:lnTo>
                    <a:pt x="68" y="108"/>
                  </a:lnTo>
                  <a:lnTo>
                    <a:pt x="70" y="111"/>
                  </a:lnTo>
                  <a:lnTo>
                    <a:pt x="70" y="111"/>
                  </a:lnTo>
                  <a:lnTo>
                    <a:pt x="73" y="110"/>
                  </a:lnTo>
                  <a:lnTo>
                    <a:pt x="75" y="110"/>
                  </a:lnTo>
                  <a:lnTo>
                    <a:pt x="79" y="110"/>
                  </a:lnTo>
                  <a:lnTo>
                    <a:pt x="82" y="108"/>
                  </a:lnTo>
                  <a:lnTo>
                    <a:pt x="82" y="108"/>
                  </a:lnTo>
                  <a:lnTo>
                    <a:pt x="84" y="106"/>
                  </a:lnTo>
                  <a:lnTo>
                    <a:pt x="82" y="102"/>
                  </a:lnTo>
                  <a:lnTo>
                    <a:pt x="80" y="99"/>
                  </a:lnTo>
                  <a:lnTo>
                    <a:pt x="82" y="97"/>
                  </a:lnTo>
                  <a:lnTo>
                    <a:pt x="82" y="97"/>
                  </a:lnTo>
                  <a:lnTo>
                    <a:pt x="84" y="95"/>
                  </a:lnTo>
                  <a:lnTo>
                    <a:pt x="84" y="97"/>
                  </a:lnTo>
                  <a:lnTo>
                    <a:pt x="84" y="99"/>
                  </a:lnTo>
                  <a:lnTo>
                    <a:pt x="84" y="99"/>
                  </a:lnTo>
                  <a:lnTo>
                    <a:pt x="90" y="99"/>
                  </a:lnTo>
                  <a:lnTo>
                    <a:pt x="91" y="97"/>
                  </a:lnTo>
                  <a:lnTo>
                    <a:pt x="90" y="91"/>
                  </a:lnTo>
                  <a:lnTo>
                    <a:pt x="90" y="91"/>
                  </a:lnTo>
                  <a:lnTo>
                    <a:pt x="93" y="91"/>
                  </a:lnTo>
                  <a:lnTo>
                    <a:pt x="97" y="91"/>
                  </a:lnTo>
                  <a:lnTo>
                    <a:pt x="97" y="91"/>
                  </a:lnTo>
                  <a:lnTo>
                    <a:pt x="95" y="84"/>
                  </a:lnTo>
                  <a:lnTo>
                    <a:pt x="95" y="80"/>
                  </a:lnTo>
                  <a:lnTo>
                    <a:pt x="97" y="79"/>
                  </a:lnTo>
                  <a:lnTo>
                    <a:pt x="104" y="84"/>
                  </a:lnTo>
                  <a:lnTo>
                    <a:pt x="104" y="84"/>
                  </a:lnTo>
                  <a:lnTo>
                    <a:pt x="106" y="79"/>
                  </a:lnTo>
                  <a:lnTo>
                    <a:pt x="108" y="75"/>
                  </a:lnTo>
                  <a:lnTo>
                    <a:pt x="113" y="75"/>
                  </a:lnTo>
                  <a:lnTo>
                    <a:pt x="113" y="75"/>
                  </a:lnTo>
                  <a:lnTo>
                    <a:pt x="115" y="70"/>
                  </a:lnTo>
                  <a:lnTo>
                    <a:pt x="117" y="64"/>
                  </a:lnTo>
                  <a:lnTo>
                    <a:pt x="119" y="62"/>
                  </a:lnTo>
                  <a:lnTo>
                    <a:pt x="139" y="62"/>
                  </a:lnTo>
                  <a:lnTo>
                    <a:pt x="139" y="62"/>
                  </a:lnTo>
                  <a:lnTo>
                    <a:pt x="141" y="60"/>
                  </a:lnTo>
                  <a:lnTo>
                    <a:pt x="142" y="57"/>
                  </a:lnTo>
                  <a:lnTo>
                    <a:pt x="144" y="53"/>
                  </a:lnTo>
                  <a:lnTo>
                    <a:pt x="148" y="49"/>
                  </a:lnTo>
                  <a:lnTo>
                    <a:pt x="148" y="49"/>
                  </a:lnTo>
                  <a:lnTo>
                    <a:pt x="155" y="48"/>
                  </a:lnTo>
                  <a:lnTo>
                    <a:pt x="161" y="48"/>
                  </a:lnTo>
                  <a:lnTo>
                    <a:pt x="168" y="48"/>
                  </a:lnTo>
                  <a:lnTo>
                    <a:pt x="175" y="48"/>
                  </a:lnTo>
                  <a:lnTo>
                    <a:pt x="175" y="48"/>
                  </a:lnTo>
                  <a:lnTo>
                    <a:pt x="186" y="40"/>
                  </a:lnTo>
                  <a:lnTo>
                    <a:pt x="186" y="40"/>
                  </a:lnTo>
                  <a:lnTo>
                    <a:pt x="188" y="42"/>
                  </a:lnTo>
                  <a:lnTo>
                    <a:pt x="192" y="46"/>
                  </a:lnTo>
                  <a:lnTo>
                    <a:pt x="192" y="46"/>
                  </a:lnTo>
                  <a:lnTo>
                    <a:pt x="201" y="39"/>
                  </a:lnTo>
                  <a:lnTo>
                    <a:pt x="201" y="39"/>
                  </a:lnTo>
                  <a:lnTo>
                    <a:pt x="230" y="29"/>
                  </a:lnTo>
                  <a:lnTo>
                    <a:pt x="243" y="26"/>
                  </a:lnTo>
                  <a:lnTo>
                    <a:pt x="255" y="20"/>
                  </a:lnTo>
                  <a:lnTo>
                    <a:pt x="255" y="20"/>
                  </a:lnTo>
                  <a:lnTo>
                    <a:pt x="250" y="0"/>
                  </a:lnTo>
                  <a:lnTo>
                    <a:pt x="250" y="0"/>
                  </a:lnTo>
                  <a:lnTo>
                    <a:pt x="246" y="2"/>
                  </a:lnTo>
                  <a:lnTo>
                    <a:pt x="241" y="0"/>
                  </a:lnTo>
                  <a:lnTo>
                    <a:pt x="241" y="0"/>
                  </a:lnTo>
                  <a:lnTo>
                    <a:pt x="234" y="8"/>
                  </a:lnTo>
                  <a:lnTo>
                    <a:pt x="226" y="13"/>
                  </a:lnTo>
                  <a:lnTo>
                    <a:pt x="226" y="13"/>
                  </a:lnTo>
                  <a:lnTo>
                    <a:pt x="224" y="13"/>
                  </a:lnTo>
                  <a:lnTo>
                    <a:pt x="223" y="13"/>
                  </a:lnTo>
                  <a:lnTo>
                    <a:pt x="221" y="11"/>
                  </a:lnTo>
                  <a:lnTo>
                    <a:pt x="219" y="11"/>
                  </a:lnTo>
                  <a:lnTo>
                    <a:pt x="219" y="11"/>
                  </a:lnTo>
                  <a:lnTo>
                    <a:pt x="213" y="13"/>
                  </a:lnTo>
                  <a:lnTo>
                    <a:pt x="208" y="17"/>
                  </a:lnTo>
                  <a:lnTo>
                    <a:pt x="203" y="20"/>
                  </a:lnTo>
                  <a:lnTo>
                    <a:pt x="197" y="22"/>
                  </a:lnTo>
                  <a:lnTo>
                    <a:pt x="197" y="22"/>
                  </a:lnTo>
                  <a:lnTo>
                    <a:pt x="190" y="22"/>
                  </a:lnTo>
                  <a:lnTo>
                    <a:pt x="183" y="22"/>
                  </a:lnTo>
                  <a:lnTo>
                    <a:pt x="183" y="22"/>
                  </a:lnTo>
                  <a:lnTo>
                    <a:pt x="179" y="26"/>
                  </a:lnTo>
                  <a:lnTo>
                    <a:pt x="175" y="28"/>
                  </a:lnTo>
                  <a:lnTo>
                    <a:pt x="175" y="22"/>
                  </a:lnTo>
                  <a:lnTo>
                    <a:pt x="175" y="22"/>
                  </a:lnTo>
                  <a:lnTo>
                    <a:pt x="173" y="24"/>
                  </a:lnTo>
                  <a:lnTo>
                    <a:pt x="172" y="24"/>
                  </a:lnTo>
                  <a:lnTo>
                    <a:pt x="170" y="26"/>
                  </a:lnTo>
                  <a:lnTo>
                    <a:pt x="168" y="26"/>
                  </a:lnTo>
                  <a:lnTo>
                    <a:pt x="168" y="26"/>
                  </a:lnTo>
                  <a:lnTo>
                    <a:pt x="162" y="22"/>
                  </a:lnTo>
                  <a:lnTo>
                    <a:pt x="159" y="20"/>
                  </a:lnTo>
                  <a:lnTo>
                    <a:pt x="153" y="20"/>
                  </a:lnTo>
                  <a:lnTo>
                    <a:pt x="153" y="20"/>
                  </a:lnTo>
                  <a:lnTo>
                    <a:pt x="153" y="28"/>
                  </a:lnTo>
                  <a:lnTo>
                    <a:pt x="153" y="28"/>
                  </a:lnTo>
                  <a:lnTo>
                    <a:pt x="139" y="28"/>
                  </a:lnTo>
                  <a:lnTo>
                    <a:pt x="133" y="28"/>
                  </a:lnTo>
                  <a:lnTo>
                    <a:pt x="126" y="29"/>
                  </a:lnTo>
                  <a:lnTo>
                    <a:pt x="126" y="29"/>
                  </a:lnTo>
                  <a:lnTo>
                    <a:pt x="124" y="35"/>
                  </a:lnTo>
                  <a:lnTo>
                    <a:pt x="124" y="35"/>
                  </a:lnTo>
                  <a:lnTo>
                    <a:pt x="119" y="35"/>
                  </a:lnTo>
                  <a:lnTo>
                    <a:pt x="113" y="35"/>
                  </a:lnTo>
                  <a:lnTo>
                    <a:pt x="113" y="35"/>
                  </a:lnTo>
                  <a:lnTo>
                    <a:pt x="110" y="40"/>
                  </a:lnTo>
                  <a:lnTo>
                    <a:pt x="106" y="44"/>
                  </a:lnTo>
                  <a:lnTo>
                    <a:pt x="104" y="46"/>
                  </a:lnTo>
                  <a:lnTo>
                    <a:pt x="104" y="46"/>
                  </a:lnTo>
                  <a:lnTo>
                    <a:pt x="93" y="46"/>
                  </a:lnTo>
                  <a:lnTo>
                    <a:pt x="82" y="46"/>
                  </a:lnTo>
                  <a:lnTo>
                    <a:pt x="82" y="46"/>
                  </a:lnTo>
                  <a:lnTo>
                    <a:pt x="80" y="49"/>
                  </a:lnTo>
                  <a:lnTo>
                    <a:pt x="80" y="51"/>
                  </a:lnTo>
                  <a:lnTo>
                    <a:pt x="79" y="53"/>
                  </a:lnTo>
                  <a:lnTo>
                    <a:pt x="79" y="53"/>
                  </a:lnTo>
                  <a:lnTo>
                    <a:pt x="75" y="53"/>
                  </a:lnTo>
                  <a:lnTo>
                    <a:pt x="71" y="51"/>
                  </a:lnTo>
                  <a:lnTo>
                    <a:pt x="68" y="49"/>
                  </a:lnTo>
                  <a:lnTo>
                    <a:pt x="68" y="49"/>
                  </a:lnTo>
                  <a:lnTo>
                    <a:pt x="66" y="51"/>
                  </a:lnTo>
                  <a:lnTo>
                    <a:pt x="64" y="55"/>
                  </a:lnTo>
                  <a:lnTo>
                    <a:pt x="64" y="55"/>
                  </a:lnTo>
                  <a:lnTo>
                    <a:pt x="68" y="55"/>
                  </a:lnTo>
                  <a:lnTo>
                    <a:pt x="68" y="55"/>
                  </a:lnTo>
                  <a:lnTo>
                    <a:pt x="70" y="57"/>
                  </a:lnTo>
                  <a:lnTo>
                    <a:pt x="70" y="57"/>
                  </a:lnTo>
                  <a:lnTo>
                    <a:pt x="64" y="59"/>
                  </a:lnTo>
                  <a:lnTo>
                    <a:pt x="64" y="62"/>
                  </a:lnTo>
                  <a:lnTo>
                    <a:pt x="68" y="64"/>
                  </a:lnTo>
                  <a:lnTo>
                    <a:pt x="68" y="64"/>
                  </a:lnTo>
                  <a:lnTo>
                    <a:pt x="64" y="66"/>
                  </a:lnTo>
                  <a:lnTo>
                    <a:pt x="62" y="64"/>
                  </a:lnTo>
                  <a:lnTo>
                    <a:pt x="57" y="62"/>
                  </a:lnTo>
                  <a:lnTo>
                    <a:pt x="57" y="62"/>
                  </a:lnTo>
                  <a:lnTo>
                    <a:pt x="53" y="71"/>
                  </a:lnTo>
                  <a:lnTo>
                    <a:pt x="53" y="71"/>
                  </a:lnTo>
                  <a:lnTo>
                    <a:pt x="51" y="71"/>
                  </a:lnTo>
                  <a:lnTo>
                    <a:pt x="53" y="70"/>
                  </a:lnTo>
                  <a:lnTo>
                    <a:pt x="53" y="68"/>
                  </a:lnTo>
                  <a:lnTo>
                    <a:pt x="49" y="70"/>
                  </a:lnTo>
                  <a:lnTo>
                    <a:pt x="49" y="70"/>
                  </a:lnTo>
                  <a:lnTo>
                    <a:pt x="49" y="77"/>
                  </a:lnTo>
                  <a:lnTo>
                    <a:pt x="49" y="77"/>
                  </a:lnTo>
                  <a:lnTo>
                    <a:pt x="46" y="77"/>
                  </a:lnTo>
                  <a:lnTo>
                    <a:pt x="42" y="77"/>
                  </a:lnTo>
                  <a:lnTo>
                    <a:pt x="39" y="79"/>
                  </a:lnTo>
                  <a:lnTo>
                    <a:pt x="39" y="79"/>
                  </a:lnTo>
                  <a:lnTo>
                    <a:pt x="35" y="84"/>
                  </a:lnTo>
                  <a:lnTo>
                    <a:pt x="35" y="86"/>
                  </a:lnTo>
                  <a:lnTo>
                    <a:pt x="33" y="86"/>
                  </a:lnTo>
                  <a:lnTo>
                    <a:pt x="33" y="86"/>
                  </a:lnTo>
                  <a:lnTo>
                    <a:pt x="28" y="86"/>
                  </a:lnTo>
                  <a:lnTo>
                    <a:pt x="24" y="86"/>
                  </a:lnTo>
                  <a:lnTo>
                    <a:pt x="24" y="91"/>
                  </a:lnTo>
                  <a:lnTo>
                    <a:pt x="24" y="91"/>
                  </a:lnTo>
                  <a:lnTo>
                    <a:pt x="29" y="93"/>
                  </a:lnTo>
                  <a:lnTo>
                    <a:pt x="35" y="95"/>
                  </a:lnTo>
                  <a:lnTo>
                    <a:pt x="37" y="97"/>
                  </a:lnTo>
                  <a:lnTo>
                    <a:pt x="37" y="99"/>
                  </a:lnTo>
                  <a:lnTo>
                    <a:pt x="31" y="104"/>
                  </a:lnTo>
                  <a:lnTo>
                    <a:pt x="35" y="106"/>
                  </a:lnTo>
                  <a:lnTo>
                    <a:pt x="35" y="106"/>
                  </a:lnTo>
                  <a:lnTo>
                    <a:pt x="37" y="108"/>
                  </a:lnTo>
                  <a:lnTo>
                    <a:pt x="37" y="110"/>
                  </a:lnTo>
                  <a:lnTo>
                    <a:pt x="29" y="113"/>
                  </a:lnTo>
                  <a:lnTo>
                    <a:pt x="15" y="119"/>
                  </a:lnTo>
                  <a:lnTo>
                    <a:pt x="15" y="119"/>
                  </a:lnTo>
                  <a:lnTo>
                    <a:pt x="19" y="131"/>
                  </a:lnTo>
                  <a:lnTo>
                    <a:pt x="19" y="131"/>
                  </a:lnTo>
                  <a:lnTo>
                    <a:pt x="17" y="133"/>
                  </a:lnTo>
                  <a:lnTo>
                    <a:pt x="17" y="133"/>
                  </a:lnTo>
                  <a:lnTo>
                    <a:pt x="17" y="135"/>
                  </a:lnTo>
                  <a:lnTo>
                    <a:pt x="15" y="137"/>
                  </a:lnTo>
                  <a:lnTo>
                    <a:pt x="15" y="137"/>
                  </a:lnTo>
                  <a:lnTo>
                    <a:pt x="19" y="135"/>
                  </a:lnTo>
                  <a:lnTo>
                    <a:pt x="19" y="139"/>
                  </a:lnTo>
                  <a:lnTo>
                    <a:pt x="19" y="139"/>
                  </a:lnTo>
                  <a:lnTo>
                    <a:pt x="13" y="141"/>
                  </a:lnTo>
                  <a:lnTo>
                    <a:pt x="13" y="141"/>
                  </a:lnTo>
                  <a:lnTo>
                    <a:pt x="13" y="142"/>
                  </a:lnTo>
                  <a:lnTo>
                    <a:pt x="15" y="144"/>
                  </a:lnTo>
                  <a:lnTo>
                    <a:pt x="15" y="144"/>
                  </a:lnTo>
                  <a:lnTo>
                    <a:pt x="15" y="148"/>
                  </a:lnTo>
                  <a:lnTo>
                    <a:pt x="15" y="148"/>
                  </a:lnTo>
                  <a:close/>
                  <a:moveTo>
                    <a:pt x="53" y="104"/>
                  </a:moveTo>
                  <a:lnTo>
                    <a:pt x="53" y="104"/>
                  </a:lnTo>
                  <a:lnTo>
                    <a:pt x="55" y="104"/>
                  </a:lnTo>
                  <a:lnTo>
                    <a:pt x="55" y="106"/>
                  </a:lnTo>
                  <a:lnTo>
                    <a:pt x="53" y="108"/>
                  </a:lnTo>
                  <a:lnTo>
                    <a:pt x="49" y="108"/>
                  </a:lnTo>
                  <a:lnTo>
                    <a:pt x="49" y="108"/>
                  </a:lnTo>
                  <a:lnTo>
                    <a:pt x="49" y="104"/>
                  </a:lnTo>
                  <a:lnTo>
                    <a:pt x="49" y="104"/>
                  </a:lnTo>
                  <a:lnTo>
                    <a:pt x="53" y="104"/>
                  </a:lnTo>
                  <a:lnTo>
                    <a:pt x="53" y="10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16" name="Freeform 98">
              <a:extLst>
                <a:ext uri="{FF2B5EF4-FFF2-40B4-BE49-F238E27FC236}">
                  <a16:creationId xmlns:a16="http://schemas.microsoft.com/office/drawing/2014/main" id="{46AFCCD3-33D3-489C-914C-6FEF5B96B247}"/>
                </a:ext>
              </a:extLst>
            </p:cNvPr>
            <p:cNvSpPr>
              <a:spLocks/>
            </p:cNvSpPr>
            <p:nvPr/>
          </p:nvSpPr>
          <p:spPr bwMode="auto">
            <a:xfrm>
              <a:off x="6565646" y="1195597"/>
              <a:ext cx="213553" cy="48940"/>
            </a:xfrm>
            <a:custGeom>
              <a:avLst/>
              <a:gdLst>
                <a:gd name="T0" fmla="*/ 16 w 144"/>
                <a:gd name="T1" fmla="*/ 24 h 33"/>
                <a:gd name="T2" fmla="*/ 29 w 144"/>
                <a:gd name="T3" fmla="*/ 22 h 33"/>
                <a:gd name="T4" fmla="*/ 44 w 144"/>
                <a:gd name="T5" fmla="*/ 24 h 33"/>
                <a:gd name="T6" fmla="*/ 51 w 144"/>
                <a:gd name="T7" fmla="*/ 22 h 33"/>
                <a:gd name="T8" fmla="*/ 56 w 144"/>
                <a:gd name="T9" fmla="*/ 15 h 33"/>
                <a:gd name="T10" fmla="*/ 60 w 144"/>
                <a:gd name="T11" fmla="*/ 11 h 33"/>
                <a:gd name="T12" fmla="*/ 71 w 144"/>
                <a:gd name="T13" fmla="*/ 17 h 33"/>
                <a:gd name="T14" fmla="*/ 80 w 144"/>
                <a:gd name="T15" fmla="*/ 19 h 33"/>
                <a:gd name="T16" fmla="*/ 75 w 144"/>
                <a:gd name="T17" fmla="*/ 26 h 33"/>
                <a:gd name="T18" fmla="*/ 80 w 144"/>
                <a:gd name="T19" fmla="*/ 28 h 33"/>
                <a:gd name="T20" fmla="*/ 86 w 144"/>
                <a:gd name="T21" fmla="*/ 29 h 33"/>
                <a:gd name="T22" fmla="*/ 87 w 144"/>
                <a:gd name="T23" fmla="*/ 33 h 33"/>
                <a:gd name="T24" fmla="*/ 98 w 144"/>
                <a:gd name="T25" fmla="*/ 29 h 33"/>
                <a:gd name="T26" fmla="*/ 109 w 144"/>
                <a:gd name="T27" fmla="*/ 22 h 33"/>
                <a:gd name="T28" fmla="*/ 115 w 144"/>
                <a:gd name="T29" fmla="*/ 22 h 33"/>
                <a:gd name="T30" fmla="*/ 124 w 144"/>
                <a:gd name="T31" fmla="*/ 24 h 33"/>
                <a:gd name="T32" fmla="*/ 124 w 144"/>
                <a:gd name="T33" fmla="*/ 19 h 33"/>
                <a:gd name="T34" fmla="*/ 144 w 144"/>
                <a:gd name="T35" fmla="*/ 17 h 33"/>
                <a:gd name="T36" fmla="*/ 144 w 144"/>
                <a:gd name="T37" fmla="*/ 8 h 33"/>
                <a:gd name="T38" fmla="*/ 133 w 144"/>
                <a:gd name="T39" fmla="*/ 11 h 33"/>
                <a:gd name="T40" fmla="*/ 133 w 144"/>
                <a:gd name="T41" fmla="*/ 9 h 33"/>
                <a:gd name="T42" fmla="*/ 137 w 144"/>
                <a:gd name="T43" fmla="*/ 4 h 33"/>
                <a:gd name="T44" fmla="*/ 118 w 144"/>
                <a:gd name="T45" fmla="*/ 4 h 33"/>
                <a:gd name="T46" fmla="*/ 122 w 144"/>
                <a:gd name="T47" fmla="*/ 6 h 33"/>
                <a:gd name="T48" fmla="*/ 122 w 144"/>
                <a:gd name="T49" fmla="*/ 9 h 33"/>
                <a:gd name="T50" fmla="*/ 118 w 144"/>
                <a:gd name="T51" fmla="*/ 11 h 33"/>
                <a:gd name="T52" fmla="*/ 107 w 144"/>
                <a:gd name="T53" fmla="*/ 15 h 33"/>
                <a:gd name="T54" fmla="*/ 73 w 144"/>
                <a:gd name="T55" fmla="*/ 11 h 33"/>
                <a:gd name="T56" fmla="*/ 98 w 144"/>
                <a:gd name="T57" fmla="*/ 11 h 33"/>
                <a:gd name="T58" fmla="*/ 107 w 144"/>
                <a:gd name="T59" fmla="*/ 9 h 33"/>
                <a:gd name="T60" fmla="*/ 107 w 144"/>
                <a:gd name="T61" fmla="*/ 9 h 33"/>
                <a:gd name="T62" fmla="*/ 97 w 144"/>
                <a:gd name="T63" fmla="*/ 8 h 33"/>
                <a:gd name="T64" fmla="*/ 87 w 144"/>
                <a:gd name="T65" fmla="*/ 2 h 33"/>
                <a:gd name="T66" fmla="*/ 78 w 144"/>
                <a:gd name="T67" fmla="*/ 0 h 33"/>
                <a:gd name="T68" fmla="*/ 73 w 144"/>
                <a:gd name="T69" fmla="*/ 4 h 33"/>
                <a:gd name="T70" fmla="*/ 56 w 144"/>
                <a:gd name="T71" fmla="*/ 4 h 33"/>
                <a:gd name="T72" fmla="*/ 40 w 144"/>
                <a:gd name="T73" fmla="*/ 2 h 33"/>
                <a:gd name="T74" fmla="*/ 29 w 144"/>
                <a:gd name="T75" fmla="*/ 8 h 33"/>
                <a:gd name="T76" fmla="*/ 18 w 144"/>
                <a:gd name="T77" fmla="*/ 11 h 33"/>
                <a:gd name="T78" fmla="*/ 15 w 144"/>
                <a:gd name="T79" fmla="*/ 9 h 33"/>
                <a:gd name="T80" fmla="*/ 9 w 144"/>
                <a:gd name="T81" fmla="*/ 9 h 33"/>
                <a:gd name="T82" fmla="*/ 5 w 144"/>
                <a:gd name="T83" fmla="*/ 11 h 33"/>
                <a:gd name="T84" fmla="*/ 0 w 144"/>
                <a:gd name="T85" fmla="*/ 22 h 33"/>
                <a:gd name="T86" fmla="*/ 7 w 144"/>
                <a:gd name="T87" fmla="*/ 20 h 33"/>
                <a:gd name="T88" fmla="*/ 16 w 144"/>
                <a:gd name="T89" fmla="*/ 22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44" h="33">
                  <a:moveTo>
                    <a:pt x="16" y="22"/>
                  </a:moveTo>
                  <a:lnTo>
                    <a:pt x="16" y="24"/>
                  </a:lnTo>
                  <a:lnTo>
                    <a:pt x="16" y="24"/>
                  </a:lnTo>
                  <a:lnTo>
                    <a:pt x="29" y="22"/>
                  </a:lnTo>
                  <a:lnTo>
                    <a:pt x="40" y="19"/>
                  </a:lnTo>
                  <a:lnTo>
                    <a:pt x="44" y="24"/>
                  </a:lnTo>
                  <a:lnTo>
                    <a:pt x="44" y="24"/>
                  </a:lnTo>
                  <a:lnTo>
                    <a:pt x="51" y="22"/>
                  </a:lnTo>
                  <a:lnTo>
                    <a:pt x="55" y="19"/>
                  </a:lnTo>
                  <a:lnTo>
                    <a:pt x="56" y="15"/>
                  </a:lnTo>
                  <a:lnTo>
                    <a:pt x="60" y="11"/>
                  </a:lnTo>
                  <a:lnTo>
                    <a:pt x="60" y="11"/>
                  </a:lnTo>
                  <a:lnTo>
                    <a:pt x="71" y="17"/>
                  </a:lnTo>
                  <a:lnTo>
                    <a:pt x="71" y="17"/>
                  </a:lnTo>
                  <a:lnTo>
                    <a:pt x="80" y="19"/>
                  </a:lnTo>
                  <a:lnTo>
                    <a:pt x="80" y="19"/>
                  </a:lnTo>
                  <a:lnTo>
                    <a:pt x="75" y="26"/>
                  </a:lnTo>
                  <a:lnTo>
                    <a:pt x="75" y="26"/>
                  </a:lnTo>
                  <a:lnTo>
                    <a:pt x="78" y="28"/>
                  </a:lnTo>
                  <a:lnTo>
                    <a:pt x="80" y="28"/>
                  </a:lnTo>
                  <a:lnTo>
                    <a:pt x="82" y="28"/>
                  </a:lnTo>
                  <a:lnTo>
                    <a:pt x="86" y="29"/>
                  </a:lnTo>
                  <a:lnTo>
                    <a:pt x="87" y="33"/>
                  </a:lnTo>
                  <a:lnTo>
                    <a:pt x="87" y="33"/>
                  </a:lnTo>
                  <a:lnTo>
                    <a:pt x="93" y="33"/>
                  </a:lnTo>
                  <a:lnTo>
                    <a:pt x="98" y="29"/>
                  </a:lnTo>
                  <a:lnTo>
                    <a:pt x="104" y="24"/>
                  </a:lnTo>
                  <a:lnTo>
                    <a:pt x="109" y="22"/>
                  </a:lnTo>
                  <a:lnTo>
                    <a:pt x="109" y="22"/>
                  </a:lnTo>
                  <a:lnTo>
                    <a:pt x="115" y="22"/>
                  </a:lnTo>
                  <a:lnTo>
                    <a:pt x="120" y="24"/>
                  </a:lnTo>
                  <a:lnTo>
                    <a:pt x="124" y="24"/>
                  </a:lnTo>
                  <a:lnTo>
                    <a:pt x="124" y="19"/>
                  </a:lnTo>
                  <a:lnTo>
                    <a:pt x="124" y="19"/>
                  </a:lnTo>
                  <a:lnTo>
                    <a:pt x="144" y="17"/>
                  </a:lnTo>
                  <a:lnTo>
                    <a:pt x="144" y="17"/>
                  </a:lnTo>
                  <a:lnTo>
                    <a:pt x="144" y="8"/>
                  </a:lnTo>
                  <a:lnTo>
                    <a:pt x="144" y="8"/>
                  </a:lnTo>
                  <a:lnTo>
                    <a:pt x="135" y="11"/>
                  </a:lnTo>
                  <a:lnTo>
                    <a:pt x="133" y="11"/>
                  </a:lnTo>
                  <a:lnTo>
                    <a:pt x="133" y="9"/>
                  </a:lnTo>
                  <a:lnTo>
                    <a:pt x="133" y="9"/>
                  </a:lnTo>
                  <a:lnTo>
                    <a:pt x="137" y="4"/>
                  </a:lnTo>
                  <a:lnTo>
                    <a:pt x="137" y="4"/>
                  </a:lnTo>
                  <a:lnTo>
                    <a:pt x="126" y="4"/>
                  </a:lnTo>
                  <a:lnTo>
                    <a:pt x="118" y="4"/>
                  </a:lnTo>
                  <a:lnTo>
                    <a:pt x="118" y="4"/>
                  </a:lnTo>
                  <a:lnTo>
                    <a:pt x="122" y="6"/>
                  </a:lnTo>
                  <a:lnTo>
                    <a:pt x="122" y="8"/>
                  </a:lnTo>
                  <a:lnTo>
                    <a:pt x="122" y="9"/>
                  </a:lnTo>
                  <a:lnTo>
                    <a:pt x="118" y="11"/>
                  </a:lnTo>
                  <a:lnTo>
                    <a:pt x="118" y="11"/>
                  </a:lnTo>
                  <a:lnTo>
                    <a:pt x="113" y="15"/>
                  </a:lnTo>
                  <a:lnTo>
                    <a:pt x="107" y="15"/>
                  </a:lnTo>
                  <a:lnTo>
                    <a:pt x="97" y="15"/>
                  </a:lnTo>
                  <a:lnTo>
                    <a:pt x="73" y="11"/>
                  </a:lnTo>
                  <a:lnTo>
                    <a:pt x="73" y="11"/>
                  </a:lnTo>
                  <a:lnTo>
                    <a:pt x="98" y="11"/>
                  </a:lnTo>
                  <a:lnTo>
                    <a:pt x="107" y="9"/>
                  </a:lnTo>
                  <a:lnTo>
                    <a:pt x="107" y="9"/>
                  </a:lnTo>
                  <a:lnTo>
                    <a:pt x="107" y="9"/>
                  </a:lnTo>
                  <a:lnTo>
                    <a:pt x="107" y="9"/>
                  </a:lnTo>
                  <a:lnTo>
                    <a:pt x="102" y="8"/>
                  </a:lnTo>
                  <a:lnTo>
                    <a:pt x="97" y="8"/>
                  </a:lnTo>
                  <a:lnTo>
                    <a:pt x="97" y="8"/>
                  </a:lnTo>
                  <a:lnTo>
                    <a:pt x="87" y="2"/>
                  </a:lnTo>
                  <a:lnTo>
                    <a:pt x="84" y="0"/>
                  </a:lnTo>
                  <a:lnTo>
                    <a:pt x="78" y="0"/>
                  </a:lnTo>
                  <a:lnTo>
                    <a:pt x="73" y="4"/>
                  </a:lnTo>
                  <a:lnTo>
                    <a:pt x="73" y="4"/>
                  </a:lnTo>
                  <a:lnTo>
                    <a:pt x="64" y="6"/>
                  </a:lnTo>
                  <a:lnTo>
                    <a:pt x="56" y="4"/>
                  </a:lnTo>
                  <a:lnTo>
                    <a:pt x="49" y="2"/>
                  </a:lnTo>
                  <a:lnTo>
                    <a:pt x="40" y="2"/>
                  </a:lnTo>
                  <a:lnTo>
                    <a:pt x="40" y="2"/>
                  </a:lnTo>
                  <a:lnTo>
                    <a:pt x="29" y="8"/>
                  </a:lnTo>
                  <a:lnTo>
                    <a:pt x="18" y="11"/>
                  </a:lnTo>
                  <a:lnTo>
                    <a:pt x="18" y="11"/>
                  </a:lnTo>
                  <a:lnTo>
                    <a:pt x="16" y="11"/>
                  </a:lnTo>
                  <a:lnTo>
                    <a:pt x="15" y="9"/>
                  </a:lnTo>
                  <a:lnTo>
                    <a:pt x="13" y="9"/>
                  </a:lnTo>
                  <a:lnTo>
                    <a:pt x="9" y="9"/>
                  </a:lnTo>
                  <a:lnTo>
                    <a:pt x="9" y="9"/>
                  </a:lnTo>
                  <a:lnTo>
                    <a:pt x="5" y="11"/>
                  </a:lnTo>
                  <a:lnTo>
                    <a:pt x="4" y="15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7" y="20"/>
                  </a:lnTo>
                  <a:lnTo>
                    <a:pt x="16" y="22"/>
                  </a:lnTo>
                  <a:lnTo>
                    <a:pt x="16" y="2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17" name="Freeform 99">
              <a:extLst>
                <a:ext uri="{FF2B5EF4-FFF2-40B4-BE49-F238E27FC236}">
                  <a16:creationId xmlns:a16="http://schemas.microsoft.com/office/drawing/2014/main" id="{550A21C0-C639-4580-9E84-6A5024612712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3812" y="1690920"/>
              <a:ext cx="40042" cy="34110"/>
            </a:xfrm>
            <a:custGeom>
              <a:avLst/>
              <a:gdLst>
                <a:gd name="T0" fmla="*/ 11 w 27"/>
                <a:gd name="T1" fmla="*/ 0 h 23"/>
                <a:gd name="T2" fmla="*/ 11 w 27"/>
                <a:gd name="T3" fmla="*/ 0 h 23"/>
                <a:gd name="T4" fmla="*/ 6 w 27"/>
                <a:gd name="T5" fmla="*/ 0 h 23"/>
                <a:gd name="T6" fmla="*/ 0 w 27"/>
                <a:gd name="T7" fmla="*/ 0 h 23"/>
                <a:gd name="T8" fmla="*/ 0 w 27"/>
                <a:gd name="T9" fmla="*/ 0 h 23"/>
                <a:gd name="T10" fmla="*/ 2 w 27"/>
                <a:gd name="T11" fmla="*/ 7 h 23"/>
                <a:gd name="T12" fmla="*/ 0 w 27"/>
                <a:gd name="T13" fmla="*/ 16 h 23"/>
                <a:gd name="T14" fmla="*/ 0 w 27"/>
                <a:gd name="T15" fmla="*/ 16 h 23"/>
                <a:gd name="T16" fmla="*/ 9 w 27"/>
                <a:gd name="T17" fmla="*/ 16 h 23"/>
                <a:gd name="T18" fmla="*/ 16 w 27"/>
                <a:gd name="T19" fmla="*/ 18 h 23"/>
                <a:gd name="T20" fmla="*/ 16 w 27"/>
                <a:gd name="T21" fmla="*/ 23 h 23"/>
                <a:gd name="T22" fmla="*/ 16 w 27"/>
                <a:gd name="T23" fmla="*/ 23 h 23"/>
                <a:gd name="T24" fmla="*/ 22 w 27"/>
                <a:gd name="T25" fmla="*/ 23 h 23"/>
                <a:gd name="T26" fmla="*/ 27 w 27"/>
                <a:gd name="T27" fmla="*/ 23 h 23"/>
                <a:gd name="T28" fmla="*/ 27 w 27"/>
                <a:gd name="T29" fmla="*/ 23 h 23"/>
                <a:gd name="T30" fmla="*/ 27 w 27"/>
                <a:gd name="T31" fmla="*/ 12 h 23"/>
                <a:gd name="T32" fmla="*/ 27 w 27"/>
                <a:gd name="T33" fmla="*/ 12 h 23"/>
                <a:gd name="T34" fmla="*/ 11 w 27"/>
                <a:gd name="T35" fmla="*/ 0 h 23"/>
                <a:gd name="T36" fmla="*/ 11 w 27"/>
                <a:gd name="T37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" h="23">
                  <a:moveTo>
                    <a:pt x="11" y="0"/>
                  </a:moveTo>
                  <a:lnTo>
                    <a:pt x="11" y="0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" y="7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9" y="16"/>
                  </a:lnTo>
                  <a:lnTo>
                    <a:pt x="16" y="18"/>
                  </a:lnTo>
                  <a:lnTo>
                    <a:pt x="16" y="23"/>
                  </a:lnTo>
                  <a:lnTo>
                    <a:pt x="16" y="23"/>
                  </a:lnTo>
                  <a:lnTo>
                    <a:pt x="22" y="23"/>
                  </a:lnTo>
                  <a:lnTo>
                    <a:pt x="27" y="23"/>
                  </a:lnTo>
                  <a:lnTo>
                    <a:pt x="27" y="23"/>
                  </a:lnTo>
                  <a:lnTo>
                    <a:pt x="27" y="12"/>
                  </a:lnTo>
                  <a:lnTo>
                    <a:pt x="27" y="12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18" name="Freeform 100">
              <a:extLst>
                <a:ext uri="{FF2B5EF4-FFF2-40B4-BE49-F238E27FC236}">
                  <a16:creationId xmlns:a16="http://schemas.microsoft.com/office/drawing/2014/main" id="{BFE2FFC1-B6CA-41E0-A2E6-CFDB79A64532}"/>
                </a:ext>
              </a:extLst>
            </p:cNvPr>
            <p:cNvSpPr>
              <a:spLocks/>
            </p:cNvSpPr>
            <p:nvPr/>
          </p:nvSpPr>
          <p:spPr bwMode="auto">
            <a:xfrm>
              <a:off x="6713947" y="1725029"/>
              <a:ext cx="26694" cy="32626"/>
            </a:xfrm>
            <a:custGeom>
              <a:avLst/>
              <a:gdLst>
                <a:gd name="T0" fmla="*/ 18 w 18"/>
                <a:gd name="T1" fmla="*/ 4 h 22"/>
                <a:gd name="T2" fmla="*/ 18 w 18"/>
                <a:gd name="T3" fmla="*/ 4 h 22"/>
                <a:gd name="T4" fmla="*/ 13 w 18"/>
                <a:gd name="T5" fmla="*/ 2 h 22"/>
                <a:gd name="T6" fmla="*/ 7 w 18"/>
                <a:gd name="T7" fmla="*/ 0 h 22"/>
                <a:gd name="T8" fmla="*/ 7 w 18"/>
                <a:gd name="T9" fmla="*/ 0 h 22"/>
                <a:gd name="T10" fmla="*/ 4 w 18"/>
                <a:gd name="T11" fmla="*/ 2 h 22"/>
                <a:gd name="T12" fmla="*/ 0 w 18"/>
                <a:gd name="T13" fmla="*/ 4 h 22"/>
                <a:gd name="T14" fmla="*/ 0 w 18"/>
                <a:gd name="T15" fmla="*/ 4 h 22"/>
                <a:gd name="T16" fmla="*/ 0 w 18"/>
                <a:gd name="T17" fmla="*/ 11 h 22"/>
                <a:gd name="T18" fmla="*/ 0 w 18"/>
                <a:gd name="T19" fmla="*/ 17 h 22"/>
                <a:gd name="T20" fmla="*/ 0 w 18"/>
                <a:gd name="T21" fmla="*/ 17 h 22"/>
                <a:gd name="T22" fmla="*/ 2 w 18"/>
                <a:gd name="T23" fmla="*/ 17 h 22"/>
                <a:gd name="T24" fmla="*/ 2 w 18"/>
                <a:gd name="T25" fmla="*/ 19 h 22"/>
                <a:gd name="T26" fmla="*/ 4 w 18"/>
                <a:gd name="T27" fmla="*/ 22 h 22"/>
                <a:gd name="T28" fmla="*/ 4 w 18"/>
                <a:gd name="T29" fmla="*/ 22 h 22"/>
                <a:gd name="T30" fmla="*/ 9 w 18"/>
                <a:gd name="T31" fmla="*/ 20 h 22"/>
                <a:gd name="T32" fmla="*/ 11 w 18"/>
                <a:gd name="T33" fmla="*/ 20 h 22"/>
                <a:gd name="T34" fmla="*/ 11 w 18"/>
                <a:gd name="T35" fmla="*/ 19 h 22"/>
                <a:gd name="T36" fmla="*/ 11 w 18"/>
                <a:gd name="T37" fmla="*/ 19 h 22"/>
                <a:gd name="T38" fmla="*/ 15 w 18"/>
                <a:gd name="T39" fmla="*/ 17 h 22"/>
                <a:gd name="T40" fmla="*/ 18 w 18"/>
                <a:gd name="T41" fmla="*/ 15 h 22"/>
                <a:gd name="T42" fmla="*/ 18 w 18"/>
                <a:gd name="T43" fmla="*/ 15 h 22"/>
                <a:gd name="T44" fmla="*/ 18 w 18"/>
                <a:gd name="T45" fmla="*/ 9 h 22"/>
                <a:gd name="T46" fmla="*/ 18 w 18"/>
                <a:gd name="T47" fmla="*/ 4 h 22"/>
                <a:gd name="T48" fmla="*/ 18 w 18"/>
                <a:gd name="T49" fmla="*/ 4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8" h="22">
                  <a:moveTo>
                    <a:pt x="18" y="4"/>
                  </a:moveTo>
                  <a:lnTo>
                    <a:pt x="18" y="4"/>
                  </a:lnTo>
                  <a:lnTo>
                    <a:pt x="13" y="2"/>
                  </a:lnTo>
                  <a:lnTo>
                    <a:pt x="7" y="0"/>
                  </a:lnTo>
                  <a:lnTo>
                    <a:pt x="7" y="0"/>
                  </a:lnTo>
                  <a:lnTo>
                    <a:pt x="4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11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2" y="17"/>
                  </a:lnTo>
                  <a:lnTo>
                    <a:pt x="2" y="19"/>
                  </a:lnTo>
                  <a:lnTo>
                    <a:pt x="4" y="22"/>
                  </a:lnTo>
                  <a:lnTo>
                    <a:pt x="4" y="22"/>
                  </a:lnTo>
                  <a:lnTo>
                    <a:pt x="9" y="20"/>
                  </a:lnTo>
                  <a:lnTo>
                    <a:pt x="11" y="20"/>
                  </a:lnTo>
                  <a:lnTo>
                    <a:pt x="11" y="19"/>
                  </a:lnTo>
                  <a:lnTo>
                    <a:pt x="11" y="19"/>
                  </a:lnTo>
                  <a:lnTo>
                    <a:pt x="15" y="17"/>
                  </a:lnTo>
                  <a:lnTo>
                    <a:pt x="18" y="15"/>
                  </a:lnTo>
                  <a:lnTo>
                    <a:pt x="18" y="15"/>
                  </a:lnTo>
                  <a:lnTo>
                    <a:pt x="18" y="9"/>
                  </a:lnTo>
                  <a:lnTo>
                    <a:pt x="18" y="4"/>
                  </a:lnTo>
                  <a:lnTo>
                    <a:pt x="18" y="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19" name="Freeform 101">
              <a:extLst>
                <a:ext uri="{FF2B5EF4-FFF2-40B4-BE49-F238E27FC236}">
                  <a16:creationId xmlns:a16="http://schemas.microsoft.com/office/drawing/2014/main" id="{604FD1FF-3DA8-4B3C-92C2-357D86E8E19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78560" y="1125895"/>
              <a:ext cx="29660" cy="19280"/>
            </a:xfrm>
            <a:custGeom>
              <a:avLst/>
              <a:gdLst>
                <a:gd name="T0" fmla="*/ 4 w 20"/>
                <a:gd name="T1" fmla="*/ 13 h 13"/>
                <a:gd name="T2" fmla="*/ 4 w 20"/>
                <a:gd name="T3" fmla="*/ 13 h 13"/>
                <a:gd name="T4" fmla="*/ 17 w 20"/>
                <a:gd name="T5" fmla="*/ 9 h 13"/>
                <a:gd name="T6" fmla="*/ 20 w 20"/>
                <a:gd name="T7" fmla="*/ 5 h 13"/>
                <a:gd name="T8" fmla="*/ 20 w 20"/>
                <a:gd name="T9" fmla="*/ 4 h 13"/>
                <a:gd name="T10" fmla="*/ 19 w 20"/>
                <a:gd name="T11" fmla="*/ 2 h 13"/>
                <a:gd name="T12" fmla="*/ 19 w 20"/>
                <a:gd name="T13" fmla="*/ 2 h 13"/>
                <a:gd name="T14" fmla="*/ 11 w 20"/>
                <a:gd name="T15" fmla="*/ 0 h 13"/>
                <a:gd name="T16" fmla="*/ 11 w 20"/>
                <a:gd name="T17" fmla="*/ 5 h 13"/>
                <a:gd name="T18" fmla="*/ 11 w 20"/>
                <a:gd name="T19" fmla="*/ 5 h 13"/>
                <a:gd name="T20" fmla="*/ 2 w 20"/>
                <a:gd name="T21" fmla="*/ 7 h 13"/>
                <a:gd name="T22" fmla="*/ 0 w 20"/>
                <a:gd name="T23" fmla="*/ 7 h 13"/>
                <a:gd name="T24" fmla="*/ 0 w 20"/>
                <a:gd name="T25" fmla="*/ 9 h 13"/>
                <a:gd name="T26" fmla="*/ 0 w 20"/>
                <a:gd name="T27" fmla="*/ 9 h 13"/>
                <a:gd name="T28" fmla="*/ 2 w 20"/>
                <a:gd name="T29" fmla="*/ 11 h 13"/>
                <a:gd name="T30" fmla="*/ 0 w 20"/>
                <a:gd name="T31" fmla="*/ 13 h 13"/>
                <a:gd name="T32" fmla="*/ 4 w 20"/>
                <a:gd name="T33" fmla="*/ 13 h 13"/>
                <a:gd name="T34" fmla="*/ 4 w 20"/>
                <a:gd name="T35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0" h="13">
                  <a:moveTo>
                    <a:pt x="4" y="13"/>
                  </a:moveTo>
                  <a:lnTo>
                    <a:pt x="4" y="13"/>
                  </a:lnTo>
                  <a:lnTo>
                    <a:pt x="17" y="9"/>
                  </a:lnTo>
                  <a:lnTo>
                    <a:pt x="20" y="5"/>
                  </a:lnTo>
                  <a:lnTo>
                    <a:pt x="20" y="4"/>
                  </a:lnTo>
                  <a:lnTo>
                    <a:pt x="19" y="2"/>
                  </a:lnTo>
                  <a:lnTo>
                    <a:pt x="19" y="2"/>
                  </a:lnTo>
                  <a:lnTo>
                    <a:pt x="11" y="0"/>
                  </a:lnTo>
                  <a:lnTo>
                    <a:pt x="11" y="5"/>
                  </a:lnTo>
                  <a:lnTo>
                    <a:pt x="11" y="5"/>
                  </a:lnTo>
                  <a:lnTo>
                    <a:pt x="2" y="7"/>
                  </a:lnTo>
                  <a:lnTo>
                    <a:pt x="0" y="7"/>
                  </a:lnTo>
                  <a:lnTo>
                    <a:pt x="0" y="9"/>
                  </a:lnTo>
                  <a:lnTo>
                    <a:pt x="0" y="9"/>
                  </a:lnTo>
                  <a:lnTo>
                    <a:pt x="2" y="11"/>
                  </a:lnTo>
                  <a:lnTo>
                    <a:pt x="0" y="13"/>
                  </a:lnTo>
                  <a:lnTo>
                    <a:pt x="4" y="13"/>
                  </a:lnTo>
                  <a:lnTo>
                    <a:pt x="4" y="1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20" name="Freeform 102">
              <a:extLst>
                <a:ext uri="{FF2B5EF4-FFF2-40B4-BE49-F238E27FC236}">
                  <a16:creationId xmlns:a16="http://schemas.microsoft.com/office/drawing/2014/main" id="{1D2D3856-0787-439F-A50D-FA3828D02869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0846" y="1102167"/>
              <a:ext cx="19280" cy="4449"/>
            </a:xfrm>
            <a:custGeom>
              <a:avLst/>
              <a:gdLst>
                <a:gd name="T0" fmla="*/ 0 w 13"/>
                <a:gd name="T1" fmla="*/ 0 h 3"/>
                <a:gd name="T2" fmla="*/ 0 w 13"/>
                <a:gd name="T3" fmla="*/ 3 h 3"/>
                <a:gd name="T4" fmla="*/ 0 w 13"/>
                <a:gd name="T5" fmla="*/ 3 h 3"/>
                <a:gd name="T6" fmla="*/ 13 w 13"/>
                <a:gd name="T7" fmla="*/ 1 h 3"/>
                <a:gd name="T8" fmla="*/ 13 w 13"/>
                <a:gd name="T9" fmla="*/ 1 h 3"/>
                <a:gd name="T10" fmla="*/ 0 w 13"/>
                <a:gd name="T11" fmla="*/ 0 h 3"/>
                <a:gd name="T12" fmla="*/ 0 w 13"/>
                <a:gd name="T1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3">
                  <a:moveTo>
                    <a:pt x="0" y="0"/>
                  </a:moveTo>
                  <a:lnTo>
                    <a:pt x="0" y="3"/>
                  </a:lnTo>
                  <a:lnTo>
                    <a:pt x="0" y="3"/>
                  </a:lnTo>
                  <a:lnTo>
                    <a:pt x="13" y="1"/>
                  </a:lnTo>
                  <a:lnTo>
                    <a:pt x="13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21" name="Freeform 103">
              <a:extLst>
                <a:ext uri="{FF2B5EF4-FFF2-40B4-BE49-F238E27FC236}">
                  <a16:creationId xmlns:a16="http://schemas.microsoft.com/office/drawing/2014/main" id="{CE69B10E-D5AE-42A1-A8D8-5C64BB527DD8}"/>
                </a:ext>
              </a:extLst>
            </p:cNvPr>
            <p:cNvSpPr>
              <a:spLocks/>
            </p:cNvSpPr>
            <p:nvPr/>
          </p:nvSpPr>
          <p:spPr bwMode="auto">
            <a:xfrm>
              <a:off x="6930465" y="1161487"/>
              <a:ext cx="10382" cy="13348"/>
            </a:xfrm>
            <a:custGeom>
              <a:avLst/>
              <a:gdLst>
                <a:gd name="T0" fmla="*/ 5 w 7"/>
                <a:gd name="T1" fmla="*/ 0 h 9"/>
                <a:gd name="T2" fmla="*/ 5 w 7"/>
                <a:gd name="T3" fmla="*/ 0 h 9"/>
                <a:gd name="T4" fmla="*/ 2 w 7"/>
                <a:gd name="T5" fmla="*/ 1 h 9"/>
                <a:gd name="T6" fmla="*/ 0 w 7"/>
                <a:gd name="T7" fmla="*/ 5 h 9"/>
                <a:gd name="T8" fmla="*/ 2 w 7"/>
                <a:gd name="T9" fmla="*/ 7 h 9"/>
                <a:gd name="T10" fmla="*/ 7 w 7"/>
                <a:gd name="T11" fmla="*/ 9 h 9"/>
                <a:gd name="T12" fmla="*/ 7 w 7"/>
                <a:gd name="T13" fmla="*/ 9 h 9"/>
                <a:gd name="T14" fmla="*/ 7 w 7"/>
                <a:gd name="T15" fmla="*/ 3 h 9"/>
                <a:gd name="T16" fmla="*/ 7 w 7"/>
                <a:gd name="T17" fmla="*/ 1 h 9"/>
                <a:gd name="T18" fmla="*/ 5 w 7"/>
                <a:gd name="T19" fmla="*/ 0 h 9"/>
                <a:gd name="T20" fmla="*/ 5 w 7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9">
                  <a:moveTo>
                    <a:pt x="5" y="0"/>
                  </a:moveTo>
                  <a:lnTo>
                    <a:pt x="5" y="0"/>
                  </a:lnTo>
                  <a:lnTo>
                    <a:pt x="2" y="1"/>
                  </a:lnTo>
                  <a:lnTo>
                    <a:pt x="0" y="5"/>
                  </a:lnTo>
                  <a:lnTo>
                    <a:pt x="2" y="7"/>
                  </a:lnTo>
                  <a:lnTo>
                    <a:pt x="7" y="9"/>
                  </a:lnTo>
                  <a:lnTo>
                    <a:pt x="7" y="9"/>
                  </a:lnTo>
                  <a:lnTo>
                    <a:pt x="7" y="3"/>
                  </a:lnTo>
                  <a:lnTo>
                    <a:pt x="7" y="1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22" name="Freeform 104">
              <a:extLst>
                <a:ext uri="{FF2B5EF4-FFF2-40B4-BE49-F238E27FC236}">
                  <a16:creationId xmlns:a16="http://schemas.microsoft.com/office/drawing/2014/main" id="{5D3ECF94-FD88-465C-B861-11346702CE16}"/>
                </a:ext>
              </a:extLst>
            </p:cNvPr>
            <p:cNvSpPr>
              <a:spLocks/>
            </p:cNvSpPr>
            <p:nvPr/>
          </p:nvSpPr>
          <p:spPr bwMode="auto">
            <a:xfrm>
              <a:off x="6937880" y="1128861"/>
              <a:ext cx="5932" cy="7415"/>
            </a:xfrm>
            <a:custGeom>
              <a:avLst/>
              <a:gdLst>
                <a:gd name="T0" fmla="*/ 2 w 4"/>
                <a:gd name="T1" fmla="*/ 5 h 5"/>
                <a:gd name="T2" fmla="*/ 2 w 4"/>
                <a:gd name="T3" fmla="*/ 5 h 5"/>
                <a:gd name="T4" fmla="*/ 4 w 4"/>
                <a:gd name="T5" fmla="*/ 2 h 5"/>
                <a:gd name="T6" fmla="*/ 4 w 4"/>
                <a:gd name="T7" fmla="*/ 0 h 5"/>
                <a:gd name="T8" fmla="*/ 2 w 4"/>
                <a:gd name="T9" fmla="*/ 0 h 5"/>
                <a:gd name="T10" fmla="*/ 2 w 4"/>
                <a:gd name="T11" fmla="*/ 0 h 5"/>
                <a:gd name="T12" fmla="*/ 0 w 4"/>
                <a:gd name="T13" fmla="*/ 3 h 5"/>
                <a:gd name="T14" fmla="*/ 0 w 4"/>
                <a:gd name="T15" fmla="*/ 5 h 5"/>
                <a:gd name="T16" fmla="*/ 2 w 4"/>
                <a:gd name="T17" fmla="*/ 5 h 5"/>
                <a:gd name="T18" fmla="*/ 2 w 4"/>
                <a:gd name="T1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5">
                  <a:moveTo>
                    <a:pt x="2" y="5"/>
                  </a:moveTo>
                  <a:lnTo>
                    <a:pt x="2" y="5"/>
                  </a:lnTo>
                  <a:lnTo>
                    <a:pt x="4" y="2"/>
                  </a:lnTo>
                  <a:lnTo>
                    <a:pt x="4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0" y="3"/>
                  </a:lnTo>
                  <a:lnTo>
                    <a:pt x="0" y="5"/>
                  </a:lnTo>
                  <a:lnTo>
                    <a:pt x="2" y="5"/>
                  </a:lnTo>
                  <a:lnTo>
                    <a:pt x="2" y="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23" name="Freeform 105">
              <a:extLst>
                <a:ext uri="{FF2B5EF4-FFF2-40B4-BE49-F238E27FC236}">
                  <a16:creationId xmlns:a16="http://schemas.microsoft.com/office/drawing/2014/main" id="{FF473699-F662-4B8B-A5C6-6AA08A03A069}"/>
                </a:ext>
              </a:extLst>
            </p:cNvPr>
            <p:cNvSpPr>
              <a:spLocks/>
            </p:cNvSpPr>
            <p:nvPr/>
          </p:nvSpPr>
          <p:spPr bwMode="auto">
            <a:xfrm>
              <a:off x="6930465" y="1149623"/>
              <a:ext cx="7415" cy="8898"/>
            </a:xfrm>
            <a:custGeom>
              <a:avLst/>
              <a:gdLst>
                <a:gd name="T0" fmla="*/ 2 w 5"/>
                <a:gd name="T1" fmla="*/ 6 h 6"/>
                <a:gd name="T2" fmla="*/ 2 w 5"/>
                <a:gd name="T3" fmla="*/ 6 h 6"/>
                <a:gd name="T4" fmla="*/ 5 w 5"/>
                <a:gd name="T5" fmla="*/ 6 h 6"/>
                <a:gd name="T6" fmla="*/ 5 w 5"/>
                <a:gd name="T7" fmla="*/ 4 h 6"/>
                <a:gd name="T8" fmla="*/ 0 w 5"/>
                <a:gd name="T9" fmla="*/ 0 h 6"/>
                <a:gd name="T10" fmla="*/ 2 w 5"/>
                <a:gd name="T11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6">
                  <a:moveTo>
                    <a:pt x="2" y="6"/>
                  </a:moveTo>
                  <a:lnTo>
                    <a:pt x="2" y="6"/>
                  </a:lnTo>
                  <a:lnTo>
                    <a:pt x="5" y="6"/>
                  </a:lnTo>
                  <a:lnTo>
                    <a:pt x="5" y="4"/>
                  </a:lnTo>
                  <a:lnTo>
                    <a:pt x="0" y="0"/>
                  </a:lnTo>
                  <a:lnTo>
                    <a:pt x="2" y="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24" name="Freeform 106">
              <a:extLst>
                <a:ext uri="{FF2B5EF4-FFF2-40B4-BE49-F238E27FC236}">
                  <a16:creationId xmlns:a16="http://schemas.microsoft.com/office/drawing/2014/main" id="{75ECD12A-6022-4CF9-B17B-399D7367E92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7499" y="1208944"/>
              <a:ext cx="29660" cy="25212"/>
            </a:xfrm>
            <a:custGeom>
              <a:avLst/>
              <a:gdLst>
                <a:gd name="T0" fmla="*/ 9 w 20"/>
                <a:gd name="T1" fmla="*/ 17 h 17"/>
                <a:gd name="T2" fmla="*/ 9 w 20"/>
                <a:gd name="T3" fmla="*/ 17 h 17"/>
                <a:gd name="T4" fmla="*/ 11 w 20"/>
                <a:gd name="T5" fmla="*/ 17 h 17"/>
                <a:gd name="T6" fmla="*/ 11 w 20"/>
                <a:gd name="T7" fmla="*/ 15 h 17"/>
                <a:gd name="T8" fmla="*/ 11 w 20"/>
                <a:gd name="T9" fmla="*/ 10 h 17"/>
                <a:gd name="T10" fmla="*/ 11 w 20"/>
                <a:gd name="T11" fmla="*/ 10 h 17"/>
                <a:gd name="T12" fmla="*/ 18 w 20"/>
                <a:gd name="T13" fmla="*/ 10 h 17"/>
                <a:gd name="T14" fmla="*/ 20 w 20"/>
                <a:gd name="T15" fmla="*/ 8 h 17"/>
                <a:gd name="T16" fmla="*/ 20 w 20"/>
                <a:gd name="T17" fmla="*/ 6 h 17"/>
                <a:gd name="T18" fmla="*/ 17 w 20"/>
                <a:gd name="T19" fmla="*/ 6 h 17"/>
                <a:gd name="T20" fmla="*/ 0 w 20"/>
                <a:gd name="T21" fmla="*/ 0 h 17"/>
                <a:gd name="T22" fmla="*/ 0 w 20"/>
                <a:gd name="T23" fmla="*/ 0 h 17"/>
                <a:gd name="T24" fmla="*/ 0 w 20"/>
                <a:gd name="T25" fmla="*/ 10 h 17"/>
                <a:gd name="T26" fmla="*/ 0 w 20"/>
                <a:gd name="T27" fmla="*/ 17 h 17"/>
                <a:gd name="T28" fmla="*/ 0 w 20"/>
                <a:gd name="T29" fmla="*/ 17 h 17"/>
                <a:gd name="T30" fmla="*/ 4 w 20"/>
                <a:gd name="T31" fmla="*/ 17 h 17"/>
                <a:gd name="T32" fmla="*/ 9 w 20"/>
                <a:gd name="T33" fmla="*/ 17 h 17"/>
                <a:gd name="T34" fmla="*/ 9 w 20"/>
                <a:gd name="T35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0" h="17">
                  <a:moveTo>
                    <a:pt x="9" y="17"/>
                  </a:moveTo>
                  <a:lnTo>
                    <a:pt x="9" y="17"/>
                  </a:lnTo>
                  <a:lnTo>
                    <a:pt x="11" y="17"/>
                  </a:lnTo>
                  <a:lnTo>
                    <a:pt x="11" y="15"/>
                  </a:lnTo>
                  <a:lnTo>
                    <a:pt x="11" y="10"/>
                  </a:lnTo>
                  <a:lnTo>
                    <a:pt x="11" y="10"/>
                  </a:lnTo>
                  <a:lnTo>
                    <a:pt x="18" y="10"/>
                  </a:lnTo>
                  <a:lnTo>
                    <a:pt x="20" y="8"/>
                  </a:lnTo>
                  <a:lnTo>
                    <a:pt x="20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10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4" y="17"/>
                  </a:lnTo>
                  <a:lnTo>
                    <a:pt x="9" y="17"/>
                  </a:lnTo>
                  <a:lnTo>
                    <a:pt x="9" y="1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25" name="Freeform 107">
              <a:extLst>
                <a:ext uri="{FF2B5EF4-FFF2-40B4-BE49-F238E27FC236}">
                  <a16:creationId xmlns:a16="http://schemas.microsoft.com/office/drawing/2014/main" id="{1F086D24-88F5-446A-9BF1-24F57C31A45A}"/>
                </a:ext>
              </a:extLst>
            </p:cNvPr>
            <p:cNvSpPr>
              <a:spLocks/>
            </p:cNvSpPr>
            <p:nvPr/>
          </p:nvSpPr>
          <p:spPr bwMode="auto">
            <a:xfrm>
              <a:off x="6954194" y="1238604"/>
              <a:ext cx="19280" cy="22246"/>
            </a:xfrm>
            <a:custGeom>
              <a:avLst/>
              <a:gdLst>
                <a:gd name="T0" fmla="*/ 11 w 13"/>
                <a:gd name="T1" fmla="*/ 15 h 15"/>
                <a:gd name="T2" fmla="*/ 13 w 13"/>
                <a:gd name="T3" fmla="*/ 2 h 15"/>
                <a:gd name="T4" fmla="*/ 6 w 13"/>
                <a:gd name="T5" fmla="*/ 0 h 15"/>
                <a:gd name="T6" fmla="*/ 6 w 13"/>
                <a:gd name="T7" fmla="*/ 0 h 15"/>
                <a:gd name="T8" fmla="*/ 0 w 13"/>
                <a:gd name="T9" fmla="*/ 4 h 15"/>
                <a:gd name="T10" fmla="*/ 0 w 13"/>
                <a:gd name="T11" fmla="*/ 6 h 15"/>
                <a:gd name="T12" fmla="*/ 0 w 13"/>
                <a:gd name="T13" fmla="*/ 8 h 15"/>
                <a:gd name="T14" fmla="*/ 6 w 13"/>
                <a:gd name="T15" fmla="*/ 11 h 15"/>
                <a:gd name="T16" fmla="*/ 11 w 13"/>
                <a:gd name="T17" fmla="*/ 15 h 15"/>
                <a:gd name="T18" fmla="*/ 11 w 13"/>
                <a:gd name="T19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" h="15">
                  <a:moveTo>
                    <a:pt x="11" y="15"/>
                  </a:moveTo>
                  <a:lnTo>
                    <a:pt x="13" y="2"/>
                  </a:lnTo>
                  <a:lnTo>
                    <a:pt x="6" y="0"/>
                  </a:lnTo>
                  <a:lnTo>
                    <a:pt x="6" y="0"/>
                  </a:lnTo>
                  <a:lnTo>
                    <a:pt x="0" y="4"/>
                  </a:lnTo>
                  <a:lnTo>
                    <a:pt x="0" y="6"/>
                  </a:lnTo>
                  <a:lnTo>
                    <a:pt x="0" y="8"/>
                  </a:lnTo>
                  <a:lnTo>
                    <a:pt x="6" y="11"/>
                  </a:lnTo>
                  <a:lnTo>
                    <a:pt x="11" y="15"/>
                  </a:lnTo>
                  <a:lnTo>
                    <a:pt x="11" y="1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26" name="Freeform 108">
              <a:extLst>
                <a:ext uri="{FF2B5EF4-FFF2-40B4-BE49-F238E27FC236}">
                  <a16:creationId xmlns:a16="http://schemas.microsoft.com/office/drawing/2014/main" id="{FD3783FF-1A0A-44DD-9D0B-6EA3A076A44D}"/>
                </a:ext>
              </a:extLst>
            </p:cNvPr>
            <p:cNvSpPr>
              <a:spLocks/>
            </p:cNvSpPr>
            <p:nvPr/>
          </p:nvSpPr>
          <p:spPr bwMode="auto">
            <a:xfrm>
              <a:off x="6973472" y="1191147"/>
              <a:ext cx="51906" cy="40042"/>
            </a:xfrm>
            <a:custGeom>
              <a:avLst/>
              <a:gdLst>
                <a:gd name="T0" fmla="*/ 18 w 35"/>
                <a:gd name="T1" fmla="*/ 27 h 27"/>
                <a:gd name="T2" fmla="*/ 18 w 35"/>
                <a:gd name="T3" fmla="*/ 27 h 27"/>
                <a:gd name="T4" fmla="*/ 17 w 35"/>
                <a:gd name="T5" fmla="*/ 22 h 27"/>
                <a:gd name="T6" fmla="*/ 15 w 35"/>
                <a:gd name="T7" fmla="*/ 18 h 27"/>
                <a:gd name="T8" fmla="*/ 15 w 35"/>
                <a:gd name="T9" fmla="*/ 18 h 27"/>
                <a:gd name="T10" fmla="*/ 35 w 35"/>
                <a:gd name="T11" fmla="*/ 18 h 27"/>
                <a:gd name="T12" fmla="*/ 29 w 35"/>
                <a:gd name="T13" fmla="*/ 7 h 27"/>
                <a:gd name="T14" fmla="*/ 29 w 35"/>
                <a:gd name="T15" fmla="*/ 7 h 27"/>
                <a:gd name="T16" fmla="*/ 22 w 35"/>
                <a:gd name="T17" fmla="*/ 5 h 27"/>
                <a:gd name="T18" fmla="*/ 22 w 35"/>
                <a:gd name="T19" fmla="*/ 0 h 27"/>
                <a:gd name="T20" fmla="*/ 22 w 35"/>
                <a:gd name="T21" fmla="*/ 0 h 27"/>
                <a:gd name="T22" fmla="*/ 18 w 35"/>
                <a:gd name="T23" fmla="*/ 0 h 27"/>
                <a:gd name="T24" fmla="*/ 13 w 35"/>
                <a:gd name="T25" fmla="*/ 0 h 27"/>
                <a:gd name="T26" fmla="*/ 13 w 35"/>
                <a:gd name="T27" fmla="*/ 0 h 27"/>
                <a:gd name="T28" fmla="*/ 7 w 35"/>
                <a:gd name="T29" fmla="*/ 5 h 27"/>
                <a:gd name="T30" fmla="*/ 2 w 35"/>
                <a:gd name="T31" fmla="*/ 11 h 27"/>
                <a:gd name="T32" fmla="*/ 0 w 35"/>
                <a:gd name="T33" fmla="*/ 16 h 27"/>
                <a:gd name="T34" fmla="*/ 0 w 35"/>
                <a:gd name="T35" fmla="*/ 20 h 27"/>
                <a:gd name="T36" fmla="*/ 2 w 35"/>
                <a:gd name="T37" fmla="*/ 23 h 27"/>
                <a:gd name="T38" fmla="*/ 6 w 35"/>
                <a:gd name="T39" fmla="*/ 25 h 27"/>
                <a:gd name="T40" fmla="*/ 11 w 35"/>
                <a:gd name="T41" fmla="*/ 27 h 27"/>
                <a:gd name="T42" fmla="*/ 18 w 35"/>
                <a:gd name="T43" fmla="*/ 27 h 27"/>
                <a:gd name="T44" fmla="*/ 18 w 35"/>
                <a:gd name="T45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5" h="27">
                  <a:moveTo>
                    <a:pt x="18" y="27"/>
                  </a:moveTo>
                  <a:lnTo>
                    <a:pt x="18" y="27"/>
                  </a:lnTo>
                  <a:lnTo>
                    <a:pt x="17" y="22"/>
                  </a:lnTo>
                  <a:lnTo>
                    <a:pt x="15" y="18"/>
                  </a:lnTo>
                  <a:lnTo>
                    <a:pt x="15" y="18"/>
                  </a:lnTo>
                  <a:lnTo>
                    <a:pt x="35" y="18"/>
                  </a:lnTo>
                  <a:lnTo>
                    <a:pt x="29" y="7"/>
                  </a:lnTo>
                  <a:lnTo>
                    <a:pt x="29" y="7"/>
                  </a:lnTo>
                  <a:lnTo>
                    <a:pt x="22" y="5"/>
                  </a:lnTo>
                  <a:lnTo>
                    <a:pt x="22" y="0"/>
                  </a:lnTo>
                  <a:lnTo>
                    <a:pt x="22" y="0"/>
                  </a:lnTo>
                  <a:lnTo>
                    <a:pt x="18" y="0"/>
                  </a:lnTo>
                  <a:lnTo>
                    <a:pt x="13" y="0"/>
                  </a:lnTo>
                  <a:lnTo>
                    <a:pt x="13" y="0"/>
                  </a:lnTo>
                  <a:lnTo>
                    <a:pt x="7" y="5"/>
                  </a:lnTo>
                  <a:lnTo>
                    <a:pt x="2" y="11"/>
                  </a:lnTo>
                  <a:lnTo>
                    <a:pt x="0" y="16"/>
                  </a:lnTo>
                  <a:lnTo>
                    <a:pt x="0" y="20"/>
                  </a:lnTo>
                  <a:lnTo>
                    <a:pt x="2" y="23"/>
                  </a:lnTo>
                  <a:lnTo>
                    <a:pt x="6" y="25"/>
                  </a:lnTo>
                  <a:lnTo>
                    <a:pt x="11" y="27"/>
                  </a:lnTo>
                  <a:lnTo>
                    <a:pt x="18" y="27"/>
                  </a:lnTo>
                  <a:lnTo>
                    <a:pt x="18" y="2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27" name="Freeform 109">
              <a:extLst>
                <a:ext uri="{FF2B5EF4-FFF2-40B4-BE49-F238E27FC236}">
                  <a16:creationId xmlns:a16="http://schemas.microsoft.com/office/drawing/2014/main" id="{223BF8FD-1282-4A54-9213-918024371894}"/>
                </a:ext>
              </a:extLst>
            </p:cNvPr>
            <p:cNvSpPr>
              <a:spLocks/>
            </p:cNvSpPr>
            <p:nvPr/>
          </p:nvSpPr>
          <p:spPr bwMode="auto">
            <a:xfrm>
              <a:off x="6862247" y="1149623"/>
              <a:ext cx="14830" cy="13348"/>
            </a:xfrm>
            <a:custGeom>
              <a:avLst/>
              <a:gdLst>
                <a:gd name="T0" fmla="*/ 0 w 10"/>
                <a:gd name="T1" fmla="*/ 0 h 9"/>
                <a:gd name="T2" fmla="*/ 0 w 10"/>
                <a:gd name="T3" fmla="*/ 0 h 9"/>
                <a:gd name="T4" fmla="*/ 2 w 10"/>
                <a:gd name="T5" fmla="*/ 8 h 9"/>
                <a:gd name="T6" fmla="*/ 2 w 10"/>
                <a:gd name="T7" fmla="*/ 8 h 9"/>
                <a:gd name="T8" fmla="*/ 8 w 10"/>
                <a:gd name="T9" fmla="*/ 9 h 9"/>
                <a:gd name="T10" fmla="*/ 10 w 10"/>
                <a:gd name="T11" fmla="*/ 9 h 9"/>
                <a:gd name="T12" fmla="*/ 10 w 10"/>
                <a:gd name="T13" fmla="*/ 8 h 9"/>
                <a:gd name="T14" fmla="*/ 6 w 10"/>
                <a:gd name="T15" fmla="*/ 4 h 9"/>
                <a:gd name="T16" fmla="*/ 0 w 10"/>
                <a:gd name="T17" fmla="*/ 0 h 9"/>
                <a:gd name="T18" fmla="*/ 0 w 10"/>
                <a:gd name="T1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" h="9">
                  <a:moveTo>
                    <a:pt x="0" y="0"/>
                  </a:moveTo>
                  <a:lnTo>
                    <a:pt x="0" y="0"/>
                  </a:lnTo>
                  <a:lnTo>
                    <a:pt x="2" y="8"/>
                  </a:lnTo>
                  <a:lnTo>
                    <a:pt x="2" y="8"/>
                  </a:lnTo>
                  <a:lnTo>
                    <a:pt x="8" y="9"/>
                  </a:lnTo>
                  <a:lnTo>
                    <a:pt x="10" y="9"/>
                  </a:lnTo>
                  <a:lnTo>
                    <a:pt x="10" y="8"/>
                  </a:lnTo>
                  <a:lnTo>
                    <a:pt x="6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28" name="Freeform 110">
              <a:extLst>
                <a:ext uri="{FF2B5EF4-FFF2-40B4-BE49-F238E27FC236}">
                  <a16:creationId xmlns:a16="http://schemas.microsoft.com/office/drawing/2014/main" id="{4AB9AB2A-90C3-4C7D-ACA2-E254CCAABE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894873" y="1220808"/>
              <a:ext cx="25212" cy="20762"/>
            </a:xfrm>
            <a:custGeom>
              <a:avLst/>
              <a:gdLst>
                <a:gd name="T0" fmla="*/ 9 w 17"/>
                <a:gd name="T1" fmla="*/ 0 h 14"/>
                <a:gd name="T2" fmla="*/ 9 w 17"/>
                <a:gd name="T3" fmla="*/ 0 h 14"/>
                <a:gd name="T4" fmla="*/ 6 w 17"/>
                <a:gd name="T5" fmla="*/ 2 h 14"/>
                <a:gd name="T6" fmla="*/ 2 w 17"/>
                <a:gd name="T7" fmla="*/ 3 h 14"/>
                <a:gd name="T8" fmla="*/ 0 w 17"/>
                <a:gd name="T9" fmla="*/ 7 h 14"/>
                <a:gd name="T10" fmla="*/ 0 w 17"/>
                <a:gd name="T11" fmla="*/ 9 h 14"/>
                <a:gd name="T12" fmla="*/ 2 w 17"/>
                <a:gd name="T13" fmla="*/ 11 h 14"/>
                <a:gd name="T14" fmla="*/ 6 w 17"/>
                <a:gd name="T15" fmla="*/ 14 h 14"/>
                <a:gd name="T16" fmla="*/ 9 w 17"/>
                <a:gd name="T17" fmla="*/ 14 h 14"/>
                <a:gd name="T18" fmla="*/ 15 w 17"/>
                <a:gd name="T19" fmla="*/ 14 h 14"/>
                <a:gd name="T20" fmla="*/ 15 w 17"/>
                <a:gd name="T21" fmla="*/ 14 h 14"/>
                <a:gd name="T22" fmla="*/ 17 w 17"/>
                <a:gd name="T23" fmla="*/ 12 h 14"/>
                <a:gd name="T24" fmla="*/ 17 w 17"/>
                <a:gd name="T25" fmla="*/ 11 h 14"/>
                <a:gd name="T26" fmla="*/ 15 w 17"/>
                <a:gd name="T27" fmla="*/ 7 h 14"/>
                <a:gd name="T28" fmla="*/ 17 w 17"/>
                <a:gd name="T29" fmla="*/ 7 h 14"/>
                <a:gd name="T30" fmla="*/ 17 w 17"/>
                <a:gd name="T31" fmla="*/ 7 h 14"/>
                <a:gd name="T32" fmla="*/ 17 w 17"/>
                <a:gd name="T33" fmla="*/ 2 h 14"/>
                <a:gd name="T34" fmla="*/ 15 w 17"/>
                <a:gd name="T35" fmla="*/ 0 h 14"/>
                <a:gd name="T36" fmla="*/ 9 w 17"/>
                <a:gd name="T37" fmla="*/ 0 h 14"/>
                <a:gd name="T38" fmla="*/ 9 w 17"/>
                <a:gd name="T3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7" h="14">
                  <a:moveTo>
                    <a:pt x="9" y="0"/>
                  </a:moveTo>
                  <a:lnTo>
                    <a:pt x="9" y="0"/>
                  </a:lnTo>
                  <a:lnTo>
                    <a:pt x="6" y="2"/>
                  </a:lnTo>
                  <a:lnTo>
                    <a:pt x="2" y="3"/>
                  </a:lnTo>
                  <a:lnTo>
                    <a:pt x="0" y="7"/>
                  </a:lnTo>
                  <a:lnTo>
                    <a:pt x="0" y="9"/>
                  </a:lnTo>
                  <a:lnTo>
                    <a:pt x="2" y="11"/>
                  </a:lnTo>
                  <a:lnTo>
                    <a:pt x="6" y="14"/>
                  </a:lnTo>
                  <a:lnTo>
                    <a:pt x="9" y="14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17" y="12"/>
                  </a:lnTo>
                  <a:lnTo>
                    <a:pt x="17" y="11"/>
                  </a:lnTo>
                  <a:lnTo>
                    <a:pt x="15" y="7"/>
                  </a:lnTo>
                  <a:lnTo>
                    <a:pt x="17" y="7"/>
                  </a:lnTo>
                  <a:lnTo>
                    <a:pt x="17" y="7"/>
                  </a:lnTo>
                  <a:lnTo>
                    <a:pt x="17" y="2"/>
                  </a:lnTo>
                  <a:lnTo>
                    <a:pt x="15" y="0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29" name="Freeform 111">
              <a:extLst>
                <a:ext uri="{FF2B5EF4-FFF2-40B4-BE49-F238E27FC236}">
                  <a16:creationId xmlns:a16="http://schemas.microsoft.com/office/drawing/2014/main" id="{037FEFD9-16C2-42F6-80D1-96A694B84C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2866" y="2309333"/>
              <a:ext cx="83048" cy="53388"/>
            </a:xfrm>
            <a:custGeom>
              <a:avLst/>
              <a:gdLst>
                <a:gd name="T0" fmla="*/ 33 w 56"/>
                <a:gd name="T1" fmla="*/ 14 h 36"/>
                <a:gd name="T2" fmla="*/ 33 w 56"/>
                <a:gd name="T3" fmla="*/ 14 h 36"/>
                <a:gd name="T4" fmla="*/ 22 w 56"/>
                <a:gd name="T5" fmla="*/ 2 h 36"/>
                <a:gd name="T6" fmla="*/ 22 w 56"/>
                <a:gd name="T7" fmla="*/ 2 h 36"/>
                <a:gd name="T8" fmla="*/ 12 w 56"/>
                <a:gd name="T9" fmla="*/ 7 h 36"/>
                <a:gd name="T10" fmla="*/ 16 w 56"/>
                <a:gd name="T11" fmla="*/ 0 h 36"/>
                <a:gd name="T12" fmla="*/ 11 w 56"/>
                <a:gd name="T13" fmla="*/ 0 h 36"/>
                <a:gd name="T14" fmla="*/ 11 w 56"/>
                <a:gd name="T15" fmla="*/ 0 h 36"/>
                <a:gd name="T16" fmla="*/ 7 w 56"/>
                <a:gd name="T17" fmla="*/ 4 h 36"/>
                <a:gd name="T18" fmla="*/ 3 w 56"/>
                <a:gd name="T19" fmla="*/ 7 h 36"/>
                <a:gd name="T20" fmla="*/ 3 w 56"/>
                <a:gd name="T21" fmla="*/ 7 h 36"/>
                <a:gd name="T22" fmla="*/ 3 w 56"/>
                <a:gd name="T23" fmla="*/ 9 h 36"/>
                <a:gd name="T24" fmla="*/ 3 w 56"/>
                <a:gd name="T25" fmla="*/ 13 h 36"/>
                <a:gd name="T26" fmla="*/ 3 w 56"/>
                <a:gd name="T27" fmla="*/ 18 h 36"/>
                <a:gd name="T28" fmla="*/ 3 w 56"/>
                <a:gd name="T29" fmla="*/ 18 h 36"/>
                <a:gd name="T30" fmla="*/ 0 w 56"/>
                <a:gd name="T31" fmla="*/ 24 h 36"/>
                <a:gd name="T32" fmla="*/ 0 w 56"/>
                <a:gd name="T33" fmla="*/ 24 h 36"/>
                <a:gd name="T34" fmla="*/ 5 w 56"/>
                <a:gd name="T35" fmla="*/ 27 h 36"/>
                <a:gd name="T36" fmla="*/ 11 w 56"/>
                <a:gd name="T37" fmla="*/ 29 h 36"/>
                <a:gd name="T38" fmla="*/ 18 w 56"/>
                <a:gd name="T39" fmla="*/ 33 h 36"/>
                <a:gd name="T40" fmla="*/ 18 w 56"/>
                <a:gd name="T41" fmla="*/ 33 h 36"/>
                <a:gd name="T42" fmla="*/ 31 w 56"/>
                <a:gd name="T43" fmla="*/ 34 h 36"/>
                <a:gd name="T44" fmla="*/ 40 w 56"/>
                <a:gd name="T45" fmla="*/ 34 h 36"/>
                <a:gd name="T46" fmla="*/ 40 w 56"/>
                <a:gd name="T47" fmla="*/ 34 h 36"/>
                <a:gd name="T48" fmla="*/ 49 w 56"/>
                <a:gd name="T49" fmla="*/ 36 h 36"/>
                <a:gd name="T50" fmla="*/ 56 w 56"/>
                <a:gd name="T51" fmla="*/ 33 h 36"/>
                <a:gd name="T52" fmla="*/ 53 w 56"/>
                <a:gd name="T53" fmla="*/ 18 h 36"/>
                <a:gd name="T54" fmla="*/ 53 w 56"/>
                <a:gd name="T55" fmla="*/ 18 h 36"/>
                <a:gd name="T56" fmla="*/ 43 w 56"/>
                <a:gd name="T57" fmla="*/ 18 h 36"/>
                <a:gd name="T58" fmla="*/ 38 w 56"/>
                <a:gd name="T59" fmla="*/ 16 h 36"/>
                <a:gd name="T60" fmla="*/ 33 w 56"/>
                <a:gd name="T61" fmla="*/ 14 h 36"/>
                <a:gd name="T62" fmla="*/ 33 w 56"/>
                <a:gd name="T63" fmla="*/ 14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56" h="36">
                  <a:moveTo>
                    <a:pt x="33" y="14"/>
                  </a:moveTo>
                  <a:lnTo>
                    <a:pt x="33" y="14"/>
                  </a:lnTo>
                  <a:lnTo>
                    <a:pt x="22" y="2"/>
                  </a:lnTo>
                  <a:lnTo>
                    <a:pt x="22" y="2"/>
                  </a:lnTo>
                  <a:lnTo>
                    <a:pt x="12" y="7"/>
                  </a:lnTo>
                  <a:lnTo>
                    <a:pt x="16" y="0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7" y="4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lnTo>
                    <a:pt x="3" y="13"/>
                  </a:lnTo>
                  <a:lnTo>
                    <a:pt x="3" y="18"/>
                  </a:lnTo>
                  <a:lnTo>
                    <a:pt x="3" y="18"/>
                  </a:lnTo>
                  <a:lnTo>
                    <a:pt x="0" y="24"/>
                  </a:lnTo>
                  <a:lnTo>
                    <a:pt x="0" y="24"/>
                  </a:lnTo>
                  <a:lnTo>
                    <a:pt x="5" y="27"/>
                  </a:lnTo>
                  <a:lnTo>
                    <a:pt x="11" y="29"/>
                  </a:lnTo>
                  <a:lnTo>
                    <a:pt x="18" y="33"/>
                  </a:lnTo>
                  <a:lnTo>
                    <a:pt x="18" y="33"/>
                  </a:lnTo>
                  <a:lnTo>
                    <a:pt x="31" y="34"/>
                  </a:lnTo>
                  <a:lnTo>
                    <a:pt x="40" y="34"/>
                  </a:lnTo>
                  <a:lnTo>
                    <a:pt x="40" y="34"/>
                  </a:lnTo>
                  <a:lnTo>
                    <a:pt x="49" y="36"/>
                  </a:lnTo>
                  <a:lnTo>
                    <a:pt x="56" y="33"/>
                  </a:lnTo>
                  <a:lnTo>
                    <a:pt x="53" y="18"/>
                  </a:lnTo>
                  <a:lnTo>
                    <a:pt x="53" y="18"/>
                  </a:lnTo>
                  <a:lnTo>
                    <a:pt x="43" y="18"/>
                  </a:lnTo>
                  <a:lnTo>
                    <a:pt x="38" y="16"/>
                  </a:lnTo>
                  <a:lnTo>
                    <a:pt x="33" y="14"/>
                  </a:lnTo>
                  <a:lnTo>
                    <a:pt x="33" y="1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30" name="Freeform 112">
              <a:extLst>
                <a:ext uri="{FF2B5EF4-FFF2-40B4-BE49-F238E27FC236}">
                  <a16:creationId xmlns:a16="http://schemas.microsoft.com/office/drawing/2014/main" id="{E5D143EC-81BC-43E1-B344-66BBDD538093}"/>
                </a:ext>
              </a:extLst>
            </p:cNvPr>
            <p:cNvSpPr>
              <a:spLocks/>
            </p:cNvSpPr>
            <p:nvPr/>
          </p:nvSpPr>
          <p:spPr bwMode="auto">
            <a:xfrm>
              <a:off x="6917118" y="1115515"/>
              <a:ext cx="16314" cy="16314"/>
            </a:xfrm>
            <a:custGeom>
              <a:avLst/>
              <a:gdLst>
                <a:gd name="T0" fmla="*/ 4 w 11"/>
                <a:gd name="T1" fmla="*/ 9 h 11"/>
                <a:gd name="T2" fmla="*/ 4 w 11"/>
                <a:gd name="T3" fmla="*/ 9 h 11"/>
                <a:gd name="T4" fmla="*/ 7 w 11"/>
                <a:gd name="T5" fmla="*/ 11 h 11"/>
                <a:gd name="T6" fmla="*/ 7 w 11"/>
                <a:gd name="T7" fmla="*/ 9 h 11"/>
                <a:gd name="T8" fmla="*/ 5 w 11"/>
                <a:gd name="T9" fmla="*/ 9 h 11"/>
                <a:gd name="T10" fmla="*/ 7 w 11"/>
                <a:gd name="T11" fmla="*/ 7 h 11"/>
                <a:gd name="T12" fmla="*/ 7 w 11"/>
                <a:gd name="T13" fmla="*/ 7 h 11"/>
                <a:gd name="T14" fmla="*/ 11 w 11"/>
                <a:gd name="T15" fmla="*/ 5 h 11"/>
                <a:gd name="T16" fmla="*/ 9 w 11"/>
                <a:gd name="T17" fmla="*/ 3 h 11"/>
                <a:gd name="T18" fmla="*/ 2 w 11"/>
                <a:gd name="T19" fmla="*/ 0 h 11"/>
                <a:gd name="T20" fmla="*/ 2 w 11"/>
                <a:gd name="T21" fmla="*/ 0 h 11"/>
                <a:gd name="T22" fmla="*/ 2 w 11"/>
                <a:gd name="T23" fmla="*/ 1 h 11"/>
                <a:gd name="T24" fmla="*/ 0 w 11"/>
                <a:gd name="T25" fmla="*/ 5 h 11"/>
                <a:gd name="T26" fmla="*/ 0 w 11"/>
                <a:gd name="T27" fmla="*/ 5 h 11"/>
                <a:gd name="T28" fmla="*/ 2 w 11"/>
                <a:gd name="T29" fmla="*/ 7 h 11"/>
                <a:gd name="T30" fmla="*/ 4 w 11"/>
                <a:gd name="T31" fmla="*/ 9 h 11"/>
                <a:gd name="T32" fmla="*/ 4 w 11"/>
                <a:gd name="T33" fmla="*/ 9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1" h="11">
                  <a:moveTo>
                    <a:pt x="4" y="9"/>
                  </a:moveTo>
                  <a:lnTo>
                    <a:pt x="4" y="9"/>
                  </a:lnTo>
                  <a:lnTo>
                    <a:pt x="7" y="11"/>
                  </a:lnTo>
                  <a:lnTo>
                    <a:pt x="7" y="9"/>
                  </a:lnTo>
                  <a:lnTo>
                    <a:pt x="5" y="9"/>
                  </a:lnTo>
                  <a:lnTo>
                    <a:pt x="7" y="7"/>
                  </a:lnTo>
                  <a:lnTo>
                    <a:pt x="7" y="7"/>
                  </a:lnTo>
                  <a:lnTo>
                    <a:pt x="11" y="5"/>
                  </a:lnTo>
                  <a:lnTo>
                    <a:pt x="9" y="3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1"/>
                  </a:lnTo>
                  <a:lnTo>
                    <a:pt x="0" y="5"/>
                  </a:lnTo>
                  <a:lnTo>
                    <a:pt x="0" y="5"/>
                  </a:lnTo>
                  <a:lnTo>
                    <a:pt x="2" y="7"/>
                  </a:lnTo>
                  <a:lnTo>
                    <a:pt x="4" y="9"/>
                  </a:lnTo>
                  <a:lnTo>
                    <a:pt x="4" y="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31" name="Freeform 113">
              <a:extLst>
                <a:ext uri="{FF2B5EF4-FFF2-40B4-BE49-F238E27FC236}">
                  <a16:creationId xmlns:a16="http://schemas.microsoft.com/office/drawing/2014/main" id="{5EF91FD4-73EF-4AB1-B42D-15EF294D5E5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78560" y="1155555"/>
              <a:ext cx="48940" cy="32626"/>
            </a:xfrm>
            <a:custGeom>
              <a:avLst/>
              <a:gdLst>
                <a:gd name="T0" fmla="*/ 4 w 33"/>
                <a:gd name="T1" fmla="*/ 0 h 22"/>
                <a:gd name="T2" fmla="*/ 4 w 33"/>
                <a:gd name="T3" fmla="*/ 0 h 22"/>
                <a:gd name="T4" fmla="*/ 0 w 33"/>
                <a:gd name="T5" fmla="*/ 7 h 22"/>
                <a:gd name="T6" fmla="*/ 0 w 33"/>
                <a:gd name="T7" fmla="*/ 7 h 22"/>
                <a:gd name="T8" fmla="*/ 11 w 33"/>
                <a:gd name="T9" fmla="*/ 9 h 22"/>
                <a:gd name="T10" fmla="*/ 20 w 33"/>
                <a:gd name="T11" fmla="*/ 13 h 22"/>
                <a:gd name="T12" fmla="*/ 22 w 33"/>
                <a:gd name="T13" fmla="*/ 16 h 22"/>
                <a:gd name="T14" fmla="*/ 22 w 33"/>
                <a:gd name="T15" fmla="*/ 16 h 22"/>
                <a:gd name="T16" fmla="*/ 15 w 33"/>
                <a:gd name="T17" fmla="*/ 15 h 22"/>
                <a:gd name="T18" fmla="*/ 15 w 33"/>
                <a:gd name="T19" fmla="*/ 15 h 22"/>
                <a:gd name="T20" fmla="*/ 4 w 33"/>
                <a:gd name="T21" fmla="*/ 16 h 22"/>
                <a:gd name="T22" fmla="*/ 4 w 33"/>
                <a:gd name="T23" fmla="*/ 22 h 22"/>
                <a:gd name="T24" fmla="*/ 4 w 33"/>
                <a:gd name="T25" fmla="*/ 22 h 22"/>
                <a:gd name="T26" fmla="*/ 15 w 33"/>
                <a:gd name="T27" fmla="*/ 22 h 22"/>
                <a:gd name="T28" fmla="*/ 22 w 33"/>
                <a:gd name="T29" fmla="*/ 22 h 22"/>
                <a:gd name="T30" fmla="*/ 22 w 33"/>
                <a:gd name="T31" fmla="*/ 22 h 22"/>
                <a:gd name="T32" fmla="*/ 26 w 33"/>
                <a:gd name="T33" fmla="*/ 18 h 22"/>
                <a:gd name="T34" fmla="*/ 30 w 33"/>
                <a:gd name="T35" fmla="*/ 15 h 22"/>
                <a:gd name="T36" fmla="*/ 30 w 33"/>
                <a:gd name="T37" fmla="*/ 15 h 22"/>
                <a:gd name="T38" fmla="*/ 28 w 33"/>
                <a:gd name="T39" fmla="*/ 13 h 22"/>
                <a:gd name="T40" fmla="*/ 26 w 33"/>
                <a:gd name="T41" fmla="*/ 9 h 22"/>
                <a:gd name="T42" fmla="*/ 33 w 33"/>
                <a:gd name="T43" fmla="*/ 7 h 22"/>
                <a:gd name="T44" fmla="*/ 33 w 33"/>
                <a:gd name="T45" fmla="*/ 2 h 22"/>
                <a:gd name="T46" fmla="*/ 33 w 33"/>
                <a:gd name="T47" fmla="*/ 2 h 22"/>
                <a:gd name="T48" fmla="*/ 26 w 33"/>
                <a:gd name="T49" fmla="*/ 0 h 22"/>
                <a:gd name="T50" fmla="*/ 26 w 33"/>
                <a:gd name="T51" fmla="*/ 0 h 22"/>
                <a:gd name="T52" fmla="*/ 22 w 33"/>
                <a:gd name="T53" fmla="*/ 0 h 22"/>
                <a:gd name="T54" fmla="*/ 19 w 33"/>
                <a:gd name="T55" fmla="*/ 0 h 22"/>
                <a:gd name="T56" fmla="*/ 13 w 33"/>
                <a:gd name="T57" fmla="*/ 2 h 22"/>
                <a:gd name="T58" fmla="*/ 13 w 33"/>
                <a:gd name="T59" fmla="*/ 2 h 22"/>
                <a:gd name="T60" fmla="*/ 4 w 33"/>
                <a:gd name="T61" fmla="*/ 0 h 22"/>
                <a:gd name="T62" fmla="*/ 4 w 33"/>
                <a:gd name="T63" fmla="*/ 0 h 22"/>
                <a:gd name="T64" fmla="*/ 19 w 33"/>
                <a:gd name="T65" fmla="*/ 4 h 22"/>
                <a:gd name="T66" fmla="*/ 19 w 33"/>
                <a:gd name="T67" fmla="*/ 4 h 22"/>
                <a:gd name="T68" fmla="*/ 22 w 33"/>
                <a:gd name="T69" fmla="*/ 5 h 22"/>
                <a:gd name="T70" fmla="*/ 24 w 33"/>
                <a:gd name="T71" fmla="*/ 9 h 22"/>
                <a:gd name="T72" fmla="*/ 24 w 33"/>
                <a:gd name="T73" fmla="*/ 9 h 22"/>
                <a:gd name="T74" fmla="*/ 19 w 33"/>
                <a:gd name="T75" fmla="*/ 9 h 22"/>
                <a:gd name="T76" fmla="*/ 19 w 33"/>
                <a:gd name="T77" fmla="*/ 9 h 22"/>
                <a:gd name="T78" fmla="*/ 15 w 33"/>
                <a:gd name="T79" fmla="*/ 7 h 22"/>
                <a:gd name="T80" fmla="*/ 15 w 33"/>
                <a:gd name="T81" fmla="*/ 5 h 22"/>
                <a:gd name="T82" fmla="*/ 19 w 33"/>
                <a:gd name="T83" fmla="*/ 4 h 22"/>
                <a:gd name="T84" fmla="*/ 19 w 33"/>
                <a:gd name="T85" fmla="*/ 4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3" h="22">
                  <a:moveTo>
                    <a:pt x="4" y="0"/>
                  </a:moveTo>
                  <a:lnTo>
                    <a:pt x="4" y="0"/>
                  </a:lnTo>
                  <a:lnTo>
                    <a:pt x="0" y="7"/>
                  </a:lnTo>
                  <a:lnTo>
                    <a:pt x="0" y="7"/>
                  </a:lnTo>
                  <a:lnTo>
                    <a:pt x="11" y="9"/>
                  </a:lnTo>
                  <a:lnTo>
                    <a:pt x="20" y="13"/>
                  </a:lnTo>
                  <a:lnTo>
                    <a:pt x="22" y="16"/>
                  </a:lnTo>
                  <a:lnTo>
                    <a:pt x="22" y="16"/>
                  </a:lnTo>
                  <a:lnTo>
                    <a:pt x="15" y="15"/>
                  </a:lnTo>
                  <a:lnTo>
                    <a:pt x="15" y="15"/>
                  </a:lnTo>
                  <a:lnTo>
                    <a:pt x="4" y="16"/>
                  </a:lnTo>
                  <a:lnTo>
                    <a:pt x="4" y="22"/>
                  </a:lnTo>
                  <a:lnTo>
                    <a:pt x="4" y="22"/>
                  </a:lnTo>
                  <a:lnTo>
                    <a:pt x="15" y="22"/>
                  </a:lnTo>
                  <a:lnTo>
                    <a:pt x="22" y="22"/>
                  </a:lnTo>
                  <a:lnTo>
                    <a:pt x="22" y="22"/>
                  </a:lnTo>
                  <a:lnTo>
                    <a:pt x="26" y="18"/>
                  </a:lnTo>
                  <a:lnTo>
                    <a:pt x="30" y="15"/>
                  </a:lnTo>
                  <a:lnTo>
                    <a:pt x="30" y="15"/>
                  </a:lnTo>
                  <a:lnTo>
                    <a:pt x="28" y="13"/>
                  </a:lnTo>
                  <a:lnTo>
                    <a:pt x="26" y="9"/>
                  </a:lnTo>
                  <a:lnTo>
                    <a:pt x="33" y="7"/>
                  </a:lnTo>
                  <a:lnTo>
                    <a:pt x="33" y="2"/>
                  </a:lnTo>
                  <a:lnTo>
                    <a:pt x="33" y="2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22" y="0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13" y="2"/>
                  </a:lnTo>
                  <a:lnTo>
                    <a:pt x="4" y="0"/>
                  </a:lnTo>
                  <a:lnTo>
                    <a:pt x="4" y="0"/>
                  </a:lnTo>
                  <a:close/>
                  <a:moveTo>
                    <a:pt x="19" y="4"/>
                  </a:moveTo>
                  <a:lnTo>
                    <a:pt x="19" y="4"/>
                  </a:lnTo>
                  <a:lnTo>
                    <a:pt x="22" y="5"/>
                  </a:lnTo>
                  <a:lnTo>
                    <a:pt x="24" y="9"/>
                  </a:lnTo>
                  <a:lnTo>
                    <a:pt x="24" y="9"/>
                  </a:lnTo>
                  <a:lnTo>
                    <a:pt x="19" y="9"/>
                  </a:lnTo>
                  <a:lnTo>
                    <a:pt x="19" y="9"/>
                  </a:lnTo>
                  <a:lnTo>
                    <a:pt x="15" y="7"/>
                  </a:lnTo>
                  <a:lnTo>
                    <a:pt x="15" y="5"/>
                  </a:lnTo>
                  <a:lnTo>
                    <a:pt x="19" y="4"/>
                  </a:lnTo>
                  <a:lnTo>
                    <a:pt x="19" y="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32" name="Freeform 114">
              <a:extLst>
                <a:ext uri="{FF2B5EF4-FFF2-40B4-BE49-F238E27FC236}">
                  <a16:creationId xmlns:a16="http://schemas.microsoft.com/office/drawing/2014/main" id="{46E9CD98-541B-421B-B44A-533D5DDADCC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7725" y="1526306"/>
              <a:ext cx="2156289" cy="1227928"/>
            </a:xfrm>
            <a:custGeom>
              <a:avLst/>
              <a:gdLst>
                <a:gd name="T0" fmla="*/ 173 w 1454"/>
                <a:gd name="T1" fmla="*/ 674 h 828"/>
                <a:gd name="T2" fmla="*/ 336 w 1454"/>
                <a:gd name="T3" fmla="*/ 655 h 828"/>
                <a:gd name="T4" fmla="*/ 423 w 1454"/>
                <a:gd name="T5" fmla="*/ 590 h 828"/>
                <a:gd name="T6" fmla="*/ 538 w 1454"/>
                <a:gd name="T7" fmla="*/ 714 h 828"/>
                <a:gd name="T8" fmla="*/ 540 w 1454"/>
                <a:gd name="T9" fmla="*/ 770 h 828"/>
                <a:gd name="T10" fmla="*/ 531 w 1454"/>
                <a:gd name="T11" fmla="*/ 816 h 828"/>
                <a:gd name="T12" fmla="*/ 594 w 1454"/>
                <a:gd name="T13" fmla="*/ 792 h 828"/>
                <a:gd name="T14" fmla="*/ 649 w 1454"/>
                <a:gd name="T15" fmla="*/ 717 h 828"/>
                <a:gd name="T16" fmla="*/ 669 w 1454"/>
                <a:gd name="T17" fmla="*/ 644 h 828"/>
                <a:gd name="T18" fmla="*/ 680 w 1454"/>
                <a:gd name="T19" fmla="*/ 586 h 828"/>
                <a:gd name="T20" fmla="*/ 633 w 1454"/>
                <a:gd name="T21" fmla="*/ 579 h 828"/>
                <a:gd name="T22" fmla="*/ 613 w 1454"/>
                <a:gd name="T23" fmla="*/ 552 h 828"/>
                <a:gd name="T24" fmla="*/ 649 w 1454"/>
                <a:gd name="T25" fmla="*/ 481 h 828"/>
                <a:gd name="T26" fmla="*/ 711 w 1454"/>
                <a:gd name="T27" fmla="*/ 420 h 828"/>
                <a:gd name="T28" fmla="*/ 782 w 1454"/>
                <a:gd name="T29" fmla="*/ 428 h 828"/>
                <a:gd name="T30" fmla="*/ 853 w 1454"/>
                <a:gd name="T31" fmla="*/ 413 h 828"/>
                <a:gd name="T32" fmla="*/ 871 w 1454"/>
                <a:gd name="T33" fmla="*/ 437 h 828"/>
                <a:gd name="T34" fmla="*/ 891 w 1454"/>
                <a:gd name="T35" fmla="*/ 417 h 828"/>
                <a:gd name="T36" fmla="*/ 933 w 1454"/>
                <a:gd name="T37" fmla="*/ 360 h 828"/>
                <a:gd name="T38" fmla="*/ 984 w 1454"/>
                <a:gd name="T39" fmla="*/ 377 h 828"/>
                <a:gd name="T40" fmla="*/ 1041 w 1454"/>
                <a:gd name="T41" fmla="*/ 358 h 828"/>
                <a:gd name="T42" fmla="*/ 1050 w 1454"/>
                <a:gd name="T43" fmla="*/ 342 h 828"/>
                <a:gd name="T44" fmla="*/ 1002 w 1454"/>
                <a:gd name="T45" fmla="*/ 411 h 828"/>
                <a:gd name="T46" fmla="*/ 939 w 1454"/>
                <a:gd name="T47" fmla="*/ 466 h 828"/>
                <a:gd name="T48" fmla="*/ 962 w 1454"/>
                <a:gd name="T49" fmla="*/ 604 h 828"/>
                <a:gd name="T50" fmla="*/ 1010 w 1454"/>
                <a:gd name="T51" fmla="*/ 521 h 828"/>
                <a:gd name="T52" fmla="*/ 1032 w 1454"/>
                <a:gd name="T53" fmla="*/ 464 h 828"/>
                <a:gd name="T54" fmla="*/ 1035 w 1454"/>
                <a:gd name="T55" fmla="*/ 411 h 828"/>
                <a:gd name="T56" fmla="*/ 1097 w 1454"/>
                <a:gd name="T57" fmla="*/ 391 h 828"/>
                <a:gd name="T58" fmla="*/ 1181 w 1454"/>
                <a:gd name="T59" fmla="*/ 364 h 828"/>
                <a:gd name="T60" fmla="*/ 1221 w 1454"/>
                <a:gd name="T61" fmla="*/ 349 h 828"/>
                <a:gd name="T62" fmla="*/ 1269 w 1454"/>
                <a:gd name="T63" fmla="*/ 295 h 828"/>
                <a:gd name="T64" fmla="*/ 1303 w 1454"/>
                <a:gd name="T65" fmla="*/ 275 h 828"/>
                <a:gd name="T66" fmla="*/ 1310 w 1454"/>
                <a:gd name="T67" fmla="*/ 246 h 828"/>
                <a:gd name="T68" fmla="*/ 1361 w 1454"/>
                <a:gd name="T69" fmla="*/ 278 h 828"/>
                <a:gd name="T70" fmla="*/ 1420 w 1454"/>
                <a:gd name="T71" fmla="*/ 269 h 828"/>
                <a:gd name="T72" fmla="*/ 1454 w 1454"/>
                <a:gd name="T73" fmla="*/ 249 h 828"/>
                <a:gd name="T74" fmla="*/ 1385 w 1454"/>
                <a:gd name="T75" fmla="*/ 229 h 828"/>
                <a:gd name="T76" fmla="*/ 1343 w 1454"/>
                <a:gd name="T77" fmla="*/ 185 h 828"/>
                <a:gd name="T78" fmla="*/ 1283 w 1454"/>
                <a:gd name="T79" fmla="*/ 142 h 828"/>
                <a:gd name="T80" fmla="*/ 1205 w 1454"/>
                <a:gd name="T81" fmla="*/ 120 h 828"/>
                <a:gd name="T82" fmla="*/ 1157 w 1454"/>
                <a:gd name="T83" fmla="*/ 149 h 828"/>
                <a:gd name="T84" fmla="*/ 1097 w 1454"/>
                <a:gd name="T85" fmla="*/ 142 h 828"/>
                <a:gd name="T86" fmla="*/ 1008 w 1454"/>
                <a:gd name="T87" fmla="*/ 142 h 828"/>
                <a:gd name="T88" fmla="*/ 966 w 1454"/>
                <a:gd name="T89" fmla="*/ 100 h 828"/>
                <a:gd name="T90" fmla="*/ 804 w 1454"/>
                <a:gd name="T91" fmla="*/ 103 h 828"/>
                <a:gd name="T92" fmla="*/ 809 w 1454"/>
                <a:gd name="T93" fmla="*/ 85 h 828"/>
                <a:gd name="T94" fmla="*/ 771 w 1454"/>
                <a:gd name="T95" fmla="*/ 63 h 828"/>
                <a:gd name="T96" fmla="*/ 762 w 1454"/>
                <a:gd name="T97" fmla="*/ 69 h 828"/>
                <a:gd name="T98" fmla="*/ 682 w 1454"/>
                <a:gd name="T99" fmla="*/ 36 h 828"/>
                <a:gd name="T100" fmla="*/ 658 w 1454"/>
                <a:gd name="T101" fmla="*/ 71 h 828"/>
                <a:gd name="T102" fmla="*/ 638 w 1454"/>
                <a:gd name="T103" fmla="*/ 85 h 828"/>
                <a:gd name="T104" fmla="*/ 554 w 1454"/>
                <a:gd name="T105" fmla="*/ 87 h 828"/>
                <a:gd name="T106" fmla="*/ 527 w 1454"/>
                <a:gd name="T107" fmla="*/ 96 h 828"/>
                <a:gd name="T108" fmla="*/ 485 w 1454"/>
                <a:gd name="T109" fmla="*/ 78 h 828"/>
                <a:gd name="T110" fmla="*/ 454 w 1454"/>
                <a:gd name="T111" fmla="*/ 51 h 828"/>
                <a:gd name="T112" fmla="*/ 423 w 1454"/>
                <a:gd name="T113" fmla="*/ 43 h 828"/>
                <a:gd name="T114" fmla="*/ 414 w 1454"/>
                <a:gd name="T115" fmla="*/ 0 h 828"/>
                <a:gd name="T116" fmla="*/ 412 w 1454"/>
                <a:gd name="T117" fmla="*/ 40 h 828"/>
                <a:gd name="T118" fmla="*/ 317 w 1454"/>
                <a:gd name="T119" fmla="*/ 25 h 828"/>
                <a:gd name="T120" fmla="*/ 239 w 1454"/>
                <a:gd name="T121" fmla="*/ 23 h 828"/>
                <a:gd name="T122" fmla="*/ 203 w 1454"/>
                <a:gd name="T123" fmla="*/ 5 h 828"/>
                <a:gd name="T124" fmla="*/ 168 w 1454"/>
                <a:gd name="T125" fmla="*/ 40 h 8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454" h="828">
                  <a:moveTo>
                    <a:pt x="0" y="606"/>
                  </a:moveTo>
                  <a:lnTo>
                    <a:pt x="13" y="608"/>
                  </a:lnTo>
                  <a:lnTo>
                    <a:pt x="19" y="610"/>
                  </a:lnTo>
                  <a:lnTo>
                    <a:pt x="31" y="610"/>
                  </a:lnTo>
                  <a:lnTo>
                    <a:pt x="37" y="615"/>
                  </a:lnTo>
                  <a:lnTo>
                    <a:pt x="48" y="617"/>
                  </a:lnTo>
                  <a:lnTo>
                    <a:pt x="62" y="628"/>
                  </a:lnTo>
                  <a:lnTo>
                    <a:pt x="71" y="637"/>
                  </a:lnTo>
                  <a:lnTo>
                    <a:pt x="77" y="646"/>
                  </a:lnTo>
                  <a:lnTo>
                    <a:pt x="82" y="650"/>
                  </a:lnTo>
                  <a:lnTo>
                    <a:pt x="93" y="659"/>
                  </a:lnTo>
                  <a:lnTo>
                    <a:pt x="100" y="657"/>
                  </a:lnTo>
                  <a:lnTo>
                    <a:pt x="108" y="657"/>
                  </a:lnTo>
                  <a:lnTo>
                    <a:pt x="115" y="655"/>
                  </a:lnTo>
                  <a:lnTo>
                    <a:pt x="122" y="650"/>
                  </a:lnTo>
                  <a:lnTo>
                    <a:pt x="131" y="654"/>
                  </a:lnTo>
                  <a:lnTo>
                    <a:pt x="146" y="657"/>
                  </a:lnTo>
                  <a:lnTo>
                    <a:pt x="153" y="659"/>
                  </a:lnTo>
                  <a:lnTo>
                    <a:pt x="152" y="665"/>
                  </a:lnTo>
                  <a:lnTo>
                    <a:pt x="159" y="670"/>
                  </a:lnTo>
                  <a:lnTo>
                    <a:pt x="166" y="670"/>
                  </a:lnTo>
                  <a:lnTo>
                    <a:pt x="173" y="674"/>
                  </a:lnTo>
                  <a:lnTo>
                    <a:pt x="181" y="674"/>
                  </a:lnTo>
                  <a:lnTo>
                    <a:pt x="188" y="672"/>
                  </a:lnTo>
                  <a:lnTo>
                    <a:pt x="197" y="674"/>
                  </a:lnTo>
                  <a:lnTo>
                    <a:pt x="206" y="677"/>
                  </a:lnTo>
                  <a:lnTo>
                    <a:pt x="219" y="674"/>
                  </a:lnTo>
                  <a:lnTo>
                    <a:pt x="224" y="668"/>
                  </a:lnTo>
                  <a:lnTo>
                    <a:pt x="241" y="666"/>
                  </a:lnTo>
                  <a:lnTo>
                    <a:pt x="255" y="657"/>
                  </a:lnTo>
                  <a:lnTo>
                    <a:pt x="259" y="655"/>
                  </a:lnTo>
                  <a:lnTo>
                    <a:pt x="270" y="663"/>
                  </a:lnTo>
                  <a:lnTo>
                    <a:pt x="279" y="661"/>
                  </a:lnTo>
                  <a:lnTo>
                    <a:pt x="290" y="665"/>
                  </a:lnTo>
                  <a:lnTo>
                    <a:pt x="299" y="661"/>
                  </a:lnTo>
                  <a:lnTo>
                    <a:pt x="308" y="668"/>
                  </a:lnTo>
                  <a:lnTo>
                    <a:pt x="316" y="672"/>
                  </a:lnTo>
                  <a:lnTo>
                    <a:pt x="325" y="663"/>
                  </a:lnTo>
                  <a:lnTo>
                    <a:pt x="325" y="663"/>
                  </a:lnTo>
                  <a:lnTo>
                    <a:pt x="330" y="661"/>
                  </a:lnTo>
                  <a:lnTo>
                    <a:pt x="336" y="659"/>
                  </a:lnTo>
                  <a:lnTo>
                    <a:pt x="336" y="657"/>
                  </a:lnTo>
                  <a:lnTo>
                    <a:pt x="336" y="657"/>
                  </a:lnTo>
                  <a:lnTo>
                    <a:pt x="336" y="655"/>
                  </a:lnTo>
                  <a:lnTo>
                    <a:pt x="336" y="654"/>
                  </a:lnTo>
                  <a:lnTo>
                    <a:pt x="337" y="650"/>
                  </a:lnTo>
                  <a:lnTo>
                    <a:pt x="343" y="646"/>
                  </a:lnTo>
                  <a:lnTo>
                    <a:pt x="348" y="639"/>
                  </a:lnTo>
                  <a:lnTo>
                    <a:pt x="354" y="630"/>
                  </a:lnTo>
                  <a:lnTo>
                    <a:pt x="352" y="621"/>
                  </a:lnTo>
                  <a:lnTo>
                    <a:pt x="356" y="617"/>
                  </a:lnTo>
                  <a:lnTo>
                    <a:pt x="357" y="610"/>
                  </a:lnTo>
                  <a:lnTo>
                    <a:pt x="356" y="603"/>
                  </a:lnTo>
                  <a:lnTo>
                    <a:pt x="350" y="603"/>
                  </a:lnTo>
                  <a:lnTo>
                    <a:pt x="352" y="597"/>
                  </a:lnTo>
                  <a:lnTo>
                    <a:pt x="354" y="595"/>
                  </a:lnTo>
                  <a:lnTo>
                    <a:pt x="359" y="588"/>
                  </a:lnTo>
                  <a:lnTo>
                    <a:pt x="367" y="583"/>
                  </a:lnTo>
                  <a:lnTo>
                    <a:pt x="374" y="577"/>
                  </a:lnTo>
                  <a:lnTo>
                    <a:pt x="383" y="577"/>
                  </a:lnTo>
                  <a:lnTo>
                    <a:pt x="390" y="575"/>
                  </a:lnTo>
                  <a:lnTo>
                    <a:pt x="396" y="572"/>
                  </a:lnTo>
                  <a:lnTo>
                    <a:pt x="405" y="573"/>
                  </a:lnTo>
                  <a:lnTo>
                    <a:pt x="412" y="579"/>
                  </a:lnTo>
                  <a:lnTo>
                    <a:pt x="418" y="584"/>
                  </a:lnTo>
                  <a:lnTo>
                    <a:pt x="423" y="590"/>
                  </a:lnTo>
                  <a:lnTo>
                    <a:pt x="436" y="592"/>
                  </a:lnTo>
                  <a:lnTo>
                    <a:pt x="443" y="599"/>
                  </a:lnTo>
                  <a:lnTo>
                    <a:pt x="449" y="604"/>
                  </a:lnTo>
                  <a:lnTo>
                    <a:pt x="454" y="613"/>
                  </a:lnTo>
                  <a:lnTo>
                    <a:pt x="454" y="619"/>
                  </a:lnTo>
                  <a:lnTo>
                    <a:pt x="456" y="630"/>
                  </a:lnTo>
                  <a:lnTo>
                    <a:pt x="463" y="641"/>
                  </a:lnTo>
                  <a:lnTo>
                    <a:pt x="469" y="652"/>
                  </a:lnTo>
                  <a:lnTo>
                    <a:pt x="474" y="655"/>
                  </a:lnTo>
                  <a:lnTo>
                    <a:pt x="481" y="655"/>
                  </a:lnTo>
                  <a:lnTo>
                    <a:pt x="487" y="657"/>
                  </a:lnTo>
                  <a:lnTo>
                    <a:pt x="496" y="661"/>
                  </a:lnTo>
                  <a:lnTo>
                    <a:pt x="501" y="665"/>
                  </a:lnTo>
                  <a:lnTo>
                    <a:pt x="503" y="672"/>
                  </a:lnTo>
                  <a:lnTo>
                    <a:pt x="507" y="681"/>
                  </a:lnTo>
                  <a:lnTo>
                    <a:pt x="514" y="686"/>
                  </a:lnTo>
                  <a:lnTo>
                    <a:pt x="516" y="694"/>
                  </a:lnTo>
                  <a:lnTo>
                    <a:pt x="514" y="701"/>
                  </a:lnTo>
                  <a:lnTo>
                    <a:pt x="518" y="706"/>
                  </a:lnTo>
                  <a:lnTo>
                    <a:pt x="525" y="710"/>
                  </a:lnTo>
                  <a:lnTo>
                    <a:pt x="532" y="716"/>
                  </a:lnTo>
                  <a:lnTo>
                    <a:pt x="538" y="714"/>
                  </a:lnTo>
                  <a:lnTo>
                    <a:pt x="543" y="710"/>
                  </a:lnTo>
                  <a:lnTo>
                    <a:pt x="549" y="705"/>
                  </a:lnTo>
                  <a:lnTo>
                    <a:pt x="556" y="701"/>
                  </a:lnTo>
                  <a:lnTo>
                    <a:pt x="562" y="701"/>
                  </a:lnTo>
                  <a:lnTo>
                    <a:pt x="567" y="699"/>
                  </a:lnTo>
                  <a:lnTo>
                    <a:pt x="571" y="694"/>
                  </a:lnTo>
                  <a:lnTo>
                    <a:pt x="580" y="690"/>
                  </a:lnTo>
                  <a:lnTo>
                    <a:pt x="576" y="699"/>
                  </a:lnTo>
                  <a:lnTo>
                    <a:pt x="576" y="706"/>
                  </a:lnTo>
                  <a:lnTo>
                    <a:pt x="580" y="710"/>
                  </a:lnTo>
                  <a:lnTo>
                    <a:pt x="578" y="719"/>
                  </a:lnTo>
                  <a:lnTo>
                    <a:pt x="574" y="723"/>
                  </a:lnTo>
                  <a:lnTo>
                    <a:pt x="574" y="728"/>
                  </a:lnTo>
                  <a:lnTo>
                    <a:pt x="572" y="739"/>
                  </a:lnTo>
                  <a:lnTo>
                    <a:pt x="569" y="748"/>
                  </a:lnTo>
                  <a:lnTo>
                    <a:pt x="563" y="754"/>
                  </a:lnTo>
                  <a:lnTo>
                    <a:pt x="558" y="757"/>
                  </a:lnTo>
                  <a:lnTo>
                    <a:pt x="556" y="763"/>
                  </a:lnTo>
                  <a:lnTo>
                    <a:pt x="549" y="767"/>
                  </a:lnTo>
                  <a:lnTo>
                    <a:pt x="545" y="772"/>
                  </a:lnTo>
                  <a:lnTo>
                    <a:pt x="540" y="770"/>
                  </a:lnTo>
                  <a:lnTo>
                    <a:pt x="540" y="770"/>
                  </a:lnTo>
                  <a:lnTo>
                    <a:pt x="541" y="774"/>
                  </a:lnTo>
                  <a:lnTo>
                    <a:pt x="541" y="785"/>
                  </a:lnTo>
                  <a:lnTo>
                    <a:pt x="541" y="785"/>
                  </a:lnTo>
                  <a:lnTo>
                    <a:pt x="534" y="785"/>
                  </a:lnTo>
                  <a:lnTo>
                    <a:pt x="534" y="785"/>
                  </a:lnTo>
                  <a:lnTo>
                    <a:pt x="534" y="781"/>
                  </a:lnTo>
                  <a:lnTo>
                    <a:pt x="534" y="777"/>
                  </a:lnTo>
                  <a:lnTo>
                    <a:pt x="538" y="772"/>
                  </a:lnTo>
                  <a:lnTo>
                    <a:pt x="538" y="772"/>
                  </a:lnTo>
                  <a:lnTo>
                    <a:pt x="536" y="770"/>
                  </a:lnTo>
                  <a:lnTo>
                    <a:pt x="531" y="772"/>
                  </a:lnTo>
                  <a:lnTo>
                    <a:pt x="525" y="776"/>
                  </a:lnTo>
                  <a:lnTo>
                    <a:pt x="525" y="783"/>
                  </a:lnTo>
                  <a:lnTo>
                    <a:pt x="523" y="790"/>
                  </a:lnTo>
                  <a:lnTo>
                    <a:pt x="525" y="803"/>
                  </a:lnTo>
                  <a:lnTo>
                    <a:pt x="523" y="810"/>
                  </a:lnTo>
                  <a:lnTo>
                    <a:pt x="520" y="812"/>
                  </a:lnTo>
                  <a:lnTo>
                    <a:pt x="521" y="819"/>
                  </a:lnTo>
                  <a:lnTo>
                    <a:pt x="516" y="821"/>
                  </a:lnTo>
                  <a:lnTo>
                    <a:pt x="520" y="825"/>
                  </a:lnTo>
                  <a:lnTo>
                    <a:pt x="531" y="816"/>
                  </a:lnTo>
                  <a:lnTo>
                    <a:pt x="531" y="816"/>
                  </a:lnTo>
                  <a:lnTo>
                    <a:pt x="532" y="808"/>
                  </a:lnTo>
                  <a:lnTo>
                    <a:pt x="532" y="808"/>
                  </a:lnTo>
                  <a:lnTo>
                    <a:pt x="540" y="808"/>
                  </a:lnTo>
                  <a:lnTo>
                    <a:pt x="547" y="808"/>
                  </a:lnTo>
                  <a:lnTo>
                    <a:pt x="547" y="808"/>
                  </a:lnTo>
                  <a:lnTo>
                    <a:pt x="545" y="821"/>
                  </a:lnTo>
                  <a:lnTo>
                    <a:pt x="545" y="821"/>
                  </a:lnTo>
                  <a:lnTo>
                    <a:pt x="551" y="825"/>
                  </a:lnTo>
                  <a:lnTo>
                    <a:pt x="558" y="828"/>
                  </a:lnTo>
                  <a:lnTo>
                    <a:pt x="563" y="828"/>
                  </a:lnTo>
                  <a:lnTo>
                    <a:pt x="571" y="825"/>
                  </a:lnTo>
                  <a:lnTo>
                    <a:pt x="571" y="821"/>
                  </a:lnTo>
                  <a:lnTo>
                    <a:pt x="571" y="821"/>
                  </a:lnTo>
                  <a:lnTo>
                    <a:pt x="578" y="816"/>
                  </a:lnTo>
                  <a:lnTo>
                    <a:pt x="582" y="810"/>
                  </a:lnTo>
                  <a:lnTo>
                    <a:pt x="583" y="807"/>
                  </a:lnTo>
                  <a:lnTo>
                    <a:pt x="585" y="803"/>
                  </a:lnTo>
                  <a:lnTo>
                    <a:pt x="591" y="803"/>
                  </a:lnTo>
                  <a:lnTo>
                    <a:pt x="591" y="803"/>
                  </a:lnTo>
                  <a:lnTo>
                    <a:pt x="592" y="799"/>
                  </a:lnTo>
                  <a:lnTo>
                    <a:pt x="592" y="796"/>
                  </a:lnTo>
                  <a:lnTo>
                    <a:pt x="594" y="792"/>
                  </a:lnTo>
                  <a:lnTo>
                    <a:pt x="596" y="788"/>
                  </a:lnTo>
                  <a:lnTo>
                    <a:pt x="596" y="788"/>
                  </a:lnTo>
                  <a:lnTo>
                    <a:pt x="598" y="787"/>
                  </a:lnTo>
                  <a:lnTo>
                    <a:pt x="602" y="785"/>
                  </a:lnTo>
                  <a:lnTo>
                    <a:pt x="605" y="783"/>
                  </a:lnTo>
                  <a:lnTo>
                    <a:pt x="609" y="781"/>
                  </a:lnTo>
                  <a:lnTo>
                    <a:pt x="609" y="781"/>
                  </a:lnTo>
                  <a:lnTo>
                    <a:pt x="609" y="777"/>
                  </a:lnTo>
                  <a:lnTo>
                    <a:pt x="611" y="774"/>
                  </a:lnTo>
                  <a:lnTo>
                    <a:pt x="611" y="770"/>
                  </a:lnTo>
                  <a:lnTo>
                    <a:pt x="613" y="767"/>
                  </a:lnTo>
                  <a:lnTo>
                    <a:pt x="613" y="767"/>
                  </a:lnTo>
                  <a:lnTo>
                    <a:pt x="623" y="759"/>
                  </a:lnTo>
                  <a:lnTo>
                    <a:pt x="629" y="754"/>
                  </a:lnTo>
                  <a:lnTo>
                    <a:pt x="633" y="750"/>
                  </a:lnTo>
                  <a:lnTo>
                    <a:pt x="633" y="750"/>
                  </a:lnTo>
                  <a:lnTo>
                    <a:pt x="634" y="743"/>
                  </a:lnTo>
                  <a:lnTo>
                    <a:pt x="636" y="734"/>
                  </a:lnTo>
                  <a:lnTo>
                    <a:pt x="638" y="726"/>
                  </a:lnTo>
                  <a:lnTo>
                    <a:pt x="642" y="721"/>
                  </a:lnTo>
                  <a:lnTo>
                    <a:pt x="642" y="721"/>
                  </a:lnTo>
                  <a:lnTo>
                    <a:pt x="649" y="717"/>
                  </a:lnTo>
                  <a:lnTo>
                    <a:pt x="649" y="717"/>
                  </a:lnTo>
                  <a:lnTo>
                    <a:pt x="651" y="716"/>
                  </a:lnTo>
                  <a:lnTo>
                    <a:pt x="651" y="712"/>
                  </a:lnTo>
                  <a:lnTo>
                    <a:pt x="651" y="708"/>
                  </a:lnTo>
                  <a:lnTo>
                    <a:pt x="653" y="706"/>
                  </a:lnTo>
                  <a:lnTo>
                    <a:pt x="653" y="706"/>
                  </a:lnTo>
                  <a:lnTo>
                    <a:pt x="660" y="699"/>
                  </a:lnTo>
                  <a:lnTo>
                    <a:pt x="664" y="697"/>
                  </a:lnTo>
                  <a:lnTo>
                    <a:pt x="667" y="694"/>
                  </a:lnTo>
                  <a:lnTo>
                    <a:pt x="667" y="694"/>
                  </a:lnTo>
                  <a:lnTo>
                    <a:pt x="667" y="688"/>
                  </a:lnTo>
                  <a:lnTo>
                    <a:pt x="667" y="685"/>
                  </a:lnTo>
                  <a:lnTo>
                    <a:pt x="671" y="685"/>
                  </a:lnTo>
                  <a:lnTo>
                    <a:pt x="667" y="677"/>
                  </a:lnTo>
                  <a:lnTo>
                    <a:pt x="667" y="677"/>
                  </a:lnTo>
                  <a:lnTo>
                    <a:pt x="671" y="670"/>
                  </a:lnTo>
                  <a:lnTo>
                    <a:pt x="674" y="665"/>
                  </a:lnTo>
                  <a:lnTo>
                    <a:pt x="674" y="665"/>
                  </a:lnTo>
                  <a:lnTo>
                    <a:pt x="671" y="655"/>
                  </a:lnTo>
                  <a:lnTo>
                    <a:pt x="669" y="650"/>
                  </a:lnTo>
                  <a:lnTo>
                    <a:pt x="669" y="644"/>
                  </a:lnTo>
                  <a:lnTo>
                    <a:pt x="669" y="644"/>
                  </a:lnTo>
                  <a:lnTo>
                    <a:pt x="671" y="641"/>
                  </a:lnTo>
                  <a:lnTo>
                    <a:pt x="674" y="637"/>
                  </a:lnTo>
                  <a:lnTo>
                    <a:pt x="674" y="637"/>
                  </a:lnTo>
                  <a:lnTo>
                    <a:pt x="673" y="634"/>
                  </a:lnTo>
                  <a:lnTo>
                    <a:pt x="671" y="630"/>
                  </a:lnTo>
                  <a:lnTo>
                    <a:pt x="671" y="630"/>
                  </a:lnTo>
                  <a:lnTo>
                    <a:pt x="674" y="628"/>
                  </a:lnTo>
                  <a:lnTo>
                    <a:pt x="678" y="624"/>
                  </a:lnTo>
                  <a:lnTo>
                    <a:pt x="678" y="624"/>
                  </a:lnTo>
                  <a:lnTo>
                    <a:pt x="682" y="617"/>
                  </a:lnTo>
                  <a:lnTo>
                    <a:pt x="682" y="612"/>
                  </a:lnTo>
                  <a:lnTo>
                    <a:pt x="678" y="595"/>
                  </a:lnTo>
                  <a:lnTo>
                    <a:pt x="678" y="595"/>
                  </a:lnTo>
                  <a:lnTo>
                    <a:pt x="685" y="595"/>
                  </a:lnTo>
                  <a:lnTo>
                    <a:pt x="691" y="595"/>
                  </a:lnTo>
                  <a:lnTo>
                    <a:pt x="691" y="593"/>
                  </a:lnTo>
                  <a:lnTo>
                    <a:pt x="691" y="593"/>
                  </a:lnTo>
                  <a:lnTo>
                    <a:pt x="687" y="592"/>
                  </a:lnTo>
                  <a:lnTo>
                    <a:pt x="682" y="592"/>
                  </a:lnTo>
                  <a:lnTo>
                    <a:pt x="682" y="586"/>
                  </a:lnTo>
                  <a:lnTo>
                    <a:pt x="682" y="586"/>
                  </a:lnTo>
                  <a:lnTo>
                    <a:pt x="680" y="586"/>
                  </a:lnTo>
                  <a:lnTo>
                    <a:pt x="678" y="588"/>
                  </a:lnTo>
                  <a:lnTo>
                    <a:pt x="678" y="588"/>
                  </a:lnTo>
                  <a:lnTo>
                    <a:pt x="676" y="588"/>
                  </a:lnTo>
                  <a:lnTo>
                    <a:pt x="676" y="588"/>
                  </a:lnTo>
                  <a:lnTo>
                    <a:pt x="671" y="583"/>
                  </a:lnTo>
                  <a:lnTo>
                    <a:pt x="667" y="577"/>
                  </a:lnTo>
                  <a:lnTo>
                    <a:pt x="662" y="570"/>
                  </a:lnTo>
                  <a:lnTo>
                    <a:pt x="656" y="566"/>
                  </a:lnTo>
                  <a:lnTo>
                    <a:pt x="656" y="566"/>
                  </a:lnTo>
                  <a:lnTo>
                    <a:pt x="649" y="564"/>
                  </a:lnTo>
                  <a:lnTo>
                    <a:pt x="644" y="564"/>
                  </a:lnTo>
                  <a:lnTo>
                    <a:pt x="642" y="564"/>
                  </a:lnTo>
                  <a:lnTo>
                    <a:pt x="640" y="568"/>
                  </a:lnTo>
                  <a:lnTo>
                    <a:pt x="642" y="573"/>
                  </a:lnTo>
                  <a:lnTo>
                    <a:pt x="642" y="575"/>
                  </a:lnTo>
                  <a:lnTo>
                    <a:pt x="638" y="575"/>
                  </a:lnTo>
                  <a:lnTo>
                    <a:pt x="638" y="575"/>
                  </a:lnTo>
                  <a:lnTo>
                    <a:pt x="638" y="573"/>
                  </a:lnTo>
                  <a:lnTo>
                    <a:pt x="638" y="573"/>
                  </a:lnTo>
                  <a:lnTo>
                    <a:pt x="634" y="573"/>
                  </a:lnTo>
                  <a:lnTo>
                    <a:pt x="634" y="573"/>
                  </a:lnTo>
                  <a:lnTo>
                    <a:pt x="633" y="579"/>
                  </a:lnTo>
                  <a:lnTo>
                    <a:pt x="631" y="583"/>
                  </a:lnTo>
                  <a:lnTo>
                    <a:pt x="627" y="584"/>
                  </a:lnTo>
                  <a:lnTo>
                    <a:pt x="627" y="584"/>
                  </a:lnTo>
                  <a:lnTo>
                    <a:pt x="623" y="583"/>
                  </a:lnTo>
                  <a:lnTo>
                    <a:pt x="622" y="583"/>
                  </a:lnTo>
                  <a:lnTo>
                    <a:pt x="622" y="581"/>
                  </a:lnTo>
                  <a:lnTo>
                    <a:pt x="625" y="579"/>
                  </a:lnTo>
                  <a:lnTo>
                    <a:pt x="625" y="579"/>
                  </a:lnTo>
                  <a:lnTo>
                    <a:pt x="627" y="572"/>
                  </a:lnTo>
                  <a:lnTo>
                    <a:pt x="627" y="572"/>
                  </a:lnTo>
                  <a:lnTo>
                    <a:pt x="625" y="572"/>
                  </a:lnTo>
                  <a:lnTo>
                    <a:pt x="623" y="568"/>
                  </a:lnTo>
                  <a:lnTo>
                    <a:pt x="623" y="566"/>
                  </a:lnTo>
                  <a:lnTo>
                    <a:pt x="620" y="566"/>
                  </a:lnTo>
                  <a:lnTo>
                    <a:pt x="620" y="572"/>
                  </a:lnTo>
                  <a:lnTo>
                    <a:pt x="620" y="572"/>
                  </a:lnTo>
                  <a:lnTo>
                    <a:pt x="618" y="572"/>
                  </a:lnTo>
                  <a:lnTo>
                    <a:pt x="618" y="572"/>
                  </a:lnTo>
                  <a:lnTo>
                    <a:pt x="618" y="575"/>
                  </a:lnTo>
                  <a:lnTo>
                    <a:pt x="613" y="575"/>
                  </a:lnTo>
                  <a:lnTo>
                    <a:pt x="613" y="552"/>
                  </a:lnTo>
                  <a:lnTo>
                    <a:pt x="613" y="552"/>
                  </a:lnTo>
                  <a:lnTo>
                    <a:pt x="602" y="552"/>
                  </a:lnTo>
                  <a:lnTo>
                    <a:pt x="589" y="552"/>
                  </a:lnTo>
                  <a:lnTo>
                    <a:pt x="589" y="552"/>
                  </a:lnTo>
                  <a:lnTo>
                    <a:pt x="591" y="546"/>
                  </a:lnTo>
                  <a:lnTo>
                    <a:pt x="592" y="539"/>
                  </a:lnTo>
                  <a:lnTo>
                    <a:pt x="623" y="513"/>
                  </a:lnTo>
                  <a:lnTo>
                    <a:pt x="627" y="513"/>
                  </a:lnTo>
                  <a:lnTo>
                    <a:pt x="627" y="513"/>
                  </a:lnTo>
                  <a:lnTo>
                    <a:pt x="627" y="510"/>
                  </a:lnTo>
                  <a:lnTo>
                    <a:pt x="627" y="506"/>
                  </a:lnTo>
                  <a:lnTo>
                    <a:pt x="627" y="506"/>
                  </a:lnTo>
                  <a:lnTo>
                    <a:pt x="631" y="504"/>
                  </a:lnTo>
                  <a:lnTo>
                    <a:pt x="634" y="502"/>
                  </a:lnTo>
                  <a:lnTo>
                    <a:pt x="634" y="502"/>
                  </a:lnTo>
                  <a:lnTo>
                    <a:pt x="638" y="497"/>
                  </a:lnTo>
                  <a:lnTo>
                    <a:pt x="638" y="491"/>
                  </a:lnTo>
                  <a:lnTo>
                    <a:pt x="640" y="482"/>
                  </a:lnTo>
                  <a:lnTo>
                    <a:pt x="640" y="482"/>
                  </a:lnTo>
                  <a:lnTo>
                    <a:pt x="642" y="484"/>
                  </a:lnTo>
                  <a:lnTo>
                    <a:pt x="645" y="486"/>
                  </a:lnTo>
                  <a:lnTo>
                    <a:pt x="645" y="486"/>
                  </a:lnTo>
                  <a:lnTo>
                    <a:pt x="649" y="481"/>
                  </a:lnTo>
                  <a:lnTo>
                    <a:pt x="653" y="475"/>
                  </a:lnTo>
                  <a:lnTo>
                    <a:pt x="653" y="475"/>
                  </a:lnTo>
                  <a:lnTo>
                    <a:pt x="667" y="468"/>
                  </a:lnTo>
                  <a:lnTo>
                    <a:pt x="667" y="468"/>
                  </a:lnTo>
                  <a:lnTo>
                    <a:pt x="667" y="460"/>
                  </a:lnTo>
                  <a:lnTo>
                    <a:pt x="667" y="460"/>
                  </a:lnTo>
                  <a:lnTo>
                    <a:pt x="671" y="460"/>
                  </a:lnTo>
                  <a:lnTo>
                    <a:pt x="676" y="460"/>
                  </a:lnTo>
                  <a:lnTo>
                    <a:pt x="676" y="460"/>
                  </a:lnTo>
                  <a:lnTo>
                    <a:pt x="678" y="459"/>
                  </a:lnTo>
                  <a:lnTo>
                    <a:pt x="678" y="455"/>
                  </a:lnTo>
                  <a:lnTo>
                    <a:pt x="678" y="450"/>
                  </a:lnTo>
                  <a:lnTo>
                    <a:pt x="678" y="446"/>
                  </a:lnTo>
                  <a:lnTo>
                    <a:pt x="678" y="446"/>
                  </a:lnTo>
                  <a:lnTo>
                    <a:pt x="684" y="440"/>
                  </a:lnTo>
                  <a:lnTo>
                    <a:pt x="689" y="433"/>
                  </a:lnTo>
                  <a:lnTo>
                    <a:pt x="698" y="426"/>
                  </a:lnTo>
                  <a:lnTo>
                    <a:pt x="704" y="422"/>
                  </a:lnTo>
                  <a:lnTo>
                    <a:pt x="704" y="420"/>
                  </a:lnTo>
                  <a:lnTo>
                    <a:pt x="704" y="420"/>
                  </a:lnTo>
                  <a:lnTo>
                    <a:pt x="711" y="420"/>
                  </a:lnTo>
                  <a:lnTo>
                    <a:pt x="711" y="420"/>
                  </a:lnTo>
                  <a:lnTo>
                    <a:pt x="711" y="415"/>
                  </a:lnTo>
                  <a:lnTo>
                    <a:pt x="711" y="413"/>
                  </a:lnTo>
                  <a:lnTo>
                    <a:pt x="711" y="413"/>
                  </a:lnTo>
                  <a:lnTo>
                    <a:pt x="715" y="413"/>
                  </a:lnTo>
                  <a:lnTo>
                    <a:pt x="718" y="415"/>
                  </a:lnTo>
                  <a:lnTo>
                    <a:pt x="720" y="420"/>
                  </a:lnTo>
                  <a:lnTo>
                    <a:pt x="720" y="420"/>
                  </a:lnTo>
                  <a:lnTo>
                    <a:pt x="740" y="420"/>
                  </a:lnTo>
                  <a:lnTo>
                    <a:pt x="762" y="420"/>
                  </a:lnTo>
                  <a:lnTo>
                    <a:pt x="762" y="420"/>
                  </a:lnTo>
                  <a:lnTo>
                    <a:pt x="760" y="422"/>
                  </a:lnTo>
                  <a:lnTo>
                    <a:pt x="760" y="424"/>
                  </a:lnTo>
                  <a:lnTo>
                    <a:pt x="762" y="430"/>
                  </a:lnTo>
                  <a:lnTo>
                    <a:pt x="762" y="430"/>
                  </a:lnTo>
                  <a:lnTo>
                    <a:pt x="766" y="428"/>
                  </a:lnTo>
                  <a:lnTo>
                    <a:pt x="769" y="428"/>
                  </a:lnTo>
                  <a:lnTo>
                    <a:pt x="769" y="428"/>
                  </a:lnTo>
                  <a:lnTo>
                    <a:pt x="771" y="424"/>
                  </a:lnTo>
                  <a:lnTo>
                    <a:pt x="771" y="420"/>
                  </a:lnTo>
                  <a:lnTo>
                    <a:pt x="771" y="420"/>
                  </a:lnTo>
                  <a:lnTo>
                    <a:pt x="777" y="424"/>
                  </a:lnTo>
                  <a:lnTo>
                    <a:pt x="782" y="428"/>
                  </a:lnTo>
                  <a:lnTo>
                    <a:pt x="782" y="428"/>
                  </a:lnTo>
                  <a:lnTo>
                    <a:pt x="787" y="428"/>
                  </a:lnTo>
                  <a:lnTo>
                    <a:pt x="793" y="426"/>
                  </a:lnTo>
                  <a:lnTo>
                    <a:pt x="802" y="424"/>
                  </a:lnTo>
                  <a:lnTo>
                    <a:pt x="802" y="424"/>
                  </a:lnTo>
                  <a:lnTo>
                    <a:pt x="802" y="426"/>
                  </a:lnTo>
                  <a:lnTo>
                    <a:pt x="804" y="428"/>
                  </a:lnTo>
                  <a:lnTo>
                    <a:pt x="808" y="430"/>
                  </a:lnTo>
                  <a:lnTo>
                    <a:pt x="811" y="430"/>
                  </a:lnTo>
                  <a:lnTo>
                    <a:pt x="811" y="413"/>
                  </a:lnTo>
                  <a:lnTo>
                    <a:pt x="811" y="413"/>
                  </a:lnTo>
                  <a:lnTo>
                    <a:pt x="818" y="413"/>
                  </a:lnTo>
                  <a:lnTo>
                    <a:pt x="826" y="415"/>
                  </a:lnTo>
                  <a:lnTo>
                    <a:pt x="838" y="415"/>
                  </a:lnTo>
                  <a:lnTo>
                    <a:pt x="838" y="415"/>
                  </a:lnTo>
                  <a:lnTo>
                    <a:pt x="838" y="417"/>
                  </a:lnTo>
                  <a:lnTo>
                    <a:pt x="838" y="419"/>
                  </a:lnTo>
                  <a:lnTo>
                    <a:pt x="838" y="420"/>
                  </a:lnTo>
                  <a:lnTo>
                    <a:pt x="842" y="420"/>
                  </a:lnTo>
                  <a:lnTo>
                    <a:pt x="842" y="415"/>
                  </a:lnTo>
                  <a:lnTo>
                    <a:pt x="842" y="415"/>
                  </a:lnTo>
                  <a:lnTo>
                    <a:pt x="853" y="413"/>
                  </a:lnTo>
                  <a:lnTo>
                    <a:pt x="853" y="413"/>
                  </a:lnTo>
                  <a:lnTo>
                    <a:pt x="855" y="419"/>
                  </a:lnTo>
                  <a:lnTo>
                    <a:pt x="857" y="424"/>
                  </a:lnTo>
                  <a:lnTo>
                    <a:pt x="857" y="424"/>
                  </a:lnTo>
                  <a:lnTo>
                    <a:pt x="860" y="424"/>
                  </a:lnTo>
                  <a:lnTo>
                    <a:pt x="862" y="426"/>
                  </a:lnTo>
                  <a:lnTo>
                    <a:pt x="862" y="428"/>
                  </a:lnTo>
                  <a:lnTo>
                    <a:pt x="862" y="430"/>
                  </a:lnTo>
                  <a:lnTo>
                    <a:pt x="862" y="430"/>
                  </a:lnTo>
                  <a:lnTo>
                    <a:pt x="853" y="430"/>
                  </a:lnTo>
                  <a:lnTo>
                    <a:pt x="846" y="430"/>
                  </a:lnTo>
                  <a:lnTo>
                    <a:pt x="846" y="430"/>
                  </a:lnTo>
                  <a:lnTo>
                    <a:pt x="848" y="442"/>
                  </a:lnTo>
                  <a:lnTo>
                    <a:pt x="848" y="442"/>
                  </a:lnTo>
                  <a:lnTo>
                    <a:pt x="857" y="440"/>
                  </a:lnTo>
                  <a:lnTo>
                    <a:pt x="864" y="442"/>
                  </a:lnTo>
                  <a:lnTo>
                    <a:pt x="864" y="442"/>
                  </a:lnTo>
                  <a:lnTo>
                    <a:pt x="864" y="440"/>
                  </a:lnTo>
                  <a:lnTo>
                    <a:pt x="864" y="439"/>
                  </a:lnTo>
                  <a:lnTo>
                    <a:pt x="868" y="435"/>
                  </a:lnTo>
                  <a:lnTo>
                    <a:pt x="868" y="435"/>
                  </a:lnTo>
                  <a:lnTo>
                    <a:pt x="871" y="437"/>
                  </a:lnTo>
                  <a:lnTo>
                    <a:pt x="875" y="439"/>
                  </a:lnTo>
                  <a:lnTo>
                    <a:pt x="875" y="439"/>
                  </a:lnTo>
                  <a:lnTo>
                    <a:pt x="875" y="437"/>
                  </a:lnTo>
                  <a:lnTo>
                    <a:pt x="875" y="435"/>
                  </a:lnTo>
                  <a:lnTo>
                    <a:pt x="875" y="431"/>
                  </a:lnTo>
                  <a:lnTo>
                    <a:pt x="879" y="431"/>
                  </a:lnTo>
                  <a:lnTo>
                    <a:pt x="882" y="424"/>
                  </a:lnTo>
                  <a:lnTo>
                    <a:pt x="882" y="424"/>
                  </a:lnTo>
                  <a:lnTo>
                    <a:pt x="891" y="424"/>
                  </a:lnTo>
                  <a:lnTo>
                    <a:pt x="904" y="424"/>
                  </a:lnTo>
                  <a:lnTo>
                    <a:pt x="904" y="424"/>
                  </a:lnTo>
                  <a:lnTo>
                    <a:pt x="902" y="422"/>
                  </a:lnTo>
                  <a:lnTo>
                    <a:pt x="904" y="422"/>
                  </a:lnTo>
                  <a:lnTo>
                    <a:pt x="910" y="422"/>
                  </a:lnTo>
                  <a:lnTo>
                    <a:pt x="906" y="415"/>
                  </a:lnTo>
                  <a:lnTo>
                    <a:pt x="906" y="415"/>
                  </a:lnTo>
                  <a:lnTo>
                    <a:pt x="897" y="415"/>
                  </a:lnTo>
                  <a:lnTo>
                    <a:pt x="897" y="415"/>
                  </a:lnTo>
                  <a:lnTo>
                    <a:pt x="897" y="417"/>
                  </a:lnTo>
                  <a:lnTo>
                    <a:pt x="895" y="417"/>
                  </a:lnTo>
                  <a:lnTo>
                    <a:pt x="891" y="417"/>
                  </a:lnTo>
                  <a:lnTo>
                    <a:pt x="891" y="417"/>
                  </a:lnTo>
                  <a:lnTo>
                    <a:pt x="891" y="409"/>
                  </a:lnTo>
                  <a:lnTo>
                    <a:pt x="891" y="400"/>
                  </a:lnTo>
                  <a:lnTo>
                    <a:pt x="891" y="400"/>
                  </a:lnTo>
                  <a:lnTo>
                    <a:pt x="893" y="402"/>
                  </a:lnTo>
                  <a:lnTo>
                    <a:pt x="897" y="402"/>
                  </a:lnTo>
                  <a:lnTo>
                    <a:pt x="897" y="402"/>
                  </a:lnTo>
                  <a:lnTo>
                    <a:pt x="897" y="397"/>
                  </a:lnTo>
                  <a:lnTo>
                    <a:pt x="897" y="393"/>
                  </a:lnTo>
                  <a:lnTo>
                    <a:pt x="899" y="389"/>
                  </a:lnTo>
                  <a:lnTo>
                    <a:pt x="899" y="389"/>
                  </a:lnTo>
                  <a:lnTo>
                    <a:pt x="904" y="386"/>
                  </a:lnTo>
                  <a:lnTo>
                    <a:pt x="911" y="384"/>
                  </a:lnTo>
                  <a:lnTo>
                    <a:pt x="919" y="382"/>
                  </a:lnTo>
                  <a:lnTo>
                    <a:pt x="924" y="378"/>
                  </a:lnTo>
                  <a:lnTo>
                    <a:pt x="924" y="378"/>
                  </a:lnTo>
                  <a:lnTo>
                    <a:pt x="924" y="375"/>
                  </a:lnTo>
                  <a:lnTo>
                    <a:pt x="924" y="371"/>
                  </a:lnTo>
                  <a:lnTo>
                    <a:pt x="926" y="371"/>
                  </a:lnTo>
                  <a:lnTo>
                    <a:pt x="926" y="371"/>
                  </a:lnTo>
                  <a:lnTo>
                    <a:pt x="931" y="366"/>
                  </a:lnTo>
                  <a:lnTo>
                    <a:pt x="933" y="360"/>
                  </a:lnTo>
                  <a:lnTo>
                    <a:pt x="933" y="360"/>
                  </a:lnTo>
                  <a:lnTo>
                    <a:pt x="939" y="358"/>
                  </a:lnTo>
                  <a:lnTo>
                    <a:pt x="944" y="357"/>
                  </a:lnTo>
                  <a:lnTo>
                    <a:pt x="957" y="357"/>
                  </a:lnTo>
                  <a:lnTo>
                    <a:pt x="957" y="357"/>
                  </a:lnTo>
                  <a:lnTo>
                    <a:pt x="964" y="353"/>
                  </a:lnTo>
                  <a:lnTo>
                    <a:pt x="968" y="351"/>
                  </a:lnTo>
                  <a:lnTo>
                    <a:pt x="972" y="351"/>
                  </a:lnTo>
                  <a:lnTo>
                    <a:pt x="975" y="358"/>
                  </a:lnTo>
                  <a:lnTo>
                    <a:pt x="975" y="358"/>
                  </a:lnTo>
                  <a:lnTo>
                    <a:pt x="979" y="360"/>
                  </a:lnTo>
                  <a:lnTo>
                    <a:pt x="982" y="360"/>
                  </a:lnTo>
                  <a:lnTo>
                    <a:pt x="982" y="358"/>
                  </a:lnTo>
                  <a:lnTo>
                    <a:pt x="982" y="358"/>
                  </a:lnTo>
                  <a:lnTo>
                    <a:pt x="992" y="353"/>
                  </a:lnTo>
                  <a:lnTo>
                    <a:pt x="992" y="353"/>
                  </a:lnTo>
                  <a:lnTo>
                    <a:pt x="988" y="366"/>
                  </a:lnTo>
                  <a:lnTo>
                    <a:pt x="986" y="369"/>
                  </a:lnTo>
                  <a:lnTo>
                    <a:pt x="982" y="373"/>
                  </a:lnTo>
                  <a:lnTo>
                    <a:pt x="982" y="373"/>
                  </a:lnTo>
                  <a:lnTo>
                    <a:pt x="981" y="375"/>
                  </a:lnTo>
                  <a:lnTo>
                    <a:pt x="982" y="375"/>
                  </a:lnTo>
                  <a:lnTo>
                    <a:pt x="984" y="377"/>
                  </a:lnTo>
                  <a:lnTo>
                    <a:pt x="984" y="378"/>
                  </a:lnTo>
                  <a:lnTo>
                    <a:pt x="984" y="378"/>
                  </a:lnTo>
                  <a:lnTo>
                    <a:pt x="992" y="375"/>
                  </a:lnTo>
                  <a:lnTo>
                    <a:pt x="992" y="375"/>
                  </a:lnTo>
                  <a:lnTo>
                    <a:pt x="990" y="380"/>
                  </a:lnTo>
                  <a:lnTo>
                    <a:pt x="990" y="388"/>
                  </a:lnTo>
                  <a:lnTo>
                    <a:pt x="990" y="388"/>
                  </a:lnTo>
                  <a:lnTo>
                    <a:pt x="997" y="380"/>
                  </a:lnTo>
                  <a:lnTo>
                    <a:pt x="997" y="380"/>
                  </a:lnTo>
                  <a:lnTo>
                    <a:pt x="1002" y="375"/>
                  </a:lnTo>
                  <a:lnTo>
                    <a:pt x="1008" y="368"/>
                  </a:lnTo>
                  <a:lnTo>
                    <a:pt x="1013" y="362"/>
                  </a:lnTo>
                  <a:lnTo>
                    <a:pt x="1019" y="358"/>
                  </a:lnTo>
                  <a:lnTo>
                    <a:pt x="1019" y="358"/>
                  </a:lnTo>
                  <a:lnTo>
                    <a:pt x="1026" y="357"/>
                  </a:lnTo>
                  <a:lnTo>
                    <a:pt x="1032" y="358"/>
                  </a:lnTo>
                  <a:lnTo>
                    <a:pt x="1033" y="360"/>
                  </a:lnTo>
                  <a:lnTo>
                    <a:pt x="1033" y="360"/>
                  </a:lnTo>
                  <a:lnTo>
                    <a:pt x="1033" y="360"/>
                  </a:lnTo>
                  <a:lnTo>
                    <a:pt x="1037" y="358"/>
                  </a:lnTo>
                  <a:lnTo>
                    <a:pt x="1039" y="358"/>
                  </a:lnTo>
                  <a:lnTo>
                    <a:pt x="1041" y="358"/>
                  </a:lnTo>
                  <a:lnTo>
                    <a:pt x="1041" y="358"/>
                  </a:lnTo>
                  <a:lnTo>
                    <a:pt x="1039" y="353"/>
                  </a:lnTo>
                  <a:lnTo>
                    <a:pt x="1037" y="349"/>
                  </a:lnTo>
                  <a:lnTo>
                    <a:pt x="1039" y="346"/>
                  </a:lnTo>
                  <a:lnTo>
                    <a:pt x="1039" y="346"/>
                  </a:lnTo>
                  <a:lnTo>
                    <a:pt x="1037" y="348"/>
                  </a:lnTo>
                  <a:lnTo>
                    <a:pt x="1035" y="346"/>
                  </a:lnTo>
                  <a:lnTo>
                    <a:pt x="1035" y="342"/>
                  </a:lnTo>
                  <a:lnTo>
                    <a:pt x="1035" y="342"/>
                  </a:lnTo>
                  <a:lnTo>
                    <a:pt x="1046" y="333"/>
                  </a:lnTo>
                  <a:lnTo>
                    <a:pt x="1052" y="331"/>
                  </a:lnTo>
                  <a:lnTo>
                    <a:pt x="1057" y="333"/>
                  </a:lnTo>
                  <a:lnTo>
                    <a:pt x="1070" y="337"/>
                  </a:lnTo>
                  <a:lnTo>
                    <a:pt x="1070" y="338"/>
                  </a:lnTo>
                  <a:lnTo>
                    <a:pt x="1063" y="338"/>
                  </a:lnTo>
                  <a:lnTo>
                    <a:pt x="1063" y="338"/>
                  </a:lnTo>
                  <a:lnTo>
                    <a:pt x="1063" y="338"/>
                  </a:lnTo>
                  <a:lnTo>
                    <a:pt x="1061" y="337"/>
                  </a:lnTo>
                  <a:lnTo>
                    <a:pt x="1055" y="337"/>
                  </a:lnTo>
                  <a:lnTo>
                    <a:pt x="1055" y="337"/>
                  </a:lnTo>
                  <a:lnTo>
                    <a:pt x="1054" y="342"/>
                  </a:lnTo>
                  <a:lnTo>
                    <a:pt x="1050" y="342"/>
                  </a:lnTo>
                  <a:lnTo>
                    <a:pt x="1050" y="342"/>
                  </a:lnTo>
                  <a:lnTo>
                    <a:pt x="1048" y="366"/>
                  </a:lnTo>
                  <a:lnTo>
                    <a:pt x="1048" y="366"/>
                  </a:lnTo>
                  <a:lnTo>
                    <a:pt x="1046" y="373"/>
                  </a:lnTo>
                  <a:lnTo>
                    <a:pt x="1044" y="378"/>
                  </a:lnTo>
                  <a:lnTo>
                    <a:pt x="1041" y="380"/>
                  </a:lnTo>
                  <a:lnTo>
                    <a:pt x="1037" y="382"/>
                  </a:lnTo>
                  <a:lnTo>
                    <a:pt x="1028" y="382"/>
                  </a:lnTo>
                  <a:lnTo>
                    <a:pt x="1013" y="386"/>
                  </a:lnTo>
                  <a:lnTo>
                    <a:pt x="1013" y="386"/>
                  </a:lnTo>
                  <a:lnTo>
                    <a:pt x="1015" y="391"/>
                  </a:lnTo>
                  <a:lnTo>
                    <a:pt x="1015" y="393"/>
                  </a:lnTo>
                  <a:lnTo>
                    <a:pt x="1013" y="399"/>
                  </a:lnTo>
                  <a:lnTo>
                    <a:pt x="1013" y="399"/>
                  </a:lnTo>
                  <a:lnTo>
                    <a:pt x="1013" y="399"/>
                  </a:lnTo>
                  <a:lnTo>
                    <a:pt x="1010" y="399"/>
                  </a:lnTo>
                  <a:lnTo>
                    <a:pt x="1006" y="400"/>
                  </a:lnTo>
                  <a:lnTo>
                    <a:pt x="1006" y="400"/>
                  </a:lnTo>
                  <a:lnTo>
                    <a:pt x="1006" y="404"/>
                  </a:lnTo>
                  <a:lnTo>
                    <a:pt x="1006" y="408"/>
                  </a:lnTo>
                  <a:lnTo>
                    <a:pt x="1006" y="408"/>
                  </a:lnTo>
                  <a:lnTo>
                    <a:pt x="1002" y="411"/>
                  </a:lnTo>
                  <a:lnTo>
                    <a:pt x="997" y="415"/>
                  </a:lnTo>
                  <a:lnTo>
                    <a:pt x="984" y="424"/>
                  </a:lnTo>
                  <a:lnTo>
                    <a:pt x="984" y="424"/>
                  </a:lnTo>
                  <a:lnTo>
                    <a:pt x="979" y="433"/>
                  </a:lnTo>
                  <a:lnTo>
                    <a:pt x="973" y="440"/>
                  </a:lnTo>
                  <a:lnTo>
                    <a:pt x="968" y="448"/>
                  </a:lnTo>
                  <a:lnTo>
                    <a:pt x="961" y="453"/>
                  </a:lnTo>
                  <a:lnTo>
                    <a:pt x="961" y="457"/>
                  </a:lnTo>
                  <a:lnTo>
                    <a:pt x="961" y="457"/>
                  </a:lnTo>
                  <a:lnTo>
                    <a:pt x="957" y="457"/>
                  </a:lnTo>
                  <a:lnTo>
                    <a:pt x="955" y="455"/>
                  </a:lnTo>
                  <a:lnTo>
                    <a:pt x="955" y="455"/>
                  </a:lnTo>
                  <a:lnTo>
                    <a:pt x="953" y="453"/>
                  </a:lnTo>
                  <a:lnTo>
                    <a:pt x="953" y="453"/>
                  </a:lnTo>
                  <a:lnTo>
                    <a:pt x="950" y="457"/>
                  </a:lnTo>
                  <a:lnTo>
                    <a:pt x="948" y="460"/>
                  </a:lnTo>
                  <a:lnTo>
                    <a:pt x="948" y="460"/>
                  </a:lnTo>
                  <a:lnTo>
                    <a:pt x="941" y="460"/>
                  </a:lnTo>
                  <a:lnTo>
                    <a:pt x="933" y="460"/>
                  </a:lnTo>
                  <a:lnTo>
                    <a:pt x="933" y="460"/>
                  </a:lnTo>
                  <a:lnTo>
                    <a:pt x="935" y="466"/>
                  </a:lnTo>
                  <a:lnTo>
                    <a:pt x="939" y="466"/>
                  </a:lnTo>
                  <a:lnTo>
                    <a:pt x="939" y="466"/>
                  </a:lnTo>
                  <a:lnTo>
                    <a:pt x="935" y="479"/>
                  </a:lnTo>
                  <a:lnTo>
                    <a:pt x="933" y="482"/>
                  </a:lnTo>
                  <a:lnTo>
                    <a:pt x="928" y="486"/>
                  </a:lnTo>
                  <a:lnTo>
                    <a:pt x="928" y="486"/>
                  </a:lnTo>
                  <a:lnTo>
                    <a:pt x="924" y="486"/>
                  </a:lnTo>
                  <a:lnTo>
                    <a:pt x="922" y="486"/>
                  </a:lnTo>
                  <a:lnTo>
                    <a:pt x="920" y="488"/>
                  </a:lnTo>
                  <a:lnTo>
                    <a:pt x="920" y="488"/>
                  </a:lnTo>
                  <a:lnTo>
                    <a:pt x="919" y="493"/>
                  </a:lnTo>
                  <a:lnTo>
                    <a:pt x="917" y="501"/>
                  </a:lnTo>
                  <a:lnTo>
                    <a:pt x="915" y="517"/>
                  </a:lnTo>
                  <a:lnTo>
                    <a:pt x="917" y="537"/>
                  </a:lnTo>
                  <a:lnTo>
                    <a:pt x="919" y="559"/>
                  </a:lnTo>
                  <a:lnTo>
                    <a:pt x="928" y="601"/>
                  </a:lnTo>
                  <a:lnTo>
                    <a:pt x="933" y="635"/>
                  </a:lnTo>
                  <a:lnTo>
                    <a:pt x="933" y="635"/>
                  </a:lnTo>
                  <a:lnTo>
                    <a:pt x="948" y="624"/>
                  </a:lnTo>
                  <a:lnTo>
                    <a:pt x="955" y="617"/>
                  </a:lnTo>
                  <a:lnTo>
                    <a:pt x="961" y="613"/>
                  </a:lnTo>
                  <a:lnTo>
                    <a:pt x="961" y="613"/>
                  </a:lnTo>
                  <a:lnTo>
                    <a:pt x="962" y="604"/>
                  </a:lnTo>
                  <a:lnTo>
                    <a:pt x="962" y="599"/>
                  </a:lnTo>
                  <a:lnTo>
                    <a:pt x="962" y="593"/>
                  </a:lnTo>
                  <a:lnTo>
                    <a:pt x="962" y="592"/>
                  </a:lnTo>
                  <a:lnTo>
                    <a:pt x="964" y="590"/>
                  </a:lnTo>
                  <a:lnTo>
                    <a:pt x="979" y="586"/>
                  </a:lnTo>
                  <a:lnTo>
                    <a:pt x="979" y="586"/>
                  </a:lnTo>
                  <a:lnTo>
                    <a:pt x="979" y="570"/>
                  </a:lnTo>
                  <a:lnTo>
                    <a:pt x="981" y="564"/>
                  </a:lnTo>
                  <a:lnTo>
                    <a:pt x="984" y="559"/>
                  </a:lnTo>
                  <a:lnTo>
                    <a:pt x="990" y="557"/>
                  </a:lnTo>
                  <a:lnTo>
                    <a:pt x="990" y="552"/>
                  </a:lnTo>
                  <a:lnTo>
                    <a:pt x="990" y="552"/>
                  </a:lnTo>
                  <a:lnTo>
                    <a:pt x="997" y="548"/>
                  </a:lnTo>
                  <a:lnTo>
                    <a:pt x="1002" y="550"/>
                  </a:lnTo>
                  <a:lnTo>
                    <a:pt x="1006" y="552"/>
                  </a:lnTo>
                  <a:lnTo>
                    <a:pt x="1010" y="552"/>
                  </a:lnTo>
                  <a:lnTo>
                    <a:pt x="1010" y="552"/>
                  </a:lnTo>
                  <a:lnTo>
                    <a:pt x="1019" y="542"/>
                  </a:lnTo>
                  <a:lnTo>
                    <a:pt x="1019" y="542"/>
                  </a:lnTo>
                  <a:lnTo>
                    <a:pt x="1013" y="533"/>
                  </a:lnTo>
                  <a:lnTo>
                    <a:pt x="1010" y="526"/>
                  </a:lnTo>
                  <a:lnTo>
                    <a:pt x="1010" y="521"/>
                  </a:lnTo>
                  <a:lnTo>
                    <a:pt x="1010" y="515"/>
                  </a:lnTo>
                  <a:lnTo>
                    <a:pt x="1013" y="510"/>
                  </a:lnTo>
                  <a:lnTo>
                    <a:pt x="1019" y="506"/>
                  </a:lnTo>
                  <a:lnTo>
                    <a:pt x="1026" y="504"/>
                  </a:lnTo>
                  <a:lnTo>
                    <a:pt x="1035" y="502"/>
                  </a:lnTo>
                  <a:lnTo>
                    <a:pt x="1035" y="502"/>
                  </a:lnTo>
                  <a:lnTo>
                    <a:pt x="1035" y="493"/>
                  </a:lnTo>
                  <a:lnTo>
                    <a:pt x="1035" y="493"/>
                  </a:lnTo>
                  <a:lnTo>
                    <a:pt x="1033" y="493"/>
                  </a:lnTo>
                  <a:lnTo>
                    <a:pt x="1032" y="493"/>
                  </a:lnTo>
                  <a:lnTo>
                    <a:pt x="1026" y="495"/>
                  </a:lnTo>
                  <a:lnTo>
                    <a:pt x="1026" y="495"/>
                  </a:lnTo>
                  <a:lnTo>
                    <a:pt x="1023" y="488"/>
                  </a:lnTo>
                  <a:lnTo>
                    <a:pt x="1021" y="482"/>
                  </a:lnTo>
                  <a:lnTo>
                    <a:pt x="1021" y="479"/>
                  </a:lnTo>
                  <a:lnTo>
                    <a:pt x="1024" y="479"/>
                  </a:lnTo>
                  <a:lnTo>
                    <a:pt x="1026" y="471"/>
                  </a:lnTo>
                  <a:lnTo>
                    <a:pt x="1032" y="471"/>
                  </a:lnTo>
                  <a:lnTo>
                    <a:pt x="1032" y="471"/>
                  </a:lnTo>
                  <a:lnTo>
                    <a:pt x="1032" y="468"/>
                  </a:lnTo>
                  <a:lnTo>
                    <a:pt x="1030" y="466"/>
                  </a:lnTo>
                  <a:lnTo>
                    <a:pt x="1032" y="464"/>
                  </a:lnTo>
                  <a:lnTo>
                    <a:pt x="1032" y="464"/>
                  </a:lnTo>
                  <a:lnTo>
                    <a:pt x="1033" y="464"/>
                  </a:lnTo>
                  <a:lnTo>
                    <a:pt x="1033" y="462"/>
                  </a:lnTo>
                  <a:lnTo>
                    <a:pt x="1033" y="459"/>
                  </a:lnTo>
                  <a:lnTo>
                    <a:pt x="1033" y="459"/>
                  </a:lnTo>
                  <a:lnTo>
                    <a:pt x="1026" y="459"/>
                  </a:lnTo>
                  <a:lnTo>
                    <a:pt x="1026" y="459"/>
                  </a:lnTo>
                  <a:lnTo>
                    <a:pt x="1017" y="457"/>
                  </a:lnTo>
                  <a:lnTo>
                    <a:pt x="1017" y="457"/>
                  </a:lnTo>
                  <a:lnTo>
                    <a:pt x="1015" y="448"/>
                  </a:lnTo>
                  <a:lnTo>
                    <a:pt x="1017" y="439"/>
                  </a:lnTo>
                  <a:lnTo>
                    <a:pt x="1017" y="439"/>
                  </a:lnTo>
                  <a:lnTo>
                    <a:pt x="1033" y="424"/>
                  </a:lnTo>
                  <a:lnTo>
                    <a:pt x="1033" y="424"/>
                  </a:lnTo>
                  <a:lnTo>
                    <a:pt x="1033" y="422"/>
                  </a:lnTo>
                  <a:lnTo>
                    <a:pt x="1033" y="420"/>
                  </a:lnTo>
                  <a:lnTo>
                    <a:pt x="1033" y="417"/>
                  </a:lnTo>
                  <a:lnTo>
                    <a:pt x="1039" y="417"/>
                  </a:lnTo>
                  <a:lnTo>
                    <a:pt x="1039" y="417"/>
                  </a:lnTo>
                  <a:lnTo>
                    <a:pt x="1039" y="415"/>
                  </a:lnTo>
                  <a:lnTo>
                    <a:pt x="1037" y="413"/>
                  </a:lnTo>
                  <a:lnTo>
                    <a:pt x="1035" y="411"/>
                  </a:lnTo>
                  <a:lnTo>
                    <a:pt x="1035" y="409"/>
                  </a:lnTo>
                  <a:lnTo>
                    <a:pt x="1035" y="409"/>
                  </a:lnTo>
                  <a:lnTo>
                    <a:pt x="1037" y="408"/>
                  </a:lnTo>
                  <a:lnTo>
                    <a:pt x="1041" y="402"/>
                  </a:lnTo>
                  <a:lnTo>
                    <a:pt x="1064" y="406"/>
                  </a:lnTo>
                  <a:lnTo>
                    <a:pt x="1064" y="406"/>
                  </a:lnTo>
                  <a:lnTo>
                    <a:pt x="1066" y="402"/>
                  </a:lnTo>
                  <a:lnTo>
                    <a:pt x="1064" y="399"/>
                  </a:lnTo>
                  <a:lnTo>
                    <a:pt x="1064" y="399"/>
                  </a:lnTo>
                  <a:lnTo>
                    <a:pt x="1083" y="388"/>
                  </a:lnTo>
                  <a:lnTo>
                    <a:pt x="1083" y="388"/>
                  </a:lnTo>
                  <a:lnTo>
                    <a:pt x="1079" y="400"/>
                  </a:lnTo>
                  <a:lnTo>
                    <a:pt x="1081" y="406"/>
                  </a:lnTo>
                  <a:lnTo>
                    <a:pt x="1083" y="408"/>
                  </a:lnTo>
                  <a:lnTo>
                    <a:pt x="1084" y="408"/>
                  </a:lnTo>
                  <a:lnTo>
                    <a:pt x="1084" y="408"/>
                  </a:lnTo>
                  <a:lnTo>
                    <a:pt x="1086" y="406"/>
                  </a:lnTo>
                  <a:lnTo>
                    <a:pt x="1088" y="404"/>
                  </a:lnTo>
                  <a:lnTo>
                    <a:pt x="1090" y="406"/>
                  </a:lnTo>
                  <a:lnTo>
                    <a:pt x="1090" y="406"/>
                  </a:lnTo>
                  <a:lnTo>
                    <a:pt x="1094" y="397"/>
                  </a:lnTo>
                  <a:lnTo>
                    <a:pt x="1097" y="391"/>
                  </a:lnTo>
                  <a:lnTo>
                    <a:pt x="1099" y="388"/>
                  </a:lnTo>
                  <a:lnTo>
                    <a:pt x="1099" y="388"/>
                  </a:lnTo>
                  <a:lnTo>
                    <a:pt x="1105" y="384"/>
                  </a:lnTo>
                  <a:lnTo>
                    <a:pt x="1108" y="382"/>
                  </a:lnTo>
                  <a:lnTo>
                    <a:pt x="1117" y="382"/>
                  </a:lnTo>
                  <a:lnTo>
                    <a:pt x="1125" y="386"/>
                  </a:lnTo>
                  <a:lnTo>
                    <a:pt x="1134" y="389"/>
                  </a:lnTo>
                  <a:lnTo>
                    <a:pt x="1134" y="389"/>
                  </a:lnTo>
                  <a:lnTo>
                    <a:pt x="1134" y="399"/>
                  </a:lnTo>
                  <a:lnTo>
                    <a:pt x="1134" y="399"/>
                  </a:lnTo>
                  <a:lnTo>
                    <a:pt x="1141" y="402"/>
                  </a:lnTo>
                  <a:lnTo>
                    <a:pt x="1148" y="406"/>
                  </a:lnTo>
                  <a:lnTo>
                    <a:pt x="1148" y="406"/>
                  </a:lnTo>
                  <a:lnTo>
                    <a:pt x="1154" y="393"/>
                  </a:lnTo>
                  <a:lnTo>
                    <a:pt x="1161" y="384"/>
                  </a:lnTo>
                  <a:lnTo>
                    <a:pt x="1170" y="377"/>
                  </a:lnTo>
                  <a:lnTo>
                    <a:pt x="1183" y="371"/>
                  </a:lnTo>
                  <a:lnTo>
                    <a:pt x="1183" y="371"/>
                  </a:lnTo>
                  <a:lnTo>
                    <a:pt x="1183" y="368"/>
                  </a:lnTo>
                  <a:lnTo>
                    <a:pt x="1183" y="366"/>
                  </a:lnTo>
                  <a:lnTo>
                    <a:pt x="1181" y="366"/>
                  </a:lnTo>
                  <a:lnTo>
                    <a:pt x="1181" y="364"/>
                  </a:lnTo>
                  <a:lnTo>
                    <a:pt x="1181" y="364"/>
                  </a:lnTo>
                  <a:lnTo>
                    <a:pt x="1185" y="364"/>
                  </a:lnTo>
                  <a:lnTo>
                    <a:pt x="1187" y="364"/>
                  </a:lnTo>
                  <a:lnTo>
                    <a:pt x="1190" y="366"/>
                  </a:lnTo>
                  <a:lnTo>
                    <a:pt x="1192" y="366"/>
                  </a:lnTo>
                  <a:lnTo>
                    <a:pt x="1192" y="366"/>
                  </a:lnTo>
                  <a:lnTo>
                    <a:pt x="1194" y="364"/>
                  </a:lnTo>
                  <a:lnTo>
                    <a:pt x="1194" y="360"/>
                  </a:lnTo>
                  <a:lnTo>
                    <a:pt x="1194" y="357"/>
                  </a:lnTo>
                  <a:lnTo>
                    <a:pt x="1192" y="357"/>
                  </a:lnTo>
                  <a:lnTo>
                    <a:pt x="1192" y="357"/>
                  </a:lnTo>
                  <a:lnTo>
                    <a:pt x="1196" y="357"/>
                  </a:lnTo>
                  <a:lnTo>
                    <a:pt x="1197" y="357"/>
                  </a:lnTo>
                  <a:lnTo>
                    <a:pt x="1199" y="358"/>
                  </a:lnTo>
                  <a:lnTo>
                    <a:pt x="1203" y="358"/>
                  </a:lnTo>
                  <a:lnTo>
                    <a:pt x="1203" y="358"/>
                  </a:lnTo>
                  <a:lnTo>
                    <a:pt x="1207" y="351"/>
                  </a:lnTo>
                  <a:lnTo>
                    <a:pt x="1207" y="351"/>
                  </a:lnTo>
                  <a:lnTo>
                    <a:pt x="1210" y="349"/>
                  </a:lnTo>
                  <a:lnTo>
                    <a:pt x="1214" y="349"/>
                  </a:lnTo>
                  <a:lnTo>
                    <a:pt x="1221" y="349"/>
                  </a:lnTo>
                  <a:lnTo>
                    <a:pt x="1221" y="349"/>
                  </a:lnTo>
                  <a:lnTo>
                    <a:pt x="1232" y="342"/>
                  </a:lnTo>
                  <a:lnTo>
                    <a:pt x="1238" y="338"/>
                  </a:lnTo>
                  <a:lnTo>
                    <a:pt x="1243" y="337"/>
                  </a:lnTo>
                  <a:lnTo>
                    <a:pt x="1243" y="337"/>
                  </a:lnTo>
                  <a:lnTo>
                    <a:pt x="1254" y="337"/>
                  </a:lnTo>
                  <a:lnTo>
                    <a:pt x="1265" y="338"/>
                  </a:lnTo>
                  <a:lnTo>
                    <a:pt x="1274" y="340"/>
                  </a:lnTo>
                  <a:lnTo>
                    <a:pt x="1281" y="342"/>
                  </a:lnTo>
                  <a:lnTo>
                    <a:pt x="1281" y="342"/>
                  </a:lnTo>
                  <a:lnTo>
                    <a:pt x="1289" y="335"/>
                  </a:lnTo>
                  <a:lnTo>
                    <a:pt x="1289" y="335"/>
                  </a:lnTo>
                  <a:lnTo>
                    <a:pt x="1287" y="329"/>
                  </a:lnTo>
                  <a:lnTo>
                    <a:pt x="1287" y="326"/>
                  </a:lnTo>
                  <a:lnTo>
                    <a:pt x="1289" y="324"/>
                  </a:lnTo>
                  <a:lnTo>
                    <a:pt x="1289" y="324"/>
                  </a:lnTo>
                  <a:lnTo>
                    <a:pt x="1287" y="324"/>
                  </a:lnTo>
                  <a:lnTo>
                    <a:pt x="1285" y="322"/>
                  </a:lnTo>
                  <a:lnTo>
                    <a:pt x="1281" y="322"/>
                  </a:lnTo>
                  <a:lnTo>
                    <a:pt x="1281" y="322"/>
                  </a:lnTo>
                  <a:lnTo>
                    <a:pt x="1270" y="295"/>
                  </a:lnTo>
                  <a:lnTo>
                    <a:pt x="1270" y="295"/>
                  </a:lnTo>
                  <a:lnTo>
                    <a:pt x="1269" y="295"/>
                  </a:lnTo>
                  <a:lnTo>
                    <a:pt x="1269" y="293"/>
                  </a:lnTo>
                  <a:lnTo>
                    <a:pt x="1269" y="289"/>
                  </a:lnTo>
                  <a:lnTo>
                    <a:pt x="1269" y="289"/>
                  </a:lnTo>
                  <a:lnTo>
                    <a:pt x="1261" y="293"/>
                  </a:lnTo>
                  <a:lnTo>
                    <a:pt x="1261" y="293"/>
                  </a:lnTo>
                  <a:lnTo>
                    <a:pt x="1261" y="293"/>
                  </a:lnTo>
                  <a:lnTo>
                    <a:pt x="1259" y="295"/>
                  </a:lnTo>
                  <a:lnTo>
                    <a:pt x="1256" y="295"/>
                  </a:lnTo>
                  <a:lnTo>
                    <a:pt x="1256" y="289"/>
                  </a:lnTo>
                  <a:lnTo>
                    <a:pt x="1258" y="287"/>
                  </a:lnTo>
                  <a:lnTo>
                    <a:pt x="1261" y="282"/>
                  </a:lnTo>
                  <a:lnTo>
                    <a:pt x="1261" y="282"/>
                  </a:lnTo>
                  <a:lnTo>
                    <a:pt x="1250" y="282"/>
                  </a:lnTo>
                  <a:lnTo>
                    <a:pt x="1239" y="282"/>
                  </a:lnTo>
                  <a:lnTo>
                    <a:pt x="1239" y="278"/>
                  </a:lnTo>
                  <a:lnTo>
                    <a:pt x="1239" y="278"/>
                  </a:lnTo>
                  <a:lnTo>
                    <a:pt x="1258" y="275"/>
                  </a:lnTo>
                  <a:lnTo>
                    <a:pt x="1263" y="280"/>
                  </a:lnTo>
                  <a:lnTo>
                    <a:pt x="1263" y="280"/>
                  </a:lnTo>
                  <a:lnTo>
                    <a:pt x="1279" y="282"/>
                  </a:lnTo>
                  <a:lnTo>
                    <a:pt x="1292" y="282"/>
                  </a:lnTo>
                  <a:lnTo>
                    <a:pt x="1303" y="275"/>
                  </a:lnTo>
                  <a:lnTo>
                    <a:pt x="1303" y="275"/>
                  </a:lnTo>
                  <a:lnTo>
                    <a:pt x="1305" y="271"/>
                  </a:lnTo>
                  <a:lnTo>
                    <a:pt x="1307" y="266"/>
                  </a:lnTo>
                  <a:lnTo>
                    <a:pt x="1307" y="256"/>
                  </a:lnTo>
                  <a:lnTo>
                    <a:pt x="1307" y="256"/>
                  </a:lnTo>
                  <a:lnTo>
                    <a:pt x="1300" y="253"/>
                  </a:lnTo>
                  <a:lnTo>
                    <a:pt x="1300" y="253"/>
                  </a:lnTo>
                  <a:lnTo>
                    <a:pt x="1300" y="251"/>
                  </a:lnTo>
                  <a:lnTo>
                    <a:pt x="1300" y="247"/>
                  </a:lnTo>
                  <a:lnTo>
                    <a:pt x="1301" y="246"/>
                  </a:lnTo>
                  <a:lnTo>
                    <a:pt x="1303" y="246"/>
                  </a:lnTo>
                  <a:lnTo>
                    <a:pt x="1303" y="246"/>
                  </a:lnTo>
                  <a:lnTo>
                    <a:pt x="1303" y="236"/>
                  </a:lnTo>
                  <a:lnTo>
                    <a:pt x="1303" y="236"/>
                  </a:lnTo>
                  <a:lnTo>
                    <a:pt x="1312" y="235"/>
                  </a:lnTo>
                  <a:lnTo>
                    <a:pt x="1310" y="242"/>
                  </a:lnTo>
                  <a:lnTo>
                    <a:pt x="1310" y="242"/>
                  </a:lnTo>
                  <a:lnTo>
                    <a:pt x="1310" y="240"/>
                  </a:lnTo>
                  <a:lnTo>
                    <a:pt x="1312" y="242"/>
                  </a:lnTo>
                  <a:lnTo>
                    <a:pt x="1314" y="244"/>
                  </a:lnTo>
                  <a:lnTo>
                    <a:pt x="1314" y="244"/>
                  </a:lnTo>
                  <a:lnTo>
                    <a:pt x="1310" y="246"/>
                  </a:lnTo>
                  <a:lnTo>
                    <a:pt x="1309" y="249"/>
                  </a:lnTo>
                  <a:lnTo>
                    <a:pt x="1310" y="253"/>
                  </a:lnTo>
                  <a:lnTo>
                    <a:pt x="1312" y="256"/>
                  </a:lnTo>
                  <a:lnTo>
                    <a:pt x="1320" y="262"/>
                  </a:lnTo>
                  <a:lnTo>
                    <a:pt x="1325" y="266"/>
                  </a:lnTo>
                  <a:lnTo>
                    <a:pt x="1325" y="266"/>
                  </a:lnTo>
                  <a:lnTo>
                    <a:pt x="1327" y="264"/>
                  </a:lnTo>
                  <a:lnTo>
                    <a:pt x="1327" y="262"/>
                  </a:lnTo>
                  <a:lnTo>
                    <a:pt x="1325" y="260"/>
                  </a:lnTo>
                  <a:lnTo>
                    <a:pt x="1325" y="260"/>
                  </a:lnTo>
                  <a:lnTo>
                    <a:pt x="1334" y="256"/>
                  </a:lnTo>
                  <a:lnTo>
                    <a:pt x="1343" y="255"/>
                  </a:lnTo>
                  <a:lnTo>
                    <a:pt x="1345" y="255"/>
                  </a:lnTo>
                  <a:lnTo>
                    <a:pt x="1349" y="256"/>
                  </a:lnTo>
                  <a:lnTo>
                    <a:pt x="1356" y="264"/>
                  </a:lnTo>
                  <a:lnTo>
                    <a:pt x="1356" y="264"/>
                  </a:lnTo>
                  <a:lnTo>
                    <a:pt x="1360" y="266"/>
                  </a:lnTo>
                  <a:lnTo>
                    <a:pt x="1363" y="267"/>
                  </a:lnTo>
                  <a:lnTo>
                    <a:pt x="1363" y="267"/>
                  </a:lnTo>
                  <a:lnTo>
                    <a:pt x="1363" y="271"/>
                  </a:lnTo>
                  <a:lnTo>
                    <a:pt x="1363" y="275"/>
                  </a:lnTo>
                  <a:lnTo>
                    <a:pt x="1361" y="278"/>
                  </a:lnTo>
                  <a:lnTo>
                    <a:pt x="1361" y="278"/>
                  </a:lnTo>
                  <a:lnTo>
                    <a:pt x="1367" y="280"/>
                  </a:lnTo>
                  <a:lnTo>
                    <a:pt x="1376" y="284"/>
                  </a:lnTo>
                  <a:lnTo>
                    <a:pt x="1396" y="289"/>
                  </a:lnTo>
                  <a:lnTo>
                    <a:pt x="1396" y="295"/>
                  </a:lnTo>
                  <a:lnTo>
                    <a:pt x="1396" y="295"/>
                  </a:lnTo>
                  <a:lnTo>
                    <a:pt x="1402" y="293"/>
                  </a:lnTo>
                  <a:lnTo>
                    <a:pt x="1407" y="289"/>
                  </a:lnTo>
                  <a:lnTo>
                    <a:pt x="1407" y="295"/>
                  </a:lnTo>
                  <a:lnTo>
                    <a:pt x="1407" y="295"/>
                  </a:lnTo>
                  <a:lnTo>
                    <a:pt x="1418" y="295"/>
                  </a:lnTo>
                  <a:lnTo>
                    <a:pt x="1422" y="295"/>
                  </a:lnTo>
                  <a:lnTo>
                    <a:pt x="1422" y="291"/>
                  </a:lnTo>
                  <a:lnTo>
                    <a:pt x="1414" y="282"/>
                  </a:lnTo>
                  <a:lnTo>
                    <a:pt x="1414" y="278"/>
                  </a:lnTo>
                  <a:lnTo>
                    <a:pt x="1414" y="278"/>
                  </a:lnTo>
                  <a:lnTo>
                    <a:pt x="1425" y="278"/>
                  </a:lnTo>
                  <a:lnTo>
                    <a:pt x="1425" y="278"/>
                  </a:lnTo>
                  <a:lnTo>
                    <a:pt x="1425" y="273"/>
                  </a:lnTo>
                  <a:lnTo>
                    <a:pt x="1425" y="267"/>
                  </a:lnTo>
                  <a:lnTo>
                    <a:pt x="1425" y="267"/>
                  </a:lnTo>
                  <a:lnTo>
                    <a:pt x="1420" y="269"/>
                  </a:lnTo>
                  <a:lnTo>
                    <a:pt x="1418" y="271"/>
                  </a:lnTo>
                  <a:lnTo>
                    <a:pt x="1418" y="271"/>
                  </a:lnTo>
                  <a:lnTo>
                    <a:pt x="1418" y="264"/>
                  </a:lnTo>
                  <a:lnTo>
                    <a:pt x="1414" y="260"/>
                  </a:lnTo>
                  <a:lnTo>
                    <a:pt x="1414" y="260"/>
                  </a:lnTo>
                  <a:lnTo>
                    <a:pt x="1425" y="260"/>
                  </a:lnTo>
                  <a:lnTo>
                    <a:pt x="1425" y="264"/>
                  </a:lnTo>
                  <a:lnTo>
                    <a:pt x="1427" y="264"/>
                  </a:lnTo>
                  <a:lnTo>
                    <a:pt x="1427" y="264"/>
                  </a:lnTo>
                  <a:lnTo>
                    <a:pt x="1431" y="264"/>
                  </a:lnTo>
                  <a:lnTo>
                    <a:pt x="1442" y="266"/>
                  </a:lnTo>
                  <a:lnTo>
                    <a:pt x="1442" y="266"/>
                  </a:lnTo>
                  <a:lnTo>
                    <a:pt x="1442" y="267"/>
                  </a:lnTo>
                  <a:lnTo>
                    <a:pt x="1442" y="267"/>
                  </a:lnTo>
                  <a:lnTo>
                    <a:pt x="1443" y="267"/>
                  </a:lnTo>
                  <a:lnTo>
                    <a:pt x="1443" y="267"/>
                  </a:lnTo>
                  <a:lnTo>
                    <a:pt x="1443" y="264"/>
                  </a:lnTo>
                  <a:lnTo>
                    <a:pt x="1442" y="258"/>
                  </a:lnTo>
                  <a:lnTo>
                    <a:pt x="1447" y="258"/>
                  </a:lnTo>
                  <a:lnTo>
                    <a:pt x="1447" y="258"/>
                  </a:lnTo>
                  <a:lnTo>
                    <a:pt x="1449" y="249"/>
                  </a:lnTo>
                  <a:lnTo>
                    <a:pt x="1454" y="249"/>
                  </a:lnTo>
                  <a:lnTo>
                    <a:pt x="1454" y="249"/>
                  </a:lnTo>
                  <a:lnTo>
                    <a:pt x="1443" y="244"/>
                  </a:lnTo>
                  <a:lnTo>
                    <a:pt x="1434" y="238"/>
                  </a:lnTo>
                  <a:lnTo>
                    <a:pt x="1434" y="238"/>
                  </a:lnTo>
                  <a:lnTo>
                    <a:pt x="1429" y="233"/>
                  </a:lnTo>
                  <a:lnTo>
                    <a:pt x="1425" y="227"/>
                  </a:lnTo>
                  <a:lnTo>
                    <a:pt x="1420" y="220"/>
                  </a:lnTo>
                  <a:lnTo>
                    <a:pt x="1412" y="216"/>
                  </a:lnTo>
                  <a:lnTo>
                    <a:pt x="1412" y="216"/>
                  </a:lnTo>
                  <a:lnTo>
                    <a:pt x="1407" y="216"/>
                  </a:lnTo>
                  <a:lnTo>
                    <a:pt x="1400" y="216"/>
                  </a:lnTo>
                  <a:lnTo>
                    <a:pt x="1385" y="216"/>
                  </a:lnTo>
                  <a:lnTo>
                    <a:pt x="1385" y="216"/>
                  </a:lnTo>
                  <a:lnTo>
                    <a:pt x="1385" y="218"/>
                  </a:lnTo>
                  <a:lnTo>
                    <a:pt x="1383" y="220"/>
                  </a:lnTo>
                  <a:lnTo>
                    <a:pt x="1382" y="222"/>
                  </a:lnTo>
                  <a:lnTo>
                    <a:pt x="1382" y="222"/>
                  </a:lnTo>
                  <a:lnTo>
                    <a:pt x="1383" y="222"/>
                  </a:lnTo>
                  <a:lnTo>
                    <a:pt x="1383" y="224"/>
                  </a:lnTo>
                  <a:lnTo>
                    <a:pt x="1383" y="229"/>
                  </a:lnTo>
                  <a:lnTo>
                    <a:pt x="1383" y="229"/>
                  </a:lnTo>
                  <a:lnTo>
                    <a:pt x="1385" y="229"/>
                  </a:lnTo>
                  <a:lnTo>
                    <a:pt x="1383" y="229"/>
                  </a:lnTo>
                  <a:lnTo>
                    <a:pt x="1376" y="229"/>
                  </a:lnTo>
                  <a:lnTo>
                    <a:pt x="1376" y="229"/>
                  </a:lnTo>
                  <a:lnTo>
                    <a:pt x="1380" y="227"/>
                  </a:lnTo>
                  <a:lnTo>
                    <a:pt x="1380" y="224"/>
                  </a:lnTo>
                  <a:lnTo>
                    <a:pt x="1376" y="215"/>
                  </a:lnTo>
                  <a:lnTo>
                    <a:pt x="1369" y="200"/>
                  </a:lnTo>
                  <a:lnTo>
                    <a:pt x="1369" y="200"/>
                  </a:lnTo>
                  <a:lnTo>
                    <a:pt x="1367" y="202"/>
                  </a:lnTo>
                  <a:lnTo>
                    <a:pt x="1363" y="202"/>
                  </a:lnTo>
                  <a:lnTo>
                    <a:pt x="1363" y="202"/>
                  </a:lnTo>
                  <a:lnTo>
                    <a:pt x="1358" y="194"/>
                  </a:lnTo>
                  <a:lnTo>
                    <a:pt x="1358" y="194"/>
                  </a:lnTo>
                  <a:lnTo>
                    <a:pt x="1356" y="194"/>
                  </a:lnTo>
                  <a:lnTo>
                    <a:pt x="1351" y="194"/>
                  </a:lnTo>
                  <a:lnTo>
                    <a:pt x="1347" y="194"/>
                  </a:lnTo>
                  <a:lnTo>
                    <a:pt x="1343" y="194"/>
                  </a:lnTo>
                  <a:lnTo>
                    <a:pt x="1343" y="194"/>
                  </a:lnTo>
                  <a:lnTo>
                    <a:pt x="1343" y="191"/>
                  </a:lnTo>
                  <a:lnTo>
                    <a:pt x="1343" y="187"/>
                  </a:lnTo>
                  <a:lnTo>
                    <a:pt x="1343" y="187"/>
                  </a:lnTo>
                  <a:lnTo>
                    <a:pt x="1343" y="185"/>
                  </a:lnTo>
                  <a:lnTo>
                    <a:pt x="1341" y="185"/>
                  </a:lnTo>
                  <a:lnTo>
                    <a:pt x="1336" y="185"/>
                  </a:lnTo>
                  <a:lnTo>
                    <a:pt x="1336" y="180"/>
                  </a:lnTo>
                  <a:lnTo>
                    <a:pt x="1336" y="180"/>
                  </a:lnTo>
                  <a:lnTo>
                    <a:pt x="1334" y="178"/>
                  </a:lnTo>
                  <a:lnTo>
                    <a:pt x="1330" y="178"/>
                  </a:lnTo>
                  <a:lnTo>
                    <a:pt x="1327" y="178"/>
                  </a:lnTo>
                  <a:lnTo>
                    <a:pt x="1325" y="178"/>
                  </a:lnTo>
                  <a:lnTo>
                    <a:pt x="1325" y="178"/>
                  </a:lnTo>
                  <a:lnTo>
                    <a:pt x="1321" y="174"/>
                  </a:lnTo>
                  <a:lnTo>
                    <a:pt x="1320" y="169"/>
                  </a:lnTo>
                  <a:lnTo>
                    <a:pt x="1316" y="165"/>
                  </a:lnTo>
                  <a:lnTo>
                    <a:pt x="1312" y="164"/>
                  </a:lnTo>
                  <a:lnTo>
                    <a:pt x="1312" y="164"/>
                  </a:lnTo>
                  <a:lnTo>
                    <a:pt x="1307" y="164"/>
                  </a:lnTo>
                  <a:lnTo>
                    <a:pt x="1303" y="164"/>
                  </a:lnTo>
                  <a:lnTo>
                    <a:pt x="1303" y="164"/>
                  </a:lnTo>
                  <a:lnTo>
                    <a:pt x="1285" y="149"/>
                  </a:lnTo>
                  <a:lnTo>
                    <a:pt x="1285" y="149"/>
                  </a:lnTo>
                  <a:lnTo>
                    <a:pt x="1285" y="143"/>
                  </a:lnTo>
                  <a:lnTo>
                    <a:pt x="1283" y="142"/>
                  </a:lnTo>
                  <a:lnTo>
                    <a:pt x="1283" y="142"/>
                  </a:lnTo>
                  <a:lnTo>
                    <a:pt x="1283" y="142"/>
                  </a:lnTo>
                  <a:lnTo>
                    <a:pt x="1278" y="138"/>
                  </a:lnTo>
                  <a:lnTo>
                    <a:pt x="1274" y="138"/>
                  </a:lnTo>
                  <a:lnTo>
                    <a:pt x="1267" y="138"/>
                  </a:lnTo>
                  <a:lnTo>
                    <a:pt x="1261" y="140"/>
                  </a:lnTo>
                  <a:lnTo>
                    <a:pt x="1258" y="142"/>
                  </a:lnTo>
                  <a:lnTo>
                    <a:pt x="1258" y="142"/>
                  </a:lnTo>
                  <a:lnTo>
                    <a:pt x="1254" y="138"/>
                  </a:lnTo>
                  <a:lnTo>
                    <a:pt x="1252" y="134"/>
                  </a:lnTo>
                  <a:lnTo>
                    <a:pt x="1248" y="131"/>
                  </a:lnTo>
                  <a:lnTo>
                    <a:pt x="1247" y="129"/>
                  </a:lnTo>
                  <a:lnTo>
                    <a:pt x="1247" y="129"/>
                  </a:lnTo>
                  <a:lnTo>
                    <a:pt x="1243" y="127"/>
                  </a:lnTo>
                  <a:lnTo>
                    <a:pt x="1239" y="127"/>
                  </a:lnTo>
                  <a:lnTo>
                    <a:pt x="1236" y="127"/>
                  </a:lnTo>
                  <a:lnTo>
                    <a:pt x="1232" y="127"/>
                  </a:lnTo>
                  <a:lnTo>
                    <a:pt x="1232" y="127"/>
                  </a:lnTo>
                  <a:lnTo>
                    <a:pt x="1228" y="122"/>
                  </a:lnTo>
                  <a:lnTo>
                    <a:pt x="1227" y="118"/>
                  </a:lnTo>
                  <a:lnTo>
                    <a:pt x="1227" y="118"/>
                  </a:lnTo>
                  <a:lnTo>
                    <a:pt x="1218" y="118"/>
                  </a:lnTo>
                  <a:lnTo>
                    <a:pt x="1205" y="120"/>
                  </a:lnTo>
                  <a:lnTo>
                    <a:pt x="1194" y="122"/>
                  </a:lnTo>
                  <a:lnTo>
                    <a:pt x="1185" y="122"/>
                  </a:lnTo>
                  <a:lnTo>
                    <a:pt x="1183" y="116"/>
                  </a:lnTo>
                  <a:lnTo>
                    <a:pt x="1183" y="116"/>
                  </a:lnTo>
                  <a:lnTo>
                    <a:pt x="1174" y="118"/>
                  </a:lnTo>
                  <a:lnTo>
                    <a:pt x="1166" y="120"/>
                  </a:lnTo>
                  <a:lnTo>
                    <a:pt x="1161" y="118"/>
                  </a:lnTo>
                  <a:lnTo>
                    <a:pt x="1161" y="118"/>
                  </a:lnTo>
                  <a:lnTo>
                    <a:pt x="1157" y="116"/>
                  </a:lnTo>
                  <a:lnTo>
                    <a:pt x="1156" y="114"/>
                  </a:lnTo>
                  <a:lnTo>
                    <a:pt x="1154" y="114"/>
                  </a:lnTo>
                  <a:lnTo>
                    <a:pt x="1150" y="129"/>
                  </a:lnTo>
                  <a:lnTo>
                    <a:pt x="1150" y="129"/>
                  </a:lnTo>
                  <a:lnTo>
                    <a:pt x="1152" y="131"/>
                  </a:lnTo>
                  <a:lnTo>
                    <a:pt x="1156" y="133"/>
                  </a:lnTo>
                  <a:lnTo>
                    <a:pt x="1161" y="136"/>
                  </a:lnTo>
                  <a:lnTo>
                    <a:pt x="1161" y="136"/>
                  </a:lnTo>
                  <a:lnTo>
                    <a:pt x="1159" y="138"/>
                  </a:lnTo>
                  <a:lnTo>
                    <a:pt x="1157" y="142"/>
                  </a:lnTo>
                  <a:lnTo>
                    <a:pt x="1161" y="149"/>
                  </a:lnTo>
                  <a:lnTo>
                    <a:pt x="1161" y="149"/>
                  </a:lnTo>
                  <a:lnTo>
                    <a:pt x="1157" y="149"/>
                  </a:lnTo>
                  <a:lnTo>
                    <a:pt x="1156" y="151"/>
                  </a:lnTo>
                  <a:lnTo>
                    <a:pt x="1156" y="151"/>
                  </a:lnTo>
                  <a:lnTo>
                    <a:pt x="1148" y="160"/>
                  </a:lnTo>
                  <a:lnTo>
                    <a:pt x="1148" y="160"/>
                  </a:lnTo>
                  <a:lnTo>
                    <a:pt x="1141" y="158"/>
                  </a:lnTo>
                  <a:lnTo>
                    <a:pt x="1141" y="158"/>
                  </a:lnTo>
                  <a:lnTo>
                    <a:pt x="1139" y="164"/>
                  </a:lnTo>
                  <a:lnTo>
                    <a:pt x="1139" y="164"/>
                  </a:lnTo>
                  <a:lnTo>
                    <a:pt x="1132" y="162"/>
                  </a:lnTo>
                  <a:lnTo>
                    <a:pt x="1126" y="164"/>
                  </a:lnTo>
                  <a:lnTo>
                    <a:pt x="1126" y="164"/>
                  </a:lnTo>
                  <a:lnTo>
                    <a:pt x="1125" y="154"/>
                  </a:lnTo>
                  <a:lnTo>
                    <a:pt x="1125" y="145"/>
                  </a:lnTo>
                  <a:lnTo>
                    <a:pt x="1117" y="143"/>
                  </a:lnTo>
                  <a:lnTo>
                    <a:pt x="1117" y="143"/>
                  </a:lnTo>
                  <a:lnTo>
                    <a:pt x="1117" y="142"/>
                  </a:lnTo>
                  <a:lnTo>
                    <a:pt x="1117" y="138"/>
                  </a:lnTo>
                  <a:lnTo>
                    <a:pt x="1117" y="131"/>
                  </a:lnTo>
                  <a:lnTo>
                    <a:pt x="1117" y="131"/>
                  </a:lnTo>
                  <a:lnTo>
                    <a:pt x="1106" y="136"/>
                  </a:lnTo>
                  <a:lnTo>
                    <a:pt x="1103" y="140"/>
                  </a:lnTo>
                  <a:lnTo>
                    <a:pt x="1097" y="142"/>
                  </a:lnTo>
                  <a:lnTo>
                    <a:pt x="1097" y="142"/>
                  </a:lnTo>
                  <a:lnTo>
                    <a:pt x="1092" y="140"/>
                  </a:lnTo>
                  <a:lnTo>
                    <a:pt x="1090" y="138"/>
                  </a:lnTo>
                  <a:lnTo>
                    <a:pt x="1090" y="136"/>
                  </a:lnTo>
                  <a:lnTo>
                    <a:pt x="1092" y="136"/>
                  </a:lnTo>
                  <a:lnTo>
                    <a:pt x="1092" y="136"/>
                  </a:lnTo>
                  <a:lnTo>
                    <a:pt x="1081" y="133"/>
                  </a:lnTo>
                  <a:lnTo>
                    <a:pt x="1074" y="133"/>
                  </a:lnTo>
                  <a:lnTo>
                    <a:pt x="1068" y="134"/>
                  </a:lnTo>
                  <a:lnTo>
                    <a:pt x="1068" y="134"/>
                  </a:lnTo>
                  <a:lnTo>
                    <a:pt x="1064" y="136"/>
                  </a:lnTo>
                  <a:lnTo>
                    <a:pt x="1061" y="138"/>
                  </a:lnTo>
                  <a:lnTo>
                    <a:pt x="1061" y="138"/>
                  </a:lnTo>
                  <a:lnTo>
                    <a:pt x="1059" y="138"/>
                  </a:lnTo>
                  <a:lnTo>
                    <a:pt x="1059" y="136"/>
                  </a:lnTo>
                  <a:lnTo>
                    <a:pt x="1057" y="131"/>
                  </a:lnTo>
                  <a:lnTo>
                    <a:pt x="1057" y="131"/>
                  </a:lnTo>
                  <a:lnTo>
                    <a:pt x="1035" y="131"/>
                  </a:lnTo>
                  <a:lnTo>
                    <a:pt x="1026" y="133"/>
                  </a:lnTo>
                  <a:lnTo>
                    <a:pt x="1019" y="133"/>
                  </a:lnTo>
                  <a:lnTo>
                    <a:pt x="1013" y="136"/>
                  </a:lnTo>
                  <a:lnTo>
                    <a:pt x="1008" y="142"/>
                  </a:lnTo>
                  <a:lnTo>
                    <a:pt x="1004" y="149"/>
                  </a:lnTo>
                  <a:lnTo>
                    <a:pt x="1002" y="158"/>
                  </a:lnTo>
                  <a:lnTo>
                    <a:pt x="1002" y="158"/>
                  </a:lnTo>
                  <a:lnTo>
                    <a:pt x="995" y="136"/>
                  </a:lnTo>
                  <a:lnTo>
                    <a:pt x="995" y="136"/>
                  </a:lnTo>
                  <a:lnTo>
                    <a:pt x="988" y="136"/>
                  </a:lnTo>
                  <a:lnTo>
                    <a:pt x="984" y="134"/>
                  </a:lnTo>
                  <a:lnTo>
                    <a:pt x="984" y="134"/>
                  </a:lnTo>
                  <a:lnTo>
                    <a:pt x="986" y="127"/>
                  </a:lnTo>
                  <a:lnTo>
                    <a:pt x="986" y="123"/>
                  </a:lnTo>
                  <a:lnTo>
                    <a:pt x="984" y="122"/>
                  </a:lnTo>
                  <a:lnTo>
                    <a:pt x="984" y="122"/>
                  </a:lnTo>
                  <a:lnTo>
                    <a:pt x="988" y="122"/>
                  </a:lnTo>
                  <a:lnTo>
                    <a:pt x="990" y="118"/>
                  </a:lnTo>
                  <a:lnTo>
                    <a:pt x="990" y="118"/>
                  </a:lnTo>
                  <a:lnTo>
                    <a:pt x="975" y="109"/>
                  </a:lnTo>
                  <a:lnTo>
                    <a:pt x="975" y="109"/>
                  </a:lnTo>
                  <a:lnTo>
                    <a:pt x="973" y="105"/>
                  </a:lnTo>
                  <a:lnTo>
                    <a:pt x="972" y="102"/>
                  </a:lnTo>
                  <a:lnTo>
                    <a:pt x="972" y="102"/>
                  </a:lnTo>
                  <a:lnTo>
                    <a:pt x="968" y="100"/>
                  </a:lnTo>
                  <a:lnTo>
                    <a:pt x="966" y="100"/>
                  </a:lnTo>
                  <a:lnTo>
                    <a:pt x="957" y="100"/>
                  </a:lnTo>
                  <a:lnTo>
                    <a:pt x="953" y="94"/>
                  </a:lnTo>
                  <a:lnTo>
                    <a:pt x="953" y="94"/>
                  </a:lnTo>
                  <a:lnTo>
                    <a:pt x="942" y="98"/>
                  </a:lnTo>
                  <a:lnTo>
                    <a:pt x="928" y="102"/>
                  </a:lnTo>
                  <a:lnTo>
                    <a:pt x="928" y="102"/>
                  </a:lnTo>
                  <a:lnTo>
                    <a:pt x="926" y="102"/>
                  </a:lnTo>
                  <a:lnTo>
                    <a:pt x="926" y="100"/>
                  </a:lnTo>
                  <a:lnTo>
                    <a:pt x="924" y="96"/>
                  </a:lnTo>
                  <a:lnTo>
                    <a:pt x="924" y="96"/>
                  </a:lnTo>
                  <a:lnTo>
                    <a:pt x="902" y="96"/>
                  </a:lnTo>
                  <a:lnTo>
                    <a:pt x="895" y="102"/>
                  </a:lnTo>
                  <a:lnTo>
                    <a:pt x="895" y="102"/>
                  </a:lnTo>
                  <a:lnTo>
                    <a:pt x="888" y="102"/>
                  </a:lnTo>
                  <a:lnTo>
                    <a:pt x="882" y="102"/>
                  </a:lnTo>
                  <a:lnTo>
                    <a:pt x="879" y="100"/>
                  </a:lnTo>
                  <a:lnTo>
                    <a:pt x="871" y="100"/>
                  </a:lnTo>
                  <a:lnTo>
                    <a:pt x="868" y="103"/>
                  </a:lnTo>
                  <a:lnTo>
                    <a:pt x="868" y="103"/>
                  </a:lnTo>
                  <a:lnTo>
                    <a:pt x="849" y="107"/>
                  </a:lnTo>
                  <a:lnTo>
                    <a:pt x="831" y="107"/>
                  </a:lnTo>
                  <a:lnTo>
                    <a:pt x="804" y="103"/>
                  </a:lnTo>
                  <a:lnTo>
                    <a:pt x="804" y="103"/>
                  </a:lnTo>
                  <a:lnTo>
                    <a:pt x="808" y="102"/>
                  </a:lnTo>
                  <a:lnTo>
                    <a:pt x="809" y="100"/>
                  </a:lnTo>
                  <a:lnTo>
                    <a:pt x="809" y="100"/>
                  </a:lnTo>
                  <a:lnTo>
                    <a:pt x="813" y="102"/>
                  </a:lnTo>
                  <a:lnTo>
                    <a:pt x="815" y="102"/>
                  </a:lnTo>
                  <a:lnTo>
                    <a:pt x="818" y="102"/>
                  </a:lnTo>
                  <a:lnTo>
                    <a:pt x="818" y="102"/>
                  </a:lnTo>
                  <a:lnTo>
                    <a:pt x="828" y="94"/>
                  </a:lnTo>
                  <a:lnTo>
                    <a:pt x="835" y="85"/>
                  </a:lnTo>
                  <a:lnTo>
                    <a:pt x="835" y="85"/>
                  </a:lnTo>
                  <a:lnTo>
                    <a:pt x="838" y="80"/>
                  </a:lnTo>
                  <a:lnTo>
                    <a:pt x="838" y="76"/>
                  </a:lnTo>
                  <a:lnTo>
                    <a:pt x="837" y="76"/>
                  </a:lnTo>
                  <a:lnTo>
                    <a:pt x="835" y="78"/>
                  </a:lnTo>
                  <a:lnTo>
                    <a:pt x="826" y="87"/>
                  </a:lnTo>
                  <a:lnTo>
                    <a:pt x="826" y="89"/>
                  </a:lnTo>
                  <a:lnTo>
                    <a:pt x="826" y="89"/>
                  </a:lnTo>
                  <a:lnTo>
                    <a:pt x="822" y="89"/>
                  </a:lnTo>
                  <a:lnTo>
                    <a:pt x="818" y="89"/>
                  </a:lnTo>
                  <a:lnTo>
                    <a:pt x="818" y="89"/>
                  </a:lnTo>
                  <a:lnTo>
                    <a:pt x="809" y="85"/>
                  </a:lnTo>
                  <a:lnTo>
                    <a:pt x="809" y="85"/>
                  </a:lnTo>
                  <a:lnTo>
                    <a:pt x="808" y="82"/>
                  </a:lnTo>
                  <a:lnTo>
                    <a:pt x="809" y="80"/>
                  </a:lnTo>
                  <a:lnTo>
                    <a:pt x="811" y="80"/>
                  </a:lnTo>
                  <a:lnTo>
                    <a:pt x="811" y="80"/>
                  </a:lnTo>
                  <a:lnTo>
                    <a:pt x="813" y="80"/>
                  </a:lnTo>
                  <a:lnTo>
                    <a:pt x="820" y="82"/>
                  </a:lnTo>
                  <a:lnTo>
                    <a:pt x="820" y="82"/>
                  </a:lnTo>
                  <a:lnTo>
                    <a:pt x="826" y="71"/>
                  </a:lnTo>
                  <a:lnTo>
                    <a:pt x="826" y="71"/>
                  </a:lnTo>
                  <a:lnTo>
                    <a:pt x="811" y="63"/>
                  </a:lnTo>
                  <a:lnTo>
                    <a:pt x="804" y="60"/>
                  </a:lnTo>
                  <a:lnTo>
                    <a:pt x="797" y="58"/>
                  </a:lnTo>
                  <a:lnTo>
                    <a:pt x="797" y="58"/>
                  </a:lnTo>
                  <a:lnTo>
                    <a:pt x="793" y="58"/>
                  </a:lnTo>
                  <a:lnTo>
                    <a:pt x="791" y="60"/>
                  </a:lnTo>
                  <a:lnTo>
                    <a:pt x="791" y="60"/>
                  </a:lnTo>
                  <a:lnTo>
                    <a:pt x="791" y="60"/>
                  </a:lnTo>
                  <a:lnTo>
                    <a:pt x="786" y="60"/>
                  </a:lnTo>
                  <a:lnTo>
                    <a:pt x="782" y="60"/>
                  </a:lnTo>
                  <a:lnTo>
                    <a:pt x="777" y="60"/>
                  </a:lnTo>
                  <a:lnTo>
                    <a:pt x="771" y="63"/>
                  </a:lnTo>
                  <a:lnTo>
                    <a:pt x="771" y="63"/>
                  </a:lnTo>
                  <a:lnTo>
                    <a:pt x="771" y="71"/>
                  </a:lnTo>
                  <a:lnTo>
                    <a:pt x="771" y="71"/>
                  </a:lnTo>
                  <a:lnTo>
                    <a:pt x="769" y="76"/>
                  </a:lnTo>
                  <a:lnTo>
                    <a:pt x="766" y="82"/>
                  </a:lnTo>
                  <a:lnTo>
                    <a:pt x="760" y="87"/>
                  </a:lnTo>
                  <a:lnTo>
                    <a:pt x="755" y="89"/>
                  </a:lnTo>
                  <a:lnTo>
                    <a:pt x="755" y="89"/>
                  </a:lnTo>
                  <a:lnTo>
                    <a:pt x="746" y="91"/>
                  </a:lnTo>
                  <a:lnTo>
                    <a:pt x="746" y="89"/>
                  </a:lnTo>
                  <a:lnTo>
                    <a:pt x="746" y="89"/>
                  </a:lnTo>
                  <a:lnTo>
                    <a:pt x="753" y="82"/>
                  </a:lnTo>
                  <a:lnTo>
                    <a:pt x="753" y="82"/>
                  </a:lnTo>
                  <a:lnTo>
                    <a:pt x="753" y="82"/>
                  </a:lnTo>
                  <a:lnTo>
                    <a:pt x="751" y="80"/>
                  </a:lnTo>
                  <a:lnTo>
                    <a:pt x="747" y="78"/>
                  </a:lnTo>
                  <a:lnTo>
                    <a:pt x="747" y="78"/>
                  </a:lnTo>
                  <a:lnTo>
                    <a:pt x="753" y="72"/>
                  </a:lnTo>
                  <a:lnTo>
                    <a:pt x="760" y="67"/>
                  </a:lnTo>
                  <a:lnTo>
                    <a:pt x="760" y="65"/>
                  </a:lnTo>
                  <a:lnTo>
                    <a:pt x="760" y="65"/>
                  </a:lnTo>
                  <a:lnTo>
                    <a:pt x="762" y="69"/>
                  </a:lnTo>
                  <a:lnTo>
                    <a:pt x="767" y="72"/>
                  </a:lnTo>
                  <a:lnTo>
                    <a:pt x="767" y="72"/>
                  </a:lnTo>
                  <a:lnTo>
                    <a:pt x="766" y="71"/>
                  </a:lnTo>
                  <a:lnTo>
                    <a:pt x="767" y="67"/>
                  </a:lnTo>
                  <a:lnTo>
                    <a:pt x="769" y="63"/>
                  </a:lnTo>
                  <a:lnTo>
                    <a:pt x="769" y="63"/>
                  </a:lnTo>
                  <a:lnTo>
                    <a:pt x="751" y="63"/>
                  </a:lnTo>
                  <a:lnTo>
                    <a:pt x="735" y="65"/>
                  </a:lnTo>
                  <a:lnTo>
                    <a:pt x="735" y="65"/>
                  </a:lnTo>
                  <a:lnTo>
                    <a:pt x="733" y="56"/>
                  </a:lnTo>
                  <a:lnTo>
                    <a:pt x="733" y="56"/>
                  </a:lnTo>
                  <a:lnTo>
                    <a:pt x="749" y="56"/>
                  </a:lnTo>
                  <a:lnTo>
                    <a:pt x="751" y="54"/>
                  </a:lnTo>
                  <a:lnTo>
                    <a:pt x="751" y="54"/>
                  </a:lnTo>
                  <a:lnTo>
                    <a:pt x="742" y="51"/>
                  </a:lnTo>
                  <a:lnTo>
                    <a:pt x="742" y="51"/>
                  </a:lnTo>
                  <a:lnTo>
                    <a:pt x="729" y="49"/>
                  </a:lnTo>
                  <a:lnTo>
                    <a:pt x="715" y="47"/>
                  </a:lnTo>
                  <a:lnTo>
                    <a:pt x="700" y="47"/>
                  </a:lnTo>
                  <a:lnTo>
                    <a:pt x="685" y="43"/>
                  </a:lnTo>
                  <a:lnTo>
                    <a:pt x="685" y="43"/>
                  </a:lnTo>
                  <a:lnTo>
                    <a:pt x="682" y="36"/>
                  </a:lnTo>
                  <a:lnTo>
                    <a:pt x="682" y="36"/>
                  </a:lnTo>
                  <a:lnTo>
                    <a:pt x="676" y="36"/>
                  </a:lnTo>
                  <a:lnTo>
                    <a:pt x="671" y="36"/>
                  </a:lnTo>
                  <a:lnTo>
                    <a:pt x="671" y="41"/>
                  </a:lnTo>
                  <a:lnTo>
                    <a:pt x="671" y="41"/>
                  </a:lnTo>
                  <a:lnTo>
                    <a:pt x="676" y="41"/>
                  </a:lnTo>
                  <a:lnTo>
                    <a:pt x="676" y="43"/>
                  </a:lnTo>
                  <a:lnTo>
                    <a:pt x="678" y="45"/>
                  </a:lnTo>
                  <a:lnTo>
                    <a:pt x="678" y="49"/>
                  </a:lnTo>
                  <a:lnTo>
                    <a:pt x="678" y="49"/>
                  </a:lnTo>
                  <a:lnTo>
                    <a:pt x="669" y="47"/>
                  </a:lnTo>
                  <a:lnTo>
                    <a:pt x="662" y="49"/>
                  </a:lnTo>
                  <a:lnTo>
                    <a:pt x="660" y="56"/>
                  </a:lnTo>
                  <a:lnTo>
                    <a:pt x="660" y="56"/>
                  </a:lnTo>
                  <a:lnTo>
                    <a:pt x="664" y="56"/>
                  </a:lnTo>
                  <a:lnTo>
                    <a:pt x="665" y="58"/>
                  </a:lnTo>
                  <a:lnTo>
                    <a:pt x="665" y="60"/>
                  </a:lnTo>
                  <a:lnTo>
                    <a:pt x="665" y="60"/>
                  </a:lnTo>
                  <a:lnTo>
                    <a:pt x="660" y="60"/>
                  </a:lnTo>
                  <a:lnTo>
                    <a:pt x="660" y="60"/>
                  </a:lnTo>
                  <a:lnTo>
                    <a:pt x="658" y="67"/>
                  </a:lnTo>
                  <a:lnTo>
                    <a:pt x="658" y="71"/>
                  </a:lnTo>
                  <a:lnTo>
                    <a:pt x="658" y="71"/>
                  </a:lnTo>
                  <a:lnTo>
                    <a:pt x="660" y="71"/>
                  </a:lnTo>
                  <a:lnTo>
                    <a:pt x="660" y="71"/>
                  </a:lnTo>
                  <a:lnTo>
                    <a:pt x="662" y="76"/>
                  </a:lnTo>
                  <a:lnTo>
                    <a:pt x="664" y="80"/>
                  </a:lnTo>
                  <a:lnTo>
                    <a:pt x="664" y="80"/>
                  </a:lnTo>
                  <a:lnTo>
                    <a:pt x="664" y="82"/>
                  </a:lnTo>
                  <a:lnTo>
                    <a:pt x="664" y="83"/>
                  </a:lnTo>
                  <a:lnTo>
                    <a:pt x="662" y="85"/>
                  </a:lnTo>
                  <a:lnTo>
                    <a:pt x="654" y="87"/>
                  </a:lnTo>
                  <a:lnTo>
                    <a:pt x="653" y="85"/>
                  </a:lnTo>
                  <a:lnTo>
                    <a:pt x="653" y="85"/>
                  </a:lnTo>
                  <a:lnTo>
                    <a:pt x="653" y="87"/>
                  </a:lnTo>
                  <a:lnTo>
                    <a:pt x="651" y="87"/>
                  </a:lnTo>
                  <a:lnTo>
                    <a:pt x="647" y="87"/>
                  </a:lnTo>
                  <a:lnTo>
                    <a:pt x="647" y="87"/>
                  </a:lnTo>
                  <a:lnTo>
                    <a:pt x="647" y="78"/>
                  </a:lnTo>
                  <a:lnTo>
                    <a:pt x="647" y="78"/>
                  </a:lnTo>
                  <a:lnTo>
                    <a:pt x="642" y="78"/>
                  </a:lnTo>
                  <a:lnTo>
                    <a:pt x="638" y="78"/>
                  </a:lnTo>
                  <a:lnTo>
                    <a:pt x="638" y="82"/>
                  </a:lnTo>
                  <a:lnTo>
                    <a:pt x="638" y="85"/>
                  </a:lnTo>
                  <a:lnTo>
                    <a:pt x="638" y="89"/>
                  </a:lnTo>
                  <a:lnTo>
                    <a:pt x="636" y="92"/>
                  </a:lnTo>
                  <a:lnTo>
                    <a:pt x="633" y="94"/>
                  </a:lnTo>
                  <a:lnTo>
                    <a:pt x="625" y="94"/>
                  </a:lnTo>
                  <a:lnTo>
                    <a:pt x="625" y="94"/>
                  </a:lnTo>
                  <a:lnTo>
                    <a:pt x="620" y="92"/>
                  </a:lnTo>
                  <a:lnTo>
                    <a:pt x="616" y="89"/>
                  </a:lnTo>
                  <a:lnTo>
                    <a:pt x="609" y="82"/>
                  </a:lnTo>
                  <a:lnTo>
                    <a:pt x="609" y="82"/>
                  </a:lnTo>
                  <a:lnTo>
                    <a:pt x="600" y="80"/>
                  </a:lnTo>
                  <a:lnTo>
                    <a:pt x="591" y="78"/>
                  </a:lnTo>
                  <a:lnTo>
                    <a:pt x="591" y="78"/>
                  </a:lnTo>
                  <a:lnTo>
                    <a:pt x="589" y="74"/>
                  </a:lnTo>
                  <a:lnTo>
                    <a:pt x="589" y="72"/>
                  </a:lnTo>
                  <a:lnTo>
                    <a:pt x="589" y="72"/>
                  </a:lnTo>
                  <a:lnTo>
                    <a:pt x="582" y="72"/>
                  </a:lnTo>
                  <a:lnTo>
                    <a:pt x="582" y="72"/>
                  </a:lnTo>
                  <a:lnTo>
                    <a:pt x="576" y="78"/>
                  </a:lnTo>
                  <a:lnTo>
                    <a:pt x="571" y="82"/>
                  </a:lnTo>
                  <a:lnTo>
                    <a:pt x="571" y="82"/>
                  </a:lnTo>
                  <a:lnTo>
                    <a:pt x="563" y="85"/>
                  </a:lnTo>
                  <a:lnTo>
                    <a:pt x="554" y="87"/>
                  </a:lnTo>
                  <a:lnTo>
                    <a:pt x="554" y="87"/>
                  </a:lnTo>
                  <a:lnTo>
                    <a:pt x="554" y="83"/>
                  </a:lnTo>
                  <a:lnTo>
                    <a:pt x="556" y="82"/>
                  </a:lnTo>
                  <a:lnTo>
                    <a:pt x="558" y="80"/>
                  </a:lnTo>
                  <a:lnTo>
                    <a:pt x="556" y="74"/>
                  </a:lnTo>
                  <a:lnTo>
                    <a:pt x="552" y="74"/>
                  </a:lnTo>
                  <a:lnTo>
                    <a:pt x="552" y="74"/>
                  </a:lnTo>
                  <a:lnTo>
                    <a:pt x="547" y="65"/>
                  </a:lnTo>
                  <a:lnTo>
                    <a:pt x="547" y="65"/>
                  </a:lnTo>
                  <a:lnTo>
                    <a:pt x="541" y="91"/>
                  </a:lnTo>
                  <a:lnTo>
                    <a:pt x="536" y="103"/>
                  </a:lnTo>
                  <a:lnTo>
                    <a:pt x="534" y="109"/>
                  </a:lnTo>
                  <a:lnTo>
                    <a:pt x="531" y="111"/>
                  </a:lnTo>
                  <a:lnTo>
                    <a:pt x="531" y="111"/>
                  </a:lnTo>
                  <a:lnTo>
                    <a:pt x="527" y="113"/>
                  </a:lnTo>
                  <a:lnTo>
                    <a:pt x="525" y="113"/>
                  </a:lnTo>
                  <a:lnTo>
                    <a:pt x="523" y="109"/>
                  </a:lnTo>
                  <a:lnTo>
                    <a:pt x="525" y="102"/>
                  </a:lnTo>
                  <a:lnTo>
                    <a:pt x="525" y="102"/>
                  </a:lnTo>
                  <a:lnTo>
                    <a:pt x="527" y="102"/>
                  </a:lnTo>
                  <a:lnTo>
                    <a:pt x="527" y="100"/>
                  </a:lnTo>
                  <a:lnTo>
                    <a:pt x="527" y="96"/>
                  </a:lnTo>
                  <a:lnTo>
                    <a:pt x="527" y="96"/>
                  </a:lnTo>
                  <a:lnTo>
                    <a:pt x="525" y="96"/>
                  </a:lnTo>
                  <a:lnTo>
                    <a:pt x="525" y="98"/>
                  </a:lnTo>
                  <a:lnTo>
                    <a:pt x="523" y="100"/>
                  </a:lnTo>
                  <a:lnTo>
                    <a:pt x="520" y="100"/>
                  </a:lnTo>
                  <a:lnTo>
                    <a:pt x="520" y="100"/>
                  </a:lnTo>
                  <a:lnTo>
                    <a:pt x="516" y="96"/>
                  </a:lnTo>
                  <a:lnTo>
                    <a:pt x="512" y="92"/>
                  </a:lnTo>
                  <a:lnTo>
                    <a:pt x="512" y="92"/>
                  </a:lnTo>
                  <a:lnTo>
                    <a:pt x="507" y="92"/>
                  </a:lnTo>
                  <a:lnTo>
                    <a:pt x="503" y="92"/>
                  </a:lnTo>
                  <a:lnTo>
                    <a:pt x="503" y="92"/>
                  </a:lnTo>
                  <a:lnTo>
                    <a:pt x="503" y="92"/>
                  </a:lnTo>
                  <a:lnTo>
                    <a:pt x="500" y="89"/>
                  </a:lnTo>
                  <a:lnTo>
                    <a:pt x="492" y="82"/>
                  </a:lnTo>
                  <a:lnTo>
                    <a:pt x="492" y="82"/>
                  </a:lnTo>
                  <a:lnTo>
                    <a:pt x="490" y="85"/>
                  </a:lnTo>
                  <a:lnTo>
                    <a:pt x="489" y="85"/>
                  </a:lnTo>
                  <a:lnTo>
                    <a:pt x="485" y="85"/>
                  </a:lnTo>
                  <a:lnTo>
                    <a:pt x="485" y="85"/>
                  </a:lnTo>
                  <a:lnTo>
                    <a:pt x="485" y="78"/>
                  </a:lnTo>
                  <a:lnTo>
                    <a:pt x="485" y="78"/>
                  </a:lnTo>
                  <a:lnTo>
                    <a:pt x="492" y="78"/>
                  </a:lnTo>
                  <a:lnTo>
                    <a:pt x="492" y="78"/>
                  </a:lnTo>
                  <a:lnTo>
                    <a:pt x="494" y="76"/>
                  </a:lnTo>
                  <a:lnTo>
                    <a:pt x="492" y="74"/>
                  </a:lnTo>
                  <a:lnTo>
                    <a:pt x="490" y="72"/>
                  </a:lnTo>
                  <a:lnTo>
                    <a:pt x="490" y="72"/>
                  </a:lnTo>
                  <a:lnTo>
                    <a:pt x="489" y="72"/>
                  </a:lnTo>
                  <a:lnTo>
                    <a:pt x="481" y="74"/>
                  </a:lnTo>
                  <a:lnTo>
                    <a:pt x="481" y="74"/>
                  </a:lnTo>
                  <a:lnTo>
                    <a:pt x="480" y="71"/>
                  </a:lnTo>
                  <a:lnTo>
                    <a:pt x="478" y="65"/>
                  </a:lnTo>
                  <a:lnTo>
                    <a:pt x="478" y="65"/>
                  </a:lnTo>
                  <a:lnTo>
                    <a:pt x="474" y="62"/>
                  </a:lnTo>
                  <a:lnTo>
                    <a:pt x="469" y="60"/>
                  </a:lnTo>
                  <a:lnTo>
                    <a:pt x="459" y="56"/>
                  </a:lnTo>
                  <a:lnTo>
                    <a:pt x="456" y="67"/>
                  </a:lnTo>
                  <a:lnTo>
                    <a:pt x="456" y="67"/>
                  </a:lnTo>
                  <a:lnTo>
                    <a:pt x="454" y="65"/>
                  </a:lnTo>
                  <a:lnTo>
                    <a:pt x="452" y="62"/>
                  </a:lnTo>
                  <a:lnTo>
                    <a:pt x="454" y="56"/>
                  </a:lnTo>
                  <a:lnTo>
                    <a:pt x="454" y="51"/>
                  </a:lnTo>
                  <a:lnTo>
                    <a:pt x="454" y="51"/>
                  </a:lnTo>
                  <a:lnTo>
                    <a:pt x="452" y="51"/>
                  </a:lnTo>
                  <a:lnTo>
                    <a:pt x="450" y="52"/>
                  </a:lnTo>
                  <a:lnTo>
                    <a:pt x="449" y="58"/>
                  </a:lnTo>
                  <a:lnTo>
                    <a:pt x="449" y="58"/>
                  </a:lnTo>
                  <a:lnTo>
                    <a:pt x="445" y="58"/>
                  </a:lnTo>
                  <a:lnTo>
                    <a:pt x="439" y="58"/>
                  </a:lnTo>
                  <a:lnTo>
                    <a:pt x="439" y="58"/>
                  </a:lnTo>
                  <a:lnTo>
                    <a:pt x="443" y="56"/>
                  </a:lnTo>
                  <a:lnTo>
                    <a:pt x="445" y="52"/>
                  </a:lnTo>
                  <a:lnTo>
                    <a:pt x="443" y="49"/>
                  </a:lnTo>
                  <a:lnTo>
                    <a:pt x="441" y="49"/>
                  </a:lnTo>
                  <a:lnTo>
                    <a:pt x="439" y="49"/>
                  </a:lnTo>
                  <a:lnTo>
                    <a:pt x="439" y="49"/>
                  </a:lnTo>
                  <a:lnTo>
                    <a:pt x="432" y="49"/>
                  </a:lnTo>
                  <a:lnTo>
                    <a:pt x="427" y="52"/>
                  </a:lnTo>
                  <a:lnTo>
                    <a:pt x="427" y="52"/>
                  </a:lnTo>
                  <a:lnTo>
                    <a:pt x="423" y="49"/>
                  </a:lnTo>
                  <a:lnTo>
                    <a:pt x="423" y="45"/>
                  </a:lnTo>
                  <a:lnTo>
                    <a:pt x="425" y="45"/>
                  </a:lnTo>
                  <a:lnTo>
                    <a:pt x="425" y="45"/>
                  </a:lnTo>
                  <a:lnTo>
                    <a:pt x="423" y="43"/>
                  </a:lnTo>
                  <a:lnTo>
                    <a:pt x="423" y="43"/>
                  </a:lnTo>
                  <a:lnTo>
                    <a:pt x="427" y="43"/>
                  </a:lnTo>
                  <a:lnTo>
                    <a:pt x="427" y="43"/>
                  </a:lnTo>
                  <a:lnTo>
                    <a:pt x="419" y="41"/>
                  </a:lnTo>
                  <a:lnTo>
                    <a:pt x="419" y="40"/>
                  </a:lnTo>
                  <a:lnTo>
                    <a:pt x="423" y="38"/>
                  </a:lnTo>
                  <a:lnTo>
                    <a:pt x="423" y="34"/>
                  </a:lnTo>
                  <a:lnTo>
                    <a:pt x="423" y="34"/>
                  </a:lnTo>
                  <a:lnTo>
                    <a:pt x="430" y="31"/>
                  </a:lnTo>
                  <a:lnTo>
                    <a:pt x="439" y="29"/>
                  </a:lnTo>
                  <a:lnTo>
                    <a:pt x="439" y="29"/>
                  </a:lnTo>
                  <a:lnTo>
                    <a:pt x="443" y="25"/>
                  </a:lnTo>
                  <a:lnTo>
                    <a:pt x="445" y="21"/>
                  </a:lnTo>
                  <a:lnTo>
                    <a:pt x="449" y="14"/>
                  </a:lnTo>
                  <a:lnTo>
                    <a:pt x="449" y="14"/>
                  </a:lnTo>
                  <a:lnTo>
                    <a:pt x="439" y="12"/>
                  </a:lnTo>
                  <a:lnTo>
                    <a:pt x="432" y="9"/>
                  </a:lnTo>
                  <a:lnTo>
                    <a:pt x="432" y="9"/>
                  </a:lnTo>
                  <a:lnTo>
                    <a:pt x="427" y="3"/>
                  </a:lnTo>
                  <a:lnTo>
                    <a:pt x="423" y="1"/>
                  </a:lnTo>
                  <a:lnTo>
                    <a:pt x="419" y="0"/>
                  </a:lnTo>
                  <a:lnTo>
                    <a:pt x="419" y="0"/>
                  </a:lnTo>
                  <a:lnTo>
                    <a:pt x="414" y="0"/>
                  </a:lnTo>
                  <a:lnTo>
                    <a:pt x="408" y="0"/>
                  </a:lnTo>
                  <a:lnTo>
                    <a:pt x="399" y="3"/>
                  </a:lnTo>
                  <a:lnTo>
                    <a:pt x="399" y="3"/>
                  </a:lnTo>
                  <a:lnTo>
                    <a:pt x="396" y="3"/>
                  </a:lnTo>
                  <a:lnTo>
                    <a:pt x="392" y="3"/>
                  </a:lnTo>
                  <a:lnTo>
                    <a:pt x="392" y="3"/>
                  </a:lnTo>
                  <a:lnTo>
                    <a:pt x="390" y="14"/>
                  </a:lnTo>
                  <a:lnTo>
                    <a:pt x="390" y="14"/>
                  </a:lnTo>
                  <a:lnTo>
                    <a:pt x="392" y="16"/>
                  </a:lnTo>
                  <a:lnTo>
                    <a:pt x="398" y="21"/>
                  </a:lnTo>
                  <a:lnTo>
                    <a:pt x="398" y="25"/>
                  </a:lnTo>
                  <a:lnTo>
                    <a:pt x="398" y="25"/>
                  </a:lnTo>
                  <a:lnTo>
                    <a:pt x="407" y="27"/>
                  </a:lnTo>
                  <a:lnTo>
                    <a:pt x="414" y="29"/>
                  </a:lnTo>
                  <a:lnTo>
                    <a:pt x="414" y="29"/>
                  </a:lnTo>
                  <a:lnTo>
                    <a:pt x="414" y="31"/>
                  </a:lnTo>
                  <a:lnTo>
                    <a:pt x="414" y="32"/>
                  </a:lnTo>
                  <a:lnTo>
                    <a:pt x="414" y="34"/>
                  </a:lnTo>
                  <a:lnTo>
                    <a:pt x="410" y="34"/>
                  </a:lnTo>
                  <a:lnTo>
                    <a:pt x="412" y="38"/>
                  </a:lnTo>
                  <a:lnTo>
                    <a:pt x="412" y="38"/>
                  </a:lnTo>
                  <a:lnTo>
                    <a:pt x="412" y="40"/>
                  </a:lnTo>
                  <a:lnTo>
                    <a:pt x="410" y="40"/>
                  </a:lnTo>
                  <a:lnTo>
                    <a:pt x="403" y="38"/>
                  </a:lnTo>
                  <a:lnTo>
                    <a:pt x="405" y="45"/>
                  </a:lnTo>
                  <a:lnTo>
                    <a:pt x="405" y="45"/>
                  </a:lnTo>
                  <a:lnTo>
                    <a:pt x="396" y="45"/>
                  </a:lnTo>
                  <a:lnTo>
                    <a:pt x="387" y="41"/>
                  </a:lnTo>
                  <a:lnTo>
                    <a:pt x="379" y="38"/>
                  </a:lnTo>
                  <a:lnTo>
                    <a:pt x="370" y="36"/>
                  </a:lnTo>
                  <a:lnTo>
                    <a:pt x="370" y="36"/>
                  </a:lnTo>
                  <a:lnTo>
                    <a:pt x="363" y="36"/>
                  </a:lnTo>
                  <a:lnTo>
                    <a:pt x="356" y="36"/>
                  </a:lnTo>
                  <a:lnTo>
                    <a:pt x="350" y="38"/>
                  </a:lnTo>
                  <a:lnTo>
                    <a:pt x="341" y="38"/>
                  </a:lnTo>
                  <a:lnTo>
                    <a:pt x="339" y="34"/>
                  </a:lnTo>
                  <a:lnTo>
                    <a:pt x="339" y="34"/>
                  </a:lnTo>
                  <a:lnTo>
                    <a:pt x="332" y="32"/>
                  </a:lnTo>
                  <a:lnTo>
                    <a:pt x="321" y="31"/>
                  </a:lnTo>
                  <a:lnTo>
                    <a:pt x="321" y="31"/>
                  </a:lnTo>
                  <a:lnTo>
                    <a:pt x="323" y="31"/>
                  </a:lnTo>
                  <a:lnTo>
                    <a:pt x="321" y="29"/>
                  </a:lnTo>
                  <a:lnTo>
                    <a:pt x="317" y="25"/>
                  </a:lnTo>
                  <a:lnTo>
                    <a:pt x="317" y="25"/>
                  </a:lnTo>
                  <a:lnTo>
                    <a:pt x="319" y="23"/>
                  </a:lnTo>
                  <a:lnTo>
                    <a:pt x="319" y="21"/>
                  </a:lnTo>
                  <a:lnTo>
                    <a:pt x="319" y="18"/>
                  </a:lnTo>
                  <a:lnTo>
                    <a:pt x="319" y="18"/>
                  </a:lnTo>
                  <a:lnTo>
                    <a:pt x="321" y="20"/>
                  </a:lnTo>
                  <a:lnTo>
                    <a:pt x="321" y="18"/>
                  </a:lnTo>
                  <a:lnTo>
                    <a:pt x="321" y="16"/>
                  </a:lnTo>
                  <a:lnTo>
                    <a:pt x="317" y="9"/>
                  </a:lnTo>
                  <a:lnTo>
                    <a:pt x="317" y="9"/>
                  </a:lnTo>
                  <a:lnTo>
                    <a:pt x="306" y="10"/>
                  </a:lnTo>
                  <a:lnTo>
                    <a:pt x="292" y="10"/>
                  </a:lnTo>
                  <a:lnTo>
                    <a:pt x="290" y="7"/>
                  </a:lnTo>
                  <a:lnTo>
                    <a:pt x="290" y="7"/>
                  </a:lnTo>
                  <a:lnTo>
                    <a:pt x="286" y="7"/>
                  </a:lnTo>
                  <a:lnTo>
                    <a:pt x="285" y="9"/>
                  </a:lnTo>
                  <a:lnTo>
                    <a:pt x="281" y="9"/>
                  </a:lnTo>
                  <a:lnTo>
                    <a:pt x="274" y="3"/>
                  </a:lnTo>
                  <a:lnTo>
                    <a:pt x="274" y="3"/>
                  </a:lnTo>
                  <a:lnTo>
                    <a:pt x="264" y="7"/>
                  </a:lnTo>
                  <a:lnTo>
                    <a:pt x="254" y="12"/>
                  </a:lnTo>
                  <a:lnTo>
                    <a:pt x="244" y="18"/>
                  </a:lnTo>
                  <a:lnTo>
                    <a:pt x="239" y="23"/>
                  </a:lnTo>
                  <a:lnTo>
                    <a:pt x="239" y="23"/>
                  </a:lnTo>
                  <a:lnTo>
                    <a:pt x="239" y="27"/>
                  </a:lnTo>
                  <a:lnTo>
                    <a:pt x="239" y="31"/>
                  </a:lnTo>
                  <a:lnTo>
                    <a:pt x="239" y="31"/>
                  </a:lnTo>
                  <a:lnTo>
                    <a:pt x="237" y="31"/>
                  </a:lnTo>
                  <a:lnTo>
                    <a:pt x="237" y="29"/>
                  </a:lnTo>
                  <a:lnTo>
                    <a:pt x="235" y="23"/>
                  </a:lnTo>
                  <a:lnTo>
                    <a:pt x="237" y="10"/>
                  </a:lnTo>
                  <a:lnTo>
                    <a:pt x="237" y="10"/>
                  </a:lnTo>
                  <a:lnTo>
                    <a:pt x="234" y="12"/>
                  </a:lnTo>
                  <a:lnTo>
                    <a:pt x="232" y="10"/>
                  </a:lnTo>
                  <a:lnTo>
                    <a:pt x="232" y="9"/>
                  </a:lnTo>
                  <a:lnTo>
                    <a:pt x="228" y="9"/>
                  </a:lnTo>
                  <a:lnTo>
                    <a:pt x="228" y="9"/>
                  </a:lnTo>
                  <a:lnTo>
                    <a:pt x="228" y="18"/>
                  </a:lnTo>
                  <a:lnTo>
                    <a:pt x="228" y="18"/>
                  </a:lnTo>
                  <a:lnTo>
                    <a:pt x="217" y="18"/>
                  </a:lnTo>
                  <a:lnTo>
                    <a:pt x="210" y="16"/>
                  </a:lnTo>
                  <a:lnTo>
                    <a:pt x="206" y="12"/>
                  </a:lnTo>
                  <a:lnTo>
                    <a:pt x="203" y="3"/>
                  </a:lnTo>
                  <a:lnTo>
                    <a:pt x="203" y="3"/>
                  </a:lnTo>
                  <a:lnTo>
                    <a:pt x="203" y="5"/>
                  </a:lnTo>
                  <a:lnTo>
                    <a:pt x="201" y="7"/>
                  </a:lnTo>
                  <a:lnTo>
                    <a:pt x="199" y="10"/>
                  </a:lnTo>
                  <a:lnTo>
                    <a:pt x="199" y="10"/>
                  </a:lnTo>
                  <a:lnTo>
                    <a:pt x="190" y="7"/>
                  </a:lnTo>
                  <a:lnTo>
                    <a:pt x="190" y="7"/>
                  </a:lnTo>
                  <a:lnTo>
                    <a:pt x="186" y="12"/>
                  </a:lnTo>
                  <a:lnTo>
                    <a:pt x="182" y="18"/>
                  </a:lnTo>
                  <a:lnTo>
                    <a:pt x="182" y="20"/>
                  </a:lnTo>
                  <a:lnTo>
                    <a:pt x="182" y="23"/>
                  </a:lnTo>
                  <a:lnTo>
                    <a:pt x="186" y="25"/>
                  </a:lnTo>
                  <a:lnTo>
                    <a:pt x="190" y="25"/>
                  </a:lnTo>
                  <a:lnTo>
                    <a:pt x="190" y="25"/>
                  </a:lnTo>
                  <a:lnTo>
                    <a:pt x="188" y="29"/>
                  </a:lnTo>
                  <a:lnTo>
                    <a:pt x="188" y="31"/>
                  </a:lnTo>
                  <a:lnTo>
                    <a:pt x="188" y="31"/>
                  </a:lnTo>
                  <a:lnTo>
                    <a:pt x="175" y="25"/>
                  </a:lnTo>
                  <a:lnTo>
                    <a:pt x="175" y="25"/>
                  </a:lnTo>
                  <a:lnTo>
                    <a:pt x="177" y="31"/>
                  </a:lnTo>
                  <a:lnTo>
                    <a:pt x="177" y="32"/>
                  </a:lnTo>
                  <a:lnTo>
                    <a:pt x="175" y="36"/>
                  </a:lnTo>
                  <a:lnTo>
                    <a:pt x="175" y="36"/>
                  </a:lnTo>
                  <a:lnTo>
                    <a:pt x="168" y="40"/>
                  </a:lnTo>
                  <a:lnTo>
                    <a:pt x="159" y="40"/>
                  </a:lnTo>
                  <a:lnTo>
                    <a:pt x="148" y="40"/>
                  </a:lnTo>
                  <a:lnTo>
                    <a:pt x="139" y="41"/>
                  </a:lnTo>
                  <a:lnTo>
                    <a:pt x="137" y="49"/>
                  </a:lnTo>
                  <a:lnTo>
                    <a:pt x="0" y="606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33" name="Freeform 115">
              <a:extLst>
                <a:ext uri="{FF2B5EF4-FFF2-40B4-BE49-F238E27FC236}">
                  <a16:creationId xmlns:a16="http://schemas.microsoft.com/office/drawing/2014/main" id="{DAE582E4-D68F-4E12-BDE2-771E6AA859B4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7725" y="1526306"/>
              <a:ext cx="2156289" cy="1227928"/>
            </a:xfrm>
            <a:custGeom>
              <a:avLst/>
              <a:gdLst>
                <a:gd name="T0" fmla="*/ 173 w 1454"/>
                <a:gd name="T1" fmla="*/ 674 h 828"/>
                <a:gd name="T2" fmla="*/ 336 w 1454"/>
                <a:gd name="T3" fmla="*/ 655 h 828"/>
                <a:gd name="T4" fmla="*/ 423 w 1454"/>
                <a:gd name="T5" fmla="*/ 590 h 828"/>
                <a:gd name="T6" fmla="*/ 538 w 1454"/>
                <a:gd name="T7" fmla="*/ 714 h 828"/>
                <a:gd name="T8" fmla="*/ 540 w 1454"/>
                <a:gd name="T9" fmla="*/ 770 h 828"/>
                <a:gd name="T10" fmla="*/ 531 w 1454"/>
                <a:gd name="T11" fmla="*/ 816 h 828"/>
                <a:gd name="T12" fmla="*/ 594 w 1454"/>
                <a:gd name="T13" fmla="*/ 792 h 828"/>
                <a:gd name="T14" fmla="*/ 649 w 1454"/>
                <a:gd name="T15" fmla="*/ 717 h 828"/>
                <a:gd name="T16" fmla="*/ 669 w 1454"/>
                <a:gd name="T17" fmla="*/ 644 h 828"/>
                <a:gd name="T18" fmla="*/ 680 w 1454"/>
                <a:gd name="T19" fmla="*/ 586 h 828"/>
                <a:gd name="T20" fmla="*/ 633 w 1454"/>
                <a:gd name="T21" fmla="*/ 579 h 828"/>
                <a:gd name="T22" fmla="*/ 613 w 1454"/>
                <a:gd name="T23" fmla="*/ 552 h 828"/>
                <a:gd name="T24" fmla="*/ 649 w 1454"/>
                <a:gd name="T25" fmla="*/ 481 h 828"/>
                <a:gd name="T26" fmla="*/ 711 w 1454"/>
                <a:gd name="T27" fmla="*/ 420 h 828"/>
                <a:gd name="T28" fmla="*/ 782 w 1454"/>
                <a:gd name="T29" fmla="*/ 428 h 828"/>
                <a:gd name="T30" fmla="*/ 853 w 1454"/>
                <a:gd name="T31" fmla="*/ 413 h 828"/>
                <a:gd name="T32" fmla="*/ 871 w 1454"/>
                <a:gd name="T33" fmla="*/ 437 h 828"/>
                <a:gd name="T34" fmla="*/ 891 w 1454"/>
                <a:gd name="T35" fmla="*/ 417 h 828"/>
                <a:gd name="T36" fmla="*/ 933 w 1454"/>
                <a:gd name="T37" fmla="*/ 360 h 828"/>
                <a:gd name="T38" fmla="*/ 984 w 1454"/>
                <a:gd name="T39" fmla="*/ 377 h 828"/>
                <a:gd name="T40" fmla="*/ 1041 w 1454"/>
                <a:gd name="T41" fmla="*/ 358 h 828"/>
                <a:gd name="T42" fmla="*/ 1050 w 1454"/>
                <a:gd name="T43" fmla="*/ 342 h 828"/>
                <a:gd name="T44" fmla="*/ 1002 w 1454"/>
                <a:gd name="T45" fmla="*/ 411 h 828"/>
                <a:gd name="T46" fmla="*/ 939 w 1454"/>
                <a:gd name="T47" fmla="*/ 466 h 828"/>
                <a:gd name="T48" fmla="*/ 962 w 1454"/>
                <a:gd name="T49" fmla="*/ 604 h 828"/>
                <a:gd name="T50" fmla="*/ 1010 w 1454"/>
                <a:gd name="T51" fmla="*/ 521 h 828"/>
                <a:gd name="T52" fmla="*/ 1032 w 1454"/>
                <a:gd name="T53" fmla="*/ 464 h 828"/>
                <a:gd name="T54" fmla="*/ 1035 w 1454"/>
                <a:gd name="T55" fmla="*/ 411 h 828"/>
                <a:gd name="T56" fmla="*/ 1097 w 1454"/>
                <a:gd name="T57" fmla="*/ 391 h 828"/>
                <a:gd name="T58" fmla="*/ 1181 w 1454"/>
                <a:gd name="T59" fmla="*/ 364 h 828"/>
                <a:gd name="T60" fmla="*/ 1221 w 1454"/>
                <a:gd name="T61" fmla="*/ 349 h 828"/>
                <a:gd name="T62" fmla="*/ 1269 w 1454"/>
                <a:gd name="T63" fmla="*/ 295 h 828"/>
                <a:gd name="T64" fmla="*/ 1303 w 1454"/>
                <a:gd name="T65" fmla="*/ 275 h 828"/>
                <a:gd name="T66" fmla="*/ 1310 w 1454"/>
                <a:gd name="T67" fmla="*/ 246 h 828"/>
                <a:gd name="T68" fmla="*/ 1361 w 1454"/>
                <a:gd name="T69" fmla="*/ 278 h 828"/>
                <a:gd name="T70" fmla="*/ 1420 w 1454"/>
                <a:gd name="T71" fmla="*/ 269 h 828"/>
                <a:gd name="T72" fmla="*/ 1454 w 1454"/>
                <a:gd name="T73" fmla="*/ 249 h 828"/>
                <a:gd name="T74" fmla="*/ 1385 w 1454"/>
                <a:gd name="T75" fmla="*/ 229 h 828"/>
                <a:gd name="T76" fmla="*/ 1343 w 1454"/>
                <a:gd name="T77" fmla="*/ 185 h 828"/>
                <a:gd name="T78" fmla="*/ 1283 w 1454"/>
                <a:gd name="T79" fmla="*/ 142 h 828"/>
                <a:gd name="T80" fmla="*/ 1205 w 1454"/>
                <a:gd name="T81" fmla="*/ 120 h 828"/>
                <a:gd name="T82" fmla="*/ 1157 w 1454"/>
                <a:gd name="T83" fmla="*/ 149 h 828"/>
                <a:gd name="T84" fmla="*/ 1097 w 1454"/>
                <a:gd name="T85" fmla="*/ 142 h 828"/>
                <a:gd name="T86" fmla="*/ 1008 w 1454"/>
                <a:gd name="T87" fmla="*/ 142 h 828"/>
                <a:gd name="T88" fmla="*/ 966 w 1454"/>
                <a:gd name="T89" fmla="*/ 100 h 828"/>
                <a:gd name="T90" fmla="*/ 804 w 1454"/>
                <a:gd name="T91" fmla="*/ 103 h 828"/>
                <a:gd name="T92" fmla="*/ 809 w 1454"/>
                <a:gd name="T93" fmla="*/ 85 h 828"/>
                <a:gd name="T94" fmla="*/ 771 w 1454"/>
                <a:gd name="T95" fmla="*/ 63 h 828"/>
                <a:gd name="T96" fmla="*/ 762 w 1454"/>
                <a:gd name="T97" fmla="*/ 69 h 828"/>
                <a:gd name="T98" fmla="*/ 682 w 1454"/>
                <a:gd name="T99" fmla="*/ 36 h 828"/>
                <a:gd name="T100" fmla="*/ 658 w 1454"/>
                <a:gd name="T101" fmla="*/ 71 h 828"/>
                <a:gd name="T102" fmla="*/ 638 w 1454"/>
                <a:gd name="T103" fmla="*/ 85 h 828"/>
                <a:gd name="T104" fmla="*/ 554 w 1454"/>
                <a:gd name="T105" fmla="*/ 87 h 828"/>
                <a:gd name="T106" fmla="*/ 527 w 1454"/>
                <a:gd name="T107" fmla="*/ 96 h 828"/>
                <a:gd name="T108" fmla="*/ 485 w 1454"/>
                <a:gd name="T109" fmla="*/ 78 h 828"/>
                <a:gd name="T110" fmla="*/ 454 w 1454"/>
                <a:gd name="T111" fmla="*/ 51 h 828"/>
                <a:gd name="T112" fmla="*/ 423 w 1454"/>
                <a:gd name="T113" fmla="*/ 43 h 828"/>
                <a:gd name="T114" fmla="*/ 414 w 1454"/>
                <a:gd name="T115" fmla="*/ 0 h 828"/>
                <a:gd name="T116" fmla="*/ 412 w 1454"/>
                <a:gd name="T117" fmla="*/ 40 h 828"/>
                <a:gd name="T118" fmla="*/ 317 w 1454"/>
                <a:gd name="T119" fmla="*/ 25 h 828"/>
                <a:gd name="T120" fmla="*/ 239 w 1454"/>
                <a:gd name="T121" fmla="*/ 23 h 828"/>
                <a:gd name="T122" fmla="*/ 203 w 1454"/>
                <a:gd name="T123" fmla="*/ 5 h 828"/>
                <a:gd name="T124" fmla="*/ 168 w 1454"/>
                <a:gd name="T125" fmla="*/ 40 h 8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454" h="828">
                  <a:moveTo>
                    <a:pt x="0" y="606"/>
                  </a:moveTo>
                  <a:lnTo>
                    <a:pt x="13" y="608"/>
                  </a:lnTo>
                  <a:lnTo>
                    <a:pt x="19" y="610"/>
                  </a:lnTo>
                  <a:lnTo>
                    <a:pt x="31" y="610"/>
                  </a:lnTo>
                  <a:lnTo>
                    <a:pt x="37" y="615"/>
                  </a:lnTo>
                  <a:lnTo>
                    <a:pt x="48" y="617"/>
                  </a:lnTo>
                  <a:lnTo>
                    <a:pt x="62" y="628"/>
                  </a:lnTo>
                  <a:lnTo>
                    <a:pt x="71" y="637"/>
                  </a:lnTo>
                  <a:lnTo>
                    <a:pt x="77" y="646"/>
                  </a:lnTo>
                  <a:lnTo>
                    <a:pt x="82" y="650"/>
                  </a:lnTo>
                  <a:lnTo>
                    <a:pt x="93" y="659"/>
                  </a:lnTo>
                  <a:lnTo>
                    <a:pt x="100" y="657"/>
                  </a:lnTo>
                  <a:lnTo>
                    <a:pt x="108" y="657"/>
                  </a:lnTo>
                  <a:lnTo>
                    <a:pt x="115" y="655"/>
                  </a:lnTo>
                  <a:lnTo>
                    <a:pt x="122" y="650"/>
                  </a:lnTo>
                  <a:lnTo>
                    <a:pt x="131" y="654"/>
                  </a:lnTo>
                  <a:lnTo>
                    <a:pt x="146" y="657"/>
                  </a:lnTo>
                  <a:lnTo>
                    <a:pt x="153" y="659"/>
                  </a:lnTo>
                  <a:lnTo>
                    <a:pt x="152" y="665"/>
                  </a:lnTo>
                  <a:lnTo>
                    <a:pt x="159" y="670"/>
                  </a:lnTo>
                  <a:lnTo>
                    <a:pt x="166" y="670"/>
                  </a:lnTo>
                  <a:lnTo>
                    <a:pt x="173" y="674"/>
                  </a:lnTo>
                  <a:lnTo>
                    <a:pt x="181" y="674"/>
                  </a:lnTo>
                  <a:lnTo>
                    <a:pt x="188" y="672"/>
                  </a:lnTo>
                  <a:lnTo>
                    <a:pt x="197" y="674"/>
                  </a:lnTo>
                  <a:lnTo>
                    <a:pt x="206" y="677"/>
                  </a:lnTo>
                  <a:lnTo>
                    <a:pt x="219" y="674"/>
                  </a:lnTo>
                  <a:lnTo>
                    <a:pt x="224" y="668"/>
                  </a:lnTo>
                  <a:lnTo>
                    <a:pt x="241" y="666"/>
                  </a:lnTo>
                  <a:lnTo>
                    <a:pt x="255" y="657"/>
                  </a:lnTo>
                  <a:lnTo>
                    <a:pt x="259" y="655"/>
                  </a:lnTo>
                  <a:lnTo>
                    <a:pt x="270" y="663"/>
                  </a:lnTo>
                  <a:lnTo>
                    <a:pt x="279" y="661"/>
                  </a:lnTo>
                  <a:lnTo>
                    <a:pt x="290" y="665"/>
                  </a:lnTo>
                  <a:lnTo>
                    <a:pt x="299" y="661"/>
                  </a:lnTo>
                  <a:lnTo>
                    <a:pt x="308" y="668"/>
                  </a:lnTo>
                  <a:lnTo>
                    <a:pt x="316" y="672"/>
                  </a:lnTo>
                  <a:lnTo>
                    <a:pt x="325" y="663"/>
                  </a:lnTo>
                  <a:lnTo>
                    <a:pt x="325" y="663"/>
                  </a:lnTo>
                  <a:lnTo>
                    <a:pt x="330" y="661"/>
                  </a:lnTo>
                  <a:lnTo>
                    <a:pt x="336" y="659"/>
                  </a:lnTo>
                  <a:lnTo>
                    <a:pt x="336" y="657"/>
                  </a:lnTo>
                  <a:lnTo>
                    <a:pt x="336" y="657"/>
                  </a:lnTo>
                  <a:lnTo>
                    <a:pt x="336" y="655"/>
                  </a:lnTo>
                  <a:lnTo>
                    <a:pt x="336" y="654"/>
                  </a:lnTo>
                  <a:lnTo>
                    <a:pt x="337" y="650"/>
                  </a:lnTo>
                  <a:lnTo>
                    <a:pt x="343" y="646"/>
                  </a:lnTo>
                  <a:lnTo>
                    <a:pt x="348" y="639"/>
                  </a:lnTo>
                  <a:lnTo>
                    <a:pt x="354" y="630"/>
                  </a:lnTo>
                  <a:lnTo>
                    <a:pt x="352" y="621"/>
                  </a:lnTo>
                  <a:lnTo>
                    <a:pt x="356" y="617"/>
                  </a:lnTo>
                  <a:lnTo>
                    <a:pt x="357" y="610"/>
                  </a:lnTo>
                  <a:lnTo>
                    <a:pt x="356" y="603"/>
                  </a:lnTo>
                  <a:lnTo>
                    <a:pt x="350" y="603"/>
                  </a:lnTo>
                  <a:lnTo>
                    <a:pt x="352" y="597"/>
                  </a:lnTo>
                  <a:lnTo>
                    <a:pt x="354" y="595"/>
                  </a:lnTo>
                  <a:lnTo>
                    <a:pt x="359" y="588"/>
                  </a:lnTo>
                  <a:lnTo>
                    <a:pt x="367" y="583"/>
                  </a:lnTo>
                  <a:lnTo>
                    <a:pt x="374" y="577"/>
                  </a:lnTo>
                  <a:lnTo>
                    <a:pt x="383" y="577"/>
                  </a:lnTo>
                  <a:lnTo>
                    <a:pt x="390" y="575"/>
                  </a:lnTo>
                  <a:lnTo>
                    <a:pt x="396" y="572"/>
                  </a:lnTo>
                  <a:lnTo>
                    <a:pt x="405" y="573"/>
                  </a:lnTo>
                  <a:lnTo>
                    <a:pt x="412" y="579"/>
                  </a:lnTo>
                  <a:lnTo>
                    <a:pt x="418" y="584"/>
                  </a:lnTo>
                  <a:lnTo>
                    <a:pt x="423" y="590"/>
                  </a:lnTo>
                  <a:lnTo>
                    <a:pt x="436" y="592"/>
                  </a:lnTo>
                  <a:lnTo>
                    <a:pt x="443" y="599"/>
                  </a:lnTo>
                  <a:lnTo>
                    <a:pt x="449" y="604"/>
                  </a:lnTo>
                  <a:lnTo>
                    <a:pt x="454" y="613"/>
                  </a:lnTo>
                  <a:lnTo>
                    <a:pt x="454" y="619"/>
                  </a:lnTo>
                  <a:lnTo>
                    <a:pt x="456" y="630"/>
                  </a:lnTo>
                  <a:lnTo>
                    <a:pt x="463" y="641"/>
                  </a:lnTo>
                  <a:lnTo>
                    <a:pt x="469" y="652"/>
                  </a:lnTo>
                  <a:lnTo>
                    <a:pt x="474" y="655"/>
                  </a:lnTo>
                  <a:lnTo>
                    <a:pt x="481" y="655"/>
                  </a:lnTo>
                  <a:lnTo>
                    <a:pt x="487" y="657"/>
                  </a:lnTo>
                  <a:lnTo>
                    <a:pt x="496" y="661"/>
                  </a:lnTo>
                  <a:lnTo>
                    <a:pt x="501" y="665"/>
                  </a:lnTo>
                  <a:lnTo>
                    <a:pt x="503" y="672"/>
                  </a:lnTo>
                  <a:lnTo>
                    <a:pt x="507" y="681"/>
                  </a:lnTo>
                  <a:lnTo>
                    <a:pt x="514" y="686"/>
                  </a:lnTo>
                  <a:lnTo>
                    <a:pt x="516" y="694"/>
                  </a:lnTo>
                  <a:lnTo>
                    <a:pt x="514" y="701"/>
                  </a:lnTo>
                  <a:lnTo>
                    <a:pt x="518" y="706"/>
                  </a:lnTo>
                  <a:lnTo>
                    <a:pt x="525" y="710"/>
                  </a:lnTo>
                  <a:lnTo>
                    <a:pt x="532" y="716"/>
                  </a:lnTo>
                  <a:lnTo>
                    <a:pt x="538" y="714"/>
                  </a:lnTo>
                  <a:lnTo>
                    <a:pt x="543" y="710"/>
                  </a:lnTo>
                  <a:lnTo>
                    <a:pt x="549" y="705"/>
                  </a:lnTo>
                  <a:lnTo>
                    <a:pt x="556" y="701"/>
                  </a:lnTo>
                  <a:lnTo>
                    <a:pt x="562" y="701"/>
                  </a:lnTo>
                  <a:lnTo>
                    <a:pt x="567" y="699"/>
                  </a:lnTo>
                  <a:lnTo>
                    <a:pt x="571" y="694"/>
                  </a:lnTo>
                  <a:lnTo>
                    <a:pt x="580" y="690"/>
                  </a:lnTo>
                  <a:lnTo>
                    <a:pt x="576" y="699"/>
                  </a:lnTo>
                  <a:lnTo>
                    <a:pt x="576" y="706"/>
                  </a:lnTo>
                  <a:lnTo>
                    <a:pt x="580" y="710"/>
                  </a:lnTo>
                  <a:lnTo>
                    <a:pt x="578" y="719"/>
                  </a:lnTo>
                  <a:lnTo>
                    <a:pt x="574" y="723"/>
                  </a:lnTo>
                  <a:lnTo>
                    <a:pt x="574" y="728"/>
                  </a:lnTo>
                  <a:lnTo>
                    <a:pt x="572" y="739"/>
                  </a:lnTo>
                  <a:lnTo>
                    <a:pt x="569" y="748"/>
                  </a:lnTo>
                  <a:lnTo>
                    <a:pt x="563" y="754"/>
                  </a:lnTo>
                  <a:lnTo>
                    <a:pt x="558" y="757"/>
                  </a:lnTo>
                  <a:lnTo>
                    <a:pt x="556" y="763"/>
                  </a:lnTo>
                  <a:lnTo>
                    <a:pt x="549" y="767"/>
                  </a:lnTo>
                  <a:lnTo>
                    <a:pt x="545" y="772"/>
                  </a:lnTo>
                  <a:lnTo>
                    <a:pt x="540" y="770"/>
                  </a:lnTo>
                  <a:lnTo>
                    <a:pt x="540" y="770"/>
                  </a:lnTo>
                  <a:lnTo>
                    <a:pt x="541" y="774"/>
                  </a:lnTo>
                  <a:lnTo>
                    <a:pt x="541" y="785"/>
                  </a:lnTo>
                  <a:lnTo>
                    <a:pt x="541" y="785"/>
                  </a:lnTo>
                  <a:lnTo>
                    <a:pt x="534" y="785"/>
                  </a:lnTo>
                  <a:lnTo>
                    <a:pt x="534" y="785"/>
                  </a:lnTo>
                  <a:lnTo>
                    <a:pt x="534" y="781"/>
                  </a:lnTo>
                  <a:lnTo>
                    <a:pt x="534" y="777"/>
                  </a:lnTo>
                  <a:lnTo>
                    <a:pt x="538" y="772"/>
                  </a:lnTo>
                  <a:lnTo>
                    <a:pt x="538" y="772"/>
                  </a:lnTo>
                  <a:lnTo>
                    <a:pt x="536" y="770"/>
                  </a:lnTo>
                  <a:lnTo>
                    <a:pt x="531" y="772"/>
                  </a:lnTo>
                  <a:lnTo>
                    <a:pt x="525" y="776"/>
                  </a:lnTo>
                  <a:lnTo>
                    <a:pt x="525" y="783"/>
                  </a:lnTo>
                  <a:lnTo>
                    <a:pt x="523" y="790"/>
                  </a:lnTo>
                  <a:lnTo>
                    <a:pt x="525" y="803"/>
                  </a:lnTo>
                  <a:lnTo>
                    <a:pt x="523" y="810"/>
                  </a:lnTo>
                  <a:lnTo>
                    <a:pt x="520" y="812"/>
                  </a:lnTo>
                  <a:lnTo>
                    <a:pt x="521" y="819"/>
                  </a:lnTo>
                  <a:lnTo>
                    <a:pt x="516" y="821"/>
                  </a:lnTo>
                  <a:lnTo>
                    <a:pt x="520" y="825"/>
                  </a:lnTo>
                  <a:lnTo>
                    <a:pt x="531" y="816"/>
                  </a:lnTo>
                  <a:lnTo>
                    <a:pt x="531" y="816"/>
                  </a:lnTo>
                  <a:lnTo>
                    <a:pt x="532" y="808"/>
                  </a:lnTo>
                  <a:lnTo>
                    <a:pt x="532" y="808"/>
                  </a:lnTo>
                  <a:lnTo>
                    <a:pt x="540" y="808"/>
                  </a:lnTo>
                  <a:lnTo>
                    <a:pt x="547" y="808"/>
                  </a:lnTo>
                  <a:lnTo>
                    <a:pt x="547" y="808"/>
                  </a:lnTo>
                  <a:lnTo>
                    <a:pt x="545" y="821"/>
                  </a:lnTo>
                  <a:lnTo>
                    <a:pt x="545" y="821"/>
                  </a:lnTo>
                  <a:lnTo>
                    <a:pt x="551" y="825"/>
                  </a:lnTo>
                  <a:lnTo>
                    <a:pt x="558" y="828"/>
                  </a:lnTo>
                  <a:lnTo>
                    <a:pt x="563" y="828"/>
                  </a:lnTo>
                  <a:lnTo>
                    <a:pt x="571" y="825"/>
                  </a:lnTo>
                  <a:lnTo>
                    <a:pt x="571" y="821"/>
                  </a:lnTo>
                  <a:lnTo>
                    <a:pt x="571" y="821"/>
                  </a:lnTo>
                  <a:lnTo>
                    <a:pt x="578" y="816"/>
                  </a:lnTo>
                  <a:lnTo>
                    <a:pt x="582" y="810"/>
                  </a:lnTo>
                  <a:lnTo>
                    <a:pt x="583" y="807"/>
                  </a:lnTo>
                  <a:lnTo>
                    <a:pt x="585" y="803"/>
                  </a:lnTo>
                  <a:lnTo>
                    <a:pt x="591" y="803"/>
                  </a:lnTo>
                  <a:lnTo>
                    <a:pt x="591" y="803"/>
                  </a:lnTo>
                  <a:lnTo>
                    <a:pt x="592" y="799"/>
                  </a:lnTo>
                  <a:lnTo>
                    <a:pt x="592" y="796"/>
                  </a:lnTo>
                  <a:lnTo>
                    <a:pt x="594" y="792"/>
                  </a:lnTo>
                  <a:lnTo>
                    <a:pt x="596" y="788"/>
                  </a:lnTo>
                  <a:lnTo>
                    <a:pt x="596" y="788"/>
                  </a:lnTo>
                  <a:lnTo>
                    <a:pt x="598" y="787"/>
                  </a:lnTo>
                  <a:lnTo>
                    <a:pt x="602" y="785"/>
                  </a:lnTo>
                  <a:lnTo>
                    <a:pt x="605" y="783"/>
                  </a:lnTo>
                  <a:lnTo>
                    <a:pt x="609" y="781"/>
                  </a:lnTo>
                  <a:lnTo>
                    <a:pt x="609" y="781"/>
                  </a:lnTo>
                  <a:lnTo>
                    <a:pt x="609" y="777"/>
                  </a:lnTo>
                  <a:lnTo>
                    <a:pt x="611" y="774"/>
                  </a:lnTo>
                  <a:lnTo>
                    <a:pt x="611" y="770"/>
                  </a:lnTo>
                  <a:lnTo>
                    <a:pt x="613" y="767"/>
                  </a:lnTo>
                  <a:lnTo>
                    <a:pt x="613" y="767"/>
                  </a:lnTo>
                  <a:lnTo>
                    <a:pt x="623" y="759"/>
                  </a:lnTo>
                  <a:lnTo>
                    <a:pt x="629" y="754"/>
                  </a:lnTo>
                  <a:lnTo>
                    <a:pt x="633" y="750"/>
                  </a:lnTo>
                  <a:lnTo>
                    <a:pt x="633" y="750"/>
                  </a:lnTo>
                  <a:lnTo>
                    <a:pt x="634" y="743"/>
                  </a:lnTo>
                  <a:lnTo>
                    <a:pt x="636" y="734"/>
                  </a:lnTo>
                  <a:lnTo>
                    <a:pt x="638" y="726"/>
                  </a:lnTo>
                  <a:lnTo>
                    <a:pt x="642" y="721"/>
                  </a:lnTo>
                  <a:lnTo>
                    <a:pt x="642" y="721"/>
                  </a:lnTo>
                  <a:lnTo>
                    <a:pt x="649" y="717"/>
                  </a:lnTo>
                  <a:lnTo>
                    <a:pt x="649" y="717"/>
                  </a:lnTo>
                  <a:lnTo>
                    <a:pt x="651" y="716"/>
                  </a:lnTo>
                  <a:lnTo>
                    <a:pt x="651" y="712"/>
                  </a:lnTo>
                  <a:lnTo>
                    <a:pt x="651" y="708"/>
                  </a:lnTo>
                  <a:lnTo>
                    <a:pt x="653" y="706"/>
                  </a:lnTo>
                  <a:lnTo>
                    <a:pt x="653" y="706"/>
                  </a:lnTo>
                  <a:lnTo>
                    <a:pt x="660" y="699"/>
                  </a:lnTo>
                  <a:lnTo>
                    <a:pt x="664" y="697"/>
                  </a:lnTo>
                  <a:lnTo>
                    <a:pt x="667" y="694"/>
                  </a:lnTo>
                  <a:lnTo>
                    <a:pt x="667" y="694"/>
                  </a:lnTo>
                  <a:lnTo>
                    <a:pt x="667" y="688"/>
                  </a:lnTo>
                  <a:lnTo>
                    <a:pt x="667" y="685"/>
                  </a:lnTo>
                  <a:lnTo>
                    <a:pt x="671" y="685"/>
                  </a:lnTo>
                  <a:lnTo>
                    <a:pt x="667" y="677"/>
                  </a:lnTo>
                  <a:lnTo>
                    <a:pt x="667" y="677"/>
                  </a:lnTo>
                  <a:lnTo>
                    <a:pt x="671" y="670"/>
                  </a:lnTo>
                  <a:lnTo>
                    <a:pt x="674" y="665"/>
                  </a:lnTo>
                  <a:lnTo>
                    <a:pt x="674" y="665"/>
                  </a:lnTo>
                  <a:lnTo>
                    <a:pt x="671" y="655"/>
                  </a:lnTo>
                  <a:lnTo>
                    <a:pt x="669" y="650"/>
                  </a:lnTo>
                  <a:lnTo>
                    <a:pt x="669" y="644"/>
                  </a:lnTo>
                  <a:lnTo>
                    <a:pt x="669" y="644"/>
                  </a:lnTo>
                  <a:lnTo>
                    <a:pt x="671" y="641"/>
                  </a:lnTo>
                  <a:lnTo>
                    <a:pt x="674" y="637"/>
                  </a:lnTo>
                  <a:lnTo>
                    <a:pt x="674" y="637"/>
                  </a:lnTo>
                  <a:lnTo>
                    <a:pt x="673" y="634"/>
                  </a:lnTo>
                  <a:lnTo>
                    <a:pt x="671" y="630"/>
                  </a:lnTo>
                  <a:lnTo>
                    <a:pt x="671" y="630"/>
                  </a:lnTo>
                  <a:lnTo>
                    <a:pt x="674" y="628"/>
                  </a:lnTo>
                  <a:lnTo>
                    <a:pt x="678" y="624"/>
                  </a:lnTo>
                  <a:lnTo>
                    <a:pt x="678" y="624"/>
                  </a:lnTo>
                  <a:lnTo>
                    <a:pt x="682" y="617"/>
                  </a:lnTo>
                  <a:lnTo>
                    <a:pt x="682" y="612"/>
                  </a:lnTo>
                  <a:lnTo>
                    <a:pt x="678" y="595"/>
                  </a:lnTo>
                  <a:lnTo>
                    <a:pt x="678" y="595"/>
                  </a:lnTo>
                  <a:lnTo>
                    <a:pt x="685" y="595"/>
                  </a:lnTo>
                  <a:lnTo>
                    <a:pt x="691" y="595"/>
                  </a:lnTo>
                  <a:lnTo>
                    <a:pt x="691" y="593"/>
                  </a:lnTo>
                  <a:lnTo>
                    <a:pt x="691" y="593"/>
                  </a:lnTo>
                  <a:lnTo>
                    <a:pt x="687" y="592"/>
                  </a:lnTo>
                  <a:lnTo>
                    <a:pt x="682" y="592"/>
                  </a:lnTo>
                  <a:lnTo>
                    <a:pt x="682" y="586"/>
                  </a:lnTo>
                  <a:lnTo>
                    <a:pt x="682" y="586"/>
                  </a:lnTo>
                  <a:lnTo>
                    <a:pt x="680" y="586"/>
                  </a:lnTo>
                  <a:lnTo>
                    <a:pt x="678" y="588"/>
                  </a:lnTo>
                  <a:lnTo>
                    <a:pt x="678" y="588"/>
                  </a:lnTo>
                  <a:lnTo>
                    <a:pt x="676" y="588"/>
                  </a:lnTo>
                  <a:lnTo>
                    <a:pt x="676" y="588"/>
                  </a:lnTo>
                  <a:lnTo>
                    <a:pt x="671" y="583"/>
                  </a:lnTo>
                  <a:lnTo>
                    <a:pt x="667" y="577"/>
                  </a:lnTo>
                  <a:lnTo>
                    <a:pt x="662" y="570"/>
                  </a:lnTo>
                  <a:lnTo>
                    <a:pt x="656" y="566"/>
                  </a:lnTo>
                  <a:lnTo>
                    <a:pt x="656" y="566"/>
                  </a:lnTo>
                  <a:lnTo>
                    <a:pt x="649" y="564"/>
                  </a:lnTo>
                  <a:lnTo>
                    <a:pt x="644" y="564"/>
                  </a:lnTo>
                  <a:lnTo>
                    <a:pt x="642" y="564"/>
                  </a:lnTo>
                  <a:lnTo>
                    <a:pt x="640" y="568"/>
                  </a:lnTo>
                  <a:lnTo>
                    <a:pt x="642" y="573"/>
                  </a:lnTo>
                  <a:lnTo>
                    <a:pt x="642" y="575"/>
                  </a:lnTo>
                  <a:lnTo>
                    <a:pt x="638" y="575"/>
                  </a:lnTo>
                  <a:lnTo>
                    <a:pt x="638" y="575"/>
                  </a:lnTo>
                  <a:lnTo>
                    <a:pt x="638" y="573"/>
                  </a:lnTo>
                  <a:lnTo>
                    <a:pt x="638" y="573"/>
                  </a:lnTo>
                  <a:lnTo>
                    <a:pt x="634" y="573"/>
                  </a:lnTo>
                  <a:lnTo>
                    <a:pt x="634" y="573"/>
                  </a:lnTo>
                  <a:lnTo>
                    <a:pt x="633" y="579"/>
                  </a:lnTo>
                  <a:lnTo>
                    <a:pt x="631" y="583"/>
                  </a:lnTo>
                  <a:lnTo>
                    <a:pt x="627" y="584"/>
                  </a:lnTo>
                  <a:lnTo>
                    <a:pt x="627" y="584"/>
                  </a:lnTo>
                  <a:lnTo>
                    <a:pt x="623" y="583"/>
                  </a:lnTo>
                  <a:lnTo>
                    <a:pt x="622" y="583"/>
                  </a:lnTo>
                  <a:lnTo>
                    <a:pt x="622" y="581"/>
                  </a:lnTo>
                  <a:lnTo>
                    <a:pt x="625" y="579"/>
                  </a:lnTo>
                  <a:lnTo>
                    <a:pt x="625" y="579"/>
                  </a:lnTo>
                  <a:lnTo>
                    <a:pt x="627" y="572"/>
                  </a:lnTo>
                  <a:lnTo>
                    <a:pt x="627" y="572"/>
                  </a:lnTo>
                  <a:lnTo>
                    <a:pt x="625" y="572"/>
                  </a:lnTo>
                  <a:lnTo>
                    <a:pt x="623" y="568"/>
                  </a:lnTo>
                  <a:lnTo>
                    <a:pt x="623" y="566"/>
                  </a:lnTo>
                  <a:lnTo>
                    <a:pt x="620" y="566"/>
                  </a:lnTo>
                  <a:lnTo>
                    <a:pt x="620" y="572"/>
                  </a:lnTo>
                  <a:lnTo>
                    <a:pt x="620" y="572"/>
                  </a:lnTo>
                  <a:lnTo>
                    <a:pt x="618" y="572"/>
                  </a:lnTo>
                  <a:lnTo>
                    <a:pt x="618" y="572"/>
                  </a:lnTo>
                  <a:lnTo>
                    <a:pt x="618" y="575"/>
                  </a:lnTo>
                  <a:lnTo>
                    <a:pt x="613" y="575"/>
                  </a:lnTo>
                  <a:lnTo>
                    <a:pt x="613" y="552"/>
                  </a:lnTo>
                  <a:lnTo>
                    <a:pt x="613" y="552"/>
                  </a:lnTo>
                  <a:lnTo>
                    <a:pt x="602" y="552"/>
                  </a:lnTo>
                  <a:lnTo>
                    <a:pt x="589" y="552"/>
                  </a:lnTo>
                  <a:lnTo>
                    <a:pt x="589" y="552"/>
                  </a:lnTo>
                  <a:lnTo>
                    <a:pt x="591" y="546"/>
                  </a:lnTo>
                  <a:lnTo>
                    <a:pt x="592" y="539"/>
                  </a:lnTo>
                  <a:lnTo>
                    <a:pt x="623" y="513"/>
                  </a:lnTo>
                  <a:lnTo>
                    <a:pt x="627" y="513"/>
                  </a:lnTo>
                  <a:lnTo>
                    <a:pt x="627" y="513"/>
                  </a:lnTo>
                  <a:lnTo>
                    <a:pt x="627" y="510"/>
                  </a:lnTo>
                  <a:lnTo>
                    <a:pt x="627" y="506"/>
                  </a:lnTo>
                  <a:lnTo>
                    <a:pt x="627" y="506"/>
                  </a:lnTo>
                  <a:lnTo>
                    <a:pt x="631" y="504"/>
                  </a:lnTo>
                  <a:lnTo>
                    <a:pt x="634" y="502"/>
                  </a:lnTo>
                  <a:lnTo>
                    <a:pt x="634" y="502"/>
                  </a:lnTo>
                  <a:lnTo>
                    <a:pt x="638" y="497"/>
                  </a:lnTo>
                  <a:lnTo>
                    <a:pt x="638" y="491"/>
                  </a:lnTo>
                  <a:lnTo>
                    <a:pt x="640" y="482"/>
                  </a:lnTo>
                  <a:lnTo>
                    <a:pt x="640" y="482"/>
                  </a:lnTo>
                  <a:lnTo>
                    <a:pt x="642" y="484"/>
                  </a:lnTo>
                  <a:lnTo>
                    <a:pt x="645" y="486"/>
                  </a:lnTo>
                  <a:lnTo>
                    <a:pt x="645" y="486"/>
                  </a:lnTo>
                  <a:lnTo>
                    <a:pt x="649" y="481"/>
                  </a:lnTo>
                  <a:lnTo>
                    <a:pt x="653" y="475"/>
                  </a:lnTo>
                  <a:lnTo>
                    <a:pt x="653" y="475"/>
                  </a:lnTo>
                  <a:lnTo>
                    <a:pt x="667" y="468"/>
                  </a:lnTo>
                  <a:lnTo>
                    <a:pt x="667" y="468"/>
                  </a:lnTo>
                  <a:lnTo>
                    <a:pt x="667" y="460"/>
                  </a:lnTo>
                  <a:lnTo>
                    <a:pt x="667" y="460"/>
                  </a:lnTo>
                  <a:lnTo>
                    <a:pt x="671" y="460"/>
                  </a:lnTo>
                  <a:lnTo>
                    <a:pt x="676" y="460"/>
                  </a:lnTo>
                  <a:lnTo>
                    <a:pt x="676" y="460"/>
                  </a:lnTo>
                  <a:lnTo>
                    <a:pt x="678" y="459"/>
                  </a:lnTo>
                  <a:lnTo>
                    <a:pt x="678" y="455"/>
                  </a:lnTo>
                  <a:lnTo>
                    <a:pt x="678" y="450"/>
                  </a:lnTo>
                  <a:lnTo>
                    <a:pt x="678" y="446"/>
                  </a:lnTo>
                  <a:lnTo>
                    <a:pt x="678" y="446"/>
                  </a:lnTo>
                  <a:lnTo>
                    <a:pt x="684" y="440"/>
                  </a:lnTo>
                  <a:lnTo>
                    <a:pt x="689" y="433"/>
                  </a:lnTo>
                  <a:lnTo>
                    <a:pt x="698" y="426"/>
                  </a:lnTo>
                  <a:lnTo>
                    <a:pt x="704" y="422"/>
                  </a:lnTo>
                  <a:lnTo>
                    <a:pt x="704" y="420"/>
                  </a:lnTo>
                  <a:lnTo>
                    <a:pt x="704" y="420"/>
                  </a:lnTo>
                  <a:lnTo>
                    <a:pt x="711" y="420"/>
                  </a:lnTo>
                  <a:lnTo>
                    <a:pt x="711" y="420"/>
                  </a:lnTo>
                  <a:lnTo>
                    <a:pt x="711" y="415"/>
                  </a:lnTo>
                  <a:lnTo>
                    <a:pt x="711" y="413"/>
                  </a:lnTo>
                  <a:lnTo>
                    <a:pt x="711" y="413"/>
                  </a:lnTo>
                  <a:lnTo>
                    <a:pt x="715" y="413"/>
                  </a:lnTo>
                  <a:lnTo>
                    <a:pt x="718" y="415"/>
                  </a:lnTo>
                  <a:lnTo>
                    <a:pt x="720" y="420"/>
                  </a:lnTo>
                  <a:lnTo>
                    <a:pt x="720" y="420"/>
                  </a:lnTo>
                  <a:lnTo>
                    <a:pt x="740" y="420"/>
                  </a:lnTo>
                  <a:lnTo>
                    <a:pt x="762" y="420"/>
                  </a:lnTo>
                  <a:lnTo>
                    <a:pt x="762" y="420"/>
                  </a:lnTo>
                  <a:lnTo>
                    <a:pt x="760" y="422"/>
                  </a:lnTo>
                  <a:lnTo>
                    <a:pt x="760" y="424"/>
                  </a:lnTo>
                  <a:lnTo>
                    <a:pt x="762" y="430"/>
                  </a:lnTo>
                  <a:lnTo>
                    <a:pt x="762" y="430"/>
                  </a:lnTo>
                  <a:lnTo>
                    <a:pt x="766" y="428"/>
                  </a:lnTo>
                  <a:lnTo>
                    <a:pt x="769" y="428"/>
                  </a:lnTo>
                  <a:lnTo>
                    <a:pt x="769" y="428"/>
                  </a:lnTo>
                  <a:lnTo>
                    <a:pt x="771" y="424"/>
                  </a:lnTo>
                  <a:lnTo>
                    <a:pt x="771" y="420"/>
                  </a:lnTo>
                  <a:lnTo>
                    <a:pt x="771" y="420"/>
                  </a:lnTo>
                  <a:lnTo>
                    <a:pt x="777" y="424"/>
                  </a:lnTo>
                  <a:lnTo>
                    <a:pt x="782" y="428"/>
                  </a:lnTo>
                  <a:lnTo>
                    <a:pt x="782" y="428"/>
                  </a:lnTo>
                  <a:lnTo>
                    <a:pt x="787" y="428"/>
                  </a:lnTo>
                  <a:lnTo>
                    <a:pt x="793" y="426"/>
                  </a:lnTo>
                  <a:lnTo>
                    <a:pt x="802" y="424"/>
                  </a:lnTo>
                  <a:lnTo>
                    <a:pt x="802" y="424"/>
                  </a:lnTo>
                  <a:lnTo>
                    <a:pt x="802" y="426"/>
                  </a:lnTo>
                  <a:lnTo>
                    <a:pt x="804" y="428"/>
                  </a:lnTo>
                  <a:lnTo>
                    <a:pt x="808" y="430"/>
                  </a:lnTo>
                  <a:lnTo>
                    <a:pt x="811" y="430"/>
                  </a:lnTo>
                  <a:lnTo>
                    <a:pt x="811" y="413"/>
                  </a:lnTo>
                  <a:lnTo>
                    <a:pt x="811" y="413"/>
                  </a:lnTo>
                  <a:lnTo>
                    <a:pt x="818" y="413"/>
                  </a:lnTo>
                  <a:lnTo>
                    <a:pt x="826" y="415"/>
                  </a:lnTo>
                  <a:lnTo>
                    <a:pt x="838" y="415"/>
                  </a:lnTo>
                  <a:lnTo>
                    <a:pt x="838" y="415"/>
                  </a:lnTo>
                  <a:lnTo>
                    <a:pt x="838" y="417"/>
                  </a:lnTo>
                  <a:lnTo>
                    <a:pt x="838" y="419"/>
                  </a:lnTo>
                  <a:lnTo>
                    <a:pt x="838" y="420"/>
                  </a:lnTo>
                  <a:lnTo>
                    <a:pt x="842" y="420"/>
                  </a:lnTo>
                  <a:lnTo>
                    <a:pt x="842" y="415"/>
                  </a:lnTo>
                  <a:lnTo>
                    <a:pt x="842" y="415"/>
                  </a:lnTo>
                  <a:lnTo>
                    <a:pt x="853" y="413"/>
                  </a:lnTo>
                  <a:lnTo>
                    <a:pt x="853" y="413"/>
                  </a:lnTo>
                  <a:lnTo>
                    <a:pt x="855" y="419"/>
                  </a:lnTo>
                  <a:lnTo>
                    <a:pt x="857" y="424"/>
                  </a:lnTo>
                  <a:lnTo>
                    <a:pt x="857" y="424"/>
                  </a:lnTo>
                  <a:lnTo>
                    <a:pt x="860" y="424"/>
                  </a:lnTo>
                  <a:lnTo>
                    <a:pt x="862" y="426"/>
                  </a:lnTo>
                  <a:lnTo>
                    <a:pt x="862" y="428"/>
                  </a:lnTo>
                  <a:lnTo>
                    <a:pt x="862" y="430"/>
                  </a:lnTo>
                  <a:lnTo>
                    <a:pt x="862" y="430"/>
                  </a:lnTo>
                  <a:lnTo>
                    <a:pt x="853" y="430"/>
                  </a:lnTo>
                  <a:lnTo>
                    <a:pt x="846" y="430"/>
                  </a:lnTo>
                  <a:lnTo>
                    <a:pt x="846" y="430"/>
                  </a:lnTo>
                  <a:lnTo>
                    <a:pt x="848" y="442"/>
                  </a:lnTo>
                  <a:lnTo>
                    <a:pt x="848" y="442"/>
                  </a:lnTo>
                  <a:lnTo>
                    <a:pt x="857" y="440"/>
                  </a:lnTo>
                  <a:lnTo>
                    <a:pt x="864" y="442"/>
                  </a:lnTo>
                  <a:lnTo>
                    <a:pt x="864" y="442"/>
                  </a:lnTo>
                  <a:lnTo>
                    <a:pt x="864" y="440"/>
                  </a:lnTo>
                  <a:lnTo>
                    <a:pt x="864" y="439"/>
                  </a:lnTo>
                  <a:lnTo>
                    <a:pt x="868" y="435"/>
                  </a:lnTo>
                  <a:lnTo>
                    <a:pt x="868" y="435"/>
                  </a:lnTo>
                  <a:lnTo>
                    <a:pt x="871" y="437"/>
                  </a:lnTo>
                  <a:lnTo>
                    <a:pt x="875" y="439"/>
                  </a:lnTo>
                  <a:lnTo>
                    <a:pt x="875" y="439"/>
                  </a:lnTo>
                  <a:lnTo>
                    <a:pt x="875" y="437"/>
                  </a:lnTo>
                  <a:lnTo>
                    <a:pt x="875" y="435"/>
                  </a:lnTo>
                  <a:lnTo>
                    <a:pt x="875" y="431"/>
                  </a:lnTo>
                  <a:lnTo>
                    <a:pt x="879" y="431"/>
                  </a:lnTo>
                  <a:lnTo>
                    <a:pt x="882" y="424"/>
                  </a:lnTo>
                  <a:lnTo>
                    <a:pt x="882" y="424"/>
                  </a:lnTo>
                  <a:lnTo>
                    <a:pt x="891" y="424"/>
                  </a:lnTo>
                  <a:lnTo>
                    <a:pt x="904" y="424"/>
                  </a:lnTo>
                  <a:lnTo>
                    <a:pt x="904" y="424"/>
                  </a:lnTo>
                  <a:lnTo>
                    <a:pt x="902" y="422"/>
                  </a:lnTo>
                  <a:lnTo>
                    <a:pt x="904" y="422"/>
                  </a:lnTo>
                  <a:lnTo>
                    <a:pt x="910" y="422"/>
                  </a:lnTo>
                  <a:lnTo>
                    <a:pt x="906" y="415"/>
                  </a:lnTo>
                  <a:lnTo>
                    <a:pt x="906" y="415"/>
                  </a:lnTo>
                  <a:lnTo>
                    <a:pt x="897" y="415"/>
                  </a:lnTo>
                  <a:lnTo>
                    <a:pt x="897" y="415"/>
                  </a:lnTo>
                  <a:lnTo>
                    <a:pt x="897" y="417"/>
                  </a:lnTo>
                  <a:lnTo>
                    <a:pt x="895" y="417"/>
                  </a:lnTo>
                  <a:lnTo>
                    <a:pt x="891" y="417"/>
                  </a:lnTo>
                  <a:lnTo>
                    <a:pt x="891" y="417"/>
                  </a:lnTo>
                  <a:lnTo>
                    <a:pt x="891" y="409"/>
                  </a:lnTo>
                  <a:lnTo>
                    <a:pt x="891" y="400"/>
                  </a:lnTo>
                  <a:lnTo>
                    <a:pt x="891" y="400"/>
                  </a:lnTo>
                  <a:lnTo>
                    <a:pt x="893" y="402"/>
                  </a:lnTo>
                  <a:lnTo>
                    <a:pt x="897" y="402"/>
                  </a:lnTo>
                  <a:lnTo>
                    <a:pt x="897" y="402"/>
                  </a:lnTo>
                  <a:lnTo>
                    <a:pt x="897" y="397"/>
                  </a:lnTo>
                  <a:lnTo>
                    <a:pt x="897" y="393"/>
                  </a:lnTo>
                  <a:lnTo>
                    <a:pt x="899" y="389"/>
                  </a:lnTo>
                  <a:lnTo>
                    <a:pt x="899" y="389"/>
                  </a:lnTo>
                  <a:lnTo>
                    <a:pt x="904" y="386"/>
                  </a:lnTo>
                  <a:lnTo>
                    <a:pt x="911" y="384"/>
                  </a:lnTo>
                  <a:lnTo>
                    <a:pt x="919" y="382"/>
                  </a:lnTo>
                  <a:lnTo>
                    <a:pt x="924" y="378"/>
                  </a:lnTo>
                  <a:lnTo>
                    <a:pt x="924" y="378"/>
                  </a:lnTo>
                  <a:lnTo>
                    <a:pt x="924" y="375"/>
                  </a:lnTo>
                  <a:lnTo>
                    <a:pt x="924" y="371"/>
                  </a:lnTo>
                  <a:lnTo>
                    <a:pt x="926" y="371"/>
                  </a:lnTo>
                  <a:lnTo>
                    <a:pt x="926" y="371"/>
                  </a:lnTo>
                  <a:lnTo>
                    <a:pt x="931" y="366"/>
                  </a:lnTo>
                  <a:lnTo>
                    <a:pt x="933" y="360"/>
                  </a:lnTo>
                  <a:lnTo>
                    <a:pt x="933" y="360"/>
                  </a:lnTo>
                  <a:lnTo>
                    <a:pt x="939" y="358"/>
                  </a:lnTo>
                  <a:lnTo>
                    <a:pt x="944" y="357"/>
                  </a:lnTo>
                  <a:lnTo>
                    <a:pt x="957" y="357"/>
                  </a:lnTo>
                  <a:lnTo>
                    <a:pt x="957" y="357"/>
                  </a:lnTo>
                  <a:lnTo>
                    <a:pt x="964" y="353"/>
                  </a:lnTo>
                  <a:lnTo>
                    <a:pt x="968" y="351"/>
                  </a:lnTo>
                  <a:lnTo>
                    <a:pt x="972" y="351"/>
                  </a:lnTo>
                  <a:lnTo>
                    <a:pt x="975" y="358"/>
                  </a:lnTo>
                  <a:lnTo>
                    <a:pt x="975" y="358"/>
                  </a:lnTo>
                  <a:lnTo>
                    <a:pt x="979" y="360"/>
                  </a:lnTo>
                  <a:lnTo>
                    <a:pt x="982" y="360"/>
                  </a:lnTo>
                  <a:lnTo>
                    <a:pt x="982" y="358"/>
                  </a:lnTo>
                  <a:lnTo>
                    <a:pt x="982" y="358"/>
                  </a:lnTo>
                  <a:lnTo>
                    <a:pt x="992" y="353"/>
                  </a:lnTo>
                  <a:lnTo>
                    <a:pt x="992" y="353"/>
                  </a:lnTo>
                  <a:lnTo>
                    <a:pt x="988" y="366"/>
                  </a:lnTo>
                  <a:lnTo>
                    <a:pt x="986" y="369"/>
                  </a:lnTo>
                  <a:lnTo>
                    <a:pt x="982" y="373"/>
                  </a:lnTo>
                  <a:lnTo>
                    <a:pt x="982" y="373"/>
                  </a:lnTo>
                  <a:lnTo>
                    <a:pt x="981" y="375"/>
                  </a:lnTo>
                  <a:lnTo>
                    <a:pt x="982" y="375"/>
                  </a:lnTo>
                  <a:lnTo>
                    <a:pt x="984" y="377"/>
                  </a:lnTo>
                  <a:lnTo>
                    <a:pt x="984" y="378"/>
                  </a:lnTo>
                  <a:lnTo>
                    <a:pt x="984" y="378"/>
                  </a:lnTo>
                  <a:lnTo>
                    <a:pt x="992" y="375"/>
                  </a:lnTo>
                  <a:lnTo>
                    <a:pt x="992" y="375"/>
                  </a:lnTo>
                  <a:lnTo>
                    <a:pt x="990" y="380"/>
                  </a:lnTo>
                  <a:lnTo>
                    <a:pt x="990" y="388"/>
                  </a:lnTo>
                  <a:lnTo>
                    <a:pt x="990" y="388"/>
                  </a:lnTo>
                  <a:lnTo>
                    <a:pt x="997" y="380"/>
                  </a:lnTo>
                  <a:lnTo>
                    <a:pt x="997" y="380"/>
                  </a:lnTo>
                  <a:lnTo>
                    <a:pt x="1002" y="375"/>
                  </a:lnTo>
                  <a:lnTo>
                    <a:pt x="1008" y="368"/>
                  </a:lnTo>
                  <a:lnTo>
                    <a:pt x="1013" y="362"/>
                  </a:lnTo>
                  <a:lnTo>
                    <a:pt x="1019" y="358"/>
                  </a:lnTo>
                  <a:lnTo>
                    <a:pt x="1019" y="358"/>
                  </a:lnTo>
                  <a:lnTo>
                    <a:pt x="1026" y="357"/>
                  </a:lnTo>
                  <a:lnTo>
                    <a:pt x="1032" y="358"/>
                  </a:lnTo>
                  <a:lnTo>
                    <a:pt x="1033" y="360"/>
                  </a:lnTo>
                  <a:lnTo>
                    <a:pt x="1033" y="360"/>
                  </a:lnTo>
                  <a:lnTo>
                    <a:pt x="1033" y="360"/>
                  </a:lnTo>
                  <a:lnTo>
                    <a:pt x="1037" y="358"/>
                  </a:lnTo>
                  <a:lnTo>
                    <a:pt x="1039" y="358"/>
                  </a:lnTo>
                  <a:lnTo>
                    <a:pt x="1041" y="358"/>
                  </a:lnTo>
                  <a:lnTo>
                    <a:pt x="1041" y="358"/>
                  </a:lnTo>
                  <a:lnTo>
                    <a:pt x="1039" y="353"/>
                  </a:lnTo>
                  <a:lnTo>
                    <a:pt x="1037" y="349"/>
                  </a:lnTo>
                  <a:lnTo>
                    <a:pt x="1039" y="346"/>
                  </a:lnTo>
                  <a:lnTo>
                    <a:pt x="1039" y="346"/>
                  </a:lnTo>
                  <a:lnTo>
                    <a:pt x="1037" y="348"/>
                  </a:lnTo>
                  <a:lnTo>
                    <a:pt x="1035" y="346"/>
                  </a:lnTo>
                  <a:lnTo>
                    <a:pt x="1035" y="342"/>
                  </a:lnTo>
                  <a:lnTo>
                    <a:pt x="1035" y="342"/>
                  </a:lnTo>
                  <a:lnTo>
                    <a:pt x="1046" y="333"/>
                  </a:lnTo>
                  <a:lnTo>
                    <a:pt x="1052" y="331"/>
                  </a:lnTo>
                  <a:lnTo>
                    <a:pt x="1057" y="333"/>
                  </a:lnTo>
                  <a:lnTo>
                    <a:pt x="1070" y="337"/>
                  </a:lnTo>
                  <a:lnTo>
                    <a:pt x="1070" y="338"/>
                  </a:lnTo>
                  <a:lnTo>
                    <a:pt x="1063" y="338"/>
                  </a:lnTo>
                  <a:lnTo>
                    <a:pt x="1063" y="338"/>
                  </a:lnTo>
                  <a:lnTo>
                    <a:pt x="1063" y="338"/>
                  </a:lnTo>
                  <a:lnTo>
                    <a:pt x="1061" y="337"/>
                  </a:lnTo>
                  <a:lnTo>
                    <a:pt x="1055" y="337"/>
                  </a:lnTo>
                  <a:lnTo>
                    <a:pt x="1055" y="337"/>
                  </a:lnTo>
                  <a:lnTo>
                    <a:pt x="1054" y="342"/>
                  </a:lnTo>
                  <a:lnTo>
                    <a:pt x="1050" y="342"/>
                  </a:lnTo>
                  <a:lnTo>
                    <a:pt x="1050" y="342"/>
                  </a:lnTo>
                  <a:lnTo>
                    <a:pt x="1048" y="366"/>
                  </a:lnTo>
                  <a:lnTo>
                    <a:pt x="1048" y="366"/>
                  </a:lnTo>
                  <a:lnTo>
                    <a:pt x="1046" y="373"/>
                  </a:lnTo>
                  <a:lnTo>
                    <a:pt x="1044" y="378"/>
                  </a:lnTo>
                  <a:lnTo>
                    <a:pt x="1041" y="380"/>
                  </a:lnTo>
                  <a:lnTo>
                    <a:pt x="1037" y="382"/>
                  </a:lnTo>
                  <a:lnTo>
                    <a:pt x="1028" y="382"/>
                  </a:lnTo>
                  <a:lnTo>
                    <a:pt x="1013" y="386"/>
                  </a:lnTo>
                  <a:lnTo>
                    <a:pt x="1013" y="386"/>
                  </a:lnTo>
                  <a:lnTo>
                    <a:pt x="1015" y="391"/>
                  </a:lnTo>
                  <a:lnTo>
                    <a:pt x="1015" y="393"/>
                  </a:lnTo>
                  <a:lnTo>
                    <a:pt x="1013" y="399"/>
                  </a:lnTo>
                  <a:lnTo>
                    <a:pt x="1013" y="399"/>
                  </a:lnTo>
                  <a:lnTo>
                    <a:pt x="1013" y="399"/>
                  </a:lnTo>
                  <a:lnTo>
                    <a:pt x="1010" y="399"/>
                  </a:lnTo>
                  <a:lnTo>
                    <a:pt x="1006" y="400"/>
                  </a:lnTo>
                  <a:lnTo>
                    <a:pt x="1006" y="400"/>
                  </a:lnTo>
                  <a:lnTo>
                    <a:pt x="1006" y="404"/>
                  </a:lnTo>
                  <a:lnTo>
                    <a:pt x="1006" y="408"/>
                  </a:lnTo>
                  <a:lnTo>
                    <a:pt x="1006" y="408"/>
                  </a:lnTo>
                  <a:lnTo>
                    <a:pt x="1002" y="411"/>
                  </a:lnTo>
                  <a:lnTo>
                    <a:pt x="997" y="415"/>
                  </a:lnTo>
                  <a:lnTo>
                    <a:pt x="984" y="424"/>
                  </a:lnTo>
                  <a:lnTo>
                    <a:pt x="984" y="424"/>
                  </a:lnTo>
                  <a:lnTo>
                    <a:pt x="979" y="433"/>
                  </a:lnTo>
                  <a:lnTo>
                    <a:pt x="973" y="440"/>
                  </a:lnTo>
                  <a:lnTo>
                    <a:pt x="968" y="448"/>
                  </a:lnTo>
                  <a:lnTo>
                    <a:pt x="961" y="453"/>
                  </a:lnTo>
                  <a:lnTo>
                    <a:pt x="961" y="457"/>
                  </a:lnTo>
                  <a:lnTo>
                    <a:pt x="961" y="457"/>
                  </a:lnTo>
                  <a:lnTo>
                    <a:pt x="957" y="457"/>
                  </a:lnTo>
                  <a:lnTo>
                    <a:pt x="955" y="455"/>
                  </a:lnTo>
                  <a:lnTo>
                    <a:pt x="955" y="455"/>
                  </a:lnTo>
                  <a:lnTo>
                    <a:pt x="953" y="453"/>
                  </a:lnTo>
                  <a:lnTo>
                    <a:pt x="953" y="453"/>
                  </a:lnTo>
                  <a:lnTo>
                    <a:pt x="950" y="457"/>
                  </a:lnTo>
                  <a:lnTo>
                    <a:pt x="948" y="460"/>
                  </a:lnTo>
                  <a:lnTo>
                    <a:pt x="948" y="460"/>
                  </a:lnTo>
                  <a:lnTo>
                    <a:pt x="941" y="460"/>
                  </a:lnTo>
                  <a:lnTo>
                    <a:pt x="933" y="460"/>
                  </a:lnTo>
                  <a:lnTo>
                    <a:pt x="933" y="460"/>
                  </a:lnTo>
                  <a:lnTo>
                    <a:pt x="935" y="466"/>
                  </a:lnTo>
                  <a:lnTo>
                    <a:pt x="939" y="466"/>
                  </a:lnTo>
                  <a:lnTo>
                    <a:pt x="939" y="466"/>
                  </a:lnTo>
                  <a:lnTo>
                    <a:pt x="935" y="479"/>
                  </a:lnTo>
                  <a:lnTo>
                    <a:pt x="933" y="482"/>
                  </a:lnTo>
                  <a:lnTo>
                    <a:pt x="928" y="486"/>
                  </a:lnTo>
                  <a:lnTo>
                    <a:pt x="928" y="486"/>
                  </a:lnTo>
                  <a:lnTo>
                    <a:pt x="924" y="486"/>
                  </a:lnTo>
                  <a:lnTo>
                    <a:pt x="922" y="486"/>
                  </a:lnTo>
                  <a:lnTo>
                    <a:pt x="920" y="488"/>
                  </a:lnTo>
                  <a:lnTo>
                    <a:pt x="920" y="488"/>
                  </a:lnTo>
                  <a:lnTo>
                    <a:pt x="919" y="493"/>
                  </a:lnTo>
                  <a:lnTo>
                    <a:pt x="917" y="501"/>
                  </a:lnTo>
                  <a:lnTo>
                    <a:pt x="915" y="517"/>
                  </a:lnTo>
                  <a:lnTo>
                    <a:pt x="917" y="537"/>
                  </a:lnTo>
                  <a:lnTo>
                    <a:pt x="919" y="559"/>
                  </a:lnTo>
                  <a:lnTo>
                    <a:pt x="928" y="601"/>
                  </a:lnTo>
                  <a:lnTo>
                    <a:pt x="933" y="635"/>
                  </a:lnTo>
                  <a:lnTo>
                    <a:pt x="933" y="635"/>
                  </a:lnTo>
                  <a:lnTo>
                    <a:pt x="948" y="624"/>
                  </a:lnTo>
                  <a:lnTo>
                    <a:pt x="955" y="617"/>
                  </a:lnTo>
                  <a:lnTo>
                    <a:pt x="961" y="613"/>
                  </a:lnTo>
                  <a:lnTo>
                    <a:pt x="961" y="613"/>
                  </a:lnTo>
                  <a:lnTo>
                    <a:pt x="962" y="604"/>
                  </a:lnTo>
                  <a:lnTo>
                    <a:pt x="962" y="599"/>
                  </a:lnTo>
                  <a:lnTo>
                    <a:pt x="962" y="593"/>
                  </a:lnTo>
                  <a:lnTo>
                    <a:pt x="962" y="592"/>
                  </a:lnTo>
                  <a:lnTo>
                    <a:pt x="964" y="590"/>
                  </a:lnTo>
                  <a:lnTo>
                    <a:pt x="979" y="586"/>
                  </a:lnTo>
                  <a:lnTo>
                    <a:pt x="979" y="586"/>
                  </a:lnTo>
                  <a:lnTo>
                    <a:pt x="979" y="570"/>
                  </a:lnTo>
                  <a:lnTo>
                    <a:pt x="981" y="564"/>
                  </a:lnTo>
                  <a:lnTo>
                    <a:pt x="984" y="559"/>
                  </a:lnTo>
                  <a:lnTo>
                    <a:pt x="990" y="557"/>
                  </a:lnTo>
                  <a:lnTo>
                    <a:pt x="990" y="552"/>
                  </a:lnTo>
                  <a:lnTo>
                    <a:pt x="990" y="552"/>
                  </a:lnTo>
                  <a:lnTo>
                    <a:pt x="997" y="548"/>
                  </a:lnTo>
                  <a:lnTo>
                    <a:pt x="1002" y="550"/>
                  </a:lnTo>
                  <a:lnTo>
                    <a:pt x="1006" y="552"/>
                  </a:lnTo>
                  <a:lnTo>
                    <a:pt x="1010" y="552"/>
                  </a:lnTo>
                  <a:lnTo>
                    <a:pt x="1010" y="552"/>
                  </a:lnTo>
                  <a:lnTo>
                    <a:pt x="1019" y="542"/>
                  </a:lnTo>
                  <a:lnTo>
                    <a:pt x="1019" y="542"/>
                  </a:lnTo>
                  <a:lnTo>
                    <a:pt x="1013" y="533"/>
                  </a:lnTo>
                  <a:lnTo>
                    <a:pt x="1010" y="526"/>
                  </a:lnTo>
                  <a:lnTo>
                    <a:pt x="1010" y="521"/>
                  </a:lnTo>
                  <a:lnTo>
                    <a:pt x="1010" y="515"/>
                  </a:lnTo>
                  <a:lnTo>
                    <a:pt x="1013" y="510"/>
                  </a:lnTo>
                  <a:lnTo>
                    <a:pt x="1019" y="506"/>
                  </a:lnTo>
                  <a:lnTo>
                    <a:pt x="1026" y="504"/>
                  </a:lnTo>
                  <a:lnTo>
                    <a:pt x="1035" y="502"/>
                  </a:lnTo>
                  <a:lnTo>
                    <a:pt x="1035" y="502"/>
                  </a:lnTo>
                  <a:lnTo>
                    <a:pt x="1035" y="493"/>
                  </a:lnTo>
                  <a:lnTo>
                    <a:pt x="1035" y="493"/>
                  </a:lnTo>
                  <a:lnTo>
                    <a:pt x="1033" y="493"/>
                  </a:lnTo>
                  <a:lnTo>
                    <a:pt x="1032" y="493"/>
                  </a:lnTo>
                  <a:lnTo>
                    <a:pt x="1026" y="495"/>
                  </a:lnTo>
                  <a:lnTo>
                    <a:pt x="1026" y="495"/>
                  </a:lnTo>
                  <a:lnTo>
                    <a:pt x="1023" y="488"/>
                  </a:lnTo>
                  <a:lnTo>
                    <a:pt x="1021" y="482"/>
                  </a:lnTo>
                  <a:lnTo>
                    <a:pt x="1021" y="479"/>
                  </a:lnTo>
                  <a:lnTo>
                    <a:pt x="1024" y="479"/>
                  </a:lnTo>
                  <a:lnTo>
                    <a:pt x="1026" y="471"/>
                  </a:lnTo>
                  <a:lnTo>
                    <a:pt x="1032" y="471"/>
                  </a:lnTo>
                  <a:lnTo>
                    <a:pt x="1032" y="471"/>
                  </a:lnTo>
                  <a:lnTo>
                    <a:pt x="1032" y="468"/>
                  </a:lnTo>
                  <a:lnTo>
                    <a:pt x="1030" y="466"/>
                  </a:lnTo>
                  <a:lnTo>
                    <a:pt x="1032" y="464"/>
                  </a:lnTo>
                  <a:lnTo>
                    <a:pt x="1032" y="464"/>
                  </a:lnTo>
                  <a:lnTo>
                    <a:pt x="1033" y="464"/>
                  </a:lnTo>
                  <a:lnTo>
                    <a:pt x="1033" y="462"/>
                  </a:lnTo>
                  <a:lnTo>
                    <a:pt x="1033" y="459"/>
                  </a:lnTo>
                  <a:lnTo>
                    <a:pt x="1033" y="459"/>
                  </a:lnTo>
                  <a:lnTo>
                    <a:pt x="1026" y="459"/>
                  </a:lnTo>
                  <a:lnTo>
                    <a:pt x="1026" y="459"/>
                  </a:lnTo>
                  <a:lnTo>
                    <a:pt x="1017" y="457"/>
                  </a:lnTo>
                  <a:lnTo>
                    <a:pt x="1017" y="457"/>
                  </a:lnTo>
                  <a:lnTo>
                    <a:pt x="1015" y="448"/>
                  </a:lnTo>
                  <a:lnTo>
                    <a:pt x="1017" y="439"/>
                  </a:lnTo>
                  <a:lnTo>
                    <a:pt x="1017" y="439"/>
                  </a:lnTo>
                  <a:lnTo>
                    <a:pt x="1033" y="424"/>
                  </a:lnTo>
                  <a:lnTo>
                    <a:pt x="1033" y="424"/>
                  </a:lnTo>
                  <a:lnTo>
                    <a:pt x="1033" y="422"/>
                  </a:lnTo>
                  <a:lnTo>
                    <a:pt x="1033" y="420"/>
                  </a:lnTo>
                  <a:lnTo>
                    <a:pt x="1033" y="417"/>
                  </a:lnTo>
                  <a:lnTo>
                    <a:pt x="1039" y="417"/>
                  </a:lnTo>
                  <a:lnTo>
                    <a:pt x="1039" y="417"/>
                  </a:lnTo>
                  <a:lnTo>
                    <a:pt x="1039" y="415"/>
                  </a:lnTo>
                  <a:lnTo>
                    <a:pt x="1037" y="413"/>
                  </a:lnTo>
                  <a:lnTo>
                    <a:pt x="1035" y="411"/>
                  </a:lnTo>
                  <a:lnTo>
                    <a:pt x="1035" y="409"/>
                  </a:lnTo>
                  <a:lnTo>
                    <a:pt x="1035" y="409"/>
                  </a:lnTo>
                  <a:lnTo>
                    <a:pt x="1037" y="408"/>
                  </a:lnTo>
                  <a:lnTo>
                    <a:pt x="1041" y="402"/>
                  </a:lnTo>
                  <a:lnTo>
                    <a:pt x="1064" y="406"/>
                  </a:lnTo>
                  <a:lnTo>
                    <a:pt x="1064" y="406"/>
                  </a:lnTo>
                  <a:lnTo>
                    <a:pt x="1066" y="402"/>
                  </a:lnTo>
                  <a:lnTo>
                    <a:pt x="1064" y="399"/>
                  </a:lnTo>
                  <a:lnTo>
                    <a:pt x="1064" y="399"/>
                  </a:lnTo>
                  <a:lnTo>
                    <a:pt x="1083" y="388"/>
                  </a:lnTo>
                  <a:lnTo>
                    <a:pt x="1083" y="388"/>
                  </a:lnTo>
                  <a:lnTo>
                    <a:pt x="1079" y="400"/>
                  </a:lnTo>
                  <a:lnTo>
                    <a:pt x="1081" y="406"/>
                  </a:lnTo>
                  <a:lnTo>
                    <a:pt x="1083" y="408"/>
                  </a:lnTo>
                  <a:lnTo>
                    <a:pt x="1084" y="408"/>
                  </a:lnTo>
                  <a:lnTo>
                    <a:pt x="1084" y="408"/>
                  </a:lnTo>
                  <a:lnTo>
                    <a:pt x="1086" y="406"/>
                  </a:lnTo>
                  <a:lnTo>
                    <a:pt x="1088" y="404"/>
                  </a:lnTo>
                  <a:lnTo>
                    <a:pt x="1090" y="406"/>
                  </a:lnTo>
                  <a:lnTo>
                    <a:pt x="1090" y="406"/>
                  </a:lnTo>
                  <a:lnTo>
                    <a:pt x="1094" y="397"/>
                  </a:lnTo>
                  <a:lnTo>
                    <a:pt x="1097" y="391"/>
                  </a:lnTo>
                  <a:lnTo>
                    <a:pt x="1099" y="388"/>
                  </a:lnTo>
                  <a:lnTo>
                    <a:pt x="1099" y="388"/>
                  </a:lnTo>
                  <a:lnTo>
                    <a:pt x="1105" y="384"/>
                  </a:lnTo>
                  <a:lnTo>
                    <a:pt x="1108" y="382"/>
                  </a:lnTo>
                  <a:lnTo>
                    <a:pt x="1117" y="382"/>
                  </a:lnTo>
                  <a:lnTo>
                    <a:pt x="1125" y="386"/>
                  </a:lnTo>
                  <a:lnTo>
                    <a:pt x="1134" y="389"/>
                  </a:lnTo>
                  <a:lnTo>
                    <a:pt x="1134" y="389"/>
                  </a:lnTo>
                  <a:lnTo>
                    <a:pt x="1134" y="399"/>
                  </a:lnTo>
                  <a:lnTo>
                    <a:pt x="1134" y="399"/>
                  </a:lnTo>
                  <a:lnTo>
                    <a:pt x="1141" y="402"/>
                  </a:lnTo>
                  <a:lnTo>
                    <a:pt x="1148" y="406"/>
                  </a:lnTo>
                  <a:lnTo>
                    <a:pt x="1148" y="406"/>
                  </a:lnTo>
                  <a:lnTo>
                    <a:pt x="1154" y="393"/>
                  </a:lnTo>
                  <a:lnTo>
                    <a:pt x="1161" y="384"/>
                  </a:lnTo>
                  <a:lnTo>
                    <a:pt x="1170" y="377"/>
                  </a:lnTo>
                  <a:lnTo>
                    <a:pt x="1183" y="371"/>
                  </a:lnTo>
                  <a:lnTo>
                    <a:pt x="1183" y="371"/>
                  </a:lnTo>
                  <a:lnTo>
                    <a:pt x="1183" y="368"/>
                  </a:lnTo>
                  <a:lnTo>
                    <a:pt x="1183" y="366"/>
                  </a:lnTo>
                  <a:lnTo>
                    <a:pt x="1181" y="366"/>
                  </a:lnTo>
                  <a:lnTo>
                    <a:pt x="1181" y="364"/>
                  </a:lnTo>
                  <a:lnTo>
                    <a:pt x="1181" y="364"/>
                  </a:lnTo>
                  <a:lnTo>
                    <a:pt x="1185" y="364"/>
                  </a:lnTo>
                  <a:lnTo>
                    <a:pt x="1187" y="364"/>
                  </a:lnTo>
                  <a:lnTo>
                    <a:pt x="1190" y="366"/>
                  </a:lnTo>
                  <a:lnTo>
                    <a:pt x="1192" y="366"/>
                  </a:lnTo>
                  <a:lnTo>
                    <a:pt x="1192" y="366"/>
                  </a:lnTo>
                  <a:lnTo>
                    <a:pt x="1194" y="364"/>
                  </a:lnTo>
                  <a:lnTo>
                    <a:pt x="1194" y="360"/>
                  </a:lnTo>
                  <a:lnTo>
                    <a:pt x="1194" y="357"/>
                  </a:lnTo>
                  <a:lnTo>
                    <a:pt x="1192" y="357"/>
                  </a:lnTo>
                  <a:lnTo>
                    <a:pt x="1192" y="357"/>
                  </a:lnTo>
                  <a:lnTo>
                    <a:pt x="1196" y="357"/>
                  </a:lnTo>
                  <a:lnTo>
                    <a:pt x="1197" y="357"/>
                  </a:lnTo>
                  <a:lnTo>
                    <a:pt x="1199" y="358"/>
                  </a:lnTo>
                  <a:lnTo>
                    <a:pt x="1203" y="358"/>
                  </a:lnTo>
                  <a:lnTo>
                    <a:pt x="1203" y="358"/>
                  </a:lnTo>
                  <a:lnTo>
                    <a:pt x="1207" y="351"/>
                  </a:lnTo>
                  <a:lnTo>
                    <a:pt x="1207" y="351"/>
                  </a:lnTo>
                  <a:lnTo>
                    <a:pt x="1210" y="349"/>
                  </a:lnTo>
                  <a:lnTo>
                    <a:pt x="1214" y="349"/>
                  </a:lnTo>
                  <a:lnTo>
                    <a:pt x="1221" y="349"/>
                  </a:lnTo>
                  <a:lnTo>
                    <a:pt x="1221" y="349"/>
                  </a:lnTo>
                  <a:lnTo>
                    <a:pt x="1232" y="342"/>
                  </a:lnTo>
                  <a:lnTo>
                    <a:pt x="1238" y="338"/>
                  </a:lnTo>
                  <a:lnTo>
                    <a:pt x="1243" y="337"/>
                  </a:lnTo>
                  <a:lnTo>
                    <a:pt x="1243" y="337"/>
                  </a:lnTo>
                  <a:lnTo>
                    <a:pt x="1254" y="337"/>
                  </a:lnTo>
                  <a:lnTo>
                    <a:pt x="1265" y="338"/>
                  </a:lnTo>
                  <a:lnTo>
                    <a:pt x="1274" y="340"/>
                  </a:lnTo>
                  <a:lnTo>
                    <a:pt x="1281" y="342"/>
                  </a:lnTo>
                  <a:lnTo>
                    <a:pt x="1281" y="342"/>
                  </a:lnTo>
                  <a:lnTo>
                    <a:pt x="1289" y="335"/>
                  </a:lnTo>
                  <a:lnTo>
                    <a:pt x="1289" y="335"/>
                  </a:lnTo>
                  <a:lnTo>
                    <a:pt x="1287" y="329"/>
                  </a:lnTo>
                  <a:lnTo>
                    <a:pt x="1287" y="326"/>
                  </a:lnTo>
                  <a:lnTo>
                    <a:pt x="1289" y="324"/>
                  </a:lnTo>
                  <a:lnTo>
                    <a:pt x="1289" y="324"/>
                  </a:lnTo>
                  <a:lnTo>
                    <a:pt x="1287" y="324"/>
                  </a:lnTo>
                  <a:lnTo>
                    <a:pt x="1285" y="322"/>
                  </a:lnTo>
                  <a:lnTo>
                    <a:pt x="1281" y="322"/>
                  </a:lnTo>
                  <a:lnTo>
                    <a:pt x="1281" y="322"/>
                  </a:lnTo>
                  <a:lnTo>
                    <a:pt x="1270" y="295"/>
                  </a:lnTo>
                  <a:lnTo>
                    <a:pt x="1270" y="295"/>
                  </a:lnTo>
                  <a:lnTo>
                    <a:pt x="1269" y="295"/>
                  </a:lnTo>
                  <a:lnTo>
                    <a:pt x="1269" y="293"/>
                  </a:lnTo>
                  <a:lnTo>
                    <a:pt x="1269" y="289"/>
                  </a:lnTo>
                  <a:lnTo>
                    <a:pt x="1269" y="289"/>
                  </a:lnTo>
                  <a:lnTo>
                    <a:pt x="1261" y="293"/>
                  </a:lnTo>
                  <a:lnTo>
                    <a:pt x="1261" y="293"/>
                  </a:lnTo>
                  <a:lnTo>
                    <a:pt x="1261" y="293"/>
                  </a:lnTo>
                  <a:lnTo>
                    <a:pt x="1259" y="295"/>
                  </a:lnTo>
                  <a:lnTo>
                    <a:pt x="1256" y="295"/>
                  </a:lnTo>
                  <a:lnTo>
                    <a:pt x="1256" y="289"/>
                  </a:lnTo>
                  <a:lnTo>
                    <a:pt x="1258" y="287"/>
                  </a:lnTo>
                  <a:lnTo>
                    <a:pt x="1261" y="282"/>
                  </a:lnTo>
                  <a:lnTo>
                    <a:pt x="1261" y="282"/>
                  </a:lnTo>
                  <a:lnTo>
                    <a:pt x="1250" y="282"/>
                  </a:lnTo>
                  <a:lnTo>
                    <a:pt x="1239" y="282"/>
                  </a:lnTo>
                  <a:lnTo>
                    <a:pt x="1239" y="278"/>
                  </a:lnTo>
                  <a:lnTo>
                    <a:pt x="1239" y="278"/>
                  </a:lnTo>
                  <a:lnTo>
                    <a:pt x="1258" y="275"/>
                  </a:lnTo>
                  <a:lnTo>
                    <a:pt x="1263" y="280"/>
                  </a:lnTo>
                  <a:lnTo>
                    <a:pt x="1263" y="280"/>
                  </a:lnTo>
                  <a:lnTo>
                    <a:pt x="1279" y="282"/>
                  </a:lnTo>
                  <a:lnTo>
                    <a:pt x="1292" y="282"/>
                  </a:lnTo>
                  <a:lnTo>
                    <a:pt x="1303" y="275"/>
                  </a:lnTo>
                  <a:lnTo>
                    <a:pt x="1303" y="275"/>
                  </a:lnTo>
                  <a:lnTo>
                    <a:pt x="1305" y="271"/>
                  </a:lnTo>
                  <a:lnTo>
                    <a:pt x="1307" y="266"/>
                  </a:lnTo>
                  <a:lnTo>
                    <a:pt x="1307" y="256"/>
                  </a:lnTo>
                  <a:lnTo>
                    <a:pt x="1307" y="256"/>
                  </a:lnTo>
                  <a:lnTo>
                    <a:pt x="1300" y="253"/>
                  </a:lnTo>
                  <a:lnTo>
                    <a:pt x="1300" y="253"/>
                  </a:lnTo>
                  <a:lnTo>
                    <a:pt x="1300" y="251"/>
                  </a:lnTo>
                  <a:lnTo>
                    <a:pt x="1300" y="247"/>
                  </a:lnTo>
                  <a:lnTo>
                    <a:pt x="1301" y="246"/>
                  </a:lnTo>
                  <a:lnTo>
                    <a:pt x="1303" y="246"/>
                  </a:lnTo>
                  <a:lnTo>
                    <a:pt x="1303" y="246"/>
                  </a:lnTo>
                  <a:lnTo>
                    <a:pt x="1303" y="236"/>
                  </a:lnTo>
                  <a:lnTo>
                    <a:pt x="1303" y="236"/>
                  </a:lnTo>
                  <a:lnTo>
                    <a:pt x="1312" y="235"/>
                  </a:lnTo>
                  <a:lnTo>
                    <a:pt x="1310" y="242"/>
                  </a:lnTo>
                  <a:lnTo>
                    <a:pt x="1310" y="242"/>
                  </a:lnTo>
                  <a:lnTo>
                    <a:pt x="1310" y="240"/>
                  </a:lnTo>
                  <a:lnTo>
                    <a:pt x="1312" y="242"/>
                  </a:lnTo>
                  <a:lnTo>
                    <a:pt x="1314" y="244"/>
                  </a:lnTo>
                  <a:lnTo>
                    <a:pt x="1314" y="244"/>
                  </a:lnTo>
                  <a:lnTo>
                    <a:pt x="1310" y="246"/>
                  </a:lnTo>
                  <a:lnTo>
                    <a:pt x="1309" y="249"/>
                  </a:lnTo>
                  <a:lnTo>
                    <a:pt x="1310" y="253"/>
                  </a:lnTo>
                  <a:lnTo>
                    <a:pt x="1312" y="256"/>
                  </a:lnTo>
                  <a:lnTo>
                    <a:pt x="1320" y="262"/>
                  </a:lnTo>
                  <a:lnTo>
                    <a:pt x="1325" y="266"/>
                  </a:lnTo>
                  <a:lnTo>
                    <a:pt x="1325" y="266"/>
                  </a:lnTo>
                  <a:lnTo>
                    <a:pt x="1327" y="264"/>
                  </a:lnTo>
                  <a:lnTo>
                    <a:pt x="1327" y="262"/>
                  </a:lnTo>
                  <a:lnTo>
                    <a:pt x="1325" y="260"/>
                  </a:lnTo>
                  <a:lnTo>
                    <a:pt x="1325" y="260"/>
                  </a:lnTo>
                  <a:lnTo>
                    <a:pt x="1334" y="256"/>
                  </a:lnTo>
                  <a:lnTo>
                    <a:pt x="1343" y="255"/>
                  </a:lnTo>
                  <a:lnTo>
                    <a:pt x="1345" y="255"/>
                  </a:lnTo>
                  <a:lnTo>
                    <a:pt x="1349" y="256"/>
                  </a:lnTo>
                  <a:lnTo>
                    <a:pt x="1356" y="264"/>
                  </a:lnTo>
                  <a:lnTo>
                    <a:pt x="1356" y="264"/>
                  </a:lnTo>
                  <a:lnTo>
                    <a:pt x="1360" y="266"/>
                  </a:lnTo>
                  <a:lnTo>
                    <a:pt x="1363" y="267"/>
                  </a:lnTo>
                  <a:lnTo>
                    <a:pt x="1363" y="267"/>
                  </a:lnTo>
                  <a:lnTo>
                    <a:pt x="1363" y="271"/>
                  </a:lnTo>
                  <a:lnTo>
                    <a:pt x="1363" y="275"/>
                  </a:lnTo>
                  <a:lnTo>
                    <a:pt x="1361" y="278"/>
                  </a:lnTo>
                  <a:lnTo>
                    <a:pt x="1361" y="278"/>
                  </a:lnTo>
                  <a:lnTo>
                    <a:pt x="1367" y="280"/>
                  </a:lnTo>
                  <a:lnTo>
                    <a:pt x="1376" y="284"/>
                  </a:lnTo>
                  <a:lnTo>
                    <a:pt x="1396" y="289"/>
                  </a:lnTo>
                  <a:lnTo>
                    <a:pt x="1396" y="295"/>
                  </a:lnTo>
                  <a:lnTo>
                    <a:pt x="1396" y="295"/>
                  </a:lnTo>
                  <a:lnTo>
                    <a:pt x="1402" y="293"/>
                  </a:lnTo>
                  <a:lnTo>
                    <a:pt x="1407" y="289"/>
                  </a:lnTo>
                  <a:lnTo>
                    <a:pt x="1407" y="295"/>
                  </a:lnTo>
                  <a:lnTo>
                    <a:pt x="1407" y="295"/>
                  </a:lnTo>
                  <a:lnTo>
                    <a:pt x="1418" y="295"/>
                  </a:lnTo>
                  <a:lnTo>
                    <a:pt x="1422" y="295"/>
                  </a:lnTo>
                  <a:lnTo>
                    <a:pt x="1422" y="291"/>
                  </a:lnTo>
                  <a:lnTo>
                    <a:pt x="1414" y="282"/>
                  </a:lnTo>
                  <a:lnTo>
                    <a:pt x="1414" y="278"/>
                  </a:lnTo>
                  <a:lnTo>
                    <a:pt x="1414" y="278"/>
                  </a:lnTo>
                  <a:lnTo>
                    <a:pt x="1425" y="278"/>
                  </a:lnTo>
                  <a:lnTo>
                    <a:pt x="1425" y="278"/>
                  </a:lnTo>
                  <a:lnTo>
                    <a:pt x="1425" y="273"/>
                  </a:lnTo>
                  <a:lnTo>
                    <a:pt x="1425" y="267"/>
                  </a:lnTo>
                  <a:lnTo>
                    <a:pt x="1425" y="267"/>
                  </a:lnTo>
                  <a:lnTo>
                    <a:pt x="1420" y="269"/>
                  </a:lnTo>
                  <a:lnTo>
                    <a:pt x="1418" y="271"/>
                  </a:lnTo>
                  <a:lnTo>
                    <a:pt x="1418" y="271"/>
                  </a:lnTo>
                  <a:lnTo>
                    <a:pt x="1418" y="264"/>
                  </a:lnTo>
                  <a:lnTo>
                    <a:pt x="1414" y="260"/>
                  </a:lnTo>
                  <a:lnTo>
                    <a:pt x="1414" y="260"/>
                  </a:lnTo>
                  <a:lnTo>
                    <a:pt x="1425" y="260"/>
                  </a:lnTo>
                  <a:lnTo>
                    <a:pt x="1425" y="264"/>
                  </a:lnTo>
                  <a:lnTo>
                    <a:pt x="1427" y="264"/>
                  </a:lnTo>
                  <a:lnTo>
                    <a:pt x="1427" y="264"/>
                  </a:lnTo>
                  <a:lnTo>
                    <a:pt x="1431" y="264"/>
                  </a:lnTo>
                  <a:lnTo>
                    <a:pt x="1442" y="266"/>
                  </a:lnTo>
                  <a:lnTo>
                    <a:pt x="1442" y="266"/>
                  </a:lnTo>
                  <a:lnTo>
                    <a:pt x="1442" y="267"/>
                  </a:lnTo>
                  <a:lnTo>
                    <a:pt x="1442" y="267"/>
                  </a:lnTo>
                  <a:lnTo>
                    <a:pt x="1443" y="267"/>
                  </a:lnTo>
                  <a:lnTo>
                    <a:pt x="1443" y="267"/>
                  </a:lnTo>
                  <a:lnTo>
                    <a:pt x="1443" y="264"/>
                  </a:lnTo>
                  <a:lnTo>
                    <a:pt x="1442" y="258"/>
                  </a:lnTo>
                  <a:lnTo>
                    <a:pt x="1447" y="258"/>
                  </a:lnTo>
                  <a:lnTo>
                    <a:pt x="1447" y="258"/>
                  </a:lnTo>
                  <a:lnTo>
                    <a:pt x="1449" y="249"/>
                  </a:lnTo>
                  <a:lnTo>
                    <a:pt x="1454" y="249"/>
                  </a:lnTo>
                  <a:lnTo>
                    <a:pt x="1454" y="249"/>
                  </a:lnTo>
                  <a:lnTo>
                    <a:pt x="1443" y="244"/>
                  </a:lnTo>
                  <a:lnTo>
                    <a:pt x="1434" y="238"/>
                  </a:lnTo>
                  <a:lnTo>
                    <a:pt x="1434" y="238"/>
                  </a:lnTo>
                  <a:lnTo>
                    <a:pt x="1429" y="233"/>
                  </a:lnTo>
                  <a:lnTo>
                    <a:pt x="1425" y="227"/>
                  </a:lnTo>
                  <a:lnTo>
                    <a:pt x="1420" y="220"/>
                  </a:lnTo>
                  <a:lnTo>
                    <a:pt x="1412" y="216"/>
                  </a:lnTo>
                  <a:lnTo>
                    <a:pt x="1412" y="216"/>
                  </a:lnTo>
                  <a:lnTo>
                    <a:pt x="1407" y="216"/>
                  </a:lnTo>
                  <a:lnTo>
                    <a:pt x="1400" y="216"/>
                  </a:lnTo>
                  <a:lnTo>
                    <a:pt x="1385" y="216"/>
                  </a:lnTo>
                  <a:lnTo>
                    <a:pt x="1385" y="216"/>
                  </a:lnTo>
                  <a:lnTo>
                    <a:pt x="1385" y="218"/>
                  </a:lnTo>
                  <a:lnTo>
                    <a:pt x="1383" y="220"/>
                  </a:lnTo>
                  <a:lnTo>
                    <a:pt x="1382" y="222"/>
                  </a:lnTo>
                  <a:lnTo>
                    <a:pt x="1382" y="222"/>
                  </a:lnTo>
                  <a:lnTo>
                    <a:pt x="1383" y="222"/>
                  </a:lnTo>
                  <a:lnTo>
                    <a:pt x="1383" y="224"/>
                  </a:lnTo>
                  <a:lnTo>
                    <a:pt x="1383" y="229"/>
                  </a:lnTo>
                  <a:lnTo>
                    <a:pt x="1383" y="229"/>
                  </a:lnTo>
                  <a:lnTo>
                    <a:pt x="1385" y="229"/>
                  </a:lnTo>
                  <a:lnTo>
                    <a:pt x="1383" y="229"/>
                  </a:lnTo>
                  <a:lnTo>
                    <a:pt x="1376" y="229"/>
                  </a:lnTo>
                  <a:lnTo>
                    <a:pt x="1376" y="229"/>
                  </a:lnTo>
                  <a:lnTo>
                    <a:pt x="1380" y="227"/>
                  </a:lnTo>
                  <a:lnTo>
                    <a:pt x="1380" y="224"/>
                  </a:lnTo>
                  <a:lnTo>
                    <a:pt x="1376" y="215"/>
                  </a:lnTo>
                  <a:lnTo>
                    <a:pt x="1369" y="200"/>
                  </a:lnTo>
                  <a:lnTo>
                    <a:pt x="1369" y="200"/>
                  </a:lnTo>
                  <a:lnTo>
                    <a:pt x="1367" y="202"/>
                  </a:lnTo>
                  <a:lnTo>
                    <a:pt x="1363" y="202"/>
                  </a:lnTo>
                  <a:lnTo>
                    <a:pt x="1363" y="202"/>
                  </a:lnTo>
                  <a:lnTo>
                    <a:pt x="1358" y="194"/>
                  </a:lnTo>
                  <a:lnTo>
                    <a:pt x="1358" y="194"/>
                  </a:lnTo>
                  <a:lnTo>
                    <a:pt x="1356" y="194"/>
                  </a:lnTo>
                  <a:lnTo>
                    <a:pt x="1351" y="194"/>
                  </a:lnTo>
                  <a:lnTo>
                    <a:pt x="1347" y="194"/>
                  </a:lnTo>
                  <a:lnTo>
                    <a:pt x="1343" y="194"/>
                  </a:lnTo>
                  <a:lnTo>
                    <a:pt x="1343" y="194"/>
                  </a:lnTo>
                  <a:lnTo>
                    <a:pt x="1343" y="191"/>
                  </a:lnTo>
                  <a:lnTo>
                    <a:pt x="1343" y="187"/>
                  </a:lnTo>
                  <a:lnTo>
                    <a:pt x="1343" y="187"/>
                  </a:lnTo>
                  <a:lnTo>
                    <a:pt x="1343" y="185"/>
                  </a:lnTo>
                  <a:lnTo>
                    <a:pt x="1341" y="185"/>
                  </a:lnTo>
                  <a:lnTo>
                    <a:pt x="1336" y="185"/>
                  </a:lnTo>
                  <a:lnTo>
                    <a:pt x="1336" y="180"/>
                  </a:lnTo>
                  <a:lnTo>
                    <a:pt x="1336" y="180"/>
                  </a:lnTo>
                  <a:lnTo>
                    <a:pt x="1334" y="178"/>
                  </a:lnTo>
                  <a:lnTo>
                    <a:pt x="1330" y="178"/>
                  </a:lnTo>
                  <a:lnTo>
                    <a:pt x="1327" y="178"/>
                  </a:lnTo>
                  <a:lnTo>
                    <a:pt x="1325" y="178"/>
                  </a:lnTo>
                  <a:lnTo>
                    <a:pt x="1325" y="178"/>
                  </a:lnTo>
                  <a:lnTo>
                    <a:pt x="1321" y="174"/>
                  </a:lnTo>
                  <a:lnTo>
                    <a:pt x="1320" y="169"/>
                  </a:lnTo>
                  <a:lnTo>
                    <a:pt x="1316" y="165"/>
                  </a:lnTo>
                  <a:lnTo>
                    <a:pt x="1312" y="164"/>
                  </a:lnTo>
                  <a:lnTo>
                    <a:pt x="1312" y="164"/>
                  </a:lnTo>
                  <a:lnTo>
                    <a:pt x="1307" y="164"/>
                  </a:lnTo>
                  <a:lnTo>
                    <a:pt x="1303" y="164"/>
                  </a:lnTo>
                  <a:lnTo>
                    <a:pt x="1303" y="164"/>
                  </a:lnTo>
                  <a:lnTo>
                    <a:pt x="1285" y="149"/>
                  </a:lnTo>
                  <a:lnTo>
                    <a:pt x="1285" y="149"/>
                  </a:lnTo>
                  <a:lnTo>
                    <a:pt x="1285" y="143"/>
                  </a:lnTo>
                  <a:lnTo>
                    <a:pt x="1283" y="142"/>
                  </a:lnTo>
                  <a:lnTo>
                    <a:pt x="1283" y="142"/>
                  </a:lnTo>
                  <a:lnTo>
                    <a:pt x="1283" y="142"/>
                  </a:lnTo>
                  <a:lnTo>
                    <a:pt x="1278" y="138"/>
                  </a:lnTo>
                  <a:lnTo>
                    <a:pt x="1274" y="138"/>
                  </a:lnTo>
                  <a:lnTo>
                    <a:pt x="1267" y="138"/>
                  </a:lnTo>
                  <a:lnTo>
                    <a:pt x="1261" y="140"/>
                  </a:lnTo>
                  <a:lnTo>
                    <a:pt x="1258" y="142"/>
                  </a:lnTo>
                  <a:lnTo>
                    <a:pt x="1258" y="142"/>
                  </a:lnTo>
                  <a:lnTo>
                    <a:pt x="1254" y="138"/>
                  </a:lnTo>
                  <a:lnTo>
                    <a:pt x="1252" y="134"/>
                  </a:lnTo>
                  <a:lnTo>
                    <a:pt x="1248" y="131"/>
                  </a:lnTo>
                  <a:lnTo>
                    <a:pt x="1247" y="129"/>
                  </a:lnTo>
                  <a:lnTo>
                    <a:pt x="1247" y="129"/>
                  </a:lnTo>
                  <a:lnTo>
                    <a:pt x="1243" y="127"/>
                  </a:lnTo>
                  <a:lnTo>
                    <a:pt x="1239" y="127"/>
                  </a:lnTo>
                  <a:lnTo>
                    <a:pt x="1236" y="127"/>
                  </a:lnTo>
                  <a:lnTo>
                    <a:pt x="1232" y="127"/>
                  </a:lnTo>
                  <a:lnTo>
                    <a:pt x="1232" y="127"/>
                  </a:lnTo>
                  <a:lnTo>
                    <a:pt x="1228" y="122"/>
                  </a:lnTo>
                  <a:lnTo>
                    <a:pt x="1227" y="118"/>
                  </a:lnTo>
                  <a:lnTo>
                    <a:pt x="1227" y="118"/>
                  </a:lnTo>
                  <a:lnTo>
                    <a:pt x="1218" y="118"/>
                  </a:lnTo>
                  <a:lnTo>
                    <a:pt x="1205" y="120"/>
                  </a:lnTo>
                  <a:lnTo>
                    <a:pt x="1194" y="122"/>
                  </a:lnTo>
                  <a:lnTo>
                    <a:pt x="1185" y="122"/>
                  </a:lnTo>
                  <a:lnTo>
                    <a:pt x="1183" y="116"/>
                  </a:lnTo>
                  <a:lnTo>
                    <a:pt x="1183" y="116"/>
                  </a:lnTo>
                  <a:lnTo>
                    <a:pt x="1174" y="118"/>
                  </a:lnTo>
                  <a:lnTo>
                    <a:pt x="1166" y="120"/>
                  </a:lnTo>
                  <a:lnTo>
                    <a:pt x="1161" y="118"/>
                  </a:lnTo>
                  <a:lnTo>
                    <a:pt x="1161" y="118"/>
                  </a:lnTo>
                  <a:lnTo>
                    <a:pt x="1157" y="116"/>
                  </a:lnTo>
                  <a:lnTo>
                    <a:pt x="1156" y="114"/>
                  </a:lnTo>
                  <a:lnTo>
                    <a:pt x="1154" y="114"/>
                  </a:lnTo>
                  <a:lnTo>
                    <a:pt x="1150" y="129"/>
                  </a:lnTo>
                  <a:lnTo>
                    <a:pt x="1150" y="129"/>
                  </a:lnTo>
                  <a:lnTo>
                    <a:pt x="1152" y="131"/>
                  </a:lnTo>
                  <a:lnTo>
                    <a:pt x="1156" y="133"/>
                  </a:lnTo>
                  <a:lnTo>
                    <a:pt x="1161" y="136"/>
                  </a:lnTo>
                  <a:lnTo>
                    <a:pt x="1161" y="136"/>
                  </a:lnTo>
                  <a:lnTo>
                    <a:pt x="1159" y="138"/>
                  </a:lnTo>
                  <a:lnTo>
                    <a:pt x="1157" y="142"/>
                  </a:lnTo>
                  <a:lnTo>
                    <a:pt x="1161" y="149"/>
                  </a:lnTo>
                  <a:lnTo>
                    <a:pt x="1161" y="149"/>
                  </a:lnTo>
                  <a:lnTo>
                    <a:pt x="1157" y="149"/>
                  </a:lnTo>
                  <a:lnTo>
                    <a:pt x="1156" y="151"/>
                  </a:lnTo>
                  <a:lnTo>
                    <a:pt x="1156" y="151"/>
                  </a:lnTo>
                  <a:lnTo>
                    <a:pt x="1148" y="160"/>
                  </a:lnTo>
                  <a:lnTo>
                    <a:pt x="1148" y="160"/>
                  </a:lnTo>
                  <a:lnTo>
                    <a:pt x="1141" y="158"/>
                  </a:lnTo>
                  <a:lnTo>
                    <a:pt x="1141" y="158"/>
                  </a:lnTo>
                  <a:lnTo>
                    <a:pt x="1139" y="164"/>
                  </a:lnTo>
                  <a:lnTo>
                    <a:pt x="1139" y="164"/>
                  </a:lnTo>
                  <a:lnTo>
                    <a:pt x="1132" y="162"/>
                  </a:lnTo>
                  <a:lnTo>
                    <a:pt x="1126" y="164"/>
                  </a:lnTo>
                  <a:lnTo>
                    <a:pt x="1126" y="164"/>
                  </a:lnTo>
                  <a:lnTo>
                    <a:pt x="1125" y="154"/>
                  </a:lnTo>
                  <a:lnTo>
                    <a:pt x="1125" y="145"/>
                  </a:lnTo>
                  <a:lnTo>
                    <a:pt x="1117" y="143"/>
                  </a:lnTo>
                  <a:lnTo>
                    <a:pt x="1117" y="143"/>
                  </a:lnTo>
                  <a:lnTo>
                    <a:pt x="1117" y="142"/>
                  </a:lnTo>
                  <a:lnTo>
                    <a:pt x="1117" y="138"/>
                  </a:lnTo>
                  <a:lnTo>
                    <a:pt x="1117" y="131"/>
                  </a:lnTo>
                  <a:lnTo>
                    <a:pt x="1117" y="131"/>
                  </a:lnTo>
                  <a:lnTo>
                    <a:pt x="1106" y="136"/>
                  </a:lnTo>
                  <a:lnTo>
                    <a:pt x="1103" y="140"/>
                  </a:lnTo>
                  <a:lnTo>
                    <a:pt x="1097" y="142"/>
                  </a:lnTo>
                  <a:lnTo>
                    <a:pt x="1097" y="142"/>
                  </a:lnTo>
                  <a:lnTo>
                    <a:pt x="1092" y="140"/>
                  </a:lnTo>
                  <a:lnTo>
                    <a:pt x="1090" y="138"/>
                  </a:lnTo>
                  <a:lnTo>
                    <a:pt x="1090" y="136"/>
                  </a:lnTo>
                  <a:lnTo>
                    <a:pt x="1092" y="136"/>
                  </a:lnTo>
                  <a:lnTo>
                    <a:pt x="1092" y="136"/>
                  </a:lnTo>
                  <a:lnTo>
                    <a:pt x="1081" y="133"/>
                  </a:lnTo>
                  <a:lnTo>
                    <a:pt x="1074" y="133"/>
                  </a:lnTo>
                  <a:lnTo>
                    <a:pt x="1068" y="134"/>
                  </a:lnTo>
                  <a:lnTo>
                    <a:pt x="1068" y="134"/>
                  </a:lnTo>
                  <a:lnTo>
                    <a:pt x="1064" y="136"/>
                  </a:lnTo>
                  <a:lnTo>
                    <a:pt x="1061" y="138"/>
                  </a:lnTo>
                  <a:lnTo>
                    <a:pt x="1061" y="138"/>
                  </a:lnTo>
                  <a:lnTo>
                    <a:pt x="1059" y="138"/>
                  </a:lnTo>
                  <a:lnTo>
                    <a:pt x="1059" y="136"/>
                  </a:lnTo>
                  <a:lnTo>
                    <a:pt x="1057" y="131"/>
                  </a:lnTo>
                  <a:lnTo>
                    <a:pt x="1057" y="131"/>
                  </a:lnTo>
                  <a:lnTo>
                    <a:pt x="1035" y="131"/>
                  </a:lnTo>
                  <a:lnTo>
                    <a:pt x="1026" y="133"/>
                  </a:lnTo>
                  <a:lnTo>
                    <a:pt x="1019" y="133"/>
                  </a:lnTo>
                  <a:lnTo>
                    <a:pt x="1013" y="136"/>
                  </a:lnTo>
                  <a:lnTo>
                    <a:pt x="1008" y="142"/>
                  </a:lnTo>
                  <a:lnTo>
                    <a:pt x="1004" y="149"/>
                  </a:lnTo>
                  <a:lnTo>
                    <a:pt x="1002" y="158"/>
                  </a:lnTo>
                  <a:lnTo>
                    <a:pt x="1002" y="158"/>
                  </a:lnTo>
                  <a:lnTo>
                    <a:pt x="995" y="136"/>
                  </a:lnTo>
                  <a:lnTo>
                    <a:pt x="995" y="136"/>
                  </a:lnTo>
                  <a:lnTo>
                    <a:pt x="988" y="136"/>
                  </a:lnTo>
                  <a:lnTo>
                    <a:pt x="984" y="134"/>
                  </a:lnTo>
                  <a:lnTo>
                    <a:pt x="984" y="134"/>
                  </a:lnTo>
                  <a:lnTo>
                    <a:pt x="986" y="127"/>
                  </a:lnTo>
                  <a:lnTo>
                    <a:pt x="986" y="123"/>
                  </a:lnTo>
                  <a:lnTo>
                    <a:pt x="984" y="122"/>
                  </a:lnTo>
                  <a:lnTo>
                    <a:pt x="984" y="122"/>
                  </a:lnTo>
                  <a:lnTo>
                    <a:pt x="988" y="122"/>
                  </a:lnTo>
                  <a:lnTo>
                    <a:pt x="990" y="118"/>
                  </a:lnTo>
                  <a:lnTo>
                    <a:pt x="990" y="118"/>
                  </a:lnTo>
                  <a:lnTo>
                    <a:pt x="975" y="109"/>
                  </a:lnTo>
                  <a:lnTo>
                    <a:pt x="975" y="109"/>
                  </a:lnTo>
                  <a:lnTo>
                    <a:pt x="973" y="105"/>
                  </a:lnTo>
                  <a:lnTo>
                    <a:pt x="972" y="102"/>
                  </a:lnTo>
                  <a:lnTo>
                    <a:pt x="972" y="102"/>
                  </a:lnTo>
                  <a:lnTo>
                    <a:pt x="968" y="100"/>
                  </a:lnTo>
                  <a:lnTo>
                    <a:pt x="966" y="100"/>
                  </a:lnTo>
                  <a:lnTo>
                    <a:pt x="957" y="100"/>
                  </a:lnTo>
                  <a:lnTo>
                    <a:pt x="953" y="94"/>
                  </a:lnTo>
                  <a:lnTo>
                    <a:pt x="953" y="94"/>
                  </a:lnTo>
                  <a:lnTo>
                    <a:pt x="942" y="98"/>
                  </a:lnTo>
                  <a:lnTo>
                    <a:pt x="928" y="102"/>
                  </a:lnTo>
                  <a:lnTo>
                    <a:pt x="928" y="102"/>
                  </a:lnTo>
                  <a:lnTo>
                    <a:pt x="926" y="102"/>
                  </a:lnTo>
                  <a:lnTo>
                    <a:pt x="926" y="100"/>
                  </a:lnTo>
                  <a:lnTo>
                    <a:pt x="924" y="96"/>
                  </a:lnTo>
                  <a:lnTo>
                    <a:pt x="924" y="96"/>
                  </a:lnTo>
                  <a:lnTo>
                    <a:pt x="902" y="96"/>
                  </a:lnTo>
                  <a:lnTo>
                    <a:pt x="895" y="102"/>
                  </a:lnTo>
                  <a:lnTo>
                    <a:pt x="895" y="102"/>
                  </a:lnTo>
                  <a:lnTo>
                    <a:pt x="888" y="102"/>
                  </a:lnTo>
                  <a:lnTo>
                    <a:pt x="882" y="102"/>
                  </a:lnTo>
                  <a:lnTo>
                    <a:pt x="879" y="100"/>
                  </a:lnTo>
                  <a:lnTo>
                    <a:pt x="871" y="100"/>
                  </a:lnTo>
                  <a:lnTo>
                    <a:pt x="868" y="103"/>
                  </a:lnTo>
                  <a:lnTo>
                    <a:pt x="868" y="103"/>
                  </a:lnTo>
                  <a:lnTo>
                    <a:pt x="849" y="107"/>
                  </a:lnTo>
                  <a:lnTo>
                    <a:pt x="831" y="107"/>
                  </a:lnTo>
                  <a:lnTo>
                    <a:pt x="804" y="103"/>
                  </a:lnTo>
                  <a:lnTo>
                    <a:pt x="804" y="103"/>
                  </a:lnTo>
                  <a:lnTo>
                    <a:pt x="808" y="102"/>
                  </a:lnTo>
                  <a:lnTo>
                    <a:pt x="809" y="100"/>
                  </a:lnTo>
                  <a:lnTo>
                    <a:pt x="809" y="100"/>
                  </a:lnTo>
                  <a:lnTo>
                    <a:pt x="813" y="102"/>
                  </a:lnTo>
                  <a:lnTo>
                    <a:pt x="815" y="102"/>
                  </a:lnTo>
                  <a:lnTo>
                    <a:pt x="818" y="102"/>
                  </a:lnTo>
                  <a:lnTo>
                    <a:pt x="818" y="102"/>
                  </a:lnTo>
                  <a:lnTo>
                    <a:pt x="828" y="94"/>
                  </a:lnTo>
                  <a:lnTo>
                    <a:pt x="835" y="85"/>
                  </a:lnTo>
                  <a:lnTo>
                    <a:pt x="835" y="85"/>
                  </a:lnTo>
                  <a:lnTo>
                    <a:pt x="838" y="80"/>
                  </a:lnTo>
                  <a:lnTo>
                    <a:pt x="838" y="76"/>
                  </a:lnTo>
                  <a:lnTo>
                    <a:pt x="837" y="76"/>
                  </a:lnTo>
                  <a:lnTo>
                    <a:pt x="835" y="78"/>
                  </a:lnTo>
                  <a:lnTo>
                    <a:pt x="826" y="87"/>
                  </a:lnTo>
                  <a:lnTo>
                    <a:pt x="826" y="89"/>
                  </a:lnTo>
                  <a:lnTo>
                    <a:pt x="826" y="89"/>
                  </a:lnTo>
                  <a:lnTo>
                    <a:pt x="822" y="89"/>
                  </a:lnTo>
                  <a:lnTo>
                    <a:pt x="818" y="89"/>
                  </a:lnTo>
                  <a:lnTo>
                    <a:pt x="818" y="89"/>
                  </a:lnTo>
                  <a:lnTo>
                    <a:pt x="809" y="85"/>
                  </a:lnTo>
                  <a:lnTo>
                    <a:pt x="809" y="85"/>
                  </a:lnTo>
                  <a:lnTo>
                    <a:pt x="808" y="82"/>
                  </a:lnTo>
                  <a:lnTo>
                    <a:pt x="809" y="80"/>
                  </a:lnTo>
                  <a:lnTo>
                    <a:pt x="811" y="80"/>
                  </a:lnTo>
                  <a:lnTo>
                    <a:pt x="811" y="80"/>
                  </a:lnTo>
                  <a:lnTo>
                    <a:pt x="813" y="80"/>
                  </a:lnTo>
                  <a:lnTo>
                    <a:pt x="820" y="82"/>
                  </a:lnTo>
                  <a:lnTo>
                    <a:pt x="820" y="82"/>
                  </a:lnTo>
                  <a:lnTo>
                    <a:pt x="826" y="71"/>
                  </a:lnTo>
                  <a:lnTo>
                    <a:pt x="826" y="71"/>
                  </a:lnTo>
                  <a:lnTo>
                    <a:pt x="811" y="63"/>
                  </a:lnTo>
                  <a:lnTo>
                    <a:pt x="804" y="60"/>
                  </a:lnTo>
                  <a:lnTo>
                    <a:pt x="797" y="58"/>
                  </a:lnTo>
                  <a:lnTo>
                    <a:pt x="797" y="58"/>
                  </a:lnTo>
                  <a:lnTo>
                    <a:pt x="793" y="58"/>
                  </a:lnTo>
                  <a:lnTo>
                    <a:pt x="791" y="60"/>
                  </a:lnTo>
                  <a:lnTo>
                    <a:pt x="791" y="60"/>
                  </a:lnTo>
                  <a:lnTo>
                    <a:pt x="791" y="60"/>
                  </a:lnTo>
                  <a:lnTo>
                    <a:pt x="786" y="60"/>
                  </a:lnTo>
                  <a:lnTo>
                    <a:pt x="782" y="60"/>
                  </a:lnTo>
                  <a:lnTo>
                    <a:pt x="777" y="60"/>
                  </a:lnTo>
                  <a:lnTo>
                    <a:pt x="771" y="63"/>
                  </a:lnTo>
                  <a:lnTo>
                    <a:pt x="771" y="63"/>
                  </a:lnTo>
                  <a:lnTo>
                    <a:pt x="771" y="71"/>
                  </a:lnTo>
                  <a:lnTo>
                    <a:pt x="771" y="71"/>
                  </a:lnTo>
                  <a:lnTo>
                    <a:pt x="769" y="76"/>
                  </a:lnTo>
                  <a:lnTo>
                    <a:pt x="766" y="82"/>
                  </a:lnTo>
                  <a:lnTo>
                    <a:pt x="760" y="87"/>
                  </a:lnTo>
                  <a:lnTo>
                    <a:pt x="755" y="89"/>
                  </a:lnTo>
                  <a:lnTo>
                    <a:pt x="755" y="89"/>
                  </a:lnTo>
                  <a:lnTo>
                    <a:pt x="746" y="91"/>
                  </a:lnTo>
                  <a:lnTo>
                    <a:pt x="746" y="89"/>
                  </a:lnTo>
                  <a:lnTo>
                    <a:pt x="746" y="89"/>
                  </a:lnTo>
                  <a:lnTo>
                    <a:pt x="753" y="82"/>
                  </a:lnTo>
                  <a:lnTo>
                    <a:pt x="753" y="82"/>
                  </a:lnTo>
                  <a:lnTo>
                    <a:pt x="753" y="82"/>
                  </a:lnTo>
                  <a:lnTo>
                    <a:pt x="751" y="80"/>
                  </a:lnTo>
                  <a:lnTo>
                    <a:pt x="747" y="78"/>
                  </a:lnTo>
                  <a:lnTo>
                    <a:pt x="747" y="78"/>
                  </a:lnTo>
                  <a:lnTo>
                    <a:pt x="753" y="72"/>
                  </a:lnTo>
                  <a:lnTo>
                    <a:pt x="760" y="67"/>
                  </a:lnTo>
                  <a:lnTo>
                    <a:pt x="760" y="65"/>
                  </a:lnTo>
                  <a:lnTo>
                    <a:pt x="760" y="65"/>
                  </a:lnTo>
                  <a:lnTo>
                    <a:pt x="762" y="69"/>
                  </a:lnTo>
                  <a:lnTo>
                    <a:pt x="767" y="72"/>
                  </a:lnTo>
                  <a:lnTo>
                    <a:pt x="767" y="72"/>
                  </a:lnTo>
                  <a:lnTo>
                    <a:pt x="766" y="71"/>
                  </a:lnTo>
                  <a:lnTo>
                    <a:pt x="767" y="67"/>
                  </a:lnTo>
                  <a:lnTo>
                    <a:pt x="769" y="63"/>
                  </a:lnTo>
                  <a:lnTo>
                    <a:pt x="769" y="63"/>
                  </a:lnTo>
                  <a:lnTo>
                    <a:pt x="751" y="63"/>
                  </a:lnTo>
                  <a:lnTo>
                    <a:pt x="735" y="65"/>
                  </a:lnTo>
                  <a:lnTo>
                    <a:pt x="735" y="65"/>
                  </a:lnTo>
                  <a:lnTo>
                    <a:pt x="733" y="56"/>
                  </a:lnTo>
                  <a:lnTo>
                    <a:pt x="733" y="56"/>
                  </a:lnTo>
                  <a:lnTo>
                    <a:pt x="749" y="56"/>
                  </a:lnTo>
                  <a:lnTo>
                    <a:pt x="751" y="54"/>
                  </a:lnTo>
                  <a:lnTo>
                    <a:pt x="751" y="54"/>
                  </a:lnTo>
                  <a:lnTo>
                    <a:pt x="742" y="51"/>
                  </a:lnTo>
                  <a:lnTo>
                    <a:pt x="742" y="51"/>
                  </a:lnTo>
                  <a:lnTo>
                    <a:pt x="729" y="49"/>
                  </a:lnTo>
                  <a:lnTo>
                    <a:pt x="715" y="47"/>
                  </a:lnTo>
                  <a:lnTo>
                    <a:pt x="700" y="47"/>
                  </a:lnTo>
                  <a:lnTo>
                    <a:pt x="685" y="43"/>
                  </a:lnTo>
                  <a:lnTo>
                    <a:pt x="685" y="43"/>
                  </a:lnTo>
                  <a:lnTo>
                    <a:pt x="682" y="36"/>
                  </a:lnTo>
                  <a:lnTo>
                    <a:pt x="682" y="36"/>
                  </a:lnTo>
                  <a:lnTo>
                    <a:pt x="676" y="36"/>
                  </a:lnTo>
                  <a:lnTo>
                    <a:pt x="671" y="36"/>
                  </a:lnTo>
                  <a:lnTo>
                    <a:pt x="671" y="41"/>
                  </a:lnTo>
                  <a:lnTo>
                    <a:pt x="671" y="41"/>
                  </a:lnTo>
                  <a:lnTo>
                    <a:pt x="676" y="41"/>
                  </a:lnTo>
                  <a:lnTo>
                    <a:pt x="676" y="43"/>
                  </a:lnTo>
                  <a:lnTo>
                    <a:pt x="678" y="45"/>
                  </a:lnTo>
                  <a:lnTo>
                    <a:pt x="678" y="49"/>
                  </a:lnTo>
                  <a:lnTo>
                    <a:pt x="678" y="49"/>
                  </a:lnTo>
                  <a:lnTo>
                    <a:pt x="669" y="47"/>
                  </a:lnTo>
                  <a:lnTo>
                    <a:pt x="662" y="49"/>
                  </a:lnTo>
                  <a:lnTo>
                    <a:pt x="660" y="56"/>
                  </a:lnTo>
                  <a:lnTo>
                    <a:pt x="660" y="56"/>
                  </a:lnTo>
                  <a:lnTo>
                    <a:pt x="664" y="56"/>
                  </a:lnTo>
                  <a:lnTo>
                    <a:pt x="665" y="58"/>
                  </a:lnTo>
                  <a:lnTo>
                    <a:pt x="665" y="60"/>
                  </a:lnTo>
                  <a:lnTo>
                    <a:pt x="665" y="60"/>
                  </a:lnTo>
                  <a:lnTo>
                    <a:pt x="660" y="60"/>
                  </a:lnTo>
                  <a:lnTo>
                    <a:pt x="660" y="60"/>
                  </a:lnTo>
                  <a:lnTo>
                    <a:pt x="658" y="67"/>
                  </a:lnTo>
                  <a:lnTo>
                    <a:pt x="658" y="71"/>
                  </a:lnTo>
                  <a:lnTo>
                    <a:pt x="658" y="71"/>
                  </a:lnTo>
                  <a:lnTo>
                    <a:pt x="660" y="71"/>
                  </a:lnTo>
                  <a:lnTo>
                    <a:pt x="660" y="71"/>
                  </a:lnTo>
                  <a:lnTo>
                    <a:pt x="662" y="76"/>
                  </a:lnTo>
                  <a:lnTo>
                    <a:pt x="664" y="80"/>
                  </a:lnTo>
                  <a:lnTo>
                    <a:pt x="664" y="80"/>
                  </a:lnTo>
                  <a:lnTo>
                    <a:pt x="664" y="82"/>
                  </a:lnTo>
                  <a:lnTo>
                    <a:pt x="664" y="83"/>
                  </a:lnTo>
                  <a:lnTo>
                    <a:pt x="662" y="85"/>
                  </a:lnTo>
                  <a:lnTo>
                    <a:pt x="654" y="87"/>
                  </a:lnTo>
                  <a:lnTo>
                    <a:pt x="653" y="85"/>
                  </a:lnTo>
                  <a:lnTo>
                    <a:pt x="653" y="85"/>
                  </a:lnTo>
                  <a:lnTo>
                    <a:pt x="653" y="87"/>
                  </a:lnTo>
                  <a:lnTo>
                    <a:pt x="651" y="87"/>
                  </a:lnTo>
                  <a:lnTo>
                    <a:pt x="647" y="87"/>
                  </a:lnTo>
                  <a:lnTo>
                    <a:pt x="647" y="87"/>
                  </a:lnTo>
                  <a:lnTo>
                    <a:pt x="647" y="78"/>
                  </a:lnTo>
                  <a:lnTo>
                    <a:pt x="647" y="78"/>
                  </a:lnTo>
                  <a:lnTo>
                    <a:pt x="642" y="78"/>
                  </a:lnTo>
                  <a:lnTo>
                    <a:pt x="638" y="78"/>
                  </a:lnTo>
                  <a:lnTo>
                    <a:pt x="638" y="82"/>
                  </a:lnTo>
                  <a:lnTo>
                    <a:pt x="638" y="85"/>
                  </a:lnTo>
                  <a:lnTo>
                    <a:pt x="638" y="89"/>
                  </a:lnTo>
                  <a:lnTo>
                    <a:pt x="636" y="92"/>
                  </a:lnTo>
                  <a:lnTo>
                    <a:pt x="633" y="94"/>
                  </a:lnTo>
                  <a:lnTo>
                    <a:pt x="625" y="94"/>
                  </a:lnTo>
                  <a:lnTo>
                    <a:pt x="625" y="94"/>
                  </a:lnTo>
                  <a:lnTo>
                    <a:pt x="620" y="92"/>
                  </a:lnTo>
                  <a:lnTo>
                    <a:pt x="616" y="89"/>
                  </a:lnTo>
                  <a:lnTo>
                    <a:pt x="609" y="82"/>
                  </a:lnTo>
                  <a:lnTo>
                    <a:pt x="609" y="82"/>
                  </a:lnTo>
                  <a:lnTo>
                    <a:pt x="600" y="80"/>
                  </a:lnTo>
                  <a:lnTo>
                    <a:pt x="591" y="78"/>
                  </a:lnTo>
                  <a:lnTo>
                    <a:pt x="591" y="78"/>
                  </a:lnTo>
                  <a:lnTo>
                    <a:pt x="589" y="74"/>
                  </a:lnTo>
                  <a:lnTo>
                    <a:pt x="589" y="72"/>
                  </a:lnTo>
                  <a:lnTo>
                    <a:pt x="589" y="72"/>
                  </a:lnTo>
                  <a:lnTo>
                    <a:pt x="582" y="72"/>
                  </a:lnTo>
                  <a:lnTo>
                    <a:pt x="582" y="72"/>
                  </a:lnTo>
                  <a:lnTo>
                    <a:pt x="576" y="78"/>
                  </a:lnTo>
                  <a:lnTo>
                    <a:pt x="571" y="82"/>
                  </a:lnTo>
                  <a:lnTo>
                    <a:pt x="571" y="82"/>
                  </a:lnTo>
                  <a:lnTo>
                    <a:pt x="563" y="85"/>
                  </a:lnTo>
                  <a:lnTo>
                    <a:pt x="554" y="87"/>
                  </a:lnTo>
                  <a:lnTo>
                    <a:pt x="554" y="87"/>
                  </a:lnTo>
                  <a:lnTo>
                    <a:pt x="554" y="83"/>
                  </a:lnTo>
                  <a:lnTo>
                    <a:pt x="556" y="82"/>
                  </a:lnTo>
                  <a:lnTo>
                    <a:pt x="558" y="80"/>
                  </a:lnTo>
                  <a:lnTo>
                    <a:pt x="556" y="74"/>
                  </a:lnTo>
                  <a:lnTo>
                    <a:pt x="552" y="74"/>
                  </a:lnTo>
                  <a:lnTo>
                    <a:pt x="552" y="74"/>
                  </a:lnTo>
                  <a:lnTo>
                    <a:pt x="547" y="65"/>
                  </a:lnTo>
                  <a:lnTo>
                    <a:pt x="547" y="65"/>
                  </a:lnTo>
                  <a:lnTo>
                    <a:pt x="541" y="91"/>
                  </a:lnTo>
                  <a:lnTo>
                    <a:pt x="536" y="103"/>
                  </a:lnTo>
                  <a:lnTo>
                    <a:pt x="534" y="109"/>
                  </a:lnTo>
                  <a:lnTo>
                    <a:pt x="531" y="111"/>
                  </a:lnTo>
                  <a:lnTo>
                    <a:pt x="531" y="111"/>
                  </a:lnTo>
                  <a:lnTo>
                    <a:pt x="527" y="113"/>
                  </a:lnTo>
                  <a:lnTo>
                    <a:pt x="525" y="113"/>
                  </a:lnTo>
                  <a:lnTo>
                    <a:pt x="523" y="109"/>
                  </a:lnTo>
                  <a:lnTo>
                    <a:pt x="525" y="102"/>
                  </a:lnTo>
                  <a:lnTo>
                    <a:pt x="525" y="102"/>
                  </a:lnTo>
                  <a:lnTo>
                    <a:pt x="527" y="102"/>
                  </a:lnTo>
                  <a:lnTo>
                    <a:pt x="527" y="100"/>
                  </a:lnTo>
                  <a:lnTo>
                    <a:pt x="527" y="96"/>
                  </a:lnTo>
                  <a:lnTo>
                    <a:pt x="527" y="96"/>
                  </a:lnTo>
                  <a:lnTo>
                    <a:pt x="525" y="96"/>
                  </a:lnTo>
                  <a:lnTo>
                    <a:pt x="525" y="98"/>
                  </a:lnTo>
                  <a:lnTo>
                    <a:pt x="523" y="100"/>
                  </a:lnTo>
                  <a:lnTo>
                    <a:pt x="520" y="100"/>
                  </a:lnTo>
                  <a:lnTo>
                    <a:pt x="520" y="100"/>
                  </a:lnTo>
                  <a:lnTo>
                    <a:pt x="516" y="96"/>
                  </a:lnTo>
                  <a:lnTo>
                    <a:pt x="512" y="92"/>
                  </a:lnTo>
                  <a:lnTo>
                    <a:pt x="512" y="92"/>
                  </a:lnTo>
                  <a:lnTo>
                    <a:pt x="507" y="92"/>
                  </a:lnTo>
                  <a:lnTo>
                    <a:pt x="503" y="92"/>
                  </a:lnTo>
                  <a:lnTo>
                    <a:pt x="503" y="92"/>
                  </a:lnTo>
                  <a:lnTo>
                    <a:pt x="503" y="92"/>
                  </a:lnTo>
                  <a:lnTo>
                    <a:pt x="500" y="89"/>
                  </a:lnTo>
                  <a:lnTo>
                    <a:pt x="492" y="82"/>
                  </a:lnTo>
                  <a:lnTo>
                    <a:pt x="492" y="82"/>
                  </a:lnTo>
                  <a:lnTo>
                    <a:pt x="490" y="85"/>
                  </a:lnTo>
                  <a:lnTo>
                    <a:pt x="489" y="85"/>
                  </a:lnTo>
                  <a:lnTo>
                    <a:pt x="485" y="85"/>
                  </a:lnTo>
                  <a:lnTo>
                    <a:pt x="485" y="85"/>
                  </a:lnTo>
                  <a:lnTo>
                    <a:pt x="485" y="78"/>
                  </a:lnTo>
                  <a:lnTo>
                    <a:pt x="485" y="78"/>
                  </a:lnTo>
                  <a:lnTo>
                    <a:pt x="492" y="78"/>
                  </a:lnTo>
                  <a:lnTo>
                    <a:pt x="492" y="78"/>
                  </a:lnTo>
                  <a:lnTo>
                    <a:pt x="494" y="76"/>
                  </a:lnTo>
                  <a:lnTo>
                    <a:pt x="492" y="74"/>
                  </a:lnTo>
                  <a:lnTo>
                    <a:pt x="490" y="72"/>
                  </a:lnTo>
                  <a:lnTo>
                    <a:pt x="490" y="72"/>
                  </a:lnTo>
                  <a:lnTo>
                    <a:pt x="489" y="72"/>
                  </a:lnTo>
                  <a:lnTo>
                    <a:pt x="481" y="74"/>
                  </a:lnTo>
                  <a:lnTo>
                    <a:pt x="481" y="74"/>
                  </a:lnTo>
                  <a:lnTo>
                    <a:pt x="480" y="71"/>
                  </a:lnTo>
                  <a:lnTo>
                    <a:pt x="478" y="65"/>
                  </a:lnTo>
                  <a:lnTo>
                    <a:pt x="478" y="65"/>
                  </a:lnTo>
                  <a:lnTo>
                    <a:pt x="474" y="62"/>
                  </a:lnTo>
                  <a:lnTo>
                    <a:pt x="469" y="60"/>
                  </a:lnTo>
                  <a:lnTo>
                    <a:pt x="459" y="56"/>
                  </a:lnTo>
                  <a:lnTo>
                    <a:pt x="456" y="67"/>
                  </a:lnTo>
                  <a:lnTo>
                    <a:pt x="456" y="67"/>
                  </a:lnTo>
                  <a:lnTo>
                    <a:pt x="454" y="65"/>
                  </a:lnTo>
                  <a:lnTo>
                    <a:pt x="452" y="62"/>
                  </a:lnTo>
                  <a:lnTo>
                    <a:pt x="454" y="56"/>
                  </a:lnTo>
                  <a:lnTo>
                    <a:pt x="454" y="51"/>
                  </a:lnTo>
                  <a:lnTo>
                    <a:pt x="454" y="51"/>
                  </a:lnTo>
                  <a:lnTo>
                    <a:pt x="452" y="51"/>
                  </a:lnTo>
                  <a:lnTo>
                    <a:pt x="450" y="52"/>
                  </a:lnTo>
                  <a:lnTo>
                    <a:pt x="449" y="58"/>
                  </a:lnTo>
                  <a:lnTo>
                    <a:pt x="449" y="58"/>
                  </a:lnTo>
                  <a:lnTo>
                    <a:pt x="445" y="58"/>
                  </a:lnTo>
                  <a:lnTo>
                    <a:pt x="439" y="58"/>
                  </a:lnTo>
                  <a:lnTo>
                    <a:pt x="439" y="58"/>
                  </a:lnTo>
                  <a:lnTo>
                    <a:pt x="443" y="56"/>
                  </a:lnTo>
                  <a:lnTo>
                    <a:pt x="445" y="52"/>
                  </a:lnTo>
                  <a:lnTo>
                    <a:pt x="443" y="49"/>
                  </a:lnTo>
                  <a:lnTo>
                    <a:pt x="441" y="49"/>
                  </a:lnTo>
                  <a:lnTo>
                    <a:pt x="439" y="49"/>
                  </a:lnTo>
                  <a:lnTo>
                    <a:pt x="439" y="49"/>
                  </a:lnTo>
                  <a:lnTo>
                    <a:pt x="432" y="49"/>
                  </a:lnTo>
                  <a:lnTo>
                    <a:pt x="427" y="52"/>
                  </a:lnTo>
                  <a:lnTo>
                    <a:pt x="427" y="52"/>
                  </a:lnTo>
                  <a:lnTo>
                    <a:pt x="423" y="49"/>
                  </a:lnTo>
                  <a:lnTo>
                    <a:pt x="423" y="45"/>
                  </a:lnTo>
                  <a:lnTo>
                    <a:pt x="425" y="45"/>
                  </a:lnTo>
                  <a:lnTo>
                    <a:pt x="425" y="45"/>
                  </a:lnTo>
                  <a:lnTo>
                    <a:pt x="423" y="43"/>
                  </a:lnTo>
                  <a:lnTo>
                    <a:pt x="423" y="43"/>
                  </a:lnTo>
                  <a:lnTo>
                    <a:pt x="427" y="43"/>
                  </a:lnTo>
                  <a:lnTo>
                    <a:pt x="427" y="43"/>
                  </a:lnTo>
                  <a:lnTo>
                    <a:pt x="419" y="41"/>
                  </a:lnTo>
                  <a:lnTo>
                    <a:pt x="419" y="40"/>
                  </a:lnTo>
                  <a:lnTo>
                    <a:pt x="423" y="38"/>
                  </a:lnTo>
                  <a:lnTo>
                    <a:pt x="423" y="34"/>
                  </a:lnTo>
                  <a:lnTo>
                    <a:pt x="423" y="34"/>
                  </a:lnTo>
                  <a:lnTo>
                    <a:pt x="430" y="31"/>
                  </a:lnTo>
                  <a:lnTo>
                    <a:pt x="439" y="29"/>
                  </a:lnTo>
                  <a:lnTo>
                    <a:pt x="439" y="29"/>
                  </a:lnTo>
                  <a:lnTo>
                    <a:pt x="443" y="25"/>
                  </a:lnTo>
                  <a:lnTo>
                    <a:pt x="445" y="21"/>
                  </a:lnTo>
                  <a:lnTo>
                    <a:pt x="449" y="14"/>
                  </a:lnTo>
                  <a:lnTo>
                    <a:pt x="449" y="14"/>
                  </a:lnTo>
                  <a:lnTo>
                    <a:pt x="439" y="12"/>
                  </a:lnTo>
                  <a:lnTo>
                    <a:pt x="432" y="9"/>
                  </a:lnTo>
                  <a:lnTo>
                    <a:pt x="432" y="9"/>
                  </a:lnTo>
                  <a:lnTo>
                    <a:pt x="427" y="3"/>
                  </a:lnTo>
                  <a:lnTo>
                    <a:pt x="423" y="1"/>
                  </a:lnTo>
                  <a:lnTo>
                    <a:pt x="419" y="0"/>
                  </a:lnTo>
                  <a:lnTo>
                    <a:pt x="419" y="0"/>
                  </a:lnTo>
                  <a:lnTo>
                    <a:pt x="414" y="0"/>
                  </a:lnTo>
                  <a:lnTo>
                    <a:pt x="408" y="0"/>
                  </a:lnTo>
                  <a:lnTo>
                    <a:pt x="399" y="3"/>
                  </a:lnTo>
                  <a:lnTo>
                    <a:pt x="399" y="3"/>
                  </a:lnTo>
                  <a:lnTo>
                    <a:pt x="396" y="3"/>
                  </a:lnTo>
                  <a:lnTo>
                    <a:pt x="392" y="3"/>
                  </a:lnTo>
                  <a:lnTo>
                    <a:pt x="392" y="3"/>
                  </a:lnTo>
                  <a:lnTo>
                    <a:pt x="390" y="14"/>
                  </a:lnTo>
                  <a:lnTo>
                    <a:pt x="390" y="14"/>
                  </a:lnTo>
                  <a:lnTo>
                    <a:pt x="392" y="16"/>
                  </a:lnTo>
                  <a:lnTo>
                    <a:pt x="398" y="21"/>
                  </a:lnTo>
                  <a:lnTo>
                    <a:pt x="398" y="25"/>
                  </a:lnTo>
                  <a:lnTo>
                    <a:pt x="398" y="25"/>
                  </a:lnTo>
                  <a:lnTo>
                    <a:pt x="407" y="27"/>
                  </a:lnTo>
                  <a:lnTo>
                    <a:pt x="414" y="29"/>
                  </a:lnTo>
                  <a:lnTo>
                    <a:pt x="414" y="29"/>
                  </a:lnTo>
                  <a:lnTo>
                    <a:pt x="414" y="31"/>
                  </a:lnTo>
                  <a:lnTo>
                    <a:pt x="414" y="32"/>
                  </a:lnTo>
                  <a:lnTo>
                    <a:pt x="414" y="34"/>
                  </a:lnTo>
                  <a:lnTo>
                    <a:pt x="410" y="34"/>
                  </a:lnTo>
                  <a:lnTo>
                    <a:pt x="412" y="38"/>
                  </a:lnTo>
                  <a:lnTo>
                    <a:pt x="412" y="38"/>
                  </a:lnTo>
                  <a:lnTo>
                    <a:pt x="412" y="40"/>
                  </a:lnTo>
                  <a:lnTo>
                    <a:pt x="410" y="40"/>
                  </a:lnTo>
                  <a:lnTo>
                    <a:pt x="403" y="38"/>
                  </a:lnTo>
                  <a:lnTo>
                    <a:pt x="405" y="45"/>
                  </a:lnTo>
                  <a:lnTo>
                    <a:pt x="405" y="45"/>
                  </a:lnTo>
                  <a:lnTo>
                    <a:pt x="396" y="45"/>
                  </a:lnTo>
                  <a:lnTo>
                    <a:pt x="387" y="41"/>
                  </a:lnTo>
                  <a:lnTo>
                    <a:pt x="379" y="38"/>
                  </a:lnTo>
                  <a:lnTo>
                    <a:pt x="370" y="36"/>
                  </a:lnTo>
                  <a:lnTo>
                    <a:pt x="370" y="36"/>
                  </a:lnTo>
                  <a:lnTo>
                    <a:pt x="363" y="36"/>
                  </a:lnTo>
                  <a:lnTo>
                    <a:pt x="356" y="36"/>
                  </a:lnTo>
                  <a:lnTo>
                    <a:pt x="350" y="38"/>
                  </a:lnTo>
                  <a:lnTo>
                    <a:pt x="341" y="38"/>
                  </a:lnTo>
                  <a:lnTo>
                    <a:pt x="339" y="34"/>
                  </a:lnTo>
                  <a:lnTo>
                    <a:pt x="339" y="34"/>
                  </a:lnTo>
                  <a:lnTo>
                    <a:pt x="332" y="32"/>
                  </a:lnTo>
                  <a:lnTo>
                    <a:pt x="321" y="31"/>
                  </a:lnTo>
                  <a:lnTo>
                    <a:pt x="321" y="31"/>
                  </a:lnTo>
                  <a:lnTo>
                    <a:pt x="323" y="31"/>
                  </a:lnTo>
                  <a:lnTo>
                    <a:pt x="321" y="29"/>
                  </a:lnTo>
                  <a:lnTo>
                    <a:pt x="317" y="25"/>
                  </a:lnTo>
                  <a:lnTo>
                    <a:pt x="317" y="25"/>
                  </a:lnTo>
                  <a:lnTo>
                    <a:pt x="319" y="23"/>
                  </a:lnTo>
                  <a:lnTo>
                    <a:pt x="319" y="21"/>
                  </a:lnTo>
                  <a:lnTo>
                    <a:pt x="319" y="18"/>
                  </a:lnTo>
                  <a:lnTo>
                    <a:pt x="319" y="18"/>
                  </a:lnTo>
                  <a:lnTo>
                    <a:pt x="321" y="20"/>
                  </a:lnTo>
                  <a:lnTo>
                    <a:pt x="321" y="18"/>
                  </a:lnTo>
                  <a:lnTo>
                    <a:pt x="321" y="16"/>
                  </a:lnTo>
                  <a:lnTo>
                    <a:pt x="317" y="9"/>
                  </a:lnTo>
                  <a:lnTo>
                    <a:pt x="317" y="9"/>
                  </a:lnTo>
                  <a:lnTo>
                    <a:pt x="306" y="10"/>
                  </a:lnTo>
                  <a:lnTo>
                    <a:pt x="292" y="10"/>
                  </a:lnTo>
                  <a:lnTo>
                    <a:pt x="290" y="7"/>
                  </a:lnTo>
                  <a:lnTo>
                    <a:pt x="290" y="7"/>
                  </a:lnTo>
                  <a:lnTo>
                    <a:pt x="286" y="7"/>
                  </a:lnTo>
                  <a:lnTo>
                    <a:pt x="285" y="9"/>
                  </a:lnTo>
                  <a:lnTo>
                    <a:pt x="281" y="9"/>
                  </a:lnTo>
                  <a:lnTo>
                    <a:pt x="274" y="3"/>
                  </a:lnTo>
                  <a:lnTo>
                    <a:pt x="274" y="3"/>
                  </a:lnTo>
                  <a:lnTo>
                    <a:pt x="264" y="7"/>
                  </a:lnTo>
                  <a:lnTo>
                    <a:pt x="254" y="12"/>
                  </a:lnTo>
                  <a:lnTo>
                    <a:pt x="244" y="18"/>
                  </a:lnTo>
                  <a:lnTo>
                    <a:pt x="239" y="23"/>
                  </a:lnTo>
                  <a:lnTo>
                    <a:pt x="239" y="23"/>
                  </a:lnTo>
                  <a:lnTo>
                    <a:pt x="239" y="27"/>
                  </a:lnTo>
                  <a:lnTo>
                    <a:pt x="239" y="31"/>
                  </a:lnTo>
                  <a:lnTo>
                    <a:pt x="239" y="31"/>
                  </a:lnTo>
                  <a:lnTo>
                    <a:pt x="237" y="31"/>
                  </a:lnTo>
                  <a:lnTo>
                    <a:pt x="237" y="29"/>
                  </a:lnTo>
                  <a:lnTo>
                    <a:pt x="235" y="23"/>
                  </a:lnTo>
                  <a:lnTo>
                    <a:pt x="237" y="10"/>
                  </a:lnTo>
                  <a:lnTo>
                    <a:pt x="237" y="10"/>
                  </a:lnTo>
                  <a:lnTo>
                    <a:pt x="234" y="12"/>
                  </a:lnTo>
                  <a:lnTo>
                    <a:pt x="232" y="10"/>
                  </a:lnTo>
                  <a:lnTo>
                    <a:pt x="232" y="9"/>
                  </a:lnTo>
                  <a:lnTo>
                    <a:pt x="228" y="9"/>
                  </a:lnTo>
                  <a:lnTo>
                    <a:pt x="228" y="9"/>
                  </a:lnTo>
                  <a:lnTo>
                    <a:pt x="228" y="18"/>
                  </a:lnTo>
                  <a:lnTo>
                    <a:pt x="228" y="18"/>
                  </a:lnTo>
                  <a:lnTo>
                    <a:pt x="217" y="18"/>
                  </a:lnTo>
                  <a:lnTo>
                    <a:pt x="210" y="16"/>
                  </a:lnTo>
                  <a:lnTo>
                    <a:pt x="206" y="12"/>
                  </a:lnTo>
                  <a:lnTo>
                    <a:pt x="203" y="3"/>
                  </a:lnTo>
                  <a:lnTo>
                    <a:pt x="203" y="3"/>
                  </a:lnTo>
                  <a:lnTo>
                    <a:pt x="203" y="5"/>
                  </a:lnTo>
                  <a:lnTo>
                    <a:pt x="201" y="7"/>
                  </a:lnTo>
                  <a:lnTo>
                    <a:pt x="199" y="10"/>
                  </a:lnTo>
                  <a:lnTo>
                    <a:pt x="199" y="10"/>
                  </a:lnTo>
                  <a:lnTo>
                    <a:pt x="190" y="7"/>
                  </a:lnTo>
                  <a:lnTo>
                    <a:pt x="190" y="7"/>
                  </a:lnTo>
                  <a:lnTo>
                    <a:pt x="186" y="12"/>
                  </a:lnTo>
                  <a:lnTo>
                    <a:pt x="182" y="18"/>
                  </a:lnTo>
                  <a:lnTo>
                    <a:pt x="182" y="20"/>
                  </a:lnTo>
                  <a:lnTo>
                    <a:pt x="182" y="23"/>
                  </a:lnTo>
                  <a:lnTo>
                    <a:pt x="186" y="25"/>
                  </a:lnTo>
                  <a:lnTo>
                    <a:pt x="190" y="25"/>
                  </a:lnTo>
                  <a:lnTo>
                    <a:pt x="190" y="25"/>
                  </a:lnTo>
                  <a:lnTo>
                    <a:pt x="188" y="29"/>
                  </a:lnTo>
                  <a:lnTo>
                    <a:pt x="188" y="31"/>
                  </a:lnTo>
                  <a:lnTo>
                    <a:pt x="188" y="31"/>
                  </a:lnTo>
                  <a:lnTo>
                    <a:pt x="175" y="25"/>
                  </a:lnTo>
                  <a:lnTo>
                    <a:pt x="175" y="25"/>
                  </a:lnTo>
                  <a:lnTo>
                    <a:pt x="177" y="31"/>
                  </a:lnTo>
                  <a:lnTo>
                    <a:pt x="177" y="32"/>
                  </a:lnTo>
                  <a:lnTo>
                    <a:pt x="175" y="36"/>
                  </a:lnTo>
                  <a:lnTo>
                    <a:pt x="175" y="36"/>
                  </a:lnTo>
                  <a:lnTo>
                    <a:pt x="168" y="40"/>
                  </a:lnTo>
                  <a:lnTo>
                    <a:pt x="159" y="40"/>
                  </a:lnTo>
                  <a:lnTo>
                    <a:pt x="148" y="40"/>
                  </a:lnTo>
                  <a:lnTo>
                    <a:pt x="139" y="41"/>
                  </a:lnTo>
                  <a:lnTo>
                    <a:pt x="137" y="49"/>
                  </a:lnTo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34" name="Freeform 116">
              <a:extLst>
                <a:ext uri="{FF2B5EF4-FFF2-40B4-BE49-F238E27FC236}">
                  <a16:creationId xmlns:a16="http://schemas.microsoft.com/office/drawing/2014/main" id="{F931089F-2726-4E44-8A98-01133987BDC9}"/>
                </a:ext>
              </a:extLst>
            </p:cNvPr>
            <p:cNvSpPr>
              <a:spLocks/>
            </p:cNvSpPr>
            <p:nvPr/>
          </p:nvSpPr>
          <p:spPr bwMode="auto">
            <a:xfrm>
              <a:off x="8787188" y="2322680"/>
              <a:ext cx="20762" cy="19280"/>
            </a:xfrm>
            <a:custGeom>
              <a:avLst/>
              <a:gdLst>
                <a:gd name="T0" fmla="*/ 5 w 14"/>
                <a:gd name="T1" fmla="*/ 0 h 13"/>
                <a:gd name="T2" fmla="*/ 5 w 14"/>
                <a:gd name="T3" fmla="*/ 0 h 13"/>
                <a:gd name="T4" fmla="*/ 5 w 14"/>
                <a:gd name="T5" fmla="*/ 0 h 13"/>
                <a:gd name="T6" fmla="*/ 3 w 14"/>
                <a:gd name="T7" fmla="*/ 2 h 13"/>
                <a:gd name="T8" fmla="*/ 0 w 14"/>
                <a:gd name="T9" fmla="*/ 5 h 13"/>
                <a:gd name="T10" fmla="*/ 0 w 14"/>
                <a:gd name="T11" fmla="*/ 5 h 13"/>
                <a:gd name="T12" fmla="*/ 0 w 14"/>
                <a:gd name="T13" fmla="*/ 9 h 13"/>
                <a:gd name="T14" fmla="*/ 2 w 14"/>
                <a:gd name="T15" fmla="*/ 11 h 13"/>
                <a:gd name="T16" fmla="*/ 3 w 14"/>
                <a:gd name="T17" fmla="*/ 9 h 13"/>
                <a:gd name="T18" fmla="*/ 3 w 14"/>
                <a:gd name="T19" fmla="*/ 13 h 13"/>
                <a:gd name="T20" fmla="*/ 3 w 14"/>
                <a:gd name="T21" fmla="*/ 13 h 13"/>
                <a:gd name="T22" fmla="*/ 5 w 14"/>
                <a:gd name="T23" fmla="*/ 13 h 13"/>
                <a:gd name="T24" fmla="*/ 11 w 14"/>
                <a:gd name="T25" fmla="*/ 13 h 13"/>
                <a:gd name="T26" fmla="*/ 11 w 14"/>
                <a:gd name="T27" fmla="*/ 13 h 13"/>
                <a:gd name="T28" fmla="*/ 13 w 14"/>
                <a:gd name="T29" fmla="*/ 9 h 13"/>
                <a:gd name="T30" fmla="*/ 14 w 14"/>
                <a:gd name="T31" fmla="*/ 5 h 13"/>
                <a:gd name="T32" fmla="*/ 14 w 14"/>
                <a:gd name="T33" fmla="*/ 5 h 13"/>
                <a:gd name="T34" fmla="*/ 5 w 14"/>
                <a:gd name="T35" fmla="*/ 0 h 13"/>
                <a:gd name="T36" fmla="*/ 5 w 14"/>
                <a:gd name="T37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" h="13">
                  <a:moveTo>
                    <a:pt x="5" y="0"/>
                  </a:moveTo>
                  <a:lnTo>
                    <a:pt x="5" y="0"/>
                  </a:lnTo>
                  <a:lnTo>
                    <a:pt x="5" y="0"/>
                  </a:lnTo>
                  <a:lnTo>
                    <a:pt x="3" y="2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9"/>
                  </a:lnTo>
                  <a:lnTo>
                    <a:pt x="2" y="11"/>
                  </a:lnTo>
                  <a:lnTo>
                    <a:pt x="3" y="9"/>
                  </a:lnTo>
                  <a:lnTo>
                    <a:pt x="3" y="13"/>
                  </a:lnTo>
                  <a:lnTo>
                    <a:pt x="3" y="13"/>
                  </a:lnTo>
                  <a:lnTo>
                    <a:pt x="5" y="13"/>
                  </a:lnTo>
                  <a:lnTo>
                    <a:pt x="11" y="13"/>
                  </a:lnTo>
                  <a:lnTo>
                    <a:pt x="11" y="13"/>
                  </a:lnTo>
                  <a:lnTo>
                    <a:pt x="13" y="9"/>
                  </a:lnTo>
                  <a:lnTo>
                    <a:pt x="14" y="5"/>
                  </a:lnTo>
                  <a:lnTo>
                    <a:pt x="14" y="5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35" name="Freeform 117">
              <a:extLst>
                <a:ext uri="{FF2B5EF4-FFF2-40B4-BE49-F238E27FC236}">
                  <a16:creationId xmlns:a16="http://schemas.microsoft.com/office/drawing/2014/main" id="{AFB1A9A6-F84A-4166-8DC3-D10771B85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200827" y="1349829"/>
              <a:ext cx="2040615" cy="1456310"/>
            </a:xfrm>
            <a:custGeom>
              <a:avLst/>
              <a:gdLst>
                <a:gd name="T0" fmla="*/ 1374 w 1376"/>
                <a:gd name="T1" fmla="*/ 88 h 982"/>
                <a:gd name="T2" fmla="*/ 1348 w 1376"/>
                <a:gd name="T3" fmla="*/ 42 h 982"/>
                <a:gd name="T4" fmla="*/ 1259 w 1376"/>
                <a:gd name="T5" fmla="*/ 24 h 982"/>
                <a:gd name="T6" fmla="*/ 1183 w 1376"/>
                <a:gd name="T7" fmla="*/ 44 h 982"/>
                <a:gd name="T8" fmla="*/ 1099 w 1376"/>
                <a:gd name="T9" fmla="*/ 64 h 982"/>
                <a:gd name="T10" fmla="*/ 1061 w 1376"/>
                <a:gd name="T11" fmla="*/ 51 h 982"/>
                <a:gd name="T12" fmla="*/ 964 w 1376"/>
                <a:gd name="T13" fmla="*/ 84 h 982"/>
                <a:gd name="T14" fmla="*/ 949 w 1376"/>
                <a:gd name="T15" fmla="*/ 122 h 982"/>
                <a:gd name="T16" fmla="*/ 884 w 1376"/>
                <a:gd name="T17" fmla="*/ 177 h 982"/>
                <a:gd name="T18" fmla="*/ 909 w 1376"/>
                <a:gd name="T19" fmla="*/ 252 h 982"/>
                <a:gd name="T20" fmla="*/ 871 w 1376"/>
                <a:gd name="T21" fmla="*/ 246 h 982"/>
                <a:gd name="T22" fmla="*/ 809 w 1376"/>
                <a:gd name="T23" fmla="*/ 182 h 982"/>
                <a:gd name="T24" fmla="*/ 809 w 1376"/>
                <a:gd name="T25" fmla="*/ 217 h 982"/>
                <a:gd name="T26" fmla="*/ 754 w 1376"/>
                <a:gd name="T27" fmla="*/ 157 h 982"/>
                <a:gd name="T28" fmla="*/ 745 w 1376"/>
                <a:gd name="T29" fmla="*/ 261 h 982"/>
                <a:gd name="T30" fmla="*/ 807 w 1376"/>
                <a:gd name="T31" fmla="*/ 313 h 982"/>
                <a:gd name="T32" fmla="*/ 791 w 1376"/>
                <a:gd name="T33" fmla="*/ 272 h 982"/>
                <a:gd name="T34" fmla="*/ 727 w 1376"/>
                <a:gd name="T35" fmla="*/ 354 h 982"/>
                <a:gd name="T36" fmla="*/ 712 w 1376"/>
                <a:gd name="T37" fmla="*/ 334 h 982"/>
                <a:gd name="T38" fmla="*/ 729 w 1376"/>
                <a:gd name="T39" fmla="*/ 235 h 982"/>
                <a:gd name="T40" fmla="*/ 685 w 1376"/>
                <a:gd name="T41" fmla="*/ 150 h 982"/>
                <a:gd name="T42" fmla="*/ 634 w 1376"/>
                <a:gd name="T43" fmla="*/ 248 h 982"/>
                <a:gd name="T44" fmla="*/ 607 w 1376"/>
                <a:gd name="T45" fmla="*/ 270 h 982"/>
                <a:gd name="T46" fmla="*/ 534 w 1376"/>
                <a:gd name="T47" fmla="*/ 262 h 982"/>
                <a:gd name="T48" fmla="*/ 487 w 1376"/>
                <a:gd name="T49" fmla="*/ 284 h 982"/>
                <a:gd name="T50" fmla="*/ 434 w 1376"/>
                <a:gd name="T51" fmla="*/ 299 h 982"/>
                <a:gd name="T52" fmla="*/ 401 w 1376"/>
                <a:gd name="T53" fmla="*/ 286 h 982"/>
                <a:gd name="T54" fmla="*/ 326 w 1376"/>
                <a:gd name="T55" fmla="*/ 341 h 982"/>
                <a:gd name="T56" fmla="*/ 299 w 1376"/>
                <a:gd name="T57" fmla="*/ 292 h 982"/>
                <a:gd name="T58" fmla="*/ 266 w 1376"/>
                <a:gd name="T59" fmla="*/ 341 h 982"/>
                <a:gd name="T60" fmla="*/ 206 w 1376"/>
                <a:gd name="T61" fmla="*/ 383 h 982"/>
                <a:gd name="T62" fmla="*/ 177 w 1376"/>
                <a:gd name="T63" fmla="*/ 421 h 982"/>
                <a:gd name="T64" fmla="*/ 98 w 1376"/>
                <a:gd name="T65" fmla="*/ 348 h 982"/>
                <a:gd name="T66" fmla="*/ 173 w 1376"/>
                <a:gd name="T67" fmla="*/ 357 h 982"/>
                <a:gd name="T68" fmla="*/ 169 w 1376"/>
                <a:gd name="T69" fmla="*/ 281 h 982"/>
                <a:gd name="T70" fmla="*/ 78 w 1376"/>
                <a:gd name="T71" fmla="*/ 242 h 982"/>
                <a:gd name="T72" fmla="*/ 38 w 1376"/>
                <a:gd name="T73" fmla="*/ 277 h 982"/>
                <a:gd name="T74" fmla="*/ 51 w 1376"/>
                <a:gd name="T75" fmla="*/ 368 h 982"/>
                <a:gd name="T76" fmla="*/ 60 w 1376"/>
                <a:gd name="T77" fmla="*/ 437 h 982"/>
                <a:gd name="T78" fmla="*/ 40 w 1376"/>
                <a:gd name="T79" fmla="*/ 514 h 982"/>
                <a:gd name="T80" fmla="*/ 15 w 1376"/>
                <a:gd name="T81" fmla="*/ 565 h 982"/>
                <a:gd name="T82" fmla="*/ 18 w 1376"/>
                <a:gd name="T83" fmla="*/ 609 h 982"/>
                <a:gd name="T84" fmla="*/ 58 w 1376"/>
                <a:gd name="T85" fmla="*/ 641 h 982"/>
                <a:gd name="T86" fmla="*/ 69 w 1376"/>
                <a:gd name="T87" fmla="*/ 696 h 982"/>
                <a:gd name="T88" fmla="*/ 102 w 1376"/>
                <a:gd name="T89" fmla="*/ 740 h 982"/>
                <a:gd name="T90" fmla="*/ 159 w 1376"/>
                <a:gd name="T91" fmla="*/ 762 h 982"/>
                <a:gd name="T92" fmla="*/ 188 w 1376"/>
                <a:gd name="T93" fmla="*/ 796 h 982"/>
                <a:gd name="T94" fmla="*/ 193 w 1376"/>
                <a:gd name="T95" fmla="*/ 849 h 982"/>
                <a:gd name="T96" fmla="*/ 162 w 1376"/>
                <a:gd name="T97" fmla="*/ 898 h 982"/>
                <a:gd name="T98" fmla="*/ 219 w 1376"/>
                <a:gd name="T99" fmla="*/ 920 h 982"/>
                <a:gd name="T100" fmla="*/ 290 w 1376"/>
                <a:gd name="T101" fmla="*/ 937 h 982"/>
                <a:gd name="T102" fmla="*/ 333 w 1376"/>
                <a:gd name="T103" fmla="*/ 980 h 982"/>
                <a:gd name="T104" fmla="*/ 324 w 1376"/>
                <a:gd name="T105" fmla="*/ 915 h 982"/>
                <a:gd name="T106" fmla="*/ 343 w 1376"/>
                <a:gd name="T107" fmla="*/ 858 h 982"/>
                <a:gd name="T108" fmla="*/ 326 w 1376"/>
                <a:gd name="T109" fmla="*/ 793 h 982"/>
                <a:gd name="T110" fmla="*/ 350 w 1376"/>
                <a:gd name="T111" fmla="*/ 758 h 982"/>
                <a:gd name="T112" fmla="*/ 406 w 1376"/>
                <a:gd name="T113" fmla="*/ 720 h 982"/>
                <a:gd name="T114" fmla="*/ 454 w 1376"/>
                <a:gd name="T115" fmla="*/ 760 h 982"/>
                <a:gd name="T116" fmla="*/ 507 w 1376"/>
                <a:gd name="T117" fmla="*/ 747 h 982"/>
                <a:gd name="T118" fmla="*/ 545 w 1376"/>
                <a:gd name="T119" fmla="*/ 671 h 982"/>
                <a:gd name="T120" fmla="*/ 712 w 1376"/>
                <a:gd name="T121" fmla="*/ 678 h 982"/>
                <a:gd name="T122" fmla="*/ 871 w 1376"/>
                <a:gd name="T123" fmla="*/ 760 h 982"/>
                <a:gd name="T124" fmla="*/ 1048 w 1376"/>
                <a:gd name="T125" fmla="*/ 763 h 9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376" h="982">
                  <a:moveTo>
                    <a:pt x="1261" y="168"/>
                  </a:moveTo>
                  <a:lnTo>
                    <a:pt x="1261" y="168"/>
                  </a:lnTo>
                  <a:lnTo>
                    <a:pt x="1230" y="170"/>
                  </a:lnTo>
                  <a:lnTo>
                    <a:pt x="1230" y="170"/>
                  </a:lnTo>
                  <a:lnTo>
                    <a:pt x="1245" y="166"/>
                  </a:lnTo>
                  <a:lnTo>
                    <a:pt x="1252" y="164"/>
                  </a:lnTo>
                  <a:lnTo>
                    <a:pt x="1257" y="162"/>
                  </a:lnTo>
                  <a:lnTo>
                    <a:pt x="1257" y="162"/>
                  </a:lnTo>
                  <a:lnTo>
                    <a:pt x="1259" y="157"/>
                  </a:lnTo>
                  <a:lnTo>
                    <a:pt x="1261" y="153"/>
                  </a:lnTo>
                  <a:lnTo>
                    <a:pt x="1261" y="153"/>
                  </a:lnTo>
                  <a:lnTo>
                    <a:pt x="1263" y="151"/>
                  </a:lnTo>
                  <a:lnTo>
                    <a:pt x="1266" y="151"/>
                  </a:lnTo>
                  <a:lnTo>
                    <a:pt x="1276" y="150"/>
                  </a:lnTo>
                  <a:lnTo>
                    <a:pt x="1276" y="150"/>
                  </a:lnTo>
                  <a:lnTo>
                    <a:pt x="1285" y="144"/>
                  </a:lnTo>
                  <a:lnTo>
                    <a:pt x="1294" y="135"/>
                  </a:lnTo>
                  <a:lnTo>
                    <a:pt x="1299" y="126"/>
                  </a:lnTo>
                  <a:lnTo>
                    <a:pt x="1305" y="113"/>
                  </a:lnTo>
                  <a:lnTo>
                    <a:pt x="1305" y="113"/>
                  </a:lnTo>
                  <a:lnTo>
                    <a:pt x="1341" y="104"/>
                  </a:lnTo>
                  <a:lnTo>
                    <a:pt x="1376" y="93"/>
                  </a:lnTo>
                  <a:lnTo>
                    <a:pt x="1376" y="93"/>
                  </a:lnTo>
                  <a:lnTo>
                    <a:pt x="1374" y="89"/>
                  </a:lnTo>
                  <a:lnTo>
                    <a:pt x="1374" y="88"/>
                  </a:lnTo>
                  <a:lnTo>
                    <a:pt x="1374" y="84"/>
                  </a:lnTo>
                  <a:lnTo>
                    <a:pt x="1372" y="82"/>
                  </a:lnTo>
                  <a:lnTo>
                    <a:pt x="1370" y="82"/>
                  </a:lnTo>
                  <a:lnTo>
                    <a:pt x="1370" y="82"/>
                  </a:lnTo>
                  <a:lnTo>
                    <a:pt x="1363" y="75"/>
                  </a:lnTo>
                  <a:lnTo>
                    <a:pt x="1363" y="73"/>
                  </a:lnTo>
                  <a:lnTo>
                    <a:pt x="1363" y="73"/>
                  </a:lnTo>
                  <a:lnTo>
                    <a:pt x="1370" y="75"/>
                  </a:lnTo>
                  <a:lnTo>
                    <a:pt x="1370" y="75"/>
                  </a:lnTo>
                  <a:lnTo>
                    <a:pt x="1376" y="71"/>
                  </a:lnTo>
                  <a:lnTo>
                    <a:pt x="1376" y="71"/>
                  </a:lnTo>
                  <a:lnTo>
                    <a:pt x="1376" y="64"/>
                  </a:lnTo>
                  <a:lnTo>
                    <a:pt x="1376" y="64"/>
                  </a:lnTo>
                  <a:lnTo>
                    <a:pt x="1370" y="60"/>
                  </a:lnTo>
                  <a:lnTo>
                    <a:pt x="1365" y="57"/>
                  </a:lnTo>
                  <a:lnTo>
                    <a:pt x="1365" y="57"/>
                  </a:lnTo>
                  <a:lnTo>
                    <a:pt x="1365" y="51"/>
                  </a:lnTo>
                  <a:lnTo>
                    <a:pt x="1365" y="48"/>
                  </a:lnTo>
                  <a:lnTo>
                    <a:pt x="1365" y="48"/>
                  </a:lnTo>
                  <a:lnTo>
                    <a:pt x="1361" y="46"/>
                  </a:lnTo>
                  <a:lnTo>
                    <a:pt x="1358" y="46"/>
                  </a:lnTo>
                  <a:lnTo>
                    <a:pt x="1354" y="46"/>
                  </a:lnTo>
                  <a:lnTo>
                    <a:pt x="1350" y="44"/>
                  </a:lnTo>
                  <a:lnTo>
                    <a:pt x="1350" y="44"/>
                  </a:lnTo>
                  <a:lnTo>
                    <a:pt x="1348" y="42"/>
                  </a:lnTo>
                  <a:lnTo>
                    <a:pt x="1347" y="37"/>
                  </a:lnTo>
                  <a:lnTo>
                    <a:pt x="1343" y="27"/>
                  </a:lnTo>
                  <a:lnTo>
                    <a:pt x="1343" y="27"/>
                  </a:lnTo>
                  <a:lnTo>
                    <a:pt x="1339" y="27"/>
                  </a:lnTo>
                  <a:lnTo>
                    <a:pt x="1339" y="26"/>
                  </a:lnTo>
                  <a:lnTo>
                    <a:pt x="1337" y="26"/>
                  </a:lnTo>
                  <a:lnTo>
                    <a:pt x="1336" y="26"/>
                  </a:lnTo>
                  <a:lnTo>
                    <a:pt x="1336" y="26"/>
                  </a:lnTo>
                  <a:lnTo>
                    <a:pt x="1327" y="29"/>
                  </a:lnTo>
                  <a:lnTo>
                    <a:pt x="1319" y="33"/>
                  </a:lnTo>
                  <a:lnTo>
                    <a:pt x="1316" y="27"/>
                  </a:lnTo>
                  <a:lnTo>
                    <a:pt x="1316" y="27"/>
                  </a:lnTo>
                  <a:lnTo>
                    <a:pt x="1306" y="27"/>
                  </a:lnTo>
                  <a:lnTo>
                    <a:pt x="1297" y="29"/>
                  </a:lnTo>
                  <a:lnTo>
                    <a:pt x="1297" y="29"/>
                  </a:lnTo>
                  <a:lnTo>
                    <a:pt x="1290" y="33"/>
                  </a:lnTo>
                  <a:lnTo>
                    <a:pt x="1285" y="38"/>
                  </a:lnTo>
                  <a:lnTo>
                    <a:pt x="1279" y="44"/>
                  </a:lnTo>
                  <a:lnTo>
                    <a:pt x="1279" y="44"/>
                  </a:lnTo>
                  <a:lnTo>
                    <a:pt x="1274" y="44"/>
                  </a:lnTo>
                  <a:lnTo>
                    <a:pt x="1268" y="44"/>
                  </a:lnTo>
                  <a:lnTo>
                    <a:pt x="1268" y="44"/>
                  </a:lnTo>
                  <a:lnTo>
                    <a:pt x="1276" y="27"/>
                  </a:lnTo>
                  <a:lnTo>
                    <a:pt x="1276" y="27"/>
                  </a:lnTo>
                  <a:lnTo>
                    <a:pt x="1259" y="24"/>
                  </a:lnTo>
                  <a:lnTo>
                    <a:pt x="1243" y="22"/>
                  </a:lnTo>
                  <a:lnTo>
                    <a:pt x="1243" y="22"/>
                  </a:lnTo>
                  <a:lnTo>
                    <a:pt x="1246" y="17"/>
                  </a:lnTo>
                  <a:lnTo>
                    <a:pt x="1250" y="11"/>
                  </a:lnTo>
                  <a:lnTo>
                    <a:pt x="1250" y="11"/>
                  </a:lnTo>
                  <a:lnTo>
                    <a:pt x="1235" y="4"/>
                  </a:lnTo>
                  <a:lnTo>
                    <a:pt x="1226" y="0"/>
                  </a:lnTo>
                  <a:lnTo>
                    <a:pt x="1219" y="0"/>
                  </a:lnTo>
                  <a:lnTo>
                    <a:pt x="1215" y="7"/>
                  </a:lnTo>
                  <a:lnTo>
                    <a:pt x="1215" y="7"/>
                  </a:lnTo>
                  <a:lnTo>
                    <a:pt x="1201" y="7"/>
                  </a:lnTo>
                  <a:lnTo>
                    <a:pt x="1194" y="9"/>
                  </a:lnTo>
                  <a:lnTo>
                    <a:pt x="1188" y="13"/>
                  </a:lnTo>
                  <a:lnTo>
                    <a:pt x="1179" y="20"/>
                  </a:lnTo>
                  <a:lnTo>
                    <a:pt x="1179" y="26"/>
                  </a:lnTo>
                  <a:lnTo>
                    <a:pt x="1179" y="26"/>
                  </a:lnTo>
                  <a:lnTo>
                    <a:pt x="1175" y="26"/>
                  </a:lnTo>
                  <a:lnTo>
                    <a:pt x="1173" y="26"/>
                  </a:lnTo>
                  <a:lnTo>
                    <a:pt x="1172" y="27"/>
                  </a:lnTo>
                  <a:lnTo>
                    <a:pt x="1172" y="27"/>
                  </a:lnTo>
                  <a:lnTo>
                    <a:pt x="1172" y="31"/>
                  </a:lnTo>
                  <a:lnTo>
                    <a:pt x="1172" y="35"/>
                  </a:lnTo>
                  <a:lnTo>
                    <a:pt x="1172" y="35"/>
                  </a:lnTo>
                  <a:lnTo>
                    <a:pt x="1183" y="44"/>
                  </a:lnTo>
                  <a:lnTo>
                    <a:pt x="1183" y="44"/>
                  </a:lnTo>
                  <a:lnTo>
                    <a:pt x="1163" y="40"/>
                  </a:lnTo>
                  <a:lnTo>
                    <a:pt x="1143" y="40"/>
                  </a:lnTo>
                  <a:lnTo>
                    <a:pt x="1144" y="48"/>
                  </a:lnTo>
                  <a:lnTo>
                    <a:pt x="1148" y="49"/>
                  </a:lnTo>
                  <a:lnTo>
                    <a:pt x="1148" y="49"/>
                  </a:lnTo>
                  <a:lnTo>
                    <a:pt x="1139" y="49"/>
                  </a:lnTo>
                  <a:lnTo>
                    <a:pt x="1135" y="51"/>
                  </a:lnTo>
                  <a:lnTo>
                    <a:pt x="1133" y="51"/>
                  </a:lnTo>
                  <a:lnTo>
                    <a:pt x="1133" y="51"/>
                  </a:lnTo>
                  <a:lnTo>
                    <a:pt x="1133" y="58"/>
                  </a:lnTo>
                  <a:lnTo>
                    <a:pt x="1133" y="58"/>
                  </a:lnTo>
                  <a:lnTo>
                    <a:pt x="1126" y="64"/>
                  </a:lnTo>
                  <a:lnTo>
                    <a:pt x="1119" y="68"/>
                  </a:lnTo>
                  <a:lnTo>
                    <a:pt x="1119" y="68"/>
                  </a:lnTo>
                  <a:lnTo>
                    <a:pt x="1115" y="68"/>
                  </a:lnTo>
                  <a:lnTo>
                    <a:pt x="1115" y="66"/>
                  </a:lnTo>
                  <a:lnTo>
                    <a:pt x="1115" y="62"/>
                  </a:lnTo>
                  <a:lnTo>
                    <a:pt x="1115" y="62"/>
                  </a:lnTo>
                  <a:lnTo>
                    <a:pt x="1110" y="64"/>
                  </a:lnTo>
                  <a:lnTo>
                    <a:pt x="1104" y="68"/>
                  </a:lnTo>
                  <a:lnTo>
                    <a:pt x="1099" y="71"/>
                  </a:lnTo>
                  <a:lnTo>
                    <a:pt x="1099" y="71"/>
                  </a:lnTo>
                  <a:lnTo>
                    <a:pt x="1095" y="71"/>
                  </a:lnTo>
                  <a:lnTo>
                    <a:pt x="1097" y="68"/>
                  </a:lnTo>
                  <a:lnTo>
                    <a:pt x="1099" y="64"/>
                  </a:lnTo>
                  <a:lnTo>
                    <a:pt x="1099" y="64"/>
                  </a:lnTo>
                  <a:lnTo>
                    <a:pt x="1108" y="57"/>
                  </a:lnTo>
                  <a:lnTo>
                    <a:pt x="1110" y="57"/>
                  </a:lnTo>
                  <a:lnTo>
                    <a:pt x="1110" y="55"/>
                  </a:lnTo>
                  <a:lnTo>
                    <a:pt x="1104" y="49"/>
                  </a:lnTo>
                  <a:lnTo>
                    <a:pt x="1104" y="49"/>
                  </a:lnTo>
                  <a:lnTo>
                    <a:pt x="1108" y="49"/>
                  </a:lnTo>
                  <a:lnTo>
                    <a:pt x="1112" y="49"/>
                  </a:lnTo>
                  <a:lnTo>
                    <a:pt x="1112" y="49"/>
                  </a:lnTo>
                  <a:lnTo>
                    <a:pt x="1113" y="42"/>
                  </a:lnTo>
                  <a:lnTo>
                    <a:pt x="1093" y="42"/>
                  </a:lnTo>
                  <a:lnTo>
                    <a:pt x="1093" y="42"/>
                  </a:lnTo>
                  <a:lnTo>
                    <a:pt x="1093" y="49"/>
                  </a:lnTo>
                  <a:lnTo>
                    <a:pt x="1093" y="49"/>
                  </a:lnTo>
                  <a:lnTo>
                    <a:pt x="1097" y="49"/>
                  </a:lnTo>
                  <a:lnTo>
                    <a:pt x="1101" y="49"/>
                  </a:lnTo>
                  <a:lnTo>
                    <a:pt x="1101" y="49"/>
                  </a:lnTo>
                  <a:lnTo>
                    <a:pt x="1099" y="51"/>
                  </a:lnTo>
                  <a:lnTo>
                    <a:pt x="1099" y="55"/>
                  </a:lnTo>
                  <a:lnTo>
                    <a:pt x="1099" y="55"/>
                  </a:lnTo>
                  <a:lnTo>
                    <a:pt x="1082" y="55"/>
                  </a:lnTo>
                  <a:lnTo>
                    <a:pt x="1064" y="55"/>
                  </a:lnTo>
                  <a:lnTo>
                    <a:pt x="1064" y="55"/>
                  </a:lnTo>
                  <a:lnTo>
                    <a:pt x="1062" y="53"/>
                  </a:lnTo>
                  <a:lnTo>
                    <a:pt x="1061" y="51"/>
                  </a:lnTo>
                  <a:lnTo>
                    <a:pt x="1057" y="51"/>
                  </a:lnTo>
                  <a:lnTo>
                    <a:pt x="1057" y="51"/>
                  </a:lnTo>
                  <a:lnTo>
                    <a:pt x="1057" y="58"/>
                  </a:lnTo>
                  <a:lnTo>
                    <a:pt x="1057" y="58"/>
                  </a:lnTo>
                  <a:lnTo>
                    <a:pt x="1046" y="60"/>
                  </a:lnTo>
                  <a:lnTo>
                    <a:pt x="1037" y="62"/>
                  </a:lnTo>
                  <a:lnTo>
                    <a:pt x="1030" y="66"/>
                  </a:lnTo>
                  <a:lnTo>
                    <a:pt x="1019" y="68"/>
                  </a:lnTo>
                  <a:lnTo>
                    <a:pt x="1019" y="68"/>
                  </a:lnTo>
                  <a:lnTo>
                    <a:pt x="1011" y="66"/>
                  </a:lnTo>
                  <a:lnTo>
                    <a:pt x="1006" y="66"/>
                  </a:lnTo>
                  <a:lnTo>
                    <a:pt x="1002" y="64"/>
                  </a:lnTo>
                  <a:lnTo>
                    <a:pt x="999" y="64"/>
                  </a:lnTo>
                  <a:lnTo>
                    <a:pt x="999" y="64"/>
                  </a:lnTo>
                  <a:lnTo>
                    <a:pt x="993" y="68"/>
                  </a:lnTo>
                  <a:lnTo>
                    <a:pt x="989" y="71"/>
                  </a:lnTo>
                  <a:lnTo>
                    <a:pt x="989" y="71"/>
                  </a:lnTo>
                  <a:lnTo>
                    <a:pt x="977" y="73"/>
                  </a:lnTo>
                  <a:lnTo>
                    <a:pt x="964" y="71"/>
                  </a:lnTo>
                  <a:lnTo>
                    <a:pt x="964" y="71"/>
                  </a:lnTo>
                  <a:lnTo>
                    <a:pt x="968" y="75"/>
                  </a:lnTo>
                  <a:lnTo>
                    <a:pt x="971" y="78"/>
                  </a:lnTo>
                  <a:lnTo>
                    <a:pt x="969" y="82"/>
                  </a:lnTo>
                  <a:lnTo>
                    <a:pt x="964" y="84"/>
                  </a:lnTo>
                  <a:lnTo>
                    <a:pt x="964" y="84"/>
                  </a:lnTo>
                  <a:lnTo>
                    <a:pt x="962" y="97"/>
                  </a:lnTo>
                  <a:lnTo>
                    <a:pt x="962" y="97"/>
                  </a:lnTo>
                  <a:lnTo>
                    <a:pt x="957" y="89"/>
                  </a:lnTo>
                  <a:lnTo>
                    <a:pt x="957" y="89"/>
                  </a:lnTo>
                  <a:lnTo>
                    <a:pt x="953" y="89"/>
                  </a:lnTo>
                  <a:lnTo>
                    <a:pt x="949" y="89"/>
                  </a:lnTo>
                  <a:lnTo>
                    <a:pt x="946" y="91"/>
                  </a:lnTo>
                  <a:lnTo>
                    <a:pt x="946" y="93"/>
                  </a:lnTo>
                  <a:lnTo>
                    <a:pt x="948" y="93"/>
                  </a:lnTo>
                  <a:lnTo>
                    <a:pt x="948" y="93"/>
                  </a:lnTo>
                  <a:lnTo>
                    <a:pt x="955" y="97"/>
                  </a:lnTo>
                  <a:lnTo>
                    <a:pt x="955" y="99"/>
                  </a:lnTo>
                  <a:lnTo>
                    <a:pt x="957" y="100"/>
                  </a:lnTo>
                  <a:lnTo>
                    <a:pt x="957" y="100"/>
                  </a:lnTo>
                  <a:lnTo>
                    <a:pt x="948" y="104"/>
                  </a:lnTo>
                  <a:lnTo>
                    <a:pt x="948" y="104"/>
                  </a:lnTo>
                  <a:lnTo>
                    <a:pt x="957" y="117"/>
                  </a:lnTo>
                  <a:lnTo>
                    <a:pt x="964" y="133"/>
                  </a:lnTo>
                  <a:lnTo>
                    <a:pt x="964" y="133"/>
                  </a:lnTo>
                  <a:lnTo>
                    <a:pt x="951" y="133"/>
                  </a:lnTo>
                  <a:lnTo>
                    <a:pt x="951" y="133"/>
                  </a:lnTo>
                  <a:lnTo>
                    <a:pt x="955" y="128"/>
                  </a:lnTo>
                  <a:lnTo>
                    <a:pt x="955" y="124"/>
                  </a:lnTo>
                  <a:lnTo>
                    <a:pt x="953" y="124"/>
                  </a:lnTo>
                  <a:lnTo>
                    <a:pt x="949" y="122"/>
                  </a:lnTo>
                  <a:lnTo>
                    <a:pt x="949" y="120"/>
                  </a:lnTo>
                  <a:lnTo>
                    <a:pt x="949" y="120"/>
                  </a:lnTo>
                  <a:lnTo>
                    <a:pt x="944" y="120"/>
                  </a:lnTo>
                  <a:lnTo>
                    <a:pt x="938" y="122"/>
                  </a:lnTo>
                  <a:lnTo>
                    <a:pt x="927" y="126"/>
                  </a:lnTo>
                  <a:lnTo>
                    <a:pt x="927" y="126"/>
                  </a:lnTo>
                  <a:lnTo>
                    <a:pt x="924" y="124"/>
                  </a:lnTo>
                  <a:lnTo>
                    <a:pt x="920" y="122"/>
                  </a:lnTo>
                  <a:lnTo>
                    <a:pt x="915" y="120"/>
                  </a:lnTo>
                  <a:lnTo>
                    <a:pt x="871" y="128"/>
                  </a:lnTo>
                  <a:lnTo>
                    <a:pt x="871" y="128"/>
                  </a:lnTo>
                  <a:lnTo>
                    <a:pt x="864" y="133"/>
                  </a:lnTo>
                  <a:lnTo>
                    <a:pt x="864" y="133"/>
                  </a:lnTo>
                  <a:lnTo>
                    <a:pt x="862" y="139"/>
                  </a:lnTo>
                  <a:lnTo>
                    <a:pt x="860" y="146"/>
                  </a:lnTo>
                  <a:lnTo>
                    <a:pt x="858" y="153"/>
                  </a:lnTo>
                  <a:lnTo>
                    <a:pt x="860" y="160"/>
                  </a:lnTo>
                  <a:lnTo>
                    <a:pt x="862" y="168"/>
                  </a:lnTo>
                  <a:lnTo>
                    <a:pt x="864" y="173"/>
                  </a:lnTo>
                  <a:lnTo>
                    <a:pt x="869" y="177"/>
                  </a:lnTo>
                  <a:lnTo>
                    <a:pt x="873" y="179"/>
                  </a:lnTo>
                  <a:lnTo>
                    <a:pt x="873" y="179"/>
                  </a:lnTo>
                  <a:lnTo>
                    <a:pt x="876" y="179"/>
                  </a:lnTo>
                  <a:lnTo>
                    <a:pt x="880" y="179"/>
                  </a:lnTo>
                  <a:lnTo>
                    <a:pt x="884" y="177"/>
                  </a:lnTo>
                  <a:lnTo>
                    <a:pt x="884" y="177"/>
                  </a:lnTo>
                  <a:lnTo>
                    <a:pt x="887" y="181"/>
                  </a:lnTo>
                  <a:lnTo>
                    <a:pt x="891" y="186"/>
                  </a:lnTo>
                  <a:lnTo>
                    <a:pt x="891" y="186"/>
                  </a:lnTo>
                  <a:lnTo>
                    <a:pt x="897" y="190"/>
                  </a:lnTo>
                  <a:lnTo>
                    <a:pt x="904" y="191"/>
                  </a:lnTo>
                  <a:lnTo>
                    <a:pt x="904" y="191"/>
                  </a:lnTo>
                  <a:lnTo>
                    <a:pt x="900" y="204"/>
                  </a:lnTo>
                  <a:lnTo>
                    <a:pt x="898" y="221"/>
                  </a:lnTo>
                  <a:lnTo>
                    <a:pt x="898" y="221"/>
                  </a:lnTo>
                  <a:lnTo>
                    <a:pt x="900" y="224"/>
                  </a:lnTo>
                  <a:lnTo>
                    <a:pt x="900" y="228"/>
                  </a:lnTo>
                  <a:lnTo>
                    <a:pt x="900" y="228"/>
                  </a:lnTo>
                  <a:lnTo>
                    <a:pt x="902" y="228"/>
                  </a:lnTo>
                  <a:lnTo>
                    <a:pt x="902" y="232"/>
                  </a:lnTo>
                  <a:lnTo>
                    <a:pt x="900" y="235"/>
                  </a:lnTo>
                  <a:lnTo>
                    <a:pt x="900" y="235"/>
                  </a:lnTo>
                  <a:lnTo>
                    <a:pt x="897" y="235"/>
                  </a:lnTo>
                  <a:lnTo>
                    <a:pt x="891" y="235"/>
                  </a:lnTo>
                  <a:lnTo>
                    <a:pt x="891" y="235"/>
                  </a:lnTo>
                  <a:lnTo>
                    <a:pt x="891" y="242"/>
                  </a:lnTo>
                  <a:lnTo>
                    <a:pt x="891" y="242"/>
                  </a:lnTo>
                  <a:lnTo>
                    <a:pt x="906" y="253"/>
                  </a:lnTo>
                  <a:lnTo>
                    <a:pt x="906" y="253"/>
                  </a:lnTo>
                  <a:lnTo>
                    <a:pt x="909" y="252"/>
                  </a:lnTo>
                  <a:lnTo>
                    <a:pt x="913" y="252"/>
                  </a:lnTo>
                  <a:lnTo>
                    <a:pt x="913" y="248"/>
                  </a:lnTo>
                  <a:lnTo>
                    <a:pt x="915" y="248"/>
                  </a:lnTo>
                  <a:lnTo>
                    <a:pt x="915" y="248"/>
                  </a:lnTo>
                  <a:lnTo>
                    <a:pt x="920" y="248"/>
                  </a:lnTo>
                  <a:lnTo>
                    <a:pt x="924" y="248"/>
                  </a:lnTo>
                  <a:lnTo>
                    <a:pt x="933" y="253"/>
                  </a:lnTo>
                  <a:lnTo>
                    <a:pt x="935" y="264"/>
                  </a:lnTo>
                  <a:lnTo>
                    <a:pt x="929" y="264"/>
                  </a:lnTo>
                  <a:lnTo>
                    <a:pt x="927" y="255"/>
                  </a:lnTo>
                  <a:lnTo>
                    <a:pt x="927" y="255"/>
                  </a:lnTo>
                  <a:lnTo>
                    <a:pt x="893" y="255"/>
                  </a:lnTo>
                  <a:lnTo>
                    <a:pt x="893" y="255"/>
                  </a:lnTo>
                  <a:lnTo>
                    <a:pt x="893" y="250"/>
                  </a:lnTo>
                  <a:lnTo>
                    <a:pt x="891" y="246"/>
                  </a:lnTo>
                  <a:lnTo>
                    <a:pt x="891" y="246"/>
                  </a:lnTo>
                  <a:lnTo>
                    <a:pt x="884" y="241"/>
                  </a:lnTo>
                  <a:lnTo>
                    <a:pt x="880" y="239"/>
                  </a:lnTo>
                  <a:lnTo>
                    <a:pt x="880" y="241"/>
                  </a:lnTo>
                  <a:lnTo>
                    <a:pt x="880" y="241"/>
                  </a:lnTo>
                  <a:lnTo>
                    <a:pt x="878" y="241"/>
                  </a:lnTo>
                  <a:lnTo>
                    <a:pt x="876" y="241"/>
                  </a:lnTo>
                  <a:lnTo>
                    <a:pt x="878" y="242"/>
                  </a:lnTo>
                  <a:lnTo>
                    <a:pt x="876" y="246"/>
                  </a:lnTo>
                  <a:lnTo>
                    <a:pt x="871" y="246"/>
                  </a:lnTo>
                  <a:lnTo>
                    <a:pt x="871" y="246"/>
                  </a:lnTo>
                  <a:lnTo>
                    <a:pt x="878" y="217"/>
                  </a:lnTo>
                  <a:lnTo>
                    <a:pt x="884" y="206"/>
                  </a:lnTo>
                  <a:lnTo>
                    <a:pt x="891" y="193"/>
                  </a:lnTo>
                  <a:lnTo>
                    <a:pt x="891" y="193"/>
                  </a:lnTo>
                  <a:lnTo>
                    <a:pt x="864" y="190"/>
                  </a:lnTo>
                  <a:lnTo>
                    <a:pt x="866" y="193"/>
                  </a:lnTo>
                  <a:lnTo>
                    <a:pt x="862" y="193"/>
                  </a:lnTo>
                  <a:lnTo>
                    <a:pt x="862" y="193"/>
                  </a:lnTo>
                  <a:lnTo>
                    <a:pt x="855" y="179"/>
                  </a:lnTo>
                  <a:lnTo>
                    <a:pt x="855" y="179"/>
                  </a:lnTo>
                  <a:lnTo>
                    <a:pt x="853" y="179"/>
                  </a:lnTo>
                  <a:lnTo>
                    <a:pt x="853" y="181"/>
                  </a:lnTo>
                  <a:lnTo>
                    <a:pt x="851" y="181"/>
                  </a:lnTo>
                  <a:lnTo>
                    <a:pt x="849" y="182"/>
                  </a:lnTo>
                  <a:lnTo>
                    <a:pt x="844" y="177"/>
                  </a:lnTo>
                  <a:lnTo>
                    <a:pt x="844" y="177"/>
                  </a:lnTo>
                  <a:lnTo>
                    <a:pt x="836" y="173"/>
                  </a:lnTo>
                  <a:lnTo>
                    <a:pt x="829" y="173"/>
                  </a:lnTo>
                  <a:lnTo>
                    <a:pt x="822" y="173"/>
                  </a:lnTo>
                  <a:lnTo>
                    <a:pt x="815" y="177"/>
                  </a:lnTo>
                  <a:lnTo>
                    <a:pt x="815" y="177"/>
                  </a:lnTo>
                  <a:lnTo>
                    <a:pt x="811" y="179"/>
                  </a:lnTo>
                  <a:lnTo>
                    <a:pt x="809" y="182"/>
                  </a:lnTo>
                  <a:lnTo>
                    <a:pt x="809" y="182"/>
                  </a:lnTo>
                  <a:lnTo>
                    <a:pt x="811" y="184"/>
                  </a:lnTo>
                  <a:lnTo>
                    <a:pt x="818" y="184"/>
                  </a:lnTo>
                  <a:lnTo>
                    <a:pt x="818" y="184"/>
                  </a:lnTo>
                  <a:lnTo>
                    <a:pt x="820" y="190"/>
                  </a:lnTo>
                  <a:lnTo>
                    <a:pt x="820" y="190"/>
                  </a:lnTo>
                  <a:lnTo>
                    <a:pt x="816" y="191"/>
                  </a:lnTo>
                  <a:lnTo>
                    <a:pt x="815" y="197"/>
                  </a:lnTo>
                  <a:lnTo>
                    <a:pt x="815" y="197"/>
                  </a:lnTo>
                  <a:lnTo>
                    <a:pt x="809" y="195"/>
                  </a:lnTo>
                  <a:lnTo>
                    <a:pt x="807" y="195"/>
                  </a:lnTo>
                  <a:lnTo>
                    <a:pt x="807" y="193"/>
                  </a:lnTo>
                  <a:lnTo>
                    <a:pt x="807" y="193"/>
                  </a:lnTo>
                  <a:lnTo>
                    <a:pt x="800" y="190"/>
                  </a:lnTo>
                  <a:lnTo>
                    <a:pt x="800" y="190"/>
                  </a:lnTo>
                  <a:lnTo>
                    <a:pt x="794" y="188"/>
                  </a:lnTo>
                  <a:lnTo>
                    <a:pt x="791" y="190"/>
                  </a:lnTo>
                  <a:lnTo>
                    <a:pt x="791" y="190"/>
                  </a:lnTo>
                  <a:lnTo>
                    <a:pt x="784" y="201"/>
                  </a:lnTo>
                  <a:lnTo>
                    <a:pt x="784" y="201"/>
                  </a:lnTo>
                  <a:lnTo>
                    <a:pt x="791" y="201"/>
                  </a:lnTo>
                  <a:lnTo>
                    <a:pt x="791" y="201"/>
                  </a:lnTo>
                  <a:lnTo>
                    <a:pt x="805" y="211"/>
                  </a:lnTo>
                  <a:lnTo>
                    <a:pt x="805" y="211"/>
                  </a:lnTo>
                  <a:lnTo>
                    <a:pt x="809" y="215"/>
                  </a:lnTo>
                  <a:lnTo>
                    <a:pt x="809" y="217"/>
                  </a:lnTo>
                  <a:lnTo>
                    <a:pt x="809" y="219"/>
                  </a:lnTo>
                  <a:lnTo>
                    <a:pt x="805" y="219"/>
                  </a:lnTo>
                  <a:lnTo>
                    <a:pt x="798" y="221"/>
                  </a:lnTo>
                  <a:lnTo>
                    <a:pt x="791" y="221"/>
                  </a:lnTo>
                  <a:lnTo>
                    <a:pt x="791" y="221"/>
                  </a:lnTo>
                  <a:lnTo>
                    <a:pt x="789" y="219"/>
                  </a:lnTo>
                  <a:lnTo>
                    <a:pt x="785" y="215"/>
                  </a:lnTo>
                  <a:lnTo>
                    <a:pt x="785" y="215"/>
                  </a:lnTo>
                  <a:lnTo>
                    <a:pt x="780" y="219"/>
                  </a:lnTo>
                  <a:lnTo>
                    <a:pt x="776" y="221"/>
                  </a:lnTo>
                  <a:lnTo>
                    <a:pt x="773" y="221"/>
                  </a:lnTo>
                  <a:lnTo>
                    <a:pt x="773" y="221"/>
                  </a:lnTo>
                  <a:lnTo>
                    <a:pt x="769" y="217"/>
                  </a:lnTo>
                  <a:lnTo>
                    <a:pt x="765" y="213"/>
                  </a:lnTo>
                  <a:lnTo>
                    <a:pt x="765" y="213"/>
                  </a:lnTo>
                  <a:lnTo>
                    <a:pt x="767" y="208"/>
                  </a:lnTo>
                  <a:lnTo>
                    <a:pt x="765" y="201"/>
                  </a:lnTo>
                  <a:lnTo>
                    <a:pt x="762" y="197"/>
                  </a:lnTo>
                  <a:lnTo>
                    <a:pt x="762" y="197"/>
                  </a:lnTo>
                  <a:lnTo>
                    <a:pt x="762" y="190"/>
                  </a:lnTo>
                  <a:lnTo>
                    <a:pt x="763" y="181"/>
                  </a:lnTo>
                  <a:lnTo>
                    <a:pt x="763" y="171"/>
                  </a:lnTo>
                  <a:lnTo>
                    <a:pt x="763" y="164"/>
                  </a:lnTo>
                  <a:lnTo>
                    <a:pt x="754" y="157"/>
                  </a:lnTo>
                  <a:lnTo>
                    <a:pt x="754" y="157"/>
                  </a:lnTo>
                  <a:lnTo>
                    <a:pt x="756" y="171"/>
                  </a:lnTo>
                  <a:lnTo>
                    <a:pt x="758" y="181"/>
                  </a:lnTo>
                  <a:lnTo>
                    <a:pt x="756" y="190"/>
                  </a:lnTo>
                  <a:lnTo>
                    <a:pt x="756" y="190"/>
                  </a:lnTo>
                  <a:lnTo>
                    <a:pt x="754" y="193"/>
                  </a:lnTo>
                  <a:lnTo>
                    <a:pt x="751" y="195"/>
                  </a:lnTo>
                  <a:lnTo>
                    <a:pt x="747" y="199"/>
                  </a:lnTo>
                  <a:lnTo>
                    <a:pt x="743" y="201"/>
                  </a:lnTo>
                  <a:lnTo>
                    <a:pt x="743" y="201"/>
                  </a:lnTo>
                  <a:lnTo>
                    <a:pt x="743" y="204"/>
                  </a:lnTo>
                  <a:lnTo>
                    <a:pt x="743" y="206"/>
                  </a:lnTo>
                  <a:lnTo>
                    <a:pt x="742" y="213"/>
                  </a:lnTo>
                  <a:lnTo>
                    <a:pt x="742" y="213"/>
                  </a:lnTo>
                  <a:lnTo>
                    <a:pt x="740" y="217"/>
                  </a:lnTo>
                  <a:lnTo>
                    <a:pt x="736" y="219"/>
                  </a:lnTo>
                  <a:lnTo>
                    <a:pt x="736" y="219"/>
                  </a:lnTo>
                  <a:lnTo>
                    <a:pt x="749" y="233"/>
                  </a:lnTo>
                  <a:lnTo>
                    <a:pt x="749" y="233"/>
                  </a:lnTo>
                  <a:lnTo>
                    <a:pt x="749" y="239"/>
                  </a:lnTo>
                  <a:lnTo>
                    <a:pt x="747" y="242"/>
                  </a:lnTo>
                  <a:lnTo>
                    <a:pt x="745" y="244"/>
                  </a:lnTo>
                  <a:lnTo>
                    <a:pt x="743" y="248"/>
                  </a:lnTo>
                  <a:lnTo>
                    <a:pt x="743" y="248"/>
                  </a:lnTo>
                  <a:lnTo>
                    <a:pt x="743" y="253"/>
                  </a:lnTo>
                  <a:lnTo>
                    <a:pt x="745" y="261"/>
                  </a:lnTo>
                  <a:lnTo>
                    <a:pt x="749" y="272"/>
                  </a:lnTo>
                  <a:lnTo>
                    <a:pt x="749" y="272"/>
                  </a:lnTo>
                  <a:lnTo>
                    <a:pt x="756" y="272"/>
                  </a:lnTo>
                  <a:lnTo>
                    <a:pt x="765" y="270"/>
                  </a:lnTo>
                  <a:lnTo>
                    <a:pt x="765" y="270"/>
                  </a:lnTo>
                  <a:lnTo>
                    <a:pt x="771" y="266"/>
                  </a:lnTo>
                  <a:lnTo>
                    <a:pt x="776" y="262"/>
                  </a:lnTo>
                  <a:lnTo>
                    <a:pt x="776" y="262"/>
                  </a:lnTo>
                  <a:lnTo>
                    <a:pt x="782" y="264"/>
                  </a:lnTo>
                  <a:lnTo>
                    <a:pt x="785" y="268"/>
                  </a:lnTo>
                  <a:lnTo>
                    <a:pt x="785" y="268"/>
                  </a:lnTo>
                  <a:lnTo>
                    <a:pt x="787" y="268"/>
                  </a:lnTo>
                  <a:lnTo>
                    <a:pt x="787" y="266"/>
                  </a:lnTo>
                  <a:lnTo>
                    <a:pt x="789" y="264"/>
                  </a:lnTo>
                  <a:lnTo>
                    <a:pt x="791" y="264"/>
                  </a:lnTo>
                  <a:lnTo>
                    <a:pt x="791" y="264"/>
                  </a:lnTo>
                  <a:lnTo>
                    <a:pt x="796" y="266"/>
                  </a:lnTo>
                  <a:lnTo>
                    <a:pt x="800" y="268"/>
                  </a:lnTo>
                  <a:lnTo>
                    <a:pt x="807" y="277"/>
                  </a:lnTo>
                  <a:lnTo>
                    <a:pt x="818" y="297"/>
                  </a:lnTo>
                  <a:lnTo>
                    <a:pt x="818" y="297"/>
                  </a:lnTo>
                  <a:lnTo>
                    <a:pt x="807" y="304"/>
                  </a:lnTo>
                  <a:lnTo>
                    <a:pt x="807" y="304"/>
                  </a:lnTo>
                  <a:lnTo>
                    <a:pt x="807" y="308"/>
                  </a:lnTo>
                  <a:lnTo>
                    <a:pt x="807" y="313"/>
                  </a:lnTo>
                  <a:lnTo>
                    <a:pt x="807" y="313"/>
                  </a:lnTo>
                  <a:lnTo>
                    <a:pt x="811" y="315"/>
                  </a:lnTo>
                  <a:lnTo>
                    <a:pt x="813" y="319"/>
                  </a:lnTo>
                  <a:lnTo>
                    <a:pt x="813" y="319"/>
                  </a:lnTo>
                  <a:lnTo>
                    <a:pt x="824" y="321"/>
                  </a:lnTo>
                  <a:lnTo>
                    <a:pt x="836" y="323"/>
                  </a:lnTo>
                  <a:lnTo>
                    <a:pt x="836" y="323"/>
                  </a:lnTo>
                  <a:lnTo>
                    <a:pt x="838" y="326"/>
                  </a:lnTo>
                  <a:lnTo>
                    <a:pt x="840" y="328"/>
                  </a:lnTo>
                  <a:lnTo>
                    <a:pt x="840" y="328"/>
                  </a:lnTo>
                  <a:lnTo>
                    <a:pt x="824" y="326"/>
                  </a:lnTo>
                  <a:lnTo>
                    <a:pt x="811" y="323"/>
                  </a:lnTo>
                  <a:lnTo>
                    <a:pt x="811" y="323"/>
                  </a:lnTo>
                  <a:lnTo>
                    <a:pt x="811" y="330"/>
                  </a:lnTo>
                  <a:lnTo>
                    <a:pt x="811" y="330"/>
                  </a:lnTo>
                  <a:lnTo>
                    <a:pt x="809" y="330"/>
                  </a:lnTo>
                  <a:lnTo>
                    <a:pt x="807" y="328"/>
                  </a:lnTo>
                  <a:lnTo>
                    <a:pt x="805" y="326"/>
                  </a:lnTo>
                  <a:lnTo>
                    <a:pt x="798" y="323"/>
                  </a:lnTo>
                  <a:lnTo>
                    <a:pt x="798" y="323"/>
                  </a:lnTo>
                  <a:lnTo>
                    <a:pt x="800" y="306"/>
                  </a:lnTo>
                  <a:lnTo>
                    <a:pt x="798" y="295"/>
                  </a:lnTo>
                  <a:lnTo>
                    <a:pt x="796" y="284"/>
                  </a:lnTo>
                  <a:lnTo>
                    <a:pt x="791" y="272"/>
                  </a:lnTo>
                  <a:lnTo>
                    <a:pt x="791" y="272"/>
                  </a:lnTo>
                  <a:lnTo>
                    <a:pt x="769" y="279"/>
                  </a:lnTo>
                  <a:lnTo>
                    <a:pt x="758" y="284"/>
                  </a:lnTo>
                  <a:lnTo>
                    <a:pt x="756" y="288"/>
                  </a:lnTo>
                  <a:lnTo>
                    <a:pt x="754" y="292"/>
                  </a:lnTo>
                  <a:lnTo>
                    <a:pt x="754" y="292"/>
                  </a:lnTo>
                  <a:lnTo>
                    <a:pt x="754" y="295"/>
                  </a:lnTo>
                  <a:lnTo>
                    <a:pt x="756" y="297"/>
                  </a:lnTo>
                  <a:lnTo>
                    <a:pt x="756" y="297"/>
                  </a:lnTo>
                  <a:lnTo>
                    <a:pt x="756" y="297"/>
                  </a:lnTo>
                  <a:lnTo>
                    <a:pt x="758" y="299"/>
                  </a:lnTo>
                  <a:lnTo>
                    <a:pt x="758" y="303"/>
                  </a:lnTo>
                  <a:lnTo>
                    <a:pt x="756" y="306"/>
                  </a:lnTo>
                  <a:lnTo>
                    <a:pt x="756" y="306"/>
                  </a:lnTo>
                  <a:lnTo>
                    <a:pt x="753" y="326"/>
                  </a:lnTo>
                  <a:lnTo>
                    <a:pt x="749" y="332"/>
                  </a:lnTo>
                  <a:lnTo>
                    <a:pt x="747" y="335"/>
                  </a:lnTo>
                  <a:lnTo>
                    <a:pt x="742" y="339"/>
                  </a:lnTo>
                  <a:lnTo>
                    <a:pt x="736" y="341"/>
                  </a:lnTo>
                  <a:lnTo>
                    <a:pt x="720" y="348"/>
                  </a:lnTo>
                  <a:lnTo>
                    <a:pt x="720" y="348"/>
                  </a:lnTo>
                  <a:lnTo>
                    <a:pt x="722" y="350"/>
                  </a:lnTo>
                  <a:lnTo>
                    <a:pt x="723" y="350"/>
                  </a:lnTo>
                  <a:lnTo>
                    <a:pt x="725" y="352"/>
                  </a:lnTo>
                  <a:lnTo>
                    <a:pt x="727" y="354"/>
                  </a:lnTo>
                  <a:lnTo>
                    <a:pt x="727" y="354"/>
                  </a:lnTo>
                  <a:lnTo>
                    <a:pt x="729" y="363"/>
                  </a:lnTo>
                  <a:lnTo>
                    <a:pt x="729" y="370"/>
                  </a:lnTo>
                  <a:lnTo>
                    <a:pt x="729" y="370"/>
                  </a:lnTo>
                  <a:lnTo>
                    <a:pt x="725" y="370"/>
                  </a:lnTo>
                  <a:lnTo>
                    <a:pt x="722" y="370"/>
                  </a:lnTo>
                  <a:lnTo>
                    <a:pt x="722" y="370"/>
                  </a:lnTo>
                  <a:lnTo>
                    <a:pt x="720" y="363"/>
                  </a:lnTo>
                  <a:lnTo>
                    <a:pt x="714" y="355"/>
                  </a:lnTo>
                  <a:lnTo>
                    <a:pt x="714" y="355"/>
                  </a:lnTo>
                  <a:lnTo>
                    <a:pt x="709" y="354"/>
                  </a:lnTo>
                  <a:lnTo>
                    <a:pt x="703" y="354"/>
                  </a:lnTo>
                  <a:lnTo>
                    <a:pt x="696" y="355"/>
                  </a:lnTo>
                  <a:lnTo>
                    <a:pt x="691" y="355"/>
                  </a:lnTo>
                  <a:lnTo>
                    <a:pt x="691" y="355"/>
                  </a:lnTo>
                  <a:lnTo>
                    <a:pt x="685" y="354"/>
                  </a:lnTo>
                  <a:lnTo>
                    <a:pt x="681" y="350"/>
                  </a:lnTo>
                  <a:lnTo>
                    <a:pt x="672" y="343"/>
                  </a:lnTo>
                  <a:lnTo>
                    <a:pt x="672" y="343"/>
                  </a:lnTo>
                  <a:lnTo>
                    <a:pt x="687" y="343"/>
                  </a:lnTo>
                  <a:lnTo>
                    <a:pt x="700" y="343"/>
                  </a:lnTo>
                  <a:lnTo>
                    <a:pt x="700" y="343"/>
                  </a:lnTo>
                  <a:lnTo>
                    <a:pt x="703" y="341"/>
                  </a:lnTo>
                  <a:lnTo>
                    <a:pt x="707" y="337"/>
                  </a:lnTo>
                  <a:lnTo>
                    <a:pt x="712" y="334"/>
                  </a:lnTo>
                  <a:lnTo>
                    <a:pt x="712" y="334"/>
                  </a:lnTo>
                  <a:lnTo>
                    <a:pt x="716" y="334"/>
                  </a:lnTo>
                  <a:lnTo>
                    <a:pt x="718" y="335"/>
                  </a:lnTo>
                  <a:lnTo>
                    <a:pt x="720" y="339"/>
                  </a:lnTo>
                  <a:lnTo>
                    <a:pt x="720" y="339"/>
                  </a:lnTo>
                  <a:lnTo>
                    <a:pt x="723" y="335"/>
                  </a:lnTo>
                  <a:lnTo>
                    <a:pt x="727" y="335"/>
                  </a:lnTo>
                  <a:lnTo>
                    <a:pt x="727" y="335"/>
                  </a:lnTo>
                  <a:lnTo>
                    <a:pt x="727" y="334"/>
                  </a:lnTo>
                  <a:lnTo>
                    <a:pt x="727" y="332"/>
                  </a:lnTo>
                  <a:lnTo>
                    <a:pt x="725" y="328"/>
                  </a:lnTo>
                  <a:lnTo>
                    <a:pt x="736" y="319"/>
                  </a:lnTo>
                  <a:lnTo>
                    <a:pt x="736" y="319"/>
                  </a:lnTo>
                  <a:lnTo>
                    <a:pt x="738" y="304"/>
                  </a:lnTo>
                  <a:lnTo>
                    <a:pt x="736" y="292"/>
                  </a:lnTo>
                  <a:lnTo>
                    <a:pt x="736" y="292"/>
                  </a:lnTo>
                  <a:lnTo>
                    <a:pt x="734" y="288"/>
                  </a:lnTo>
                  <a:lnTo>
                    <a:pt x="729" y="284"/>
                  </a:lnTo>
                  <a:lnTo>
                    <a:pt x="725" y="279"/>
                  </a:lnTo>
                  <a:lnTo>
                    <a:pt x="722" y="275"/>
                  </a:lnTo>
                  <a:lnTo>
                    <a:pt x="722" y="275"/>
                  </a:lnTo>
                  <a:lnTo>
                    <a:pt x="722" y="270"/>
                  </a:lnTo>
                  <a:lnTo>
                    <a:pt x="722" y="264"/>
                  </a:lnTo>
                  <a:lnTo>
                    <a:pt x="725" y="253"/>
                  </a:lnTo>
                  <a:lnTo>
                    <a:pt x="729" y="244"/>
                  </a:lnTo>
                  <a:lnTo>
                    <a:pt x="729" y="235"/>
                  </a:lnTo>
                  <a:lnTo>
                    <a:pt x="729" y="235"/>
                  </a:lnTo>
                  <a:lnTo>
                    <a:pt x="727" y="232"/>
                  </a:lnTo>
                  <a:lnTo>
                    <a:pt x="723" y="228"/>
                  </a:lnTo>
                  <a:lnTo>
                    <a:pt x="718" y="221"/>
                  </a:lnTo>
                  <a:lnTo>
                    <a:pt x="718" y="221"/>
                  </a:lnTo>
                  <a:lnTo>
                    <a:pt x="716" y="219"/>
                  </a:lnTo>
                  <a:lnTo>
                    <a:pt x="716" y="217"/>
                  </a:lnTo>
                  <a:lnTo>
                    <a:pt x="716" y="215"/>
                  </a:lnTo>
                  <a:lnTo>
                    <a:pt x="714" y="213"/>
                  </a:lnTo>
                  <a:lnTo>
                    <a:pt x="714" y="213"/>
                  </a:lnTo>
                  <a:lnTo>
                    <a:pt x="716" y="208"/>
                  </a:lnTo>
                  <a:lnTo>
                    <a:pt x="718" y="204"/>
                  </a:lnTo>
                  <a:lnTo>
                    <a:pt x="718" y="204"/>
                  </a:lnTo>
                  <a:lnTo>
                    <a:pt x="722" y="201"/>
                  </a:lnTo>
                  <a:lnTo>
                    <a:pt x="725" y="197"/>
                  </a:lnTo>
                  <a:lnTo>
                    <a:pt x="725" y="197"/>
                  </a:lnTo>
                  <a:lnTo>
                    <a:pt x="727" y="186"/>
                  </a:lnTo>
                  <a:lnTo>
                    <a:pt x="727" y="175"/>
                  </a:lnTo>
                  <a:lnTo>
                    <a:pt x="727" y="164"/>
                  </a:lnTo>
                  <a:lnTo>
                    <a:pt x="725" y="155"/>
                  </a:lnTo>
                  <a:lnTo>
                    <a:pt x="725" y="155"/>
                  </a:lnTo>
                  <a:lnTo>
                    <a:pt x="722" y="151"/>
                  </a:lnTo>
                  <a:lnTo>
                    <a:pt x="716" y="150"/>
                  </a:lnTo>
                  <a:lnTo>
                    <a:pt x="702" y="148"/>
                  </a:lnTo>
                  <a:lnTo>
                    <a:pt x="685" y="150"/>
                  </a:lnTo>
                  <a:lnTo>
                    <a:pt x="676" y="153"/>
                  </a:lnTo>
                  <a:lnTo>
                    <a:pt x="676" y="153"/>
                  </a:lnTo>
                  <a:lnTo>
                    <a:pt x="672" y="157"/>
                  </a:lnTo>
                  <a:lnTo>
                    <a:pt x="671" y="162"/>
                  </a:lnTo>
                  <a:lnTo>
                    <a:pt x="669" y="168"/>
                  </a:lnTo>
                  <a:lnTo>
                    <a:pt x="665" y="175"/>
                  </a:lnTo>
                  <a:lnTo>
                    <a:pt x="663" y="175"/>
                  </a:lnTo>
                  <a:lnTo>
                    <a:pt x="663" y="175"/>
                  </a:lnTo>
                  <a:lnTo>
                    <a:pt x="658" y="179"/>
                  </a:lnTo>
                  <a:lnTo>
                    <a:pt x="654" y="186"/>
                  </a:lnTo>
                  <a:lnTo>
                    <a:pt x="651" y="193"/>
                  </a:lnTo>
                  <a:lnTo>
                    <a:pt x="647" y="199"/>
                  </a:lnTo>
                  <a:lnTo>
                    <a:pt x="647" y="199"/>
                  </a:lnTo>
                  <a:lnTo>
                    <a:pt x="643" y="201"/>
                  </a:lnTo>
                  <a:lnTo>
                    <a:pt x="641" y="201"/>
                  </a:lnTo>
                  <a:lnTo>
                    <a:pt x="640" y="201"/>
                  </a:lnTo>
                  <a:lnTo>
                    <a:pt x="636" y="201"/>
                  </a:lnTo>
                  <a:lnTo>
                    <a:pt x="636" y="201"/>
                  </a:lnTo>
                  <a:lnTo>
                    <a:pt x="640" y="221"/>
                  </a:lnTo>
                  <a:lnTo>
                    <a:pt x="641" y="233"/>
                  </a:lnTo>
                  <a:lnTo>
                    <a:pt x="641" y="237"/>
                  </a:lnTo>
                  <a:lnTo>
                    <a:pt x="634" y="241"/>
                  </a:lnTo>
                  <a:lnTo>
                    <a:pt x="634" y="241"/>
                  </a:lnTo>
                  <a:lnTo>
                    <a:pt x="634" y="244"/>
                  </a:lnTo>
                  <a:lnTo>
                    <a:pt x="634" y="248"/>
                  </a:lnTo>
                  <a:lnTo>
                    <a:pt x="634" y="252"/>
                  </a:lnTo>
                  <a:lnTo>
                    <a:pt x="634" y="255"/>
                  </a:lnTo>
                  <a:lnTo>
                    <a:pt x="634" y="255"/>
                  </a:lnTo>
                  <a:lnTo>
                    <a:pt x="645" y="257"/>
                  </a:lnTo>
                  <a:lnTo>
                    <a:pt x="651" y="257"/>
                  </a:lnTo>
                  <a:lnTo>
                    <a:pt x="651" y="257"/>
                  </a:lnTo>
                  <a:lnTo>
                    <a:pt x="651" y="283"/>
                  </a:lnTo>
                  <a:lnTo>
                    <a:pt x="658" y="279"/>
                  </a:lnTo>
                  <a:lnTo>
                    <a:pt x="658" y="279"/>
                  </a:lnTo>
                  <a:lnTo>
                    <a:pt x="652" y="293"/>
                  </a:lnTo>
                  <a:lnTo>
                    <a:pt x="647" y="304"/>
                  </a:lnTo>
                  <a:lnTo>
                    <a:pt x="647" y="304"/>
                  </a:lnTo>
                  <a:lnTo>
                    <a:pt x="627" y="277"/>
                  </a:lnTo>
                  <a:lnTo>
                    <a:pt x="627" y="277"/>
                  </a:lnTo>
                  <a:lnTo>
                    <a:pt x="621" y="277"/>
                  </a:lnTo>
                  <a:lnTo>
                    <a:pt x="620" y="277"/>
                  </a:lnTo>
                  <a:lnTo>
                    <a:pt x="618" y="277"/>
                  </a:lnTo>
                  <a:lnTo>
                    <a:pt x="618" y="277"/>
                  </a:lnTo>
                  <a:lnTo>
                    <a:pt x="616" y="275"/>
                  </a:lnTo>
                  <a:lnTo>
                    <a:pt x="616" y="272"/>
                  </a:lnTo>
                  <a:lnTo>
                    <a:pt x="618" y="270"/>
                  </a:lnTo>
                  <a:lnTo>
                    <a:pt x="618" y="270"/>
                  </a:lnTo>
                  <a:lnTo>
                    <a:pt x="612" y="270"/>
                  </a:lnTo>
                  <a:lnTo>
                    <a:pt x="607" y="270"/>
                  </a:lnTo>
                  <a:lnTo>
                    <a:pt x="607" y="270"/>
                  </a:lnTo>
                  <a:lnTo>
                    <a:pt x="605" y="268"/>
                  </a:lnTo>
                  <a:lnTo>
                    <a:pt x="603" y="264"/>
                  </a:lnTo>
                  <a:lnTo>
                    <a:pt x="603" y="264"/>
                  </a:lnTo>
                  <a:lnTo>
                    <a:pt x="601" y="272"/>
                  </a:lnTo>
                  <a:lnTo>
                    <a:pt x="599" y="273"/>
                  </a:lnTo>
                  <a:lnTo>
                    <a:pt x="598" y="275"/>
                  </a:lnTo>
                  <a:lnTo>
                    <a:pt x="598" y="275"/>
                  </a:lnTo>
                  <a:lnTo>
                    <a:pt x="596" y="272"/>
                  </a:lnTo>
                  <a:lnTo>
                    <a:pt x="598" y="268"/>
                  </a:lnTo>
                  <a:lnTo>
                    <a:pt x="599" y="261"/>
                  </a:lnTo>
                  <a:lnTo>
                    <a:pt x="599" y="261"/>
                  </a:lnTo>
                  <a:lnTo>
                    <a:pt x="583" y="259"/>
                  </a:lnTo>
                  <a:lnTo>
                    <a:pt x="569" y="257"/>
                  </a:lnTo>
                  <a:lnTo>
                    <a:pt x="569" y="257"/>
                  </a:lnTo>
                  <a:lnTo>
                    <a:pt x="565" y="255"/>
                  </a:lnTo>
                  <a:lnTo>
                    <a:pt x="561" y="253"/>
                  </a:lnTo>
                  <a:lnTo>
                    <a:pt x="561" y="253"/>
                  </a:lnTo>
                  <a:lnTo>
                    <a:pt x="559" y="253"/>
                  </a:lnTo>
                  <a:lnTo>
                    <a:pt x="559" y="255"/>
                  </a:lnTo>
                  <a:lnTo>
                    <a:pt x="558" y="261"/>
                  </a:lnTo>
                  <a:lnTo>
                    <a:pt x="558" y="261"/>
                  </a:lnTo>
                  <a:lnTo>
                    <a:pt x="534" y="257"/>
                  </a:lnTo>
                  <a:lnTo>
                    <a:pt x="534" y="257"/>
                  </a:lnTo>
                  <a:lnTo>
                    <a:pt x="534" y="261"/>
                  </a:lnTo>
                  <a:lnTo>
                    <a:pt x="534" y="262"/>
                  </a:lnTo>
                  <a:lnTo>
                    <a:pt x="532" y="262"/>
                  </a:lnTo>
                  <a:lnTo>
                    <a:pt x="532" y="262"/>
                  </a:lnTo>
                  <a:lnTo>
                    <a:pt x="536" y="273"/>
                  </a:lnTo>
                  <a:lnTo>
                    <a:pt x="536" y="290"/>
                  </a:lnTo>
                  <a:lnTo>
                    <a:pt x="536" y="290"/>
                  </a:lnTo>
                  <a:lnTo>
                    <a:pt x="528" y="292"/>
                  </a:lnTo>
                  <a:lnTo>
                    <a:pt x="528" y="292"/>
                  </a:lnTo>
                  <a:lnTo>
                    <a:pt x="527" y="290"/>
                  </a:lnTo>
                  <a:lnTo>
                    <a:pt x="525" y="286"/>
                  </a:lnTo>
                  <a:lnTo>
                    <a:pt x="525" y="286"/>
                  </a:lnTo>
                  <a:lnTo>
                    <a:pt x="519" y="290"/>
                  </a:lnTo>
                  <a:lnTo>
                    <a:pt x="519" y="290"/>
                  </a:lnTo>
                  <a:lnTo>
                    <a:pt x="519" y="295"/>
                  </a:lnTo>
                  <a:lnTo>
                    <a:pt x="519" y="301"/>
                  </a:lnTo>
                  <a:lnTo>
                    <a:pt x="519" y="301"/>
                  </a:lnTo>
                  <a:lnTo>
                    <a:pt x="510" y="292"/>
                  </a:lnTo>
                  <a:lnTo>
                    <a:pt x="508" y="288"/>
                  </a:lnTo>
                  <a:lnTo>
                    <a:pt x="508" y="284"/>
                  </a:lnTo>
                  <a:lnTo>
                    <a:pt x="508" y="281"/>
                  </a:lnTo>
                  <a:lnTo>
                    <a:pt x="512" y="279"/>
                  </a:lnTo>
                  <a:lnTo>
                    <a:pt x="512" y="279"/>
                  </a:lnTo>
                  <a:lnTo>
                    <a:pt x="490" y="286"/>
                  </a:lnTo>
                  <a:lnTo>
                    <a:pt x="490" y="286"/>
                  </a:lnTo>
                  <a:lnTo>
                    <a:pt x="487" y="286"/>
                  </a:lnTo>
                  <a:lnTo>
                    <a:pt x="487" y="284"/>
                  </a:lnTo>
                  <a:lnTo>
                    <a:pt x="488" y="284"/>
                  </a:lnTo>
                  <a:lnTo>
                    <a:pt x="485" y="284"/>
                  </a:lnTo>
                  <a:lnTo>
                    <a:pt x="485" y="284"/>
                  </a:lnTo>
                  <a:lnTo>
                    <a:pt x="487" y="288"/>
                  </a:lnTo>
                  <a:lnTo>
                    <a:pt x="488" y="290"/>
                  </a:lnTo>
                  <a:lnTo>
                    <a:pt x="487" y="292"/>
                  </a:lnTo>
                  <a:lnTo>
                    <a:pt x="487" y="292"/>
                  </a:lnTo>
                  <a:lnTo>
                    <a:pt x="479" y="292"/>
                  </a:lnTo>
                  <a:lnTo>
                    <a:pt x="479" y="292"/>
                  </a:lnTo>
                  <a:lnTo>
                    <a:pt x="474" y="288"/>
                  </a:lnTo>
                  <a:lnTo>
                    <a:pt x="468" y="284"/>
                  </a:lnTo>
                  <a:lnTo>
                    <a:pt x="461" y="284"/>
                  </a:lnTo>
                  <a:lnTo>
                    <a:pt x="461" y="284"/>
                  </a:lnTo>
                  <a:lnTo>
                    <a:pt x="450" y="290"/>
                  </a:lnTo>
                  <a:lnTo>
                    <a:pt x="446" y="293"/>
                  </a:lnTo>
                  <a:lnTo>
                    <a:pt x="446" y="293"/>
                  </a:lnTo>
                  <a:lnTo>
                    <a:pt x="446" y="301"/>
                  </a:lnTo>
                  <a:lnTo>
                    <a:pt x="446" y="301"/>
                  </a:lnTo>
                  <a:lnTo>
                    <a:pt x="443" y="301"/>
                  </a:lnTo>
                  <a:lnTo>
                    <a:pt x="441" y="299"/>
                  </a:lnTo>
                  <a:lnTo>
                    <a:pt x="439" y="293"/>
                  </a:lnTo>
                  <a:lnTo>
                    <a:pt x="439" y="293"/>
                  </a:lnTo>
                  <a:lnTo>
                    <a:pt x="435" y="295"/>
                  </a:lnTo>
                  <a:lnTo>
                    <a:pt x="435" y="295"/>
                  </a:lnTo>
                  <a:lnTo>
                    <a:pt x="434" y="299"/>
                  </a:lnTo>
                  <a:lnTo>
                    <a:pt x="434" y="299"/>
                  </a:lnTo>
                  <a:lnTo>
                    <a:pt x="430" y="299"/>
                  </a:lnTo>
                  <a:lnTo>
                    <a:pt x="425" y="299"/>
                  </a:lnTo>
                  <a:lnTo>
                    <a:pt x="417" y="299"/>
                  </a:lnTo>
                  <a:lnTo>
                    <a:pt x="417" y="293"/>
                  </a:lnTo>
                  <a:lnTo>
                    <a:pt x="417" y="293"/>
                  </a:lnTo>
                  <a:lnTo>
                    <a:pt x="426" y="293"/>
                  </a:lnTo>
                  <a:lnTo>
                    <a:pt x="428" y="293"/>
                  </a:lnTo>
                  <a:lnTo>
                    <a:pt x="426" y="292"/>
                  </a:lnTo>
                  <a:lnTo>
                    <a:pt x="426" y="292"/>
                  </a:lnTo>
                  <a:lnTo>
                    <a:pt x="425" y="290"/>
                  </a:lnTo>
                  <a:lnTo>
                    <a:pt x="423" y="288"/>
                  </a:lnTo>
                  <a:lnTo>
                    <a:pt x="425" y="284"/>
                  </a:lnTo>
                  <a:lnTo>
                    <a:pt x="425" y="284"/>
                  </a:lnTo>
                  <a:lnTo>
                    <a:pt x="419" y="283"/>
                  </a:lnTo>
                  <a:lnTo>
                    <a:pt x="417" y="283"/>
                  </a:lnTo>
                  <a:lnTo>
                    <a:pt x="417" y="283"/>
                  </a:lnTo>
                  <a:lnTo>
                    <a:pt x="419" y="279"/>
                  </a:lnTo>
                  <a:lnTo>
                    <a:pt x="419" y="279"/>
                  </a:lnTo>
                  <a:lnTo>
                    <a:pt x="419" y="277"/>
                  </a:lnTo>
                  <a:lnTo>
                    <a:pt x="419" y="277"/>
                  </a:lnTo>
                  <a:lnTo>
                    <a:pt x="410" y="281"/>
                  </a:lnTo>
                  <a:lnTo>
                    <a:pt x="405" y="284"/>
                  </a:lnTo>
                  <a:lnTo>
                    <a:pt x="401" y="286"/>
                  </a:lnTo>
                  <a:lnTo>
                    <a:pt x="401" y="286"/>
                  </a:lnTo>
                  <a:lnTo>
                    <a:pt x="401" y="293"/>
                  </a:lnTo>
                  <a:lnTo>
                    <a:pt x="401" y="293"/>
                  </a:lnTo>
                  <a:lnTo>
                    <a:pt x="397" y="292"/>
                  </a:lnTo>
                  <a:lnTo>
                    <a:pt x="394" y="290"/>
                  </a:lnTo>
                  <a:lnTo>
                    <a:pt x="390" y="290"/>
                  </a:lnTo>
                  <a:lnTo>
                    <a:pt x="390" y="290"/>
                  </a:lnTo>
                  <a:lnTo>
                    <a:pt x="386" y="293"/>
                  </a:lnTo>
                  <a:lnTo>
                    <a:pt x="386" y="293"/>
                  </a:lnTo>
                  <a:lnTo>
                    <a:pt x="383" y="293"/>
                  </a:lnTo>
                  <a:lnTo>
                    <a:pt x="377" y="293"/>
                  </a:lnTo>
                  <a:lnTo>
                    <a:pt x="377" y="293"/>
                  </a:lnTo>
                  <a:lnTo>
                    <a:pt x="372" y="297"/>
                  </a:lnTo>
                  <a:lnTo>
                    <a:pt x="364" y="301"/>
                  </a:lnTo>
                  <a:lnTo>
                    <a:pt x="359" y="306"/>
                  </a:lnTo>
                  <a:lnTo>
                    <a:pt x="353" y="308"/>
                  </a:lnTo>
                  <a:lnTo>
                    <a:pt x="353" y="308"/>
                  </a:lnTo>
                  <a:lnTo>
                    <a:pt x="348" y="308"/>
                  </a:lnTo>
                  <a:lnTo>
                    <a:pt x="343" y="308"/>
                  </a:lnTo>
                  <a:lnTo>
                    <a:pt x="343" y="313"/>
                  </a:lnTo>
                  <a:lnTo>
                    <a:pt x="343" y="313"/>
                  </a:lnTo>
                  <a:lnTo>
                    <a:pt x="337" y="315"/>
                  </a:lnTo>
                  <a:lnTo>
                    <a:pt x="332" y="315"/>
                  </a:lnTo>
                  <a:lnTo>
                    <a:pt x="332" y="315"/>
                  </a:lnTo>
                  <a:lnTo>
                    <a:pt x="328" y="330"/>
                  </a:lnTo>
                  <a:lnTo>
                    <a:pt x="326" y="341"/>
                  </a:lnTo>
                  <a:lnTo>
                    <a:pt x="326" y="341"/>
                  </a:lnTo>
                  <a:lnTo>
                    <a:pt x="324" y="341"/>
                  </a:lnTo>
                  <a:lnTo>
                    <a:pt x="324" y="339"/>
                  </a:lnTo>
                  <a:lnTo>
                    <a:pt x="323" y="339"/>
                  </a:lnTo>
                  <a:lnTo>
                    <a:pt x="321" y="339"/>
                  </a:lnTo>
                  <a:lnTo>
                    <a:pt x="321" y="339"/>
                  </a:lnTo>
                  <a:lnTo>
                    <a:pt x="319" y="341"/>
                  </a:lnTo>
                  <a:lnTo>
                    <a:pt x="317" y="346"/>
                  </a:lnTo>
                  <a:lnTo>
                    <a:pt x="317" y="346"/>
                  </a:lnTo>
                  <a:lnTo>
                    <a:pt x="306" y="348"/>
                  </a:lnTo>
                  <a:lnTo>
                    <a:pt x="297" y="350"/>
                  </a:lnTo>
                  <a:lnTo>
                    <a:pt x="297" y="350"/>
                  </a:lnTo>
                  <a:lnTo>
                    <a:pt x="292" y="339"/>
                  </a:lnTo>
                  <a:lnTo>
                    <a:pt x="290" y="332"/>
                  </a:lnTo>
                  <a:lnTo>
                    <a:pt x="290" y="326"/>
                  </a:lnTo>
                  <a:lnTo>
                    <a:pt x="290" y="326"/>
                  </a:lnTo>
                  <a:lnTo>
                    <a:pt x="292" y="323"/>
                  </a:lnTo>
                  <a:lnTo>
                    <a:pt x="293" y="319"/>
                  </a:lnTo>
                  <a:lnTo>
                    <a:pt x="293" y="319"/>
                  </a:lnTo>
                  <a:lnTo>
                    <a:pt x="306" y="315"/>
                  </a:lnTo>
                  <a:lnTo>
                    <a:pt x="306" y="315"/>
                  </a:lnTo>
                  <a:lnTo>
                    <a:pt x="313" y="315"/>
                  </a:lnTo>
                  <a:lnTo>
                    <a:pt x="313" y="315"/>
                  </a:lnTo>
                  <a:lnTo>
                    <a:pt x="304" y="301"/>
                  </a:lnTo>
                  <a:lnTo>
                    <a:pt x="299" y="292"/>
                  </a:lnTo>
                  <a:lnTo>
                    <a:pt x="293" y="286"/>
                  </a:lnTo>
                  <a:lnTo>
                    <a:pt x="293" y="286"/>
                  </a:lnTo>
                  <a:lnTo>
                    <a:pt x="292" y="286"/>
                  </a:lnTo>
                  <a:lnTo>
                    <a:pt x="286" y="286"/>
                  </a:lnTo>
                  <a:lnTo>
                    <a:pt x="279" y="286"/>
                  </a:lnTo>
                  <a:lnTo>
                    <a:pt x="279" y="286"/>
                  </a:lnTo>
                  <a:lnTo>
                    <a:pt x="271" y="284"/>
                  </a:lnTo>
                  <a:lnTo>
                    <a:pt x="262" y="279"/>
                  </a:lnTo>
                  <a:lnTo>
                    <a:pt x="262" y="279"/>
                  </a:lnTo>
                  <a:lnTo>
                    <a:pt x="270" y="290"/>
                  </a:lnTo>
                  <a:lnTo>
                    <a:pt x="270" y="290"/>
                  </a:lnTo>
                  <a:lnTo>
                    <a:pt x="271" y="297"/>
                  </a:lnTo>
                  <a:lnTo>
                    <a:pt x="271" y="304"/>
                  </a:lnTo>
                  <a:lnTo>
                    <a:pt x="270" y="310"/>
                  </a:lnTo>
                  <a:lnTo>
                    <a:pt x="264" y="319"/>
                  </a:lnTo>
                  <a:lnTo>
                    <a:pt x="264" y="319"/>
                  </a:lnTo>
                  <a:lnTo>
                    <a:pt x="262" y="321"/>
                  </a:lnTo>
                  <a:lnTo>
                    <a:pt x="261" y="323"/>
                  </a:lnTo>
                  <a:lnTo>
                    <a:pt x="262" y="323"/>
                  </a:lnTo>
                  <a:lnTo>
                    <a:pt x="262" y="323"/>
                  </a:lnTo>
                  <a:lnTo>
                    <a:pt x="266" y="324"/>
                  </a:lnTo>
                  <a:lnTo>
                    <a:pt x="268" y="328"/>
                  </a:lnTo>
                  <a:lnTo>
                    <a:pt x="270" y="330"/>
                  </a:lnTo>
                  <a:lnTo>
                    <a:pt x="268" y="334"/>
                  </a:lnTo>
                  <a:lnTo>
                    <a:pt x="266" y="341"/>
                  </a:lnTo>
                  <a:lnTo>
                    <a:pt x="262" y="348"/>
                  </a:lnTo>
                  <a:lnTo>
                    <a:pt x="262" y="348"/>
                  </a:lnTo>
                  <a:lnTo>
                    <a:pt x="257" y="355"/>
                  </a:lnTo>
                  <a:lnTo>
                    <a:pt x="257" y="355"/>
                  </a:lnTo>
                  <a:lnTo>
                    <a:pt x="259" y="357"/>
                  </a:lnTo>
                  <a:lnTo>
                    <a:pt x="257" y="359"/>
                  </a:lnTo>
                  <a:lnTo>
                    <a:pt x="255" y="363"/>
                  </a:lnTo>
                  <a:lnTo>
                    <a:pt x="255" y="363"/>
                  </a:lnTo>
                  <a:lnTo>
                    <a:pt x="251" y="355"/>
                  </a:lnTo>
                  <a:lnTo>
                    <a:pt x="250" y="352"/>
                  </a:lnTo>
                  <a:lnTo>
                    <a:pt x="248" y="350"/>
                  </a:lnTo>
                  <a:lnTo>
                    <a:pt x="248" y="350"/>
                  </a:lnTo>
                  <a:lnTo>
                    <a:pt x="244" y="350"/>
                  </a:lnTo>
                  <a:lnTo>
                    <a:pt x="241" y="350"/>
                  </a:lnTo>
                  <a:lnTo>
                    <a:pt x="241" y="350"/>
                  </a:lnTo>
                  <a:lnTo>
                    <a:pt x="239" y="348"/>
                  </a:lnTo>
                  <a:lnTo>
                    <a:pt x="239" y="346"/>
                  </a:lnTo>
                  <a:lnTo>
                    <a:pt x="237" y="346"/>
                  </a:lnTo>
                  <a:lnTo>
                    <a:pt x="233" y="346"/>
                  </a:lnTo>
                  <a:lnTo>
                    <a:pt x="233" y="346"/>
                  </a:lnTo>
                  <a:lnTo>
                    <a:pt x="204" y="368"/>
                  </a:lnTo>
                  <a:lnTo>
                    <a:pt x="204" y="368"/>
                  </a:lnTo>
                  <a:lnTo>
                    <a:pt x="204" y="375"/>
                  </a:lnTo>
                  <a:lnTo>
                    <a:pt x="204" y="379"/>
                  </a:lnTo>
                  <a:lnTo>
                    <a:pt x="206" y="383"/>
                  </a:lnTo>
                  <a:lnTo>
                    <a:pt x="206" y="383"/>
                  </a:lnTo>
                  <a:lnTo>
                    <a:pt x="215" y="392"/>
                  </a:lnTo>
                  <a:lnTo>
                    <a:pt x="217" y="394"/>
                  </a:lnTo>
                  <a:lnTo>
                    <a:pt x="217" y="395"/>
                  </a:lnTo>
                  <a:lnTo>
                    <a:pt x="215" y="397"/>
                  </a:lnTo>
                  <a:lnTo>
                    <a:pt x="211" y="397"/>
                  </a:lnTo>
                  <a:lnTo>
                    <a:pt x="211" y="397"/>
                  </a:lnTo>
                  <a:lnTo>
                    <a:pt x="200" y="394"/>
                  </a:lnTo>
                  <a:lnTo>
                    <a:pt x="188" y="388"/>
                  </a:lnTo>
                  <a:lnTo>
                    <a:pt x="168" y="375"/>
                  </a:lnTo>
                  <a:lnTo>
                    <a:pt x="168" y="375"/>
                  </a:lnTo>
                  <a:lnTo>
                    <a:pt x="166" y="383"/>
                  </a:lnTo>
                  <a:lnTo>
                    <a:pt x="164" y="390"/>
                  </a:lnTo>
                  <a:lnTo>
                    <a:pt x="166" y="397"/>
                  </a:lnTo>
                  <a:lnTo>
                    <a:pt x="169" y="399"/>
                  </a:lnTo>
                  <a:lnTo>
                    <a:pt x="171" y="401"/>
                  </a:lnTo>
                  <a:lnTo>
                    <a:pt x="171" y="401"/>
                  </a:lnTo>
                  <a:lnTo>
                    <a:pt x="175" y="401"/>
                  </a:lnTo>
                  <a:lnTo>
                    <a:pt x="179" y="401"/>
                  </a:lnTo>
                  <a:lnTo>
                    <a:pt x="179" y="401"/>
                  </a:lnTo>
                  <a:lnTo>
                    <a:pt x="180" y="410"/>
                  </a:lnTo>
                  <a:lnTo>
                    <a:pt x="180" y="416"/>
                  </a:lnTo>
                  <a:lnTo>
                    <a:pt x="179" y="419"/>
                  </a:lnTo>
                  <a:lnTo>
                    <a:pt x="179" y="419"/>
                  </a:lnTo>
                  <a:lnTo>
                    <a:pt x="177" y="421"/>
                  </a:lnTo>
                  <a:lnTo>
                    <a:pt x="175" y="423"/>
                  </a:lnTo>
                  <a:lnTo>
                    <a:pt x="175" y="423"/>
                  </a:lnTo>
                  <a:lnTo>
                    <a:pt x="169" y="423"/>
                  </a:lnTo>
                  <a:lnTo>
                    <a:pt x="169" y="423"/>
                  </a:lnTo>
                  <a:lnTo>
                    <a:pt x="169" y="421"/>
                  </a:lnTo>
                  <a:lnTo>
                    <a:pt x="169" y="421"/>
                  </a:lnTo>
                  <a:lnTo>
                    <a:pt x="157" y="419"/>
                  </a:lnTo>
                  <a:lnTo>
                    <a:pt x="149" y="419"/>
                  </a:lnTo>
                  <a:lnTo>
                    <a:pt x="148" y="419"/>
                  </a:lnTo>
                  <a:lnTo>
                    <a:pt x="148" y="419"/>
                  </a:lnTo>
                  <a:lnTo>
                    <a:pt x="148" y="408"/>
                  </a:lnTo>
                  <a:lnTo>
                    <a:pt x="148" y="408"/>
                  </a:lnTo>
                  <a:lnTo>
                    <a:pt x="142" y="408"/>
                  </a:lnTo>
                  <a:lnTo>
                    <a:pt x="138" y="408"/>
                  </a:lnTo>
                  <a:lnTo>
                    <a:pt x="138" y="408"/>
                  </a:lnTo>
                  <a:lnTo>
                    <a:pt x="133" y="399"/>
                  </a:lnTo>
                  <a:lnTo>
                    <a:pt x="131" y="388"/>
                  </a:lnTo>
                  <a:lnTo>
                    <a:pt x="131" y="377"/>
                  </a:lnTo>
                  <a:lnTo>
                    <a:pt x="131" y="365"/>
                  </a:lnTo>
                  <a:lnTo>
                    <a:pt x="131" y="365"/>
                  </a:lnTo>
                  <a:lnTo>
                    <a:pt x="117" y="359"/>
                  </a:lnTo>
                  <a:lnTo>
                    <a:pt x="100" y="355"/>
                  </a:lnTo>
                  <a:lnTo>
                    <a:pt x="104" y="348"/>
                  </a:lnTo>
                  <a:lnTo>
                    <a:pt x="104" y="348"/>
                  </a:lnTo>
                  <a:lnTo>
                    <a:pt x="98" y="348"/>
                  </a:lnTo>
                  <a:lnTo>
                    <a:pt x="93" y="348"/>
                  </a:lnTo>
                  <a:lnTo>
                    <a:pt x="93" y="348"/>
                  </a:lnTo>
                  <a:lnTo>
                    <a:pt x="93" y="341"/>
                  </a:lnTo>
                  <a:lnTo>
                    <a:pt x="91" y="335"/>
                  </a:lnTo>
                  <a:lnTo>
                    <a:pt x="91" y="335"/>
                  </a:lnTo>
                  <a:lnTo>
                    <a:pt x="82" y="321"/>
                  </a:lnTo>
                  <a:lnTo>
                    <a:pt x="100" y="334"/>
                  </a:lnTo>
                  <a:lnTo>
                    <a:pt x="100" y="334"/>
                  </a:lnTo>
                  <a:lnTo>
                    <a:pt x="104" y="334"/>
                  </a:lnTo>
                  <a:lnTo>
                    <a:pt x="104" y="332"/>
                  </a:lnTo>
                  <a:lnTo>
                    <a:pt x="104" y="330"/>
                  </a:lnTo>
                  <a:lnTo>
                    <a:pt x="106" y="330"/>
                  </a:lnTo>
                  <a:lnTo>
                    <a:pt x="106" y="330"/>
                  </a:lnTo>
                  <a:lnTo>
                    <a:pt x="109" y="334"/>
                  </a:lnTo>
                  <a:lnTo>
                    <a:pt x="111" y="337"/>
                  </a:lnTo>
                  <a:lnTo>
                    <a:pt x="115" y="343"/>
                  </a:lnTo>
                  <a:lnTo>
                    <a:pt x="115" y="343"/>
                  </a:lnTo>
                  <a:lnTo>
                    <a:pt x="118" y="339"/>
                  </a:lnTo>
                  <a:lnTo>
                    <a:pt x="120" y="335"/>
                  </a:lnTo>
                  <a:lnTo>
                    <a:pt x="122" y="335"/>
                  </a:lnTo>
                  <a:lnTo>
                    <a:pt x="122" y="335"/>
                  </a:lnTo>
                  <a:lnTo>
                    <a:pt x="122" y="343"/>
                  </a:lnTo>
                  <a:lnTo>
                    <a:pt x="122" y="343"/>
                  </a:lnTo>
                  <a:lnTo>
                    <a:pt x="155" y="354"/>
                  </a:lnTo>
                  <a:lnTo>
                    <a:pt x="173" y="357"/>
                  </a:lnTo>
                  <a:lnTo>
                    <a:pt x="182" y="357"/>
                  </a:lnTo>
                  <a:lnTo>
                    <a:pt x="189" y="357"/>
                  </a:lnTo>
                  <a:lnTo>
                    <a:pt x="189" y="357"/>
                  </a:lnTo>
                  <a:lnTo>
                    <a:pt x="197" y="354"/>
                  </a:lnTo>
                  <a:lnTo>
                    <a:pt x="204" y="348"/>
                  </a:lnTo>
                  <a:lnTo>
                    <a:pt x="204" y="348"/>
                  </a:lnTo>
                  <a:lnTo>
                    <a:pt x="211" y="343"/>
                  </a:lnTo>
                  <a:lnTo>
                    <a:pt x="217" y="335"/>
                  </a:lnTo>
                  <a:lnTo>
                    <a:pt x="220" y="330"/>
                  </a:lnTo>
                  <a:lnTo>
                    <a:pt x="220" y="324"/>
                  </a:lnTo>
                  <a:lnTo>
                    <a:pt x="220" y="319"/>
                  </a:lnTo>
                  <a:lnTo>
                    <a:pt x="219" y="313"/>
                  </a:lnTo>
                  <a:lnTo>
                    <a:pt x="213" y="313"/>
                  </a:lnTo>
                  <a:lnTo>
                    <a:pt x="213" y="308"/>
                  </a:lnTo>
                  <a:lnTo>
                    <a:pt x="213" y="308"/>
                  </a:lnTo>
                  <a:lnTo>
                    <a:pt x="204" y="306"/>
                  </a:lnTo>
                  <a:lnTo>
                    <a:pt x="197" y="301"/>
                  </a:lnTo>
                  <a:lnTo>
                    <a:pt x="197" y="297"/>
                  </a:lnTo>
                  <a:lnTo>
                    <a:pt x="197" y="297"/>
                  </a:lnTo>
                  <a:lnTo>
                    <a:pt x="195" y="295"/>
                  </a:lnTo>
                  <a:lnTo>
                    <a:pt x="193" y="297"/>
                  </a:lnTo>
                  <a:lnTo>
                    <a:pt x="189" y="297"/>
                  </a:lnTo>
                  <a:lnTo>
                    <a:pt x="189" y="292"/>
                  </a:lnTo>
                  <a:lnTo>
                    <a:pt x="189" y="292"/>
                  </a:lnTo>
                  <a:lnTo>
                    <a:pt x="169" y="281"/>
                  </a:lnTo>
                  <a:lnTo>
                    <a:pt x="159" y="275"/>
                  </a:lnTo>
                  <a:lnTo>
                    <a:pt x="149" y="272"/>
                  </a:lnTo>
                  <a:lnTo>
                    <a:pt x="149" y="272"/>
                  </a:lnTo>
                  <a:lnTo>
                    <a:pt x="146" y="272"/>
                  </a:lnTo>
                  <a:lnTo>
                    <a:pt x="142" y="272"/>
                  </a:lnTo>
                  <a:lnTo>
                    <a:pt x="138" y="272"/>
                  </a:lnTo>
                  <a:lnTo>
                    <a:pt x="138" y="272"/>
                  </a:lnTo>
                  <a:lnTo>
                    <a:pt x="135" y="268"/>
                  </a:lnTo>
                  <a:lnTo>
                    <a:pt x="133" y="264"/>
                  </a:lnTo>
                  <a:lnTo>
                    <a:pt x="133" y="264"/>
                  </a:lnTo>
                  <a:lnTo>
                    <a:pt x="128" y="264"/>
                  </a:lnTo>
                  <a:lnTo>
                    <a:pt x="122" y="264"/>
                  </a:lnTo>
                  <a:lnTo>
                    <a:pt x="120" y="261"/>
                  </a:lnTo>
                  <a:lnTo>
                    <a:pt x="120" y="261"/>
                  </a:lnTo>
                  <a:lnTo>
                    <a:pt x="111" y="257"/>
                  </a:lnTo>
                  <a:lnTo>
                    <a:pt x="100" y="255"/>
                  </a:lnTo>
                  <a:lnTo>
                    <a:pt x="84" y="255"/>
                  </a:lnTo>
                  <a:lnTo>
                    <a:pt x="84" y="250"/>
                  </a:lnTo>
                  <a:lnTo>
                    <a:pt x="84" y="250"/>
                  </a:lnTo>
                  <a:lnTo>
                    <a:pt x="91" y="248"/>
                  </a:lnTo>
                  <a:lnTo>
                    <a:pt x="93" y="248"/>
                  </a:lnTo>
                  <a:lnTo>
                    <a:pt x="91" y="246"/>
                  </a:lnTo>
                  <a:lnTo>
                    <a:pt x="82" y="242"/>
                  </a:lnTo>
                  <a:lnTo>
                    <a:pt x="82" y="242"/>
                  </a:lnTo>
                  <a:lnTo>
                    <a:pt x="78" y="242"/>
                  </a:lnTo>
                  <a:lnTo>
                    <a:pt x="78" y="242"/>
                  </a:lnTo>
                  <a:lnTo>
                    <a:pt x="75" y="244"/>
                  </a:lnTo>
                  <a:lnTo>
                    <a:pt x="71" y="244"/>
                  </a:lnTo>
                  <a:lnTo>
                    <a:pt x="64" y="241"/>
                  </a:lnTo>
                  <a:lnTo>
                    <a:pt x="64" y="241"/>
                  </a:lnTo>
                  <a:lnTo>
                    <a:pt x="62" y="244"/>
                  </a:lnTo>
                  <a:lnTo>
                    <a:pt x="58" y="248"/>
                  </a:lnTo>
                  <a:lnTo>
                    <a:pt x="58" y="248"/>
                  </a:lnTo>
                  <a:lnTo>
                    <a:pt x="56" y="250"/>
                  </a:lnTo>
                  <a:lnTo>
                    <a:pt x="55" y="252"/>
                  </a:lnTo>
                  <a:lnTo>
                    <a:pt x="51" y="252"/>
                  </a:lnTo>
                  <a:lnTo>
                    <a:pt x="51" y="252"/>
                  </a:lnTo>
                  <a:lnTo>
                    <a:pt x="51" y="253"/>
                  </a:lnTo>
                  <a:lnTo>
                    <a:pt x="51" y="255"/>
                  </a:lnTo>
                  <a:lnTo>
                    <a:pt x="51" y="255"/>
                  </a:lnTo>
                  <a:lnTo>
                    <a:pt x="51" y="262"/>
                  </a:lnTo>
                  <a:lnTo>
                    <a:pt x="49" y="268"/>
                  </a:lnTo>
                  <a:lnTo>
                    <a:pt x="49" y="268"/>
                  </a:lnTo>
                  <a:lnTo>
                    <a:pt x="47" y="270"/>
                  </a:lnTo>
                  <a:lnTo>
                    <a:pt x="46" y="268"/>
                  </a:lnTo>
                  <a:lnTo>
                    <a:pt x="46" y="266"/>
                  </a:lnTo>
                  <a:lnTo>
                    <a:pt x="46" y="262"/>
                  </a:lnTo>
                  <a:lnTo>
                    <a:pt x="38" y="270"/>
                  </a:lnTo>
                  <a:lnTo>
                    <a:pt x="38" y="270"/>
                  </a:lnTo>
                  <a:lnTo>
                    <a:pt x="38" y="277"/>
                  </a:lnTo>
                  <a:lnTo>
                    <a:pt x="38" y="284"/>
                  </a:lnTo>
                  <a:lnTo>
                    <a:pt x="38" y="288"/>
                  </a:lnTo>
                  <a:lnTo>
                    <a:pt x="38" y="288"/>
                  </a:lnTo>
                  <a:lnTo>
                    <a:pt x="40" y="290"/>
                  </a:lnTo>
                  <a:lnTo>
                    <a:pt x="42" y="292"/>
                  </a:lnTo>
                  <a:lnTo>
                    <a:pt x="44" y="290"/>
                  </a:lnTo>
                  <a:lnTo>
                    <a:pt x="44" y="290"/>
                  </a:lnTo>
                  <a:lnTo>
                    <a:pt x="47" y="295"/>
                  </a:lnTo>
                  <a:lnTo>
                    <a:pt x="47" y="299"/>
                  </a:lnTo>
                  <a:lnTo>
                    <a:pt x="47" y="303"/>
                  </a:lnTo>
                  <a:lnTo>
                    <a:pt x="47" y="303"/>
                  </a:lnTo>
                  <a:lnTo>
                    <a:pt x="42" y="310"/>
                  </a:lnTo>
                  <a:lnTo>
                    <a:pt x="40" y="315"/>
                  </a:lnTo>
                  <a:lnTo>
                    <a:pt x="38" y="319"/>
                  </a:lnTo>
                  <a:lnTo>
                    <a:pt x="38" y="319"/>
                  </a:lnTo>
                  <a:lnTo>
                    <a:pt x="44" y="335"/>
                  </a:lnTo>
                  <a:lnTo>
                    <a:pt x="47" y="350"/>
                  </a:lnTo>
                  <a:lnTo>
                    <a:pt x="47" y="350"/>
                  </a:lnTo>
                  <a:lnTo>
                    <a:pt x="49" y="354"/>
                  </a:lnTo>
                  <a:lnTo>
                    <a:pt x="49" y="359"/>
                  </a:lnTo>
                  <a:lnTo>
                    <a:pt x="49" y="359"/>
                  </a:lnTo>
                  <a:lnTo>
                    <a:pt x="49" y="361"/>
                  </a:lnTo>
                  <a:lnTo>
                    <a:pt x="49" y="365"/>
                  </a:lnTo>
                  <a:lnTo>
                    <a:pt x="51" y="366"/>
                  </a:lnTo>
                  <a:lnTo>
                    <a:pt x="51" y="368"/>
                  </a:lnTo>
                  <a:lnTo>
                    <a:pt x="51" y="368"/>
                  </a:lnTo>
                  <a:lnTo>
                    <a:pt x="47" y="374"/>
                  </a:lnTo>
                  <a:lnTo>
                    <a:pt x="49" y="377"/>
                  </a:lnTo>
                  <a:lnTo>
                    <a:pt x="49" y="377"/>
                  </a:lnTo>
                  <a:lnTo>
                    <a:pt x="51" y="385"/>
                  </a:lnTo>
                  <a:lnTo>
                    <a:pt x="51" y="388"/>
                  </a:lnTo>
                  <a:lnTo>
                    <a:pt x="51" y="388"/>
                  </a:lnTo>
                  <a:lnTo>
                    <a:pt x="51" y="390"/>
                  </a:lnTo>
                  <a:lnTo>
                    <a:pt x="55" y="397"/>
                  </a:lnTo>
                  <a:lnTo>
                    <a:pt x="55" y="397"/>
                  </a:lnTo>
                  <a:lnTo>
                    <a:pt x="60" y="399"/>
                  </a:lnTo>
                  <a:lnTo>
                    <a:pt x="60" y="405"/>
                  </a:lnTo>
                  <a:lnTo>
                    <a:pt x="60" y="405"/>
                  </a:lnTo>
                  <a:lnTo>
                    <a:pt x="62" y="408"/>
                  </a:lnTo>
                  <a:lnTo>
                    <a:pt x="62" y="410"/>
                  </a:lnTo>
                  <a:lnTo>
                    <a:pt x="64" y="414"/>
                  </a:lnTo>
                  <a:lnTo>
                    <a:pt x="62" y="416"/>
                  </a:lnTo>
                  <a:lnTo>
                    <a:pt x="62" y="416"/>
                  </a:lnTo>
                  <a:lnTo>
                    <a:pt x="60" y="421"/>
                  </a:lnTo>
                  <a:lnTo>
                    <a:pt x="58" y="426"/>
                  </a:lnTo>
                  <a:lnTo>
                    <a:pt x="58" y="426"/>
                  </a:lnTo>
                  <a:lnTo>
                    <a:pt x="58" y="432"/>
                  </a:lnTo>
                  <a:lnTo>
                    <a:pt x="58" y="434"/>
                  </a:lnTo>
                  <a:lnTo>
                    <a:pt x="60" y="437"/>
                  </a:lnTo>
                  <a:lnTo>
                    <a:pt x="60" y="437"/>
                  </a:lnTo>
                  <a:lnTo>
                    <a:pt x="64" y="439"/>
                  </a:lnTo>
                  <a:lnTo>
                    <a:pt x="67" y="439"/>
                  </a:lnTo>
                  <a:lnTo>
                    <a:pt x="69" y="439"/>
                  </a:lnTo>
                  <a:lnTo>
                    <a:pt x="71" y="443"/>
                  </a:lnTo>
                  <a:lnTo>
                    <a:pt x="71" y="443"/>
                  </a:lnTo>
                  <a:lnTo>
                    <a:pt x="73" y="448"/>
                  </a:lnTo>
                  <a:lnTo>
                    <a:pt x="75" y="454"/>
                  </a:lnTo>
                  <a:lnTo>
                    <a:pt x="75" y="454"/>
                  </a:lnTo>
                  <a:lnTo>
                    <a:pt x="66" y="461"/>
                  </a:lnTo>
                  <a:lnTo>
                    <a:pt x="46" y="474"/>
                  </a:lnTo>
                  <a:lnTo>
                    <a:pt x="18" y="490"/>
                  </a:lnTo>
                  <a:lnTo>
                    <a:pt x="5" y="501"/>
                  </a:lnTo>
                  <a:lnTo>
                    <a:pt x="9" y="501"/>
                  </a:lnTo>
                  <a:lnTo>
                    <a:pt x="9" y="501"/>
                  </a:lnTo>
                  <a:lnTo>
                    <a:pt x="20" y="497"/>
                  </a:lnTo>
                  <a:lnTo>
                    <a:pt x="20" y="497"/>
                  </a:lnTo>
                  <a:lnTo>
                    <a:pt x="20" y="499"/>
                  </a:lnTo>
                  <a:lnTo>
                    <a:pt x="20" y="501"/>
                  </a:lnTo>
                  <a:lnTo>
                    <a:pt x="18" y="505"/>
                  </a:lnTo>
                  <a:lnTo>
                    <a:pt x="18" y="505"/>
                  </a:lnTo>
                  <a:lnTo>
                    <a:pt x="25" y="510"/>
                  </a:lnTo>
                  <a:lnTo>
                    <a:pt x="33" y="518"/>
                  </a:lnTo>
                  <a:lnTo>
                    <a:pt x="33" y="518"/>
                  </a:lnTo>
                  <a:lnTo>
                    <a:pt x="36" y="516"/>
                  </a:lnTo>
                  <a:lnTo>
                    <a:pt x="40" y="514"/>
                  </a:lnTo>
                  <a:lnTo>
                    <a:pt x="46" y="514"/>
                  </a:lnTo>
                  <a:lnTo>
                    <a:pt x="46" y="514"/>
                  </a:lnTo>
                  <a:lnTo>
                    <a:pt x="49" y="521"/>
                  </a:lnTo>
                  <a:lnTo>
                    <a:pt x="49" y="521"/>
                  </a:lnTo>
                  <a:lnTo>
                    <a:pt x="53" y="521"/>
                  </a:lnTo>
                  <a:lnTo>
                    <a:pt x="56" y="521"/>
                  </a:lnTo>
                  <a:lnTo>
                    <a:pt x="56" y="521"/>
                  </a:lnTo>
                  <a:lnTo>
                    <a:pt x="38" y="525"/>
                  </a:lnTo>
                  <a:lnTo>
                    <a:pt x="38" y="525"/>
                  </a:lnTo>
                  <a:lnTo>
                    <a:pt x="35" y="528"/>
                  </a:lnTo>
                  <a:lnTo>
                    <a:pt x="35" y="528"/>
                  </a:lnTo>
                  <a:lnTo>
                    <a:pt x="29" y="528"/>
                  </a:lnTo>
                  <a:lnTo>
                    <a:pt x="25" y="528"/>
                  </a:lnTo>
                  <a:lnTo>
                    <a:pt x="18" y="527"/>
                  </a:lnTo>
                  <a:lnTo>
                    <a:pt x="18" y="527"/>
                  </a:lnTo>
                  <a:lnTo>
                    <a:pt x="16" y="534"/>
                  </a:lnTo>
                  <a:lnTo>
                    <a:pt x="16" y="534"/>
                  </a:lnTo>
                  <a:lnTo>
                    <a:pt x="18" y="536"/>
                  </a:lnTo>
                  <a:lnTo>
                    <a:pt x="20" y="541"/>
                  </a:lnTo>
                  <a:lnTo>
                    <a:pt x="20" y="541"/>
                  </a:lnTo>
                  <a:lnTo>
                    <a:pt x="18" y="545"/>
                  </a:lnTo>
                  <a:lnTo>
                    <a:pt x="16" y="547"/>
                  </a:lnTo>
                  <a:lnTo>
                    <a:pt x="13" y="550"/>
                  </a:lnTo>
                  <a:lnTo>
                    <a:pt x="13" y="550"/>
                  </a:lnTo>
                  <a:lnTo>
                    <a:pt x="15" y="565"/>
                  </a:lnTo>
                  <a:lnTo>
                    <a:pt x="15" y="565"/>
                  </a:lnTo>
                  <a:lnTo>
                    <a:pt x="13" y="569"/>
                  </a:lnTo>
                  <a:lnTo>
                    <a:pt x="11" y="572"/>
                  </a:lnTo>
                  <a:lnTo>
                    <a:pt x="9" y="570"/>
                  </a:lnTo>
                  <a:lnTo>
                    <a:pt x="9" y="570"/>
                  </a:lnTo>
                  <a:lnTo>
                    <a:pt x="7" y="574"/>
                  </a:lnTo>
                  <a:lnTo>
                    <a:pt x="4" y="576"/>
                  </a:lnTo>
                  <a:lnTo>
                    <a:pt x="4" y="576"/>
                  </a:lnTo>
                  <a:lnTo>
                    <a:pt x="2" y="578"/>
                  </a:lnTo>
                  <a:lnTo>
                    <a:pt x="0" y="581"/>
                  </a:lnTo>
                  <a:lnTo>
                    <a:pt x="0" y="585"/>
                  </a:lnTo>
                  <a:lnTo>
                    <a:pt x="0" y="585"/>
                  </a:lnTo>
                  <a:lnTo>
                    <a:pt x="0" y="587"/>
                  </a:lnTo>
                  <a:lnTo>
                    <a:pt x="2" y="592"/>
                  </a:lnTo>
                  <a:lnTo>
                    <a:pt x="2" y="592"/>
                  </a:lnTo>
                  <a:lnTo>
                    <a:pt x="4" y="592"/>
                  </a:lnTo>
                  <a:lnTo>
                    <a:pt x="7" y="592"/>
                  </a:lnTo>
                  <a:lnTo>
                    <a:pt x="11" y="592"/>
                  </a:lnTo>
                  <a:lnTo>
                    <a:pt x="11" y="592"/>
                  </a:lnTo>
                  <a:lnTo>
                    <a:pt x="13" y="605"/>
                  </a:lnTo>
                  <a:lnTo>
                    <a:pt x="13" y="605"/>
                  </a:lnTo>
                  <a:lnTo>
                    <a:pt x="13" y="605"/>
                  </a:lnTo>
                  <a:lnTo>
                    <a:pt x="15" y="607"/>
                  </a:lnTo>
                  <a:lnTo>
                    <a:pt x="16" y="607"/>
                  </a:lnTo>
                  <a:lnTo>
                    <a:pt x="18" y="609"/>
                  </a:lnTo>
                  <a:lnTo>
                    <a:pt x="18" y="609"/>
                  </a:lnTo>
                  <a:lnTo>
                    <a:pt x="24" y="616"/>
                  </a:lnTo>
                  <a:lnTo>
                    <a:pt x="25" y="621"/>
                  </a:lnTo>
                  <a:lnTo>
                    <a:pt x="25" y="621"/>
                  </a:lnTo>
                  <a:lnTo>
                    <a:pt x="25" y="621"/>
                  </a:lnTo>
                  <a:lnTo>
                    <a:pt x="25" y="621"/>
                  </a:lnTo>
                  <a:lnTo>
                    <a:pt x="27" y="625"/>
                  </a:lnTo>
                  <a:lnTo>
                    <a:pt x="27" y="627"/>
                  </a:lnTo>
                  <a:lnTo>
                    <a:pt x="29" y="627"/>
                  </a:lnTo>
                  <a:lnTo>
                    <a:pt x="29" y="627"/>
                  </a:lnTo>
                  <a:lnTo>
                    <a:pt x="29" y="627"/>
                  </a:lnTo>
                  <a:lnTo>
                    <a:pt x="35" y="625"/>
                  </a:lnTo>
                  <a:lnTo>
                    <a:pt x="36" y="625"/>
                  </a:lnTo>
                  <a:lnTo>
                    <a:pt x="36" y="625"/>
                  </a:lnTo>
                  <a:lnTo>
                    <a:pt x="44" y="627"/>
                  </a:lnTo>
                  <a:lnTo>
                    <a:pt x="44" y="627"/>
                  </a:lnTo>
                  <a:lnTo>
                    <a:pt x="49" y="629"/>
                  </a:lnTo>
                  <a:lnTo>
                    <a:pt x="53" y="630"/>
                  </a:lnTo>
                  <a:lnTo>
                    <a:pt x="53" y="632"/>
                  </a:lnTo>
                  <a:lnTo>
                    <a:pt x="53" y="632"/>
                  </a:lnTo>
                  <a:lnTo>
                    <a:pt x="55" y="636"/>
                  </a:lnTo>
                  <a:lnTo>
                    <a:pt x="56" y="636"/>
                  </a:lnTo>
                  <a:lnTo>
                    <a:pt x="58" y="638"/>
                  </a:lnTo>
                  <a:lnTo>
                    <a:pt x="58" y="641"/>
                  </a:lnTo>
                  <a:lnTo>
                    <a:pt x="58" y="641"/>
                  </a:lnTo>
                  <a:lnTo>
                    <a:pt x="60" y="645"/>
                  </a:lnTo>
                  <a:lnTo>
                    <a:pt x="60" y="647"/>
                  </a:lnTo>
                  <a:lnTo>
                    <a:pt x="62" y="651"/>
                  </a:lnTo>
                  <a:lnTo>
                    <a:pt x="64" y="654"/>
                  </a:lnTo>
                  <a:lnTo>
                    <a:pt x="64" y="654"/>
                  </a:lnTo>
                  <a:lnTo>
                    <a:pt x="62" y="661"/>
                  </a:lnTo>
                  <a:lnTo>
                    <a:pt x="64" y="665"/>
                  </a:lnTo>
                  <a:lnTo>
                    <a:pt x="66" y="667"/>
                  </a:lnTo>
                  <a:lnTo>
                    <a:pt x="66" y="667"/>
                  </a:lnTo>
                  <a:lnTo>
                    <a:pt x="71" y="671"/>
                  </a:lnTo>
                  <a:lnTo>
                    <a:pt x="73" y="672"/>
                  </a:lnTo>
                  <a:lnTo>
                    <a:pt x="75" y="676"/>
                  </a:lnTo>
                  <a:lnTo>
                    <a:pt x="75" y="676"/>
                  </a:lnTo>
                  <a:lnTo>
                    <a:pt x="78" y="683"/>
                  </a:lnTo>
                  <a:lnTo>
                    <a:pt x="77" y="687"/>
                  </a:lnTo>
                  <a:lnTo>
                    <a:pt x="75" y="689"/>
                  </a:lnTo>
                  <a:lnTo>
                    <a:pt x="75" y="689"/>
                  </a:lnTo>
                  <a:lnTo>
                    <a:pt x="71" y="689"/>
                  </a:lnTo>
                  <a:lnTo>
                    <a:pt x="69" y="687"/>
                  </a:lnTo>
                  <a:lnTo>
                    <a:pt x="67" y="687"/>
                  </a:lnTo>
                  <a:lnTo>
                    <a:pt x="64" y="689"/>
                  </a:lnTo>
                  <a:lnTo>
                    <a:pt x="64" y="689"/>
                  </a:lnTo>
                  <a:lnTo>
                    <a:pt x="64" y="692"/>
                  </a:lnTo>
                  <a:lnTo>
                    <a:pt x="67" y="694"/>
                  </a:lnTo>
                  <a:lnTo>
                    <a:pt x="69" y="696"/>
                  </a:lnTo>
                  <a:lnTo>
                    <a:pt x="71" y="698"/>
                  </a:lnTo>
                  <a:lnTo>
                    <a:pt x="71" y="718"/>
                  </a:lnTo>
                  <a:lnTo>
                    <a:pt x="71" y="718"/>
                  </a:lnTo>
                  <a:lnTo>
                    <a:pt x="73" y="722"/>
                  </a:lnTo>
                  <a:lnTo>
                    <a:pt x="77" y="722"/>
                  </a:lnTo>
                  <a:lnTo>
                    <a:pt x="80" y="720"/>
                  </a:lnTo>
                  <a:lnTo>
                    <a:pt x="80" y="720"/>
                  </a:lnTo>
                  <a:lnTo>
                    <a:pt x="82" y="716"/>
                  </a:lnTo>
                  <a:lnTo>
                    <a:pt x="84" y="716"/>
                  </a:lnTo>
                  <a:lnTo>
                    <a:pt x="87" y="720"/>
                  </a:lnTo>
                  <a:lnTo>
                    <a:pt x="87" y="720"/>
                  </a:lnTo>
                  <a:lnTo>
                    <a:pt x="89" y="720"/>
                  </a:lnTo>
                  <a:lnTo>
                    <a:pt x="93" y="720"/>
                  </a:lnTo>
                  <a:lnTo>
                    <a:pt x="95" y="720"/>
                  </a:lnTo>
                  <a:lnTo>
                    <a:pt x="95" y="722"/>
                  </a:lnTo>
                  <a:lnTo>
                    <a:pt x="95" y="722"/>
                  </a:lnTo>
                  <a:lnTo>
                    <a:pt x="97" y="727"/>
                  </a:lnTo>
                  <a:lnTo>
                    <a:pt x="97" y="729"/>
                  </a:lnTo>
                  <a:lnTo>
                    <a:pt x="97" y="729"/>
                  </a:lnTo>
                  <a:lnTo>
                    <a:pt x="98" y="732"/>
                  </a:lnTo>
                  <a:lnTo>
                    <a:pt x="98" y="736"/>
                  </a:lnTo>
                  <a:lnTo>
                    <a:pt x="100" y="738"/>
                  </a:lnTo>
                  <a:lnTo>
                    <a:pt x="100" y="738"/>
                  </a:lnTo>
                  <a:lnTo>
                    <a:pt x="102" y="738"/>
                  </a:lnTo>
                  <a:lnTo>
                    <a:pt x="102" y="740"/>
                  </a:lnTo>
                  <a:lnTo>
                    <a:pt x="104" y="743"/>
                  </a:lnTo>
                  <a:lnTo>
                    <a:pt x="106" y="743"/>
                  </a:lnTo>
                  <a:lnTo>
                    <a:pt x="106" y="743"/>
                  </a:lnTo>
                  <a:lnTo>
                    <a:pt x="111" y="743"/>
                  </a:lnTo>
                  <a:lnTo>
                    <a:pt x="117" y="743"/>
                  </a:lnTo>
                  <a:lnTo>
                    <a:pt x="117" y="743"/>
                  </a:lnTo>
                  <a:lnTo>
                    <a:pt x="122" y="747"/>
                  </a:lnTo>
                  <a:lnTo>
                    <a:pt x="128" y="747"/>
                  </a:lnTo>
                  <a:lnTo>
                    <a:pt x="128" y="747"/>
                  </a:lnTo>
                  <a:lnTo>
                    <a:pt x="129" y="747"/>
                  </a:lnTo>
                  <a:lnTo>
                    <a:pt x="129" y="749"/>
                  </a:lnTo>
                  <a:lnTo>
                    <a:pt x="131" y="751"/>
                  </a:lnTo>
                  <a:lnTo>
                    <a:pt x="133" y="753"/>
                  </a:lnTo>
                  <a:lnTo>
                    <a:pt x="133" y="753"/>
                  </a:lnTo>
                  <a:lnTo>
                    <a:pt x="137" y="754"/>
                  </a:lnTo>
                  <a:lnTo>
                    <a:pt x="138" y="756"/>
                  </a:lnTo>
                  <a:lnTo>
                    <a:pt x="138" y="756"/>
                  </a:lnTo>
                  <a:lnTo>
                    <a:pt x="142" y="758"/>
                  </a:lnTo>
                  <a:lnTo>
                    <a:pt x="142" y="762"/>
                  </a:lnTo>
                  <a:lnTo>
                    <a:pt x="144" y="767"/>
                  </a:lnTo>
                  <a:lnTo>
                    <a:pt x="144" y="767"/>
                  </a:lnTo>
                  <a:lnTo>
                    <a:pt x="153" y="763"/>
                  </a:lnTo>
                  <a:lnTo>
                    <a:pt x="153" y="763"/>
                  </a:lnTo>
                  <a:lnTo>
                    <a:pt x="159" y="762"/>
                  </a:lnTo>
                  <a:lnTo>
                    <a:pt x="159" y="762"/>
                  </a:lnTo>
                  <a:lnTo>
                    <a:pt x="162" y="762"/>
                  </a:lnTo>
                  <a:lnTo>
                    <a:pt x="166" y="762"/>
                  </a:lnTo>
                  <a:lnTo>
                    <a:pt x="168" y="763"/>
                  </a:lnTo>
                  <a:lnTo>
                    <a:pt x="168" y="763"/>
                  </a:lnTo>
                  <a:lnTo>
                    <a:pt x="168" y="765"/>
                  </a:lnTo>
                  <a:lnTo>
                    <a:pt x="171" y="767"/>
                  </a:lnTo>
                  <a:lnTo>
                    <a:pt x="171" y="767"/>
                  </a:lnTo>
                  <a:lnTo>
                    <a:pt x="173" y="767"/>
                  </a:lnTo>
                  <a:lnTo>
                    <a:pt x="175" y="769"/>
                  </a:lnTo>
                  <a:lnTo>
                    <a:pt x="179" y="771"/>
                  </a:lnTo>
                  <a:lnTo>
                    <a:pt x="179" y="771"/>
                  </a:lnTo>
                  <a:lnTo>
                    <a:pt x="184" y="773"/>
                  </a:lnTo>
                  <a:lnTo>
                    <a:pt x="188" y="776"/>
                  </a:lnTo>
                  <a:lnTo>
                    <a:pt x="188" y="776"/>
                  </a:lnTo>
                  <a:lnTo>
                    <a:pt x="191" y="778"/>
                  </a:lnTo>
                  <a:lnTo>
                    <a:pt x="189" y="782"/>
                  </a:lnTo>
                  <a:lnTo>
                    <a:pt x="189" y="784"/>
                  </a:lnTo>
                  <a:lnTo>
                    <a:pt x="189" y="785"/>
                  </a:lnTo>
                  <a:lnTo>
                    <a:pt x="189" y="785"/>
                  </a:lnTo>
                  <a:lnTo>
                    <a:pt x="193" y="787"/>
                  </a:lnTo>
                  <a:lnTo>
                    <a:pt x="191" y="789"/>
                  </a:lnTo>
                  <a:lnTo>
                    <a:pt x="191" y="789"/>
                  </a:lnTo>
                  <a:lnTo>
                    <a:pt x="188" y="794"/>
                  </a:lnTo>
                  <a:lnTo>
                    <a:pt x="188" y="794"/>
                  </a:lnTo>
                  <a:lnTo>
                    <a:pt x="188" y="796"/>
                  </a:lnTo>
                  <a:lnTo>
                    <a:pt x="188" y="796"/>
                  </a:lnTo>
                  <a:lnTo>
                    <a:pt x="191" y="798"/>
                  </a:lnTo>
                  <a:lnTo>
                    <a:pt x="191" y="802"/>
                  </a:lnTo>
                  <a:lnTo>
                    <a:pt x="191" y="805"/>
                  </a:lnTo>
                  <a:lnTo>
                    <a:pt x="193" y="807"/>
                  </a:lnTo>
                  <a:lnTo>
                    <a:pt x="193" y="807"/>
                  </a:lnTo>
                  <a:lnTo>
                    <a:pt x="193" y="809"/>
                  </a:lnTo>
                  <a:lnTo>
                    <a:pt x="193" y="811"/>
                  </a:lnTo>
                  <a:lnTo>
                    <a:pt x="191" y="811"/>
                  </a:lnTo>
                  <a:lnTo>
                    <a:pt x="191" y="814"/>
                  </a:lnTo>
                  <a:lnTo>
                    <a:pt x="191" y="814"/>
                  </a:lnTo>
                  <a:lnTo>
                    <a:pt x="191" y="818"/>
                  </a:lnTo>
                  <a:lnTo>
                    <a:pt x="193" y="822"/>
                  </a:lnTo>
                  <a:lnTo>
                    <a:pt x="195" y="825"/>
                  </a:lnTo>
                  <a:lnTo>
                    <a:pt x="195" y="829"/>
                  </a:lnTo>
                  <a:lnTo>
                    <a:pt x="195" y="829"/>
                  </a:lnTo>
                  <a:lnTo>
                    <a:pt x="193" y="831"/>
                  </a:lnTo>
                  <a:lnTo>
                    <a:pt x="189" y="833"/>
                  </a:lnTo>
                  <a:lnTo>
                    <a:pt x="182" y="831"/>
                  </a:lnTo>
                  <a:lnTo>
                    <a:pt x="177" y="838"/>
                  </a:lnTo>
                  <a:lnTo>
                    <a:pt x="175" y="849"/>
                  </a:lnTo>
                  <a:lnTo>
                    <a:pt x="177" y="847"/>
                  </a:lnTo>
                  <a:lnTo>
                    <a:pt x="177" y="847"/>
                  </a:lnTo>
                  <a:lnTo>
                    <a:pt x="193" y="844"/>
                  </a:lnTo>
                  <a:lnTo>
                    <a:pt x="193" y="849"/>
                  </a:lnTo>
                  <a:lnTo>
                    <a:pt x="193" y="849"/>
                  </a:lnTo>
                  <a:lnTo>
                    <a:pt x="177" y="856"/>
                  </a:lnTo>
                  <a:lnTo>
                    <a:pt x="177" y="856"/>
                  </a:lnTo>
                  <a:lnTo>
                    <a:pt x="177" y="864"/>
                  </a:lnTo>
                  <a:lnTo>
                    <a:pt x="177" y="864"/>
                  </a:lnTo>
                  <a:lnTo>
                    <a:pt x="171" y="864"/>
                  </a:lnTo>
                  <a:lnTo>
                    <a:pt x="164" y="864"/>
                  </a:lnTo>
                  <a:lnTo>
                    <a:pt x="164" y="869"/>
                  </a:lnTo>
                  <a:lnTo>
                    <a:pt x="164" y="869"/>
                  </a:lnTo>
                  <a:lnTo>
                    <a:pt x="175" y="871"/>
                  </a:lnTo>
                  <a:lnTo>
                    <a:pt x="175" y="871"/>
                  </a:lnTo>
                  <a:lnTo>
                    <a:pt x="173" y="873"/>
                  </a:lnTo>
                  <a:lnTo>
                    <a:pt x="171" y="876"/>
                  </a:lnTo>
                  <a:lnTo>
                    <a:pt x="171" y="878"/>
                  </a:lnTo>
                  <a:lnTo>
                    <a:pt x="168" y="878"/>
                  </a:lnTo>
                  <a:lnTo>
                    <a:pt x="168" y="878"/>
                  </a:lnTo>
                  <a:lnTo>
                    <a:pt x="166" y="882"/>
                  </a:lnTo>
                  <a:lnTo>
                    <a:pt x="168" y="886"/>
                  </a:lnTo>
                  <a:lnTo>
                    <a:pt x="168" y="886"/>
                  </a:lnTo>
                  <a:lnTo>
                    <a:pt x="148" y="889"/>
                  </a:lnTo>
                  <a:lnTo>
                    <a:pt x="148" y="889"/>
                  </a:lnTo>
                  <a:lnTo>
                    <a:pt x="153" y="891"/>
                  </a:lnTo>
                  <a:lnTo>
                    <a:pt x="162" y="893"/>
                  </a:lnTo>
                  <a:lnTo>
                    <a:pt x="162" y="893"/>
                  </a:lnTo>
                  <a:lnTo>
                    <a:pt x="162" y="898"/>
                  </a:lnTo>
                  <a:lnTo>
                    <a:pt x="162" y="902"/>
                  </a:lnTo>
                  <a:lnTo>
                    <a:pt x="164" y="904"/>
                  </a:lnTo>
                  <a:lnTo>
                    <a:pt x="164" y="904"/>
                  </a:lnTo>
                  <a:lnTo>
                    <a:pt x="168" y="904"/>
                  </a:lnTo>
                  <a:lnTo>
                    <a:pt x="171" y="904"/>
                  </a:lnTo>
                  <a:lnTo>
                    <a:pt x="171" y="907"/>
                  </a:lnTo>
                  <a:lnTo>
                    <a:pt x="171" y="907"/>
                  </a:lnTo>
                  <a:lnTo>
                    <a:pt x="173" y="909"/>
                  </a:lnTo>
                  <a:lnTo>
                    <a:pt x="175" y="909"/>
                  </a:lnTo>
                  <a:lnTo>
                    <a:pt x="179" y="911"/>
                  </a:lnTo>
                  <a:lnTo>
                    <a:pt x="179" y="911"/>
                  </a:lnTo>
                  <a:lnTo>
                    <a:pt x="182" y="915"/>
                  </a:lnTo>
                  <a:lnTo>
                    <a:pt x="186" y="920"/>
                  </a:lnTo>
                  <a:lnTo>
                    <a:pt x="189" y="926"/>
                  </a:lnTo>
                  <a:lnTo>
                    <a:pt x="193" y="929"/>
                  </a:lnTo>
                  <a:lnTo>
                    <a:pt x="193" y="929"/>
                  </a:lnTo>
                  <a:lnTo>
                    <a:pt x="202" y="935"/>
                  </a:lnTo>
                  <a:lnTo>
                    <a:pt x="202" y="935"/>
                  </a:lnTo>
                  <a:lnTo>
                    <a:pt x="204" y="929"/>
                  </a:lnTo>
                  <a:lnTo>
                    <a:pt x="206" y="924"/>
                  </a:lnTo>
                  <a:lnTo>
                    <a:pt x="208" y="922"/>
                  </a:lnTo>
                  <a:lnTo>
                    <a:pt x="208" y="922"/>
                  </a:lnTo>
                  <a:lnTo>
                    <a:pt x="213" y="918"/>
                  </a:lnTo>
                  <a:lnTo>
                    <a:pt x="217" y="918"/>
                  </a:lnTo>
                  <a:lnTo>
                    <a:pt x="219" y="920"/>
                  </a:lnTo>
                  <a:lnTo>
                    <a:pt x="219" y="920"/>
                  </a:lnTo>
                  <a:lnTo>
                    <a:pt x="220" y="922"/>
                  </a:lnTo>
                  <a:lnTo>
                    <a:pt x="222" y="922"/>
                  </a:lnTo>
                  <a:lnTo>
                    <a:pt x="230" y="924"/>
                  </a:lnTo>
                  <a:lnTo>
                    <a:pt x="230" y="924"/>
                  </a:lnTo>
                  <a:lnTo>
                    <a:pt x="237" y="926"/>
                  </a:lnTo>
                  <a:lnTo>
                    <a:pt x="242" y="924"/>
                  </a:lnTo>
                  <a:lnTo>
                    <a:pt x="242" y="924"/>
                  </a:lnTo>
                  <a:lnTo>
                    <a:pt x="246" y="926"/>
                  </a:lnTo>
                  <a:lnTo>
                    <a:pt x="250" y="929"/>
                  </a:lnTo>
                  <a:lnTo>
                    <a:pt x="250" y="929"/>
                  </a:lnTo>
                  <a:lnTo>
                    <a:pt x="257" y="935"/>
                  </a:lnTo>
                  <a:lnTo>
                    <a:pt x="259" y="938"/>
                  </a:lnTo>
                  <a:lnTo>
                    <a:pt x="262" y="938"/>
                  </a:lnTo>
                  <a:lnTo>
                    <a:pt x="262" y="938"/>
                  </a:lnTo>
                  <a:lnTo>
                    <a:pt x="270" y="937"/>
                  </a:lnTo>
                  <a:lnTo>
                    <a:pt x="273" y="937"/>
                  </a:lnTo>
                  <a:lnTo>
                    <a:pt x="275" y="937"/>
                  </a:lnTo>
                  <a:lnTo>
                    <a:pt x="275" y="937"/>
                  </a:lnTo>
                  <a:lnTo>
                    <a:pt x="277" y="938"/>
                  </a:lnTo>
                  <a:lnTo>
                    <a:pt x="279" y="938"/>
                  </a:lnTo>
                  <a:lnTo>
                    <a:pt x="282" y="935"/>
                  </a:lnTo>
                  <a:lnTo>
                    <a:pt x="282" y="935"/>
                  </a:lnTo>
                  <a:lnTo>
                    <a:pt x="286" y="935"/>
                  </a:lnTo>
                  <a:lnTo>
                    <a:pt x="290" y="937"/>
                  </a:lnTo>
                  <a:lnTo>
                    <a:pt x="290" y="937"/>
                  </a:lnTo>
                  <a:lnTo>
                    <a:pt x="293" y="940"/>
                  </a:lnTo>
                  <a:lnTo>
                    <a:pt x="295" y="944"/>
                  </a:lnTo>
                  <a:lnTo>
                    <a:pt x="295" y="944"/>
                  </a:lnTo>
                  <a:lnTo>
                    <a:pt x="299" y="946"/>
                  </a:lnTo>
                  <a:lnTo>
                    <a:pt x="302" y="947"/>
                  </a:lnTo>
                  <a:lnTo>
                    <a:pt x="302" y="947"/>
                  </a:lnTo>
                  <a:lnTo>
                    <a:pt x="304" y="949"/>
                  </a:lnTo>
                  <a:lnTo>
                    <a:pt x="302" y="951"/>
                  </a:lnTo>
                  <a:lnTo>
                    <a:pt x="302" y="953"/>
                  </a:lnTo>
                  <a:lnTo>
                    <a:pt x="304" y="955"/>
                  </a:lnTo>
                  <a:lnTo>
                    <a:pt x="304" y="955"/>
                  </a:lnTo>
                  <a:lnTo>
                    <a:pt x="308" y="955"/>
                  </a:lnTo>
                  <a:lnTo>
                    <a:pt x="310" y="955"/>
                  </a:lnTo>
                  <a:lnTo>
                    <a:pt x="313" y="957"/>
                  </a:lnTo>
                  <a:lnTo>
                    <a:pt x="313" y="957"/>
                  </a:lnTo>
                  <a:lnTo>
                    <a:pt x="317" y="962"/>
                  </a:lnTo>
                  <a:lnTo>
                    <a:pt x="317" y="962"/>
                  </a:lnTo>
                  <a:lnTo>
                    <a:pt x="324" y="969"/>
                  </a:lnTo>
                  <a:lnTo>
                    <a:pt x="324" y="969"/>
                  </a:lnTo>
                  <a:lnTo>
                    <a:pt x="328" y="973"/>
                  </a:lnTo>
                  <a:lnTo>
                    <a:pt x="330" y="973"/>
                  </a:lnTo>
                  <a:lnTo>
                    <a:pt x="332" y="977"/>
                  </a:lnTo>
                  <a:lnTo>
                    <a:pt x="332" y="977"/>
                  </a:lnTo>
                  <a:lnTo>
                    <a:pt x="333" y="980"/>
                  </a:lnTo>
                  <a:lnTo>
                    <a:pt x="337" y="982"/>
                  </a:lnTo>
                  <a:lnTo>
                    <a:pt x="337" y="982"/>
                  </a:lnTo>
                  <a:lnTo>
                    <a:pt x="341" y="980"/>
                  </a:lnTo>
                  <a:lnTo>
                    <a:pt x="343" y="977"/>
                  </a:lnTo>
                  <a:lnTo>
                    <a:pt x="346" y="971"/>
                  </a:lnTo>
                  <a:lnTo>
                    <a:pt x="346" y="971"/>
                  </a:lnTo>
                  <a:lnTo>
                    <a:pt x="341" y="968"/>
                  </a:lnTo>
                  <a:lnTo>
                    <a:pt x="335" y="962"/>
                  </a:lnTo>
                  <a:lnTo>
                    <a:pt x="335" y="962"/>
                  </a:lnTo>
                  <a:lnTo>
                    <a:pt x="335" y="957"/>
                  </a:lnTo>
                  <a:lnTo>
                    <a:pt x="333" y="951"/>
                  </a:lnTo>
                  <a:lnTo>
                    <a:pt x="333" y="951"/>
                  </a:lnTo>
                  <a:lnTo>
                    <a:pt x="330" y="949"/>
                  </a:lnTo>
                  <a:lnTo>
                    <a:pt x="326" y="947"/>
                  </a:lnTo>
                  <a:lnTo>
                    <a:pt x="326" y="947"/>
                  </a:lnTo>
                  <a:lnTo>
                    <a:pt x="324" y="942"/>
                  </a:lnTo>
                  <a:lnTo>
                    <a:pt x="324" y="937"/>
                  </a:lnTo>
                  <a:lnTo>
                    <a:pt x="326" y="927"/>
                  </a:lnTo>
                  <a:lnTo>
                    <a:pt x="321" y="927"/>
                  </a:lnTo>
                  <a:lnTo>
                    <a:pt x="321" y="927"/>
                  </a:lnTo>
                  <a:lnTo>
                    <a:pt x="321" y="926"/>
                  </a:lnTo>
                  <a:lnTo>
                    <a:pt x="321" y="924"/>
                  </a:lnTo>
                  <a:lnTo>
                    <a:pt x="323" y="920"/>
                  </a:lnTo>
                  <a:lnTo>
                    <a:pt x="324" y="916"/>
                  </a:lnTo>
                  <a:lnTo>
                    <a:pt x="324" y="915"/>
                  </a:lnTo>
                  <a:lnTo>
                    <a:pt x="324" y="913"/>
                  </a:lnTo>
                  <a:lnTo>
                    <a:pt x="324" y="913"/>
                  </a:lnTo>
                  <a:lnTo>
                    <a:pt x="321" y="911"/>
                  </a:lnTo>
                  <a:lnTo>
                    <a:pt x="317" y="913"/>
                  </a:lnTo>
                  <a:lnTo>
                    <a:pt x="313" y="913"/>
                  </a:lnTo>
                  <a:lnTo>
                    <a:pt x="308" y="913"/>
                  </a:lnTo>
                  <a:lnTo>
                    <a:pt x="308" y="913"/>
                  </a:lnTo>
                  <a:lnTo>
                    <a:pt x="321" y="869"/>
                  </a:lnTo>
                  <a:lnTo>
                    <a:pt x="326" y="869"/>
                  </a:lnTo>
                  <a:lnTo>
                    <a:pt x="328" y="864"/>
                  </a:lnTo>
                  <a:lnTo>
                    <a:pt x="328" y="864"/>
                  </a:lnTo>
                  <a:lnTo>
                    <a:pt x="330" y="865"/>
                  </a:lnTo>
                  <a:lnTo>
                    <a:pt x="332" y="867"/>
                  </a:lnTo>
                  <a:lnTo>
                    <a:pt x="335" y="871"/>
                  </a:lnTo>
                  <a:lnTo>
                    <a:pt x="335" y="871"/>
                  </a:lnTo>
                  <a:lnTo>
                    <a:pt x="333" y="871"/>
                  </a:lnTo>
                  <a:lnTo>
                    <a:pt x="333" y="873"/>
                  </a:lnTo>
                  <a:lnTo>
                    <a:pt x="335" y="873"/>
                  </a:lnTo>
                  <a:lnTo>
                    <a:pt x="335" y="873"/>
                  </a:lnTo>
                  <a:lnTo>
                    <a:pt x="341" y="869"/>
                  </a:lnTo>
                  <a:lnTo>
                    <a:pt x="341" y="867"/>
                  </a:lnTo>
                  <a:lnTo>
                    <a:pt x="341" y="865"/>
                  </a:lnTo>
                  <a:lnTo>
                    <a:pt x="343" y="864"/>
                  </a:lnTo>
                  <a:lnTo>
                    <a:pt x="343" y="858"/>
                  </a:lnTo>
                  <a:lnTo>
                    <a:pt x="343" y="858"/>
                  </a:lnTo>
                  <a:lnTo>
                    <a:pt x="341" y="855"/>
                  </a:lnTo>
                  <a:lnTo>
                    <a:pt x="339" y="851"/>
                  </a:lnTo>
                  <a:lnTo>
                    <a:pt x="339" y="849"/>
                  </a:lnTo>
                  <a:lnTo>
                    <a:pt x="339" y="849"/>
                  </a:lnTo>
                  <a:lnTo>
                    <a:pt x="341" y="847"/>
                  </a:lnTo>
                  <a:lnTo>
                    <a:pt x="341" y="844"/>
                  </a:lnTo>
                  <a:lnTo>
                    <a:pt x="339" y="842"/>
                  </a:lnTo>
                  <a:lnTo>
                    <a:pt x="333" y="825"/>
                  </a:lnTo>
                  <a:lnTo>
                    <a:pt x="333" y="825"/>
                  </a:lnTo>
                  <a:lnTo>
                    <a:pt x="330" y="827"/>
                  </a:lnTo>
                  <a:lnTo>
                    <a:pt x="326" y="829"/>
                  </a:lnTo>
                  <a:lnTo>
                    <a:pt x="324" y="827"/>
                  </a:lnTo>
                  <a:lnTo>
                    <a:pt x="324" y="827"/>
                  </a:lnTo>
                  <a:lnTo>
                    <a:pt x="324" y="820"/>
                  </a:lnTo>
                  <a:lnTo>
                    <a:pt x="324" y="816"/>
                  </a:lnTo>
                  <a:lnTo>
                    <a:pt x="323" y="814"/>
                  </a:lnTo>
                  <a:lnTo>
                    <a:pt x="323" y="814"/>
                  </a:lnTo>
                  <a:lnTo>
                    <a:pt x="317" y="811"/>
                  </a:lnTo>
                  <a:lnTo>
                    <a:pt x="315" y="809"/>
                  </a:lnTo>
                  <a:lnTo>
                    <a:pt x="317" y="805"/>
                  </a:lnTo>
                  <a:lnTo>
                    <a:pt x="317" y="805"/>
                  </a:lnTo>
                  <a:lnTo>
                    <a:pt x="323" y="794"/>
                  </a:lnTo>
                  <a:lnTo>
                    <a:pt x="323" y="794"/>
                  </a:lnTo>
                  <a:lnTo>
                    <a:pt x="326" y="794"/>
                  </a:lnTo>
                  <a:lnTo>
                    <a:pt x="326" y="793"/>
                  </a:lnTo>
                  <a:lnTo>
                    <a:pt x="326" y="789"/>
                  </a:lnTo>
                  <a:lnTo>
                    <a:pt x="326" y="789"/>
                  </a:lnTo>
                  <a:lnTo>
                    <a:pt x="324" y="785"/>
                  </a:lnTo>
                  <a:lnTo>
                    <a:pt x="321" y="785"/>
                  </a:lnTo>
                  <a:lnTo>
                    <a:pt x="321" y="785"/>
                  </a:lnTo>
                  <a:lnTo>
                    <a:pt x="324" y="780"/>
                  </a:lnTo>
                  <a:lnTo>
                    <a:pt x="328" y="776"/>
                  </a:lnTo>
                  <a:lnTo>
                    <a:pt x="326" y="771"/>
                  </a:lnTo>
                  <a:lnTo>
                    <a:pt x="326" y="771"/>
                  </a:lnTo>
                  <a:lnTo>
                    <a:pt x="326" y="769"/>
                  </a:lnTo>
                  <a:lnTo>
                    <a:pt x="330" y="769"/>
                  </a:lnTo>
                  <a:lnTo>
                    <a:pt x="332" y="767"/>
                  </a:lnTo>
                  <a:lnTo>
                    <a:pt x="333" y="765"/>
                  </a:lnTo>
                  <a:lnTo>
                    <a:pt x="333" y="765"/>
                  </a:lnTo>
                  <a:lnTo>
                    <a:pt x="337" y="760"/>
                  </a:lnTo>
                  <a:lnTo>
                    <a:pt x="341" y="760"/>
                  </a:lnTo>
                  <a:lnTo>
                    <a:pt x="343" y="760"/>
                  </a:lnTo>
                  <a:lnTo>
                    <a:pt x="343" y="760"/>
                  </a:lnTo>
                  <a:lnTo>
                    <a:pt x="346" y="773"/>
                  </a:lnTo>
                  <a:lnTo>
                    <a:pt x="357" y="765"/>
                  </a:lnTo>
                  <a:lnTo>
                    <a:pt x="357" y="765"/>
                  </a:lnTo>
                  <a:lnTo>
                    <a:pt x="353" y="763"/>
                  </a:lnTo>
                  <a:lnTo>
                    <a:pt x="352" y="760"/>
                  </a:lnTo>
                  <a:lnTo>
                    <a:pt x="350" y="758"/>
                  </a:lnTo>
                  <a:lnTo>
                    <a:pt x="350" y="758"/>
                  </a:lnTo>
                  <a:lnTo>
                    <a:pt x="352" y="751"/>
                  </a:lnTo>
                  <a:lnTo>
                    <a:pt x="353" y="747"/>
                  </a:lnTo>
                  <a:lnTo>
                    <a:pt x="355" y="745"/>
                  </a:lnTo>
                  <a:lnTo>
                    <a:pt x="355" y="745"/>
                  </a:lnTo>
                  <a:lnTo>
                    <a:pt x="357" y="745"/>
                  </a:lnTo>
                  <a:lnTo>
                    <a:pt x="359" y="742"/>
                  </a:lnTo>
                  <a:lnTo>
                    <a:pt x="361" y="740"/>
                  </a:lnTo>
                  <a:lnTo>
                    <a:pt x="363" y="740"/>
                  </a:lnTo>
                  <a:lnTo>
                    <a:pt x="363" y="740"/>
                  </a:lnTo>
                  <a:lnTo>
                    <a:pt x="370" y="742"/>
                  </a:lnTo>
                  <a:lnTo>
                    <a:pt x="374" y="740"/>
                  </a:lnTo>
                  <a:lnTo>
                    <a:pt x="374" y="740"/>
                  </a:lnTo>
                  <a:lnTo>
                    <a:pt x="379" y="734"/>
                  </a:lnTo>
                  <a:lnTo>
                    <a:pt x="386" y="727"/>
                  </a:lnTo>
                  <a:lnTo>
                    <a:pt x="386" y="727"/>
                  </a:lnTo>
                  <a:lnTo>
                    <a:pt x="386" y="725"/>
                  </a:lnTo>
                  <a:lnTo>
                    <a:pt x="386" y="723"/>
                  </a:lnTo>
                  <a:lnTo>
                    <a:pt x="383" y="723"/>
                  </a:lnTo>
                  <a:lnTo>
                    <a:pt x="397" y="720"/>
                  </a:lnTo>
                  <a:lnTo>
                    <a:pt x="397" y="723"/>
                  </a:lnTo>
                  <a:lnTo>
                    <a:pt x="406" y="723"/>
                  </a:lnTo>
                  <a:lnTo>
                    <a:pt x="406" y="723"/>
                  </a:lnTo>
                  <a:lnTo>
                    <a:pt x="405" y="722"/>
                  </a:lnTo>
                  <a:lnTo>
                    <a:pt x="405" y="720"/>
                  </a:lnTo>
                  <a:lnTo>
                    <a:pt x="406" y="720"/>
                  </a:lnTo>
                  <a:lnTo>
                    <a:pt x="406" y="720"/>
                  </a:lnTo>
                  <a:lnTo>
                    <a:pt x="410" y="722"/>
                  </a:lnTo>
                  <a:lnTo>
                    <a:pt x="414" y="723"/>
                  </a:lnTo>
                  <a:lnTo>
                    <a:pt x="414" y="723"/>
                  </a:lnTo>
                  <a:lnTo>
                    <a:pt x="415" y="729"/>
                  </a:lnTo>
                  <a:lnTo>
                    <a:pt x="415" y="732"/>
                  </a:lnTo>
                  <a:lnTo>
                    <a:pt x="415" y="732"/>
                  </a:lnTo>
                  <a:lnTo>
                    <a:pt x="419" y="732"/>
                  </a:lnTo>
                  <a:lnTo>
                    <a:pt x="425" y="734"/>
                  </a:lnTo>
                  <a:lnTo>
                    <a:pt x="425" y="734"/>
                  </a:lnTo>
                  <a:lnTo>
                    <a:pt x="430" y="736"/>
                  </a:lnTo>
                  <a:lnTo>
                    <a:pt x="434" y="740"/>
                  </a:lnTo>
                  <a:lnTo>
                    <a:pt x="434" y="740"/>
                  </a:lnTo>
                  <a:lnTo>
                    <a:pt x="435" y="745"/>
                  </a:lnTo>
                  <a:lnTo>
                    <a:pt x="439" y="747"/>
                  </a:lnTo>
                  <a:lnTo>
                    <a:pt x="439" y="747"/>
                  </a:lnTo>
                  <a:lnTo>
                    <a:pt x="445" y="747"/>
                  </a:lnTo>
                  <a:lnTo>
                    <a:pt x="446" y="747"/>
                  </a:lnTo>
                  <a:lnTo>
                    <a:pt x="448" y="749"/>
                  </a:lnTo>
                  <a:lnTo>
                    <a:pt x="448" y="749"/>
                  </a:lnTo>
                  <a:lnTo>
                    <a:pt x="450" y="753"/>
                  </a:lnTo>
                  <a:lnTo>
                    <a:pt x="448" y="754"/>
                  </a:lnTo>
                  <a:lnTo>
                    <a:pt x="446" y="758"/>
                  </a:lnTo>
                  <a:lnTo>
                    <a:pt x="454" y="760"/>
                  </a:lnTo>
                  <a:lnTo>
                    <a:pt x="454" y="760"/>
                  </a:lnTo>
                  <a:lnTo>
                    <a:pt x="454" y="754"/>
                  </a:lnTo>
                  <a:lnTo>
                    <a:pt x="454" y="753"/>
                  </a:lnTo>
                  <a:lnTo>
                    <a:pt x="456" y="751"/>
                  </a:lnTo>
                  <a:lnTo>
                    <a:pt x="456" y="751"/>
                  </a:lnTo>
                  <a:lnTo>
                    <a:pt x="457" y="749"/>
                  </a:lnTo>
                  <a:lnTo>
                    <a:pt x="459" y="747"/>
                  </a:lnTo>
                  <a:lnTo>
                    <a:pt x="459" y="747"/>
                  </a:lnTo>
                  <a:lnTo>
                    <a:pt x="463" y="749"/>
                  </a:lnTo>
                  <a:lnTo>
                    <a:pt x="463" y="749"/>
                  </a:lnTo>
                  <a:lnTo>
                    <a:pt x="472" y="753"/>
                  </a:lnTo>
                  <a:lnTo>
                    <a:pt x="476" y="753"/>
                  </a:lnTo>
                  <a:lnTo>
                    <a:pt x="477" y="753"/>
                  </a:lnTo>
                  <a:lnTo>
                    <a:pt x="477" y="753"/>
                  </a:lnTo>
                  <a:lnTo>
                    <a:pt x="483" y="747"/>
                  </a:lnTo>
                  <a:lnTo>
                    <a:pt x="490" y="745"/>
                  </a:lnTo>
                  <a:lnTo>
                    <a:pt x="490" y="745"/>
                  </a:lnTo>
                  <a:lnTo>
                    <a:pt x="494" y="745"/>
                  </a:lnTo>
                  <a:lnTo>
                    <a:pt x="496" y="747"/>
                  </a:lnTo>
                  <a:lnTo>
                    <a:pt x="497" y="749"/>
                  </a:lnTo>
                  <a:lnTo>
                    <a:pt x="499" y="749"/>
                  </a:lnTo>
                  <a:lnTo>
                    <a:pt x="499" y="749"/>
                  </a:lnTo>
                  <a:lnTo>
                    <a:pt x="503" y="747"/>
                  </a:lnTo>
                  <a:lnTo>
                    <a:pt x="505" y="745"/>
                  </a:lnTo>
                  <a:lnTo>
                    <a:pt x="507" y="747"/>
                  </a:lnTo>
                  <a:lnTo>
                    <a:pt x="507" y="747"/>
                  </a:lnTo>
                  <a:lnTo>
                    <a:pt x="508" y="751"/>
                  </a:lnTo>
                  <a:lnTo>
                    <a:pt x="512" y="754"/>
                  </a:lnTo>
                  <a:lnTo>
                    <a:pt x="514" y="760"/>
                  </a:lnTo>
                  <a:lnTo>
                    <a:pt x="525" y="762"/>
                  </a:lnTo>
                  <a:lnTo>
                    <a:pt x="530" y="762"/>
                  </a:lnTo>
                  <a:lnTo>
                    <a:pt x="530" y="762"/>
                  </a:lnTo>
                  <a:lnTo>
                    <a:pt x="534" y="760"/>
                  </a:lnTo>
                  <a:lnTo>
                    <a:pt x="538" y="756"/>
                  </a:lnTo>
                  <a:lnTo>
                    <a:pt x="538" y="753"/>
                  </a:lnTo>
                  <a:lnTo>
                    <a:pt x="538" y="753"/>
                  </a:lnTo>
                  <a:lnTo>
                    <a:pt x="534" y="749"/>
                  </a:lnTo>
                  <a:lnTo>
                    <a:pt x="532" y="747"/>
                  </a:lnTo>
                  <a:lnTo>
                    <a:pt x="528" y="745"/>
                  </a:lnTo>
                  <a:lnTo>
                    <a:pt x="523" y="740"/>
                  </a:lnTo>
                  <a:lnTo>
                    <a:pt x="528" y="729"/>
                  </a:lnTo>
                  <a:lnTo>
                    <a:pt x="527" y="725"/>
                  </a:lnTo>
                  <a:lnTo>
                    <a:pt x="521" y="714"/>
                  </a:lnTo>
                  <a:lnTo>
                    <a:pt x="521" y="707"/>
                  </a:lnTo>
                  <a:lnTo>
                    <a:pt x="523" y="700"/>
                  </a:lnTo>
                  <a:lnTo>
                    <a:pt x="523" y="691"/>
                  </a:lnTo>
                  <a:lnTo>
                    <a:pt x="530" y="683"/>
                  </a:lnTo>
                  <a:lnTo>
                    <a:pt x="530" y="676"/>
                  </a:lnTo>
                  <a:lnTo>
                    <a:pt x="530" y="671"/>
                  </a:lnTo>
                  <a:lnTo>
                    <a:pt x="536" y="665"/>
                  </a:lnTo>
                  <a:lnTo>
                    <a:pt x="545" y="671"/>
                  </a:lnTo>
                  <a:lnTo>
                    <a:pt x="554" y="671"/>
                  </a:lnTo>
                  <a:lnTo>
                    <a:pt x="561" y="674"/>
                  </a:lnTo>
                  <a:lnTo>
                    <a:pt x="576" y="672"/>
                  </a:lnTo>
                  <a:lnTo>
                    <a:pt x="587" y="669"/>
                  </a:lnTo>
                  <a:lnTo>
                    <a:pt x="603" y="669"/>
                  </a:lnTo>
                  <a:lnTo>
                    <a:pt x="618" y="665"/>
                  </a:lnTo>
                  <a:lnTo>
                    <a:pt x="623" y="665"/>
                  </a:lnTo>
                  <a:lnTo>
                    <a:pt x="640" y="656"/>
                  </a:lnTo>
                  <a:lnTo>
                    <a:pt x="649" y="652"/>
                  </a:lnTo>
                  <a:lnTo>
                    <a:pt x="656" y="651"/>
                  </a:lnTo>
                  <a:lnTo>
                    <a:pt x="660" y="656"/>
                  </a:lnTo>
                  <a:lnTo>
                    <a:pt x="667" y="658"/>
                  </a:lnTo>
                  <a:lnTo>
                    <a:pt x="667" y="661"/>
                  </a:lnTo>
                  <a:lnTo>
                    <a:pt x="665" y="671"/>
                  </a:lnTo>
                  <a:lnTo>
                    <a:pt x="669" y="671"/>
                  </a:lnTo>
                  <a:lnTo>
                    <a:pt x="676" y="680"/>
                  </a:lnTo>
                  <a:lnTo>
                    <a:pt x="681" y="676"/>
                  </a:lnTo>
                  <a:lnTo>
                    <a:pt x="689" y="669"/>
                  </a:lnTo>
                  <a:lnTo>
                    <a:pt x="700" y="674"/>
                  </a:lnTo>
                  <a:lnTo>
                    <a:pt x="702" y="678"/>
                  </a:lnTo>
                  <a:lnTo>
                    <a:pt x="709" y="674"/>
                  </a:lnTo>
                  <a:lnTo>
                    <a:pt x="709" y="674"/>
                  </a:lnTo>
                  <a:lnTo>
                    <a:pt x="711" y="674"/>
                  </a:lnTo>
                  <a:lnTo>
                    <a:pt x="712" y="674"/>
                  </a:lnTo>
                  <a:lnTo>
                    <a:pt x="712" y="678"/>
                  </a:lnTo>
                  <a:lnTo>
                    <a:pt x="712" y="678"/>
                  </a:lnTo>
                  <a:lnTo>
                    <a:pt x="714" y="681"/>
                  </a:lnTo>
                  <a:lnTo>
                    <a:pt x="712" y="683"/>
                  </a:lnTo>
                  <a:lnTo>
                    <a:pt x="727" y="685"/>
                  </a:lnTo>
                  <a:lnTo>
                    <a:pt x="740" y="678"/>
                  </a:lnTo>
                  <a:lnTo>
                    <a:pt x="756" y="672"/>
                  </a:lnTo>
                  <a:lnTo>
                    <a:pt x="769" y="667"/>
                  </a:lnTo>
                  <a:lnTo>
                    <a:pt x="782" y="663"/>
                  </a:lnTo>
                  <a:lnTo>
                    <a:pt x="784" y="667"/>
                  </a:lnTo>
                  <a:lnTo>
                    <a:pt x="784" y="676"/>
                  </a:lnTo>
                  <a:lnTo>
                    <a:pt x="793" y="694"/>
                  </a:lnTo>
                  <a:lnTo>
                    <a:pt x="805" y="720"/>
                  </a:lnTo>
                  <a:lnTo>
                    <a:pt x="815" y="738"/>
                  </a:lnTo>
                  <a:lnTo>
                    <a:pt x="815" y="738"/>
                  </a:lnTo>
                  <a:lnTo>
                    <a:pt x="818" y="743"/>
                  </a:lnTo>
                  <a:lnTo>
                    <a:pt x="822" y="747"/>
                  </a:lnTo>
                  <a:lnTo>
                    <a:pt x="825" y="749"/>
                  </a:lnTo>
                  <a:lnTo>
                    <a:pt x="825" y="749"/>
                  </a:lnTo>
                  <a:lnTo>
                    <a:pt x="835" y="749"/>
                  </a:lnTo>
                  <a:lnTo>
                    <a:pt x="840" y="747"/>
                  </a:lnTo>
                  <a:lnTo>
                    <a:pt x="856" y="747"/>
                  </a:lnTo>
                  <a:lnTo>
                    <a:pt x="856" y="747"/>
                  </a:lnTo>
                  <a:lnTo>
                    <a:pt x="862" y="749"/>
                  </a:lnTo>
                  <a:lnTo>
                    <a:pt x="866" y="753"/>
                  </a:lnTo>
                  <a:lnTo>
                    <a:pt x="871" y="760"/>
                  </a:lnTo>
                  <a:lnTo>
                    <a:pt x="875" y="769"/>
                  </a:lnTo>
                  <a:lnTo>
                    <a:pt x="878" y="780"/>
                  </a:lnTo>
                  <a:lnTo>
                    <a:pt x="882" y="785"/>
                  </a:lnTo>
                  <a:lnTo>
                    <a:pt x="891" y="791"/>
                  </a:lnTo>
                  <a:lnTo>
                    <a:pt x="902" y="789"/>
                  </a:lnTo>
                  <a:lnTo>
                    <a:pt x="920" y="780"/>
                  </a:lnTo>
                  <a:lnTo>
                    <a:pt x="933" y="776"/>
                  </a:lnTo>
                  <a:lnTo>
                    <a:pt x="940" y="778"/>
                  </a:lnTo>
                  <a:lnTo>
                    <a:pt x="944" y="785"/>
                  </a:lnTo>
                  <a:lnTo>
                    <a:pt x="949" y="791"/>
                  </a:lnTo>
                  <a:lnTo>
                    <a:pt x="955" y="794"/>
                  </a:lnTo>
                  <a:lnTo>
                    <a:pt x="966" y="798"/>
                  </a:lnTo>
                  <a:lnTo>
                    <a:pt x="971" y="794"/>
                  </a:lnTo>
                  <a:lnTo>
                    <a:pt x="980" y="791"/>
                  </a:lnTo>
                  <a:lnTo>
                    <a:pt x="986" y="789"/>
                  </a:lnTo>
                  <a:lnTo>
                    <a:pt x="989" y="784"/>
                  </a:lnTo>
                  <a:lnTo>
                    <a:pt x="989" y="778"/>
                  </a:lnTo>
                  <a:lnTo>
                    <a:pt x="993" y="774"/>
                  </a:lnTo>
                  <a:lnTo>
                    <a:pt x="1000" y="769"/>
                  </a:lnTo>
                  <a:lnTo>
                    <a:pt x="1008" y="765"/>
                  </a:lnTo>
                  <a:lnTo>
                    <a:pt x="1019" y="762"/>
                  </a:lnTo>
                  <a:lnTo>
                    <a:pt x="1024" y="758"/>
                  </a:lnTo>
                  <a:lnTo>
                    <a:pt x="1033" y="756"/>
                  </a:lnTo>
                  <a:lnTo>
                    <a:pt x="1042" y="758"/>
                  </a:lnTo>
                  <a:lnTo>
                    <a:pt x="1048" y="763"/>
                  </a:lnTo>
                  <a:lnTo>
                    <a:pt x="1055" y="760"/>
                  </a:lnTo>
                  <a:lnTo>
                    <a:pt x="1068" y="765"/>
                  </a:lnTo>
                  <a:lnTo>
                    <a:pt x="1077" y="771"/>
                  </a:lnTo>
                  <a:lnTo>
                    <a:pt x="1086" y="773"/>
                  </a:lnTo>
                  <a:lnTo>
                    <a:pt x="1097" y="773"/>
                  </a:lnTo>
                  <a:lnTo>
                    <a:pt x="1112" y="771"/>
                  </a:lnTo>
                  <a:lnTo>
                    <a:pt x="1126" y="773"/>
                  </a:lnTo>
                  <a:lnTo>
                    <a:pt x="1128" y="767"/>
                  </a:lnTo>
                  <a:lnTo>
                    <a:pt x="1126" y="756"/>
                  </a:lnTo>
                  <a:lnTo>
                    <a:pt x="1122" y="751"/>
                  </a:lnTo>
                  <a:lnTo>
                    <a:pt x="1115" y="745"/>
                  </a:lnTo>
                  <a:lnTo>
                    <a:pt x="1117" y="738"/>
                  </a:lnTo>
                  <a:lnTo>
                    <a:pt x="1121" y="732"/>
                  </a:lnTo>
                  <a:lnTo>
                    <a:pt x="1124" y="725"/>
                  </a:lnTo>
                  <a:lnTo>
                    <a:pt x="1261" y="168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36" name="Freeform 118">
              <a:extLst>
                <a:ext uri="{FF2B5EF4-FFF2-40B4-BE49-F238E27FC236}">
                  <a16:creationId xmlns:a16="http://schemas.microsoft.com/office/drawing/2014/main" id="{37DC5DB1-460B-4214-AF36-075C3FEB9DA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00827" y="1349829"/>
              <a:ext cx="2040615" cy="1456310"/>
            </a:xfrm>
            <a:custGeom>
              <a:avLst/>
              <a:gdLst>
                <a:gd name="T0" fmla="*/ 1374 w 1376"/>
                <a:gd name="T1" fmla="*/ 88 h 982"/>
                <a:gd name="T2" fmla="*/ 1348 w 1376"/>
                <a:gd name="T3" fmla="*/ 42 h 982"/>
                <a:gd name="T4" fmla="*/ 1259 w 1376"/>
                <a:gd name="T5" fmla="*/ 24 h 982"/>
                <a:gd name="T6" fmla="*/ 1183 w 1376"/>
                <a:gd name="T7" fmla="*/ 44 h 982"/>
                <a:gd name="T8" fmla="*/ 1099 w 1376"/>
                <a:gd name="T9" fmla="*/ 64 h 982"/>
                <a:gd name="T10" fmla="*/ 1061 w 1376"/>
                <a:gd name="T11" fmla="*/ 51 h 982"/>
                <a:gd name="T12" fmla="*/ 964 w 1376"/>
                <a:gd name="T13" fmla="*/ 84 h 982"/>
                <a:gd name="T14" fmla="*/ 949 w 1376"/>
                <a:gd name="T15" fmla="*/ 122 h 982"/>
                <a:gd name="T16" fmla="*/ 884 w 1376"/>
                <a:gd name="T17" fmla="*/ 177 h 982"/>
                <a:gd name="T18" fmla="*/ 909 w 1376"/>
                <a:gd name="T19" fmla="*/ 252 h 982"/>
                <a:gd name="T20" fmla="*/ 871 w 1376"/>
                <a:gd name="T21" fmla="*/ 246 h 982"/>
                <a:gd name="T22" fmla="*/ 809 w 1376"/>
                <a:gd name="T23" fmla="*/ 182 h 982"/>
                <a:gd name="T24" fmla="*/ 809 w 1376"/>
                <a:gd name="T25" fmla="*/ 217 h 982"/>
                <a:gd name="T26" fmla="*/ 754 w 1376"/>
                <a:gd name="T27" fmla="*/ 157 h 982"/>
                <a:gd name="T28" fmla="*/ 745 w 1376"/>
                <a:gd name="T29" fmla="*/ 261 h 982"/>
                <a:gd name="T30" fmla="*/ 807 w 1376"/>
                <a:gd name="T31" fmla="*/ 313 h 982"/>
                <a:gd name="T32" fmla="*/ 791 w 1376"/>
                <a:gd name="T33" fmla="*/ 272 h 982"/>
                <a:gd name="T34" fmla="*/ 727 w 1376"/>
                <a:gd name="T35" fmla="*/ 354 h 982"/>
                <a:gd name="T36" fmla="*/ 712 w 1376"/>
                <a:gd name="T37" fmla="*/ 334 h 982"/>
                <a:gd name="T38" fmla="*/ 729 w 1376"/>
                <a:gd name="T39" fmla="*/ 235 h 982"/>
                <a:gd name="T40" fmla="*/ 685 w 1376"/>
                <a:gd name="T41" fmla="*/ 150 h 982"/>
                <a:gd name="T42" fmla="*/ 634 w 1376"/>
                <a:gd name="T43" fmla="*/ 248 h 982"/>
                <a:gd name="T44" fmla="*/ 607 w 1376"/>
                <a:gd name="T45" fmla="*/ 270 h 982"/>
                <a:gd name="T46" fmla="*/ 534 w 1376"/>
                <a:gd name="T47" fmla="*/ 262 h 982"/>
                <a:gd name="T48" fmla="*/ 487 w 1376"/>
                <a:gd name="T49" fmla="*/ 284 h 982"/>
                <a:gd name="T50" fmla="*/ 434 w 1376"/>
                <a:gd name="T51" fmla="*/ 299 h 982"/>
                <a:gd name="T52" fmla="*/ 401 w 1376"/>
                <a:gd name="T53" fmla="*/ 286 h 982"/>
                <a:gd name="T54" fmla="*/ 326 w 1376"/>
                <a:gd name="T55" fmla="*/ 341 h 982"/>
                <a:gd name="T56" fmla="*/ 299 w 1376"/>
                <a:gd name="T57" fmla="*/ 292 h 982"/>
                <a:gd name="T58" fmla="*/ 266 w 1376"/>
                <a:gd name="T59" fmla="*/ 341 h 982"/>
                <a:gd name="T60" fmla="*/ 206 w 1376"/>
                <a:gd name="T61" fmla="*/ 383 h 982"/>
                <a:gd name="T62" fmla="*/ 177 w 1376"/>
                <a:gd name="T63" fmla="*/ 421 h 982"/>
                <a:gd name="T64" fmla="*/ 98 w 1376"/>
                <a:gd name="T65" fmla="*/ 348 h 982"/>
                <a:gd name="T66" fmla="*/ 173 w 1376"/>
                <a:gd name="T67" fmla="*/ 357 h 982"/>
                <a:gd name="T68" fmla="*/ 169 w 1376"/>
                <a:gd name="T69" fmla="*/ 281 h 982"/>
                <a:gd name="T70" fmla="*/ 78 w 1376"/>
                <a:gd name="T71" fmla="*/ 242 h 982"/>
                <a:gd name="T72" fmla="*/ 38 w 1376"/>
                <a:gd name="T73" fmla="*/ 277 h 982"/>
                <a:gd name="T74" fmla="*/ 51 w 1376"/>
                <a:gd name="T75" fmla="*/ 368 h 982"/>
                <a:gd name="T76" fmla="*/ 60 w 1376"/>
                <a:gd name="T77" fmla="*/ 437 h 982"/>
                <a:gd name="T78" fmla="*/ 40 w 1376"/>
                <a:gd name="T79" fmla="*/ 514 h 982"/>
                <a:gd name="T80" fmla="*/ 15 w 1376"/>
                <a:gd name="T81" fmla="*/ 565 h 982"/>
                <a:gd name="T82" fmla="*/ 18 w 1376"/>
                <a:gd name="T83" fmla="*/ 609 h 982"/>
                <a:gd name="T84" fmla="*/ 58 w 1376"/>
                <a:gd name="T85" fmla="*/ 641 h 982"/>
                <a:gd name="T86" fmla="*/ 69 w 1376"/>
                <a:gd name="T87" fmla="*/ 696 h 982"/>
                <a:gd name="T88" fmla="*/ 102 w 1376"/>
                <a:gd name="T89" fmla="*/ 740 h 982"/>
                <a:gd name="T90" fmla="*/ 159 w 1376"/>
                <a:gd name="T91" fmla="*/ 762 h 982"/>
                <a:gd name="T92" fmla="*/ 188 w 1376"/>
                <a:gd name="T93" fmla="*/ 796 h 982"/>
                <a:gd name="T94" fmla="*/ 193 w 1376"/>
                <a:gd name="T95" fmla="*/ 849 h 982"/>
                <a:gd name="T96" fmla="*/ 162 w 1376"/>
                <a:gd name="T97" fmla="*/ 898 h 982"/>
                <a:gd name="T98" fmla="*/ 219 w 1376"/>
                <a:gd name="T99" fmla="*/ 920 h 982"/>
                <a:gd name="T100" fmla="*/ 290 w 1376"/>
                <a:gd name="T101" fmla="*/ 937 h 982"/>
                <a:gd name="T102" fmla="*/ 333 w 1376"/>
                <a:gd name="T103" fmla="*/ 980 h 982"/>
                <a:gd name="T104" fmla="*/ 324 w 1376"/>
                <a:gd name="T105" fmla="*/ 915 h 982"/>
                <a:gd name="T106" fmla="*/ 343 w 1376"/>
                <a:gd name="T107" fmla="*/ 858 h 982"/>
                <a:gd name="T108" fmla="*/ 326 w 1376"/>
                <a:gd name="T109" fmla="*/ 793 h 982"/>
                <a:gd name="T110" fmla="*/ 350 w 1376"/>
                <a:gd name="T111" fmla="*/ 758 h 982"/>
                <a:gd name="T112" fmla="*/ 406 w 1376"/>
                <a:gd name="T113" fmla="*/ 720 h 982"/>
                <a:gd name="T114" fmla="*/ 454 w 1376"/>
                <a:gd name="T115" fmla="*/ 760 h 982"/>
                <a:gd name="T116" fmla="*/ 507 w 1376"/>
                <a:gd name="T117" fmla="*/ 747 h 982"/>
                <a:gd name="T118" fmla="*/ 545 w 1376"/>
                <a:gd name="T119" fmla="*/ 671 h 982"/>
                <a:gd name="T120" fmla="*/ 712 w 1376"/>
                <a:gd name="T121" fmla="*/ 678 h 982"/>
                <a:gd name="T122" fmla="*/ 871 w 1376"/>
                <a:gd name="T123" fmla="*/ 760 h 982"/>
                <a:gd name="T124" fmla="*/ 1048 w 1376"/>
                <a:gd name="T125" fmla="*/ 763 h 9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376" h="982">
                  <a:moveTo>
                    <a:pt x="1261" y="168"/>
                  </a:moveTo>
                  <a:lnTo>
                    <a:pt x="1261" y="168"/>
                  </a:lnTo>
                  <a:lnTo>
                    <a:pt x="1230" y="170"/>
                  </a:lnTo>
                  <a:lnTo>
                    <a:pt x="1230" y="170"/>
                  </a:lnTo>
                  <a:lnTo>
                    <a:pt x="1245" y="166"/>
                  </a:lnTo>
                  <a:lnTo>
                    <a:pt x="1252" y="164"/>
                  </a:lnTo>
                  <a:lnTo>
                    <a:pt x="1257" y="162"/>
                  </a:lnTo>
                  <a:lnTo>
                    <a:pt x="1257" y="162"/>
                  </a:lnTo>
                  <a:lnTo>
                    <a:pt x="1259" y="157"/>
                  </a:lnTo>
                  <a:lnTo>
                    <a:pt x="1261" y="153"/>
                  </a:lnTo>
                  <a:lnTo>
                    <a:pt x="1261" y="153"/>
                  </a:lnTo>
                  <a:lnTo>
                    <a:pt x="1263" y="151"/>
                  </a:lnTo>
                  <a:lnTo>
                    <a:pt x="1266" y="151"/>
                  </a:lnTo>
                  <a:lnTo>
                    <a:pt x="1276" y="150"/>
                  </a:lnTo>
                  <a:lnTo>
                    <a:pt x="1276" y="150"/>
                  </a:lnTo>
                  <a:lnTo>
                    <a:pt x="1285" y="144"/>
                  </a:lnTo>
                  <a:lnTo>
                    <a:pt x="1294" y="135"/>
                  </a:lnTo>
                  <a:lnTo>
                    <a:pt x="1299" y="126"/>
                  </a:lnTo>
                  <a:lnTo>
                    <a:pt x="1305" y="113"/>
                  </a:lnTo>
                  <a:lnTo>
                    <a:pt x="1305" y="113"/>
                  </a:lnTo>
                  <a:lnTo>
                    <a:pt x="1341" y="104"/>
                  </a:lnTo>
                  <a:lnTo>
                    <a:pt x="1376" y="93"/>
                  </a:lnTo>
                  <a:lnTo>
                    <a:pt x="1376" y="93"/>
                  </a:lnTo>
                  <a:lnTo>
                    <a:pt x="1374" y="89"/>
                  </a:lnTo>
                  <a:lnTo>
                    <a:pt x="1374" y="88"/>
                  </a:lnTo>
                  <a:lnTo>
                    <a:pt x="1374" y="84"/>
                  </a:lnTo>
                  <a:lnTo>
                    <a:pt x="1372" y="82"/>
                  </a:lnTo>
                  <a:lnTo>
                    <a:pt x="1370" y="82"/>
                  </a:lnTo>
                  <a:lnTo>
                    <a:pt x="1370" y="82"/>
                  </a:lnTo>
                  <a:lnTo>
                    <a:pt x="1363" y="75"/>
                  </a:lnTo>
                  <a:lnTo>
                    <a:pt x="1363" y="73"/>
                  </a:lnTo>
                  <a:lnTo>
                    <a:pt x="1363" y="73"/>
                  </a:lnTo>
                  <a:lnTo>
                    <a:pt x="1370" y="75"/>
                  </a:lnTo>
                  <a:lnTo>
                    <a:pt x="1370" y="75"/>
                  </a:lnTo>
                  <a:lnTo>
                    <a:pt x="1376" y="71"/>
                  </a:lnTo>
                  <a:lnTo>
                    <a:pt x="1376" y="71"/>
                  </a:lnTo>
                  <a:lnTo>
                    <a:pt x="1376" y="64"/>
                  </a:lnTo>
                  <a:lnTo>
                    <a:pt x="1376" y="64"/>
                  </a:lnTo>
                  <a:lnTo>
                    <a:pt x="1370" y="60"/>
                  </a:lnTo>
                  <a:lnTo>
                    <a:pt x="1365" y="57"/>
                  </a:lnTo>
                  <a:lnTo>
                    <a:pt x="1365" y="57"/>
                  </a:lnTo>
                  <a:lnTo>
                    <a:pt x="1365" y="51"/>
                  </a:lnTo>
                  <a:lnTo>
                    <a:pt x="1365" y="48"/>
                  </a:lnTo>
                  <a:lnTo>
                    <a:pt x="1365" y="48"/>
                  </a:lnTo>
                  <a:lnTo>
                    <a:pt x="1361" y="46"/>
                  </a:lnTo>
                  <a:lnTo>
                    <a:pt x="1358" y="46"/>
                  </a:lnTo>
                  <a:lnTo>
                    <a:pt x="1354" y="46"/>
                  </a:lnTo>
                  <a:lnTo>
                    <a:pt x="1350" y="44"/>
                  </a:lnTo>
                  <a:lnTo>
                    <a:pt x="1350" y="44"/>
                  </a:lnTo>
                  <a:lnTo>
                    <a:pt x="1348" y="42"/>
                  </a:lnTo>
                  <a:lnTo>
                    <a:pt x="1347" y="37"/>
                  </a:lnTo>
                  <a:lnTo>
                    <a:pt x="1343" y="27"/>
                  </a:lnTo>
                  <a:lnTo>
                    <a:pt x="1343" y="27"/>
                  </a:lnTo>
                  <a:lnTo>
                    <a:pt x="1339" y="27"/>
                  </a:lnTo>
                  <a:lnTo>
                    <a:pt x="1339" y="26"/>
                  </a:lnTo>
                  <a:lnTo>
                    <a:pt x="1337" y="26"/>
                  </a:lnTo>
                  <a:lnTo>
                    <a:pt x="1336" y="26"/>
                  </a:lnTo>
                  <a:lnTo>
                    <a:pt x="1336" y="26"/>
                  </a:lnTo>
                  <a:lnTo>
                    <a:pt x="1327" y="29"/>
                  </a:lnTo>
                  <a:lnTo>
                    <a:pt x="1319" y="33"/>
                  </a:lnTo>
                  <a:lnTo>
                    <a:pt x="1316" y="27"/>
                  </a:lnTo>
                  <a:lnTo>
                    <a:pt x="1316" y="27"/>
                  </a:lnTo>
                  <a:lnTo>
                    <a:pt x="1306" y="27"/>
                  </a:lnTo>
                  <a:lnTo>
                    <a:pt x="1297" y="29"/>
                  </a:lnTo>
                  <a:lnTo>
                    <a:pt x="1297" y="29"/>
                  </a:lnTo>
                  <a:lnTo>
                    <a:pt x="1290" y="33"/>
                  </a:lnTo>
                  <a:lnTo>
                    <a:pt x="1285" y="38"/>
                  </a:lnTo>
                  <a:lnTo>
                    <a:pt x="1279" y="44"/>
                  </a:lnTo>
                  <a:lnTo>
                    <a:pt x="1279" y="44"/>
                  </a:lnTo>
                  <a:lnTo>
                    <a:pt x="1274" y="44"/>
                  </a:lnTo>
                  <a:lnTo>
                    <a:pt x="1268" y="44"/>
                  </a:lnTo>
                  <a:lnTo>
                    <a:pt x="1268" y="44"/>
                  </a:lnTo>
                  <a:lnTo>
                    <a:pt x="1276" y="27"/>
                  </a:lnTo>
                  <a:lnTo>
                    <a:pt x="1276" y="27"/>
                  </a:lnTo>
                  <a:lnTo>
                    <a:pt x="1259" y="24"/>
                  </a:lnTo>
                  <a:lnTo>
                    <a:pt x="1243" y="22"/>
                  </a:lnTo>
                  <a:lnTo>
                    <a:pt x="1243" y="22"/>
                  </a:lnTo>
                  <a:lnTo>
                    <a:pt x="1246" y="17"/>
                  </a:lnTo>
                  <a:lnTo>
                    <a:pt x="1250" y="11"/>
                  </a:lnTo>
                  <a:lnTo>
                    <a:pt x="1250" y="11"/>
                  </a:lnTo>
                  <a:lnTo>
                    <a:pt x="1235" y="4"/>
                  </a:lnTo>
                  <a:lnTo>
                    <a:pt x="1226" y="0"/>
                  </a:lnTo>
                  <a:lnTo>
                    <a:pt x="1219" y="0"/>
                  </a:lnTo>
                  <a:lnTo>
                    <a:pt x="1215" y="7"/>
                  </a:lnTo>
                  <a:lnTo>
                    <a:pt x="1215" y="7"/>
                  </a:lnTo>
                  <a:lnTo>
                    <a:pt x="1201" y="7"/>
                  </a:lnTo>
                  <a:lnTo>
                    <a:pt x="1194" y="9"/>
                  </a:lnTo>
                  <a:lnTo>
                    <a:pt x="1188" y="13"/>
                  </a:lnTo>
                  <a:lnTo>
                    <a:pt x="1179" y="20"/>
                  </a:lnTo>
                  <a:lnTo>
                    <a:pt x="1179" y="26"/>
                  </a:lnTo>
                  <a:lnTo>
                    <a:pt x="1179" y="26"/>
                  </a:lnTo>
                  <a:lnTo>
                    <a:pt x="1175" y="26"/>
                  </a:lnTo>
                  <a:lnTo>
                    <a:pt x="1173" y="26"/>
                  </a:lnTo>
                  <a:lnTo>
                    <a:pt x="1172" y="27"/>
                  </a:lnTo>
                  <a:lnTo>
                    <a:pt x="1172" y="27"/>
                  </a:lnTo>
                  <a:lnTo>
                    <a:pt x="1172" y="31"/>
                  </a:lnTo>
                  <a:lnTo>
                    <a:pt x="1172" y="35"/>
                  </a:lnTo>
                  <a:lnTo>
                    <a:pt x="1172" y="35"/>
                  </a:lnTo>
                  <a:lnTo>
                    <a:pt x="1183" y="44"/>
                  </a:lnTo>
                  <a:lnTo>
                    <a:pt x="1183" y="44"/>
                  </a:lnTo>
                  <a:lnTo>
                    <a:pt x="1163" y="40"/>
                  </a:lnTo>
                  <a:lnTo>
                    <a:pt x="1143" y="40"/>
                  </a:lnTo>
                  <a:lnTo>
                    <a:pt x="1144" y="48"/>
                  </a:lnTo>
                  <a:lnTo>
                    <a:pt x="1148" y="49"/>
                  </a:lnTo>
                  <a:lnTo>
                    <a:pt x="1148" y="49"/>
                  </a:lnTo>
                  <a:lnTo>
                    <a:pt x="1139" y="49"/>
                  </a:lnTo>
                  <a:lnTo>
                    <a:pt x="1135" y="51"/>
                  </a:lnTo>
                  <a:lnTo>
                    <a:pt x="1133" y="51"/>
                  </a:lnTo>
                  <a:lnTo>
                    <a:pt x="1133" y="51"/>
                  </a:lnTo>
                  <a:lnTo>
                    <a:pt x="1133" y="58"/>
                  </a:lnTo>
                  <a:lnTo>
                    <a:pt x="1133" y="58"/>
                  </a:lnTo>
                  <a:lnTo>
                    <a:pt x="1126" y="64"/>
                  </a:lnTo>
                  <a:lnTo>
                    <a:pt x="1119" y="68"/>
                  </a:lnTo>
                  <a:lnTo>
                    <a:pt x="1119" y="68"/>
                  </a:lnTo>
                  <a:lnTo>
                    <a:pt x="1115" y="68"/>
                  </a:lnTo>
                  <a:lnTo>
                    <a:pt x="1115" y="66"/>
                  </a:lnTo>
                  <a:lnTo>
                    <a:pt x="1115" y="62"/>
                  </a:lnTo>
                  <a:lnTo>
                    <a:pt x="1115" y="62"/>
                  </a:lnTo>
                  <a:lnTo>
                    <a:pt x="1110" y="64"/>
                  </a:lnTo>
                  <a:lnTo>
                    <a:pt x="1104" y="68"/>
                  </a:lnTo>
                  <a:lnTo>
                    <a:pt x="1099" y="71"/>
                  </a:lnTo>
                  <a:lnTo>
                    <a:pt x="1099" y="71"/>
                  </a:lnTo>
                  <a:lnTo>
                    <a:pt x="1095" y="71"/>
                  </a:lnTo>
                  <a:lnTo>
                    <a:pt x="1097" y="68"/>
                  </a:lnTo>
                  <a:lnTo>
                    <a:pt x="1099" y="64"/>
                  </a:lnTo>
                  <a:lnTo>
                    <a:pt x="1099" y="64"/>
                  </a:lnTo>
                  <a:lnTo>
                    <a:pt x="1108" y="57"/>
                  </a:lnTo>
                  <a:lnTo>
                    <a:pt x="1110" y="57"/>
                  </a:lnTo>
                  <a:lnTo>
                    <a:pt x="1110" y="55"/>
                  </a:lnTo>
                  <a:lnTo>
                    <a:pt x="1104" y="49"/>
                  </a:lnTo>
                  <a:lnTo>
                    <a:pt x="1104" y="49"/>
                  </a:lnTo>
                  <a:lnTo>
                    <a:pt x="1108" y="49"/>
                  </a:lnTo>
                  <a:lnTo>
                    <a:pt x="1112" y="49"/>
                  </a:lnTo>
                  <a:lnTo>
                    <a:pt x="1112" y="49"/>
                  </a:lnTo>
                  <a:lnTo>
                    <a:pt x="1113" y="42"/>
                  </a:lnTo>
                  <a:lnTo>
                    <a:pt x="1093" y="42"/>
                  </a:lnTo>
                  <a:lnTo>
                    <a:pt x="1093" y="42"/>
                  </a:lnTo>
                  <a:lnTo>
                    <a:pt x="1093" y="49"/>
                  </a:lnTo>
                  <a:lnTo>
                    <a:pt x="1093" y="49"/>
                  </a:lnTo>
                  <a:lnTo>
                    <a:pt x="1097" y="49"/>
                  </a:lnTo>
                  <a:lnTo>
                    <a:pt x="1101" y="49"/>
                  </a:lnTo>
                  <a:lnTo>
                    <a:pt x="1101" y="49"/>
                  </a:lnTo>
                  <a:lnTo>
                    <a:pt x="1099" y="51"/>
                  </a:lnTo>
                  <a:lnTo>
                    <a:pt x="1099" y="55"/>
                  </a:lnTo>
                  <a:lnTo>
                    <a:pt x="1099" y="55"/>
                  </a:lnTo>
                  <a:lnTo>
                    <a:pt x="1082" y="55"/>
                  </a:lnTo>
                  <a:lnTo>
                    <a:pt x="1064" y="55"/>
                  </a:lnTo>
                  <a:lnTo>
                    <a:pt x="1064" y="55"/>
                  </a:lnTo>
                  <a:lnTo>
                    <a:pt x="1062" y="53"/>
                  </a:lnTo>
                  <a:lnTo>
                    <a:pt x="1061" y="51"/>
                  </a:lnTo>
                  <a:lnTo>
                    <a:pt x="1057" y="51"/>
                  </a:lnTo>
                  <a:lnTo>
                    <a:pt x="1057" y="51"/>
                  </a:lnTo>
                  <a:lnTo>
                    <a:pt x="1057" y="58"/>
                  </a:lnTo>
                  <a:lnTo>
                    <a:pt x="1057" y="58"/>
                  </a:lnTo>
                  <a:lnTo>
                    <a:pt x="1046" y="60"/>
                  </a:lnTo>
                  <a:lnTo>
                    <a:pt x="1037" y="62"/>
                  </a:lnTo>
                  <a:lnTo>
                    <a:pt x="1030" y="66"/>
                  </a:lnTo>
                  <a:lnTo>
                    <a:pt x="1019" y="68"/>
                  </a:lnTo>
                  <a:lnTo>
                    <a:pt x="1019" y="68"/>
                  </a:lnTo>
                  <a:lnTo>
                    <a:pt x="1011" y="66"/>
                  </a:lnTo>
                  <a:lnTo>
                    <a:pt x="1006" y="66"/>
                  </a:lnTo>
                  <a:lnTo>
                    <a:pt x="1002" y="64"/>
                  </a:lnTo>
                  <a:lnTo>
                    <a:pt x="999" y="64"/>
                  </a:lnTo>
                  <a:lnTo>
                    <a:pt x="999" y="64"/>
                  </a:lnTo>
                  <a:lnTo>
                    <a:pt x="993" y="68"/>
                  </a:lnTo>
                  <a:lnTo>
                    <a:pt x="989" y="71"/>
                  </a:lnTo>
                  <a:lnTo>
                    <a:pt x="989" y="71"/>
                  </a:lnTo>
                  <a:lnTo>
                    <a:pt x="977" y="73"/>
                  </a:lnTo>
                  <a:lnTo>
                    <a:pt x="964" y="71"/>
                  </a:lnTo>
                  <a:lnTo>
                    <a:pt x="964" y="71"/>
                  </a:lnTo>
                  <a:lnTo>
                    <a:pt x="968" y="75"/>
                  </a:lnTo>
                  <a:lnTo>
                    <a:pt x="971" y="78"/>
                  </a:lnTo>
                  <a:lnTo>
                    <a:pt x="969" y="82"/>
                  </a:lnTo>
                  <a:lnTo>
                    <a:pt x="964" y="84"/>
                  </a:lnTo>
                  <a:lnTo>
                    <a:pt x="964" y="84"/>
                  </a:lnTo>
                  <a:lnTo>
                    <a:pt x="962" y="97"/>
                  </a:lnTo>
                  <a:lnTo>
                    <a:pt x="962" y="97"/>
                  </a:lnTo>
                  <a:lnTo>
                    <a:pt x="957" y="89"/>
                  </a:lnTo>
                  <a:lnTo>
                    <a:pt x="957" y="89"/>
                  </a:lnTo>
                  <a:lnTo>
                    <a:pt x="953" y="89"/>
                  </a:lnTo>
                  <a:lnTo>
                    <a:pt x="949" y="89"/>
                  </a:lnTo>
                  <a:lnTo>
                    <a:pt x="946" y="91"/>
                  </a:lnTo>
                  <a:lnTo>
                    <a:pt x="946" y="93"/>
                  </a:lnTo>
                  <a:lnTo>
                    <a:pt x="948" y="93"/>
                  </a:lnTo>
                  <a:lnTo>
                    <a:pt x="948" y="93"/>
                  </a:lnTo>
                  <a:lnTo>
                    <a:pt x="955" y="97"/>
                  </a:lnTo>
                  <a:lnTo>
                    <a:pt x="955" y="99"/>
                  </a:lnTo>
                  <a:lnTo>
                    <a:pt x="957" y="100"/>
                  </a:lnTo>
                  <a:lnTo>
                    <a:pt x="957" y="100"/>
                  </a:lnTo>
                  <a:lnTo>
                    <a:pt x="948" y="104"/>
                  </a:lnTo>
                  <a:lnTo>
                    <a:pt x="948" y="104"/>
                  </a:lnTo>
                  <a:lnTo>
                    <a:pt x="957" y="117"/>
                  </a:lnTo>
                  <a:lnTo>
                    <a:pt x="964" y="133"/>
                  </a:lnTo>
                  <a:lnTo>
                    <a:pt x="964" y="133"/>
                  </a:lnTo>
                  <a:lnTo>
                    <a:pt x="951" y="133"/>
                  </a:lnTo>
                  <a:lnTo>
                    <a:pt x="951" y="133"/>
                  </a:lnTo>
                  <a:lnTo>
                    <a:pt x="955" y="128"/>
                  </a:lnTo>
                  <a:lnTo>
                    <a:pt x="955" y="124"/>
                  </a:lnTo>
                  <a:lnTo>
                    <a:pt x="953" y="124"/>
                  </a:lnTo>
                  <a:lnTo>
                    <a:pt x="949" y="122"/>
                  </a:lnTo>
                  <a:lnTo>
                    <a:pt x="949" y="120"/>
                  </a:lnTo>
                  <a:lnTo>
                    <a:pt x="949" y="120"/>
                  </a:lnTo>
                  <a:lnTo>
                    <a:pt x="944" y="120"/>
                  </a:lnTo>
                  <a:lnTo>
                    <a:pt x="938" y="122"/>
                  </a:lnTo>
                  <a:lnTo>
                    <a:pt x="927" y="126"/>
                  </a:lnTo>
                  <a:lnTo>
                    <a:pt x="927" y="126"/>
                  </a:lnTo>
                  <a:lnTo>
                    <a:pt x="924" y="124"/>
                  </a:lnTo>
                  <a:lnTo>
                    <a:pt x="920" y="122"/>
                  </a:lnTo>
                  <a:lnTo>
                    <a:pt x="915" y="120"/>
                  </a:lnTo>
                  <a:lnTo>
                    <a:pt x="871" y="128"/>
                  </a:lnTo>
                  <a:lnTo>
                    <a:pt x="871" y="128"/>
                  </a:lnTo>
                  <a:lnTo>
                    <a:pt x="864" y="133"/>
                  </a:lnTo>
                  <a:lnTo>
                    <a:pt x="864" y="133"/>
                  </a:lnTo>
                  <a:lnTo>
                    <a:pt x="862" y="139"/>
                  </a:lnTo>
                  <a:lnTo>
                    <a:pt x="860" y="146"/>
                  </a:lnTo>
                  <a:lnTo>
                    <a:pt x="858" y="153"/>
                  </a:lnTo>
                  <a:lnTo>
                    <a:pt x="860" y="160"/>
                  </a:lnTo>
                  <a:lnTo>
                    <a:pt x="862" y="168"/>
                  </a:lnTo>
                  <a:lnTo>
                    <a:pt x="864" y="173"/>
                  </a:lnTo>
                  <a:lnTo>
                    <a:pt x="869" y="177"/>
                  </a:lnTo>
                  <a:lnTo>
                    <a:pt x="873" y="179"/>
                  </a:lnTo>
                  <a:lnTo>
                    <a:pt x="873" y="179"/>
                  </a:lnTo>
                  <a:lnTo>
                    <a:pt x="876" y="179"/>
                  </a:lnTo>
                  <a:lnTo>
                    <a:pt x="880" y="179"/>
                  </a:lnTo>
                  <a:lnTo>
                    <a:pt x="884" y="177"/>
                  </a:lnTo>
                  <a:lnTo>
                    <a:pt x="884" y="177"/>
                  </a:lnTo>
                  <a:lnTo>
                    <a:pt x="887" y="181"/>
                  </a:lnTo>
                  <a:lnTo>
                    <a:pt x="891" y="186"/>
                  </a:lnTo>
                  <a:lnTo>
                    <a:pt x="891" y="186"/>
                  </a:lnTo>
                  <a:lnTo>
                    <a:pt x="897" y="190"/>
                  </a:lnTo>
                  <a:lnTo>
                    <a:pt x="904" y="191"/>
                  </a:lnTo>
                  <a:lnTo>
                    <a:pt x="904" y="191"/>
                  </a:lnTo>
                  <a:lnTo>
                    <a:pt x="900" y="204"/>
                  </a:lnTo>
                  <a:lnTo>
                    <a:pt x="898" y="221"/>
                  </a:lnTo>
                  <a:lnTo>
                    <a:pt x="898" y="221"/>
                  </a:lnTo>
                  <a:lnTo>
                    <a:pt x="900" y="224"/>
                  </a:lnTo>
                  <a:lnTo>
                    <a:pt x="900" y="228"/>
                  </a:lnTo>
                  <a:lnTo>
                    <a:pt x="900" y="228"/>
                  </a:lnTo>
                  <a:lnTo>
                    <a:pt x="902" y="228"/>
                  </a:lnTo>
                  <a:lnTo>
                    <a:pt x="902" y="232"/>
                  </a:lnTo>
                  <a:lnTo>
                    <a:pt x="900" y="235"/>
                  </a:lnTo>
                  <a:lnTo>
                    <a:pt x="900" y="235"/>
                  </a:lnTo>
                  <a:lnTo>
                    <a:pt x="897" y="235"/>
                  </a:lnTo>
                  <a:lnTo>
                    <a:pt x="891" y="235"/>
                  </a:lnTo>
                  <a:lnTo>
                    <a:pt x="891" y="235"/>
                  </a:lnTo>
                  <a:lnTo>
                    <a:pt x="891" y="242"/>
                  </a:lnTo>
                  <a:lnTo>
                    <a:pt x="891" y="242"/>
                  </a:lnTo>
                  <a:lnTo>
                    <a:pt x="906" y="253"/>
                  </a:lnTo>
                  <a:lnTo>
                    <a:pt x="906" y="253"/>
                  </a:lnTo>
                  <a:lnTo>
                    <a:pt x="909" y="252"/>
                  </a:lnTo>
                  <a:lnTo>
                    <a:pt x="913" y="252"/>
                  </a:lnTo>
                  <a:lnTo>
                    <a:pt x="913" y="248"/>
                  </a:lnTo>
                  <a:lnTo>
                    <a:pt x="915" y="248"/>
                  </a:lnTo>
                  <a:lnTo>
                    <a:pt x="915" y="248"/>
                  </a:lnTo>
                  <a:lnTo>
                    <a:pt x="920" y="248"/>
                  </a:lnTo>
                  <a:lnTo>
                    <a:pt x="924" y="248"/>
                  </a:lnTo>
                  <a:lnTo>
                    <a:pt x="933" y="253"/>
                  </a:lnTo>
                  <a:lnTo>
                    <a:pt x="935" y="264"/>
                  </a:lnTo>
                  <a:lnTo>
                    <a:pt x="929" y="264"/>
                  </a:lnTo>
                  <a:lnTo>
                    <a:pt x="927" y="255"/>
                  </a:lnTo>
                  <a:lnTo>
                    <a:pt x="927" y="255"/>
                  </a:lnTo>
                  <a:lnTo>
                    <a:pt x="893" y="255"/>
                  </a:lnTo>
                  <a:lnTo>
                    <a:pt x="893" y="255"/>
                  </a:lnTo>
                  <a:lnTo>
                    <a:pt x="893" y="250"/>
                  </a:lnTo>
                  <a:lnTo>
                    <a:pt x="891" y="246"/>
                  </a:lnTo>
                  <a:lnTo>
                    <a:pt x="891" y="246"/>
                  </a:lnTo>
                  <a:lnTo>
                    <a:pt x="884" y="241"/>
                  </a:lnTo>
                  <a:lnTo>
                    <a:pt x="880" y="239"/>
                  </a:lnTo>
                  <a:lnTo>
                    <a:pt x="880" y="241"/>
                  </a:lnTo>
                  <a:lnTo>
                    <a:pt x="880" y="241"/>
                  </a:lnTo>
                  <a:lnTo>
                    <a:pt x="878" y="241"/>
                  </a:lnTo>
                  <a:lnTo>
                    <a:pt x="876" y="241"/>
                  </a:lnTo>
                  <a:lnTo>
                    <a:pt x="878" y="242"/>
                  </a:lnTo>
                  <a:lnTo>
                    <a:pt x="876" y="246"/>
                  </a:lnTo>
                  <a:lnTo>
                    <a:pt x="871" y="246"/>
                  </a:lnTo>
                  <a:lnTo>
                    <a:pt x="871" y="246"/>
                  </a:lnTo>
                  <a:lnTo>
                    <a:pt x="878" y="217"/>
                  </a:lnTo>
                  <a:lnTo>
                    <a:pt x="884" y="206"/>
                  </a:lnTo>
                  <a:lnTo>
                    <a:pt x="891" y="193"/>
                  </a:lnTo>
                  <a:lnTo>
                    <a:pt x="891" y="193"/>
                  </a:lnTo>
                  <a:lnTo>
                    <a:pt x="864" y="190"/>
                  </a:lnTo>
                  <a:lnTo>
                    <a:pt x="866" y="193"/>
                  </a:lnTo>
                  <a:lnTo>
                    <a:pt x="862" y="193"/>
                  </a:lnTo>
                  <a:lnTo>
                    <a:pt x="862" y="193"/>
                  </a:lnTo>
                  <a:lnTo>
                    <a:pt x="855" y="179"/>
                  </a:lnTo>
                  <a:lnTo>
                    <a:pt x="855" y="179"/>
                  </a:lnTo>
                  <a:lnTo>
                    <a:pt x="853" y="179"/>
                  </a:lnTo>
                  <a:lnTo>
                    <a:pt x="853" y="181"/>
                  </a:lnTo>
                  <a:lnTo>
                    <a:pt x="851" y="181"/>
                  </a:lnTo>
                  <a:lnTo>
                    <a:pt x="849" y="182"/>
                  </a:lnTo>
                  <a:lnTo>
                    <a:pt x="844" y="177"/>
                  </a:lnTo>
                  <a:lnTo>
                    <a:pt x="844" y="177"/>
                  </a:lnTo>
                  <a:lnTo>
                    <a:pt x="836" y="173"/>
                  </a:lnTo>
                  <a:lnTo>
                    <a:pt x="829" y="173"/>
                  </a:lnTo>
                  <a:lnTo>
                    <a:pt x="822" y="173"/>
                  </a:lnTo>
                  <a:lnTo>
                    <a:pt x="815" y="177"/>
                  </a:lnTo>
                  <a:lnTo>
                    <a:pt x="815" y="177"/>
                  </a:lnTo>
                  <a:lnTo>
                    <a:pt x="811" y="179"/>
                  </a:lnTo>
                  <a:lnTo>
                    <a:pt x="809" y="182"/>
                  </a:lnTo>
                  <a:lnTo>
                    <a:pt x="809" y="182"/>
                  </a:lnTo>
                  <a:lnTo>
                    <a:pt x="811" y="184"/>
                  </a:lnTo>
                  <a:lnTo>
                    <a:pt x="818" y="184"/>
                  </a:lnTo>
                  <a:lnTo>
                    <a:pt x="818" y="184"/>
                  </a:lnTo>
                  <a:lnTo>
                    <a:pt x="820" y="190"/>
                  </a:lnTo>
                  <a:lnTo>
                    <a:pt x="820" y="190"/>
                  </a:lnTo>
                  <a:lnTo>
                    <a:pt x="816" y="191"/>
                  </a:lnTo>
                  <a:lnTo>
                    <a:pt x="815" y="197"/>
                  </a:lnTo>
                  <a:lnTo>
                    <a:pt x="815" y="197"/>
                  </a:lnTo>
                  <a:lnTo>
                    <a:pt x="809" y="195"/>
                  </a:lnTo>
                  <a:lnTo>
                    <a:pt x="807" y="195"/>
                  </a:lnTo>
                  <a:lnTo>
                    <a:pt x="807" y="193"/>
                  </a:lnTo>
                  <a:lnTo>
                    <a:pt x="807" y="193"/>
                  </a:lnTo>
                  <a:lnTo>
                    <a:pt x="800" y="190"/>
                  </a:lnTo>
                  <a:lnTo>
                    <a:pt x="800" y="190"/>
                  </a:lnTo>
                  <a:lnTo>
                    <a:pt x="794" y="188"/>
                  </a:lnTo>
                  <a:lnTo>
                    <a:pt x="791" y="190"/>
                  </a:lnTo>
                  <a:lnTo>
                    <a:pt x="791" y="190"/>
                  </a:lnTo>
                  <a:lnTo>
                    <a:pt x="784" y="201"/>
                  </a:lnTo>
                  <a:lnTo>
                    <a:pt x="784" y="201"/>
                  </a:lnTo>
                  <a:lnTo>
                    <a:pt x="791" y="201"/>
                  </a:lnTo>
                  <a:lnTo>
                    <a:pt x="791" y="201"/>
                  </a:lnTo>
                  <a:lnTo>
                    <a:pt x="805" y="211"/>
                  </a:lnTo>
                  <a:lnTo>
                    <a:pt x="805" y="211"/>
                  </a:lnTo>
                  <a:lnTo>
                    <a:pt x="809" y="215"/>
                  </a:lnTo>
                  <a:lnTo>
                    <a:pt x="809" y="217"/>
                  </a:lnTo>
                  <a:lnTo>
                    <a:pt x="809" y="219"/>
                  </a:lnTo>
                  <a:lnTo>
                    <a:pt x="805" y="219"/>
                  </a:lnTo>
                  <a:lnTo>
                    <a:pt x="798" y="221"/>
                  </a:lnTo>
                  <a:lnTo>
                    <a:pt x="791" y="221"/>
                  </a:lnTo>
                  <a:lnTo>
                    <a:pt x="791" y="221"/>
                  </a:lnTo>
                  <a:lnTo>
                    <a:pt x="789" y="219"/>
                  </a:lnTo>
                  <a:lnTo>
                    <a:pt x="785" y="215"/>
                  </a:lnTo>
                  <a:lnTo>
                    <a:pt x="785" y="215"/>
                  </a:lnTo>
                  <a:lnTo>
                    <a:pt x="780" y="219"/>
                  </a:lnTo>
                  <a:lnTo>
                    <a:pt x="776" y="221"/>
                  </a:lnTo>
                  <a:lnTo>
                    <a:pt x="773" y="221"/>
                  </a:lnTo>
                  <a:lnTo>
                    <a:pt x="773" y="221"/>
                  </a:lnTo>
                  <a:lnTo>
                    <a:pt x="769" y="217"/>
                  </a:lnTo>
                  <a:lnTo>
                    <a:pt x="765" y="213"/>
                  </a:lnTo>
                  <a:lnTo>
                    <a:pt x="765" y="213"/>
                  </a:lnTo>
                  <a:lnTo>
                    <a:pt x="767" y="208"/>
                  </a:lnTo>
                  <a:lnTo>
                    <a:pt x="765" y="201"/>
                  </a:lnTo>
                  <a:lnTo>
                    <a:pt x="762" y="197"/>
                  </a:lnTo>
                  <a:lnTo>
                    <a:pt x="762" y="197"/>
                  </a:lnTo>
                  <a:lnTo>
                    <a:pt x="762" y="190"/>
                  </a:lnTo>
                  <a:lnTo>
                    <a:pt x="763" y="181"/>
                  </a:lnTo>
                  <a:lnTo>
                    <a:pt x="763" y="171"/>
                  </a:lnTo>
                  <a:lnTo>
                    <a:pt x="763" y="164"/>
                  </a:lnTo>
                  <a:lnTo>
                    <a:pt x="754" y="157"/>
                  </a:lnTo>
                  <a:lnTo>
                    <a:pt x="754" y="157"/>
                  </a:lnTo>
                  <a:lnTo>
                    <a:pt x="756" y="171"/>
                  </a:lnTo>
                  <a:lnTo>
                    <a:pt x="758" y="181"/>
                  </a:lnTo>
                  <a:lnTo>
                    <a:pt x="756" y="190"/>
                  </a:lnTo>
                  <a:lnTo>
                    <a:pt x="756" y="190"/>
                  </a:lnTo>
                  <a:lnTo>
                    <a:pt x="754" y="193"/>
                  </a:lnTo>
                  <a:lnTo>
                    <a:pt x="751" y="195"/>
                  </a:lnTo>
                  <a:lnTo>
                    <a:pt x="747" y="199"/>
                  </a:lnTo>
                  <a:lnTo>
                    <a:pt x="743" y="201"/>
                  </a:lnTo>
                  <a:lnTo>
                    <a:pt x="743" y="201"/>
                  </a:lnTo>
                  <a:lnTo>
                    <a:pt x="743" y="204"/>
                  </a:lnTo>
                  <a:lnTo>
                    <a:pt x="743" y="206"/>
                  </a:lnTo>
                  <a:lnTo>
                    <a:pt x="742" y="213"/>
                  </a:lnTo>
                  <a:lnTo>
                    <a:pt x="742" y="213"/>
                  </a:lnTo>
                  <a:lnTo>
                    <a:pt x="740" y="217"/>
                  </a:lnTo>
                  <a:lnTo>
                    <a:pt x="736" y="219"/>
                  </a:lnTo>
                  <a:lnTo>
                    <a:pt x="736" y="219"/>
                  </a:lnTo>
                  <a:lnTo>
                    <a:pt x="749" y="233"/>
                  </a:lnTo>
                  <a:lnTo>
                    <a:pt x="749" y="233"/>
                  </a:lnTo>
                  <a:lnTo>
                    <a:pt x="749" y="239"/>
                  </a:lnTo>
                  <a:lnTo>
                    <a:pt x="747" y="242"/>
                  </a:lnTo>
                  <a:lnTo>
                    <a:pt x="745" y="244"/>
                  </a:lnTo>
                  <a:lnTo>
                    <a:pt x="743" y="248"/>
                  </a:lnTo>
                  <a:lnTo>
                    <a:pt x="743" y="248"/>
                  </a:lnTo>
                  <a:lnTo>
                    <a:pt x="743" y="253"/>
                  </a:lnTo>
                  <a:lnTo>
                    <a:pt x="745" y="261"/>
                  </a:lnTo>
                  <a:lnTo>
                    <a:pt x="749" y="272"/>
                  </a:lnTo>
                  <a:lnTo>
                    <a:pt x="749" y="272"/>
                  </a:lnTo>
                  <a:lnTo>
                    <a:pt x="756" y="272"/>
                  </a:lnTo>
                  <a:lnTo>
                    <a:pt x="765" y="270"/>
                  </a:lnTo>
                  <a:lnTo>
                    <a:pt x="765" y="270"/>
                  </a:lnTo>
                  <a:lnTo>
                    <a:pt x="771" y="266"/>
                  </a:lnTo>
                  <a:lnTo>
                    <a:pt x="776" y="262"/>
                  </a:lnTo>
                  <a:lnTo>
                    <a:pt x="776" y="262"/>
                  </a:lnTo>
                  <a:lnTo>
                    <a:pt x="782" y="264"/>
                  </a:lnTo>
                  <a:lnTo>
                    <a:pt x="785" y="268"/>
                  </a:lnTo>
                  <a:lnTo>
                    <a:pt x="785" y="268"/>
                  </a:lnTo>
                  <a:lnTo>
                    <a:pt x="787" y="268"/>
                  </a:lnTo>
                  <a:lnTo>
                    <a:pt x="787" y="266"/>
                  </a:lnTo>
                  <a:lnTo>
                    <a:pt x="789" y="264"/>
                  </a:lnTo>
                  <a:lnTo>
                    <a:pt x="791" y="264"/>
                  </a:lnTo>
                  <a:lnTo>
                    <a:pt x="791" y="264"/>
                  </a:lnTo>
                  <a:lnTo>
                    <a:pt x="796" y="266"/>
                  </a:lnTo>
                  <a:lnTo>
                    <a:pt x="800" y="268"/>
                  </a:lnTo>
                  <a:lnTo>
                    <a:pt x="807" y="277"/>
                  </a:lnTo>
                  <a:lnTo>
                    <a:pt x="818" y="297"/>
                  </a:lnTo>
                  <a:lnTo>
                    <a:pt x="818" y="297"/>
                  </a:lnTo>
                  <a:lnTo>
                    <a:pt x="807" y="304"/>
                  </a:lnTo>
                  <a:lnTo>
                    <a:pt x="807" y="304"/>
                  </a:lnTo>
                  <a:lnTo>
                    <a:pt x="807" y="308"/>
                  </a:lnTo>
                  <a:lnTo>
                    <a:pt x="807" y="313"/>
                  </a:lnTo>
                  <a:lnTo>
                    <a:pt x="807" y="313"/>
                  </a:lnTo>
                  <a:lnTo>
                    <a:pt x="811" y="315"/>
                  </a:lnTo>
                  <a:lnTo>
                    <a:pt x="813" y="319"/>
                  </a:lnTo>
                  <a:lnTo>
                    <a:pt x="813" y="319"/>
                  </a:lnTo>
                  <a:lnTo>
                    <a:pt x="824" y="321"/>
                  </a:lnTo>
                  <a:lnTo>
                    <a:pt x="836" y="323"/>
                  </a:lnTo>
                  <a:lnTo>
                    <a:pt x="836" y="323"/>
                  </a:lnTo>
                  <a:lnTo>
                    <a:pt x="838" y="326"/>
                  </a:lnTo>
                  <a:lnTo>
                    <a:pt x="840" y="328"/>
                  </a:lnTo>
                  <a:lnTo>
                    <a:pt x="840" y="328"/>
                  </a:lnTo>
                  <a:lnTo>
                    <a:pt x="824" y="326"/>
                  </a:lnTo>
                  <a:lnTo>
                    <a:pt x="811" y="323"/>
                  </a:lnTo>
                  <a:lnTo>
                    <a:pt x="811" y="323"/>
                  </a:lnTo>
                  <a:lnTo>
                    <a:pt x="811" y="330"/>
                  </a:lnTo>
                  <a:lnTo>
                    <a:pt x="811" y="330"/>
                  </a:lnTo>
                  <a:lnTo>
                    <a:pt x="809" y="330"/>
                  </a:lnTo>
                  <a:lnTo>
                    <a:pt x="807" y="328"/>
                  </a:lnTo>
                  <a:lnTo>
                    <a:pt x="805" y="326"/>
                  </a:lnTo>
                  <a:lnTo>
                    <a:pt x="798" y="323"/>
                  </a:lnTo>
                  <a:lnTo>
                    <a:pt x="798" y="323"/>
                  </a:lnTo>
                  <a:lnTo>
                    <a:pt x="800" y="306"/>
                  </a:lnTo>
                  <a:lnTo>
                    <a:pt x="798" y="295"/>
                  </a:lnTo>
                  <a:lnTo>
                    <a:pt x="796" y="284"/>
                  </a:lnTo>
                  <a:lnTo>
                    <a:pt x="791" y="272"/>
                  </a:lnTo>
                  <a:lnTo>
                    <a:pt x="791" y="272"/>
                  </a:lnTo>
                  <a:lnTo>
                    <a:pt x="769" y="279"/>
                  </a:lnTo>
                  <a:lnTo>
                    <a:pt x="758" y="284"/>
                  </a:lnTo>
                  <a:lnTo>
                    <a:pt x="756" y="288"/>
                  </a:lnTo>
                  <a:lnTo>
                    <a:pt x="754" y="292"/>
                  </a:lnTo>
                  <a:lnTo>
                    <a:pt x="754" y="292"/>
                  </a:lnTo>
                  <a:lnTo>
                    <a:pt x="754" y="295"/>
                  </a:lnTo>
                  <a:lnTo>
                    <a:pt x="756" y="297"/>
                  </a:lnTo>
                  <a:lnTo>
                    <a:pt x="756" y="297"/>
                  </a:lnTo>
                  <a:lnTo>
                    <a:pt x="756" y="297"/>
                  </a:lnTo>
                  <a:lnTo>
                    <a:pt x="758" y="299"/>
                  </a:lnTo>
                  <a:lnTo>
                    <a:pt x="758" y="303"/>
                  </a:lnTo>
                  <a:lnTo>
                    <a:pt x="756" y="306"/>
                  </a:lnTo>
                  <a:lnTo>
                    <a:pt x="756" y="306"/>
                  </a:lnTo>
                  <a:lnTo>
                    <a:pt x="753" y="326"/>
                  </a:lnTo>
                  <a:lnTo>
                    <a:pt x="749" y="332"/>
                  </a:lnTo>
                  <a:lnTo>
                    <a:pt x="747" y="335"/>
                  </a:lnTo>
                  <a:lnTo>
                    <a:pt x="742" y="339"/>
                  </a:lnTo>
                  <a:lnTo>
                    <a:pt x="736" y="341"/>
                  </a:lnTo>
                  <a:lnTo>
                    <a:pt x="720" y="348"/>
                  </a:lnTo>
                  <a:lnTo>
                    <a:pt x="720" y="348"/>
                  </a:lnTo>
                  <a:lnTo>
                    <a:pt x="722" y="350"/>
                  </a:lnTo>
                  <a:lnTo>
                    <a:pt x="723" y="350"/>
                  </a:lnTo>
                  <a:lnTo>
                    <a:pt x="725" y="352"/>
                  </a:lnTo>
                  <a:lnTo>
                    <a:pt x="727" y="354"/>
                  </a:lnTo>
                  <a:lnTo>
                    <a:pt x="727" y="354"/>
                  </a:lnTo>
                  <a:lnTo>
                    <a:pt x="729" y="363"/>
                  </a:lnTo>
                  <a:lnTo>
                    <a:pt x="729" y="370"/>
                  </a:lnTo>
                  <a:lnTo>
                    <a:pt x="729" y="370"/>
                  </a:lnTo>
                  <a:lnTo>
                    <a:pt x="725" y="370"/>
                  </a:lnTo>
                  <a:lnTo>
                    <a:pt x="722" y="370"/>
                  </a:lnTo>
                  <a:lnTo>
                    <a:pt x="722" y="370"/>
                  </a:lnTo>
                  <a:lnTo>
                    <a:pt x="720" y="363"/>
                  </a:lnTo>
                  <a:lnTo>
                    <a:pt x="714" y="355"/>
                  </a:lnTo>
                  <a:lnTo>
                    <a:pt x="714" y="355"/>
                  </a:lnTo>
                  <a:lnTo>
                    <a:pt x="709" y="354"/>
                  </a:lnTo>
                  <a:lnTo>
                    <a:pt x="703" y="354"/>
                  </a:lnTo>
                  <a:lnTo>
                    <a:pt x="696" y="355"/>
                  </a:lnTo>
                  <a:lnTo>
                    <a:pt x="691" y="355"/>
                  </a:lnTo>
                  <a:lnTo>
                    <a:pt x="691" y="355"/>
                  </a:lnTo>
                  <a:lnTo>
                    <a:pt x="685" y="354"/>
                  </a:lnTo>
                  <a:lnTo>
                    <a:pt x="681" y="350"/>
                  </a:lnTo>
                  <a:lnTo>
                    <a:pt x="672" y="343"/>
                  </a:lnTo>
                  <a:lnTo>
                    <a:pt x="672" y="343"/>
                  </a:lnTo>
                  <a:lnTo>
                    <a:pt x="687" y="343"/>
                  </a:lnTo>
                  <a:lnTo>
                    <a:pt x="700" y="343"/>
                  </a:lnTo>
                  <a:lnTo>
                    <a:pt x="700" y="343"/>
                  </a:lnTo>
                  <a:lnTo>
                    <a:pt x="703" y="341"/>
                  </a:lnTo>
                  <a:lnTo>
                    <a:pt x="707" y="337"/>
                  </a:lnTo>
                  <a:lnTo>
                    <a:pt x="712" y="334"/>
                  </a:lnTo>
                  <a:lnTo>
                    <a:pt x="712" y="334"/>
                  </a:lnTo>
                  <a:lnTo>
                    <a:pt x="716" y="334"/>
                  </a:lnTo>
                  <a:lnTo>
                    <a:pt x="718" y="335"/>
                  </a:lnTo>
                  <a:lnTo>
                    <a:pt x="720" y="339"/>
                  </a:lnTo>
                  <a:lnTo>
                    <a:pt x="720" y="339"/>
                  </a:lnTo>
                  <a:lnTo>
                    <a:pt x="723" y="335"/>
                  </a:lnTo>
                  <a:lnTo>
                    <a:pt x="727" y="335"/>
                  </a:lnTo>
                  <a:lnTo>
                    <a:pt x="727" y="335"/>
                  </a:lnTo>
                  <a:lnTo>
                    <a:pt x="727" y="334"/>
                  </a:lnTo>
                  <a:lnTo>
                    <a:pt x="727" y="332"/>
                  </a:lnTo>
                  <a:lnTo>
                    <a:pt x="725" y="328"/>
                  </a:lnTo>
                  <a:lnTo>
                    <a:pt x="736" y="319"/>
                  </a:lnTo>
                  <a:lnTo>
                    <a:pt x="736" y="319"/>
                  </a:lnTo>
                  <a:lnTo>
                    <a:pt x="738" y="304"/>
                  </a:lnTo>
                  <a:lnTo>
                    <a:pt x="736" y="292"/>
                  </a:lnTo>
                  <a:lnTo>
                    <a:pt x="736" y="292"/>
                  </a:lnTo>
                  <a:lnTo>
                    <a:pt x="734" y="288"/>
                  </a:lnTo>
                  <a:lnTo>
                    <a:pt x="729" y="284"/>
                  </a:lnTo>
                  <a:lnTo>
                    <a:pt x="725" y="279"/>
                  </a:lnTo>
                  <a:lnTo>
                    <a:pt x="722" y="275"/>
                  </a:lnTo>
                  <a:lnTo>
                    <a:pt x="722" y="275"/>
                  </a:lnTo>
                  <a:lnTo>
                    <a:pt x="722" y="270"/>
                  </a:lnTo>
                  <a:lnTo>
                    <a:pt x="722" y="264"/>
                  </a:lnTo>
                  <a:lnTo>
                    <a:pt x="725" y="253"/>
                  </a:lnTo>
                  <a:lnTo>
                    <a:pt x="729" y="244"/>
                  </a:lnTo>
                  <a:lnTo>
                    <a:pt x="729" y="235"/>
                  </a:lnTo>
                  <a:lnTo>
                    <a:pt x="729" y="235"/>
                  </a:lnTo>
                  <a:lnTo>
                    <a:pt x="727" y="232"/>
                  </a:lnTo>
                  <a:lnTo>
                    <a:pt x="723" y="228"/>
                  </a:lnTo>
                  <a:lnTo>
                    <a:pt x="718" y="221"/>
                  </a:lnTo>
                  <a:lnTo>
                    <a:pt x="718" y="221"/>
                  </a:lnTo>
                  <a:lnTo>
                    <a:pt x="716" y="219"/>
                  </a:lnTo>
                  <a:lnTo>
                    <a:pt x="716" y="217"/>
                  </a:lnTo>
                  <a:lnTo>
                    <a:pt x="716" y="215"/>
                  </a:lnTo>
                  <a:lnTo>
                    <a:pt x="714" y="213"/>
                  </a:lnTo>
                  <a:lnTo>
                    <a:pt x="714" y="213"/>
                  </a:lnTo>
                  <a:lnTo>
                    <a:pt x="716" y="208"/>
                  </a:lnTo>
                  <a:lnTo>
                    <a:pt x="718" y="204"/>
                  </a:lnTo>
                  <a:lnTo>
                    <a:pt x="718" y="204"/>
                  </a:lnTo>
                  <a:lnTo>
                    <a:pt x="722" y="201"/>
                  </a:lnTo>
                  <a:lnTo>
                    <a:pt x="725" y="197"/>
                  </a:lnTo>
                  <a:lnTo>
                    <a:pt x="725" y="197"/>
                  </a:lnTo>
                  <a:lnTo>
                    <a:pt x="727" y="186"/>
                  </a:lnTo>
                  <a:lnTo>
                    <a:pt x="727" y="175"/>
                  </a:lnTo>
                  <a:lnTo>
                    <a:pt x="727" y="164"/>
                  </a:lnTo>
                  <a:lnTo>
                    <a:pt x="725" y="155"/>
                  </a:lnTo>
                  <a:lnTo>
                    <a:pt x="725" y="155"/>
                  </a:lnTo>
                  <a:lnTo>
                    <a:pt x="722" y="151"/>
                  </a:lnTo>
                  <a:lnTo>
                    <a:pt x="716" y="150"/>
                  </a:lnTo>
                  <a:lnTo>
                    <a:pt x="702" y="148"/>
                  </a:lnTo>
                  <a:lnTo>
                    <a:pt x="685" y="150"/>
                  </a:lnTo>
                  <a:lnTo>
                    <a:pt x="676" y="153"/>
                  </a:lnTo>
                  <a:lnTo>
                    <a:pt x="676" y="153"/>
                  </a:lnTo>
                  <a:lnTo>
                    <a:pt x="672" y="157"/>
                  </a:lnTo>
                  <a:lnTo>
                    <a:pt x="671" y="162"/>
                  </a:lnTo>
                  <a:lnTo>
                    <a:pt x="669" y="168"/>
                  </a:lnTo>
                  <a:lnTo>
                    <a:pt x="665" y="175"/>
                  </a:lnTo>
                  <a:lnTo>
                    <a:pt x="663" y="175"/>
                  </a:lnTo>
                  <a:lnTo>
                    <a:pt x="663" y="175"/>
                  </a:lnTo>
                  <a:lnTo>
                    <a:pt x="658" y="179"/>
                  </a:lnTo>
                  <a:lnTo>
                    <a:pt x="654" y="186"/>
                  </a:lnTo>
                  <a:lnTo>
                    <a:pt x="651" y="193"/>
                  </a:lnTo>
                  <a:lnTo>
                    <a:pt x="647" y="199"/>
                  </a:lnTo>
                  <a:lnTo>
                    <a:pt x="647" y="199"/>
                  </a:lnTo>
                  <a:lnTo>
                    <a:pt x="643" y="201"/>
                  </a:lnTo>
                  <a:lnTo>
                    <a:pt x="641" y="201"/>
                  </a:lnTo>
                  <a:lnTo>
                    <a:pt x="640" y="201"/>
                  </a:lnTo>
                  <a:lnTo>
                    <a:pt x="636" y="201"/>
                  </a:lnTo>
                  <a:lnTo>
                    <a:pt x="636" y="201"/>
                  </a:lnTo>
                  <a:lnTo>
                    <a:pt x="640" y="221"/>
                  </a:lnTo>
                  <a:lnTo>
                    <a:pt x="641" y="233"/>
                  </a:lnTo>
                  <a:lnTo>
                    <a:pt x="641" y="237"/>
                  </a:lnTo>
                  <a:lnTo>
                    <a:pt x="634" y="241"/>
                  </a:lnTo>
                  <a:lnTo>
                    <a:pt x="634" y="241"/>
                  </a:lnTo>
                  <a:lnTo>
                    <a:pt x="634" y="244"/>
                  </a:lnTo>
                  <a:lnTo>
                    <a:pt x="634" y="248"/>
                  </a:lnTo>
                  <a:lnTo>
                    <a:pt x="634" y="252"/>
                  </a:lnTo>
                  <a:lnTo>
                    <a:pt x="634" y="255"/>
                  </a:lnTo>
                  <a:lnTo>
                    <a:pt x="634" y="255"/>
                  </a:lnTo>
                  <a:lnTo>
                    <a:pt x="645" y="257"/>
                  </a:lnTo>
                  <a:lnTo>
                    <a:pt x="651" y="257"/>
                  </a:lnTo>
                  <a:lnTo>
                    <a:pt x="651" y="257"/>
                  </a:lnTo>
                  <a:lnTo>
                    <a:pt x="651" y="283"/>
                  </a:lnTo>
                  <a:lnTo>
                    <a:pt x="658" y="279"/>
                  </a:lnTo>
                  <a:lnTo>
                    <a:pt x="658" y="279"/>
                  </a:lnTo>
                  <a:lnTo>
                    <a:pt x="652" y="293"/>
                  </a:lnTo>
                  <a:lnTo>
                    <a:pt x="647" y="304"/>
                  </a:lnTo>
                  <a:lnTo>
                    <a:pt x="647" y="304"/>
                  </a:lnTo>
                  <a:lnTo>
                    <a:pt x="627" y="277"/>
                  </a:lnTo>
                  <a:lnTo>
                    <a:pt x="627" y="277"/>
                  </a:lnTo>
                  <a:lnTo>
                    <a:pt x="621" y="277"/>
                  </a:lnTo>
                  <a:lnTo>
                    <a:pt x="620" y="277"/>
                  </a:lnTo>
                  <a:lnTo>
                    <a:pt x="618" y="277"/>
                  </a:lnTo>
                  <a:lnTo>
                    <a:pt x="618" y="277"/>
                  </a:lnTo>
                  <a:lnTo>
                    <a:pt x="616" y="275"/>
                  </a:lnTo>
                  <a:lnTo>
                    <a:pt x="616" y="272"/>
                  </a:lnTo>
                  <a:lnTo>
                    <a:pt x="618" y="270"/>
                  </a:lnTo>
                  <a:lnTo>
                    <a:pt x="618" y="270"/>
                  </a:lnTo>
                  <a:lnTo>
                    <a:pt x="612" y="270"/>
                  </a:lnTo>
                  <a:lnTo>
                    <a:pt x="607" y="270"/>
                  </a:lnTo>
                  <a:lnTo>
                    <a:pt x="607" y="270"/>
                  </a:lnTo>
                  <a:lnTo>
                    <a:pt x="605" y="268"/>
                  </a:lnTo>
                  <a:lnTo>
                    <a:pt x="603" y="264"/>
                  </a:lnTo>
                  <a:lnTo>
                    <a:pt x="603" y="264"/>
                  </a:lnTo>
                  <a:lnTo>
                    <a:pt x="601" y="272"/>
                  </a:lnTo>
                  <a:lnTo>
                    <a:pt x="599" y="273"/>
                  </a:lnTo>
                  <a:lnTo>
                    <a:pt x="598" y="275"/>
                  </a:lnTo>
                  <a:lnTo>
                    <a:pt x="598" y="275"/>
                  </a:lnTo>
                  <a:lnTo>
                    <a:pt x="596" y="272"/>
                  </a:lnTo>
                  <a:lnTo>
                    <a:pt x="598" y="268"/>
                  </a:lnTo>
                  <a:lnTo>
                    <a:pt x="599" y="261"/>
                  </a:lnTo>
                  <a:lnTo>
                    <a:pt x="599" y="261"/>
                  </a:lnTo>
                  <a:lnTo>
                    <a:pt x="583" y="259"/>
                  </a:lnTo>
                  <a:lnTo>
                    <a:pt x="569" y="257"/>
                  </a:lnTo>
                  <a:lnTo>
                    <a:pt x="569" y="257"/>
                  </a:lnTo>
                  <a:lnTo>
                    <a:pt x="565" y="255"/>
                  </a:lnTo>
                  <a:lnTo>
                    <a:pt x="561" y="253"/>
                  </a:lnTo>
                  <a:lnTo>
                    <a:pt x="561" y="253"/>
                  </a:lnTo>
                  <a:lnTo>
                    <a:pt x="559" y="253"/>
                  </a:lnTo>
                  <a:lnTo>
                    <a:pt x="559" y="255"/>
                  </a:lnTo>
                  <a:lnTo>
                    <a:pt x="558" y="261"/>
                  </a:lnTo>
                  <a:lnTo>
                    <a:pt x="558" y="261"/>
                  </a:lnTo>
                  <a:lnTo>
                    <a:pt x="534" y="257"/>
                  </a:lnTo>
                  <a:lnTo>
                    <a:pt x="534" y="257"/>
                  </a:lnTo>
                  <a:lnTo>
                    <a:pt x="534" y="261"/>
                  </a:lnTo>
                  <a:lnTo>
                    <a:pt x="534" y="262"/>
                  </a:lnTo>
                  <a:lnTo>
                    <a:pt x="532" y="262"/>
                  </a:lnTo>
                  <a:lnTo>
                    <a:pt x="532" y="262"/>
                  </a:lnTo>
                  <a:lnTo>
                    <a:pt x="536" y="273"/>
                  </a:lnTo>
                  <a:lnTo>
                    <a:pt x="536" y="290"/>
                  </a:lnTo>
                  <a:lnTo>
                    <a:pt x="536" y="290"/>
                  </a:lnTo>
                  <a:lnTo>
                    <a:pt x="528" y="292"/>
                  </a:lnTo>
                  <a:lnTo>
                    <a:pt x="528" y="292"/>
                  </a:lnTo>
                  <a:lnTo>
                    <a:pt x="527" y="290"/>
                  </a:lnTo>
                  <a:lnTo>
                    <a:pt x="525" y="286"/>
                  </a:lnTo>
                  <a:lnTo>
                    <a:pt x="525" y="286"/>
                  </a:lnTo>
                  <a:lnTo>
                    <a:pt x="519" y="290"/>
                  </a:lnTo>
                  <a:lnTo>
                    <a:pt x="519" y="290"/>
                  </a:lnTo>
                  <a:lnTo>
                    <a:pt x="519" y="295"/>
                  </a:lnTo>
                  <a:lnTo>
                    <a:pt x="519" y="301"/>
                  </a:lnTo>
                  <a:lnTo>
                    <a:pt x="519" y="301"/>
                  </a:lnTo>
                  <a:lnTo>
                    <a:pt x="510" y="292"/>
                  </a:lnTo>
                  <a:lnTo>
                    <a:pt x="508" y="288"/>
                  </a:lnTo>
                  <a:lnTo>
                    <a:pt x="508" y="284"/>
                  </a:lnTo>
                  <a:lnTo>
                    <a:pt x="508" y="281"/>
                  </a:lnTo>
                  <a:lnTo>
                    <a:pt x="512" y="279"/>
                  </a:lnTo>
                  <a:lnTo>
                    <a:pt x="512" y="279"/>
                  </a:lnTo>
                  <a:lnTo>
                    <a:pt x="490" y="286"/>
                  </a:lnTo>
                  <a:lnTo>
                    <a:pt x="490" y="286"/>
                  </a:lnTo>
                  <a:lnTo>
                    <a:pt x="487" y="286"/>
                  </a:lnTo>
                  <a:lnTo>
                    <a:pt x="487" y="284"/>
                  </a:lnTo>
                  <a:lnTo>
                    <a:pt x="488" y="284"/>
                  </a:lnTo>
                  <a:lnTo>
                    <a:pt x="485" y="284"/>
                  </a:lnTo>
                  <a:lnTo>
                    <a:pt x="485" y="284"/>
                  </a:lnTo>
                  <a:lnTo>
                    <a:pt x="487" y="288"/>
                  </a:lnTo>
                  <a:lnTo>
                    <a:pt x="488" y="290"/>
                  </a:lnTo>
                  <a:lnTo>
                    <a:pt x="487" y="292"/>
                  </a:lnTo>
                  <a:lnTo>
                    <a:pt x="487" y="292"/>
                  </a:lnTo>
                  <a:lnTo>
                    <a:pt x="479" y="292"/>
                  </a:lnTo>
                  <a:lnTo>
                    <a:pt x="479" y="292"/>
                  </a:lnTo>
                  <a:lnTo>
                    <a:pt x="474" y="288"/>
                  </a:lnTo>
                  <a:lnTo>
                    <a:pt x="468" y="284"/>
                  </a:lnTo>
                  <a:lnTo>
                    <a:pt x="461" y="284"/>
                  </a:lnTo>
                  <a:lnTo>
                    <a:pt x="461" y="284"/>
                  </a:lnTo>
                  <a:lnTo>
                    <a:pt x="450" y="290"/>
                  </a:lnTo>
                  <a:lnTo>
                    <a:pt x="446" y="293"/>
                  </a:lnTo>
                  <a:lnTo>
                    <a:pt x="446" y="293"/>
                  </a:lnTo>
                  <a:lnTo>
                    <a:pt x="446" y="301"/>
                  </a:lnTo>
                  <a:lnTo>
                    <a:pt x="446" y="301"/>
                  </a:lnTo>
                  <a:lnTo>
                    <a:pt x="443" y="301"/>
                  </a:lnTo>
                  <a:lnTo>
                    <a:pt x="441" y="299"/>
                  </a:lnTo>
                  <a:lnTo>
                    <a:pt x="439" y="293"/>
                  </a:lnTo>
                  <a:lnTo>
                    <a:pt x="439" y="293"/>
                  </a:lnTo>
                  <a:lnTo>
                    <a:pt x="435" y="295"/>
                  </a:lnTo>
                  <a:lnTo>
                    <a:pt x="435" y="295"/>
                  </a:lnTo>
                  <a:lnTo>
                    <a:pt x="434" y="299"/>
                  </a:lnTo>
                  <a:lnTo>
                    <a:pt x="434" y="299"/>
                  </a:lnTo>
                  <a:lnTo>
                    <a:pt x="430" y="299"/>
                  </a:lnTo>
                  <a:lnTo>
                    <a:pt x="425" y="299"/>
                  </a:lnTo>
                  <a:lnTo>
                    <a:pt x="417" y="299"/>
                  </a:lnTo>
                  <a:lnTo>
                    <a:pt x="417" y="293"/>
                  </a:lnTo>
                  <a:lnTo>
                    <a:pt x="417" y="293"/>
                  </a:lnTo>
                  <a:lnTo>
                    <a:pt x="426" y="293"/>
                  </a:lnTo>
                  <a:lnTo>
                    <a:pt x="428" y="293"/>
                  </a:lnTo>
                  <a:lnTo>
                    <a:pt x="426" y="292"/>
                  </a:lnTo>
                  <a:lnTo>
                    <a:pt x="426" y="292"/>
                  </a:lnTo>
                  <a:lnTo>
                    <a:pt x="425" y="290"/>
                  </a:lnTo>
                  <a:lnTo>
                    <a:pt x="423" y="288"/>
                  </a:lnTo>
                  <a:lnTo>
                    <a:pt x="425" y="284"/>
                  </a:lnTo>
                  <a:lnTo>
                    <a:pt x="425" y="284"/>
                  </a:lnTo>
                  <a:lnTo>
                    <a:pt x="419" y="283"/>
                  </a:lnTo>
                  <a:lnTo>
                    <a:pt x="417" y="283"/>
                  </a:lnTo>
                  <a:lnTo>
                    <a:pt x="417" y="283"/>
                  </a:lnTo>
                  <a:lnTo>
                    <a:pt x="419" y="279"/>
                  </a:lnTo>
                  <a:lnTo>
                    <a:pt x="419" y="279"/>
                  </a:lnTo>
                  <a:lnTo>
                    <a:pt x="419" y="277"/>
                  </a:lnTo>
                  <a:lnTo>
                    <a:pt x="419" y="277"/>
                  </a:lnTo>
                  <a:lnTo>
                    <a:pt x="410" y="281"/>
                  </a:lnTo>
                  <a:lnTo>
                    <a:pt x="405" y="284"/>
                  </a:lnTo>
                  <a:lnTo>
                    <a:pt x="401" y="286"/>
                  </a:lnTo>
                  <a:lnTo>
                    <a:pt x="401" y="286"/>
                  </a:lnTo>
                  <a:lnTo>
                    <a:pt x="401" y="293"/>
                  </a:lnTo>
                  <a:lnTo>
                    <a:pt x="401" y="293"/>
                  </a:lnTo>
                  <a:lnTo>
                    <a:pt x="397" y="292"/>
                  </a:lnTo>
                  <a:lnTo>
                    <a:pt x="394" y="290"/>
                  </a:lnTo>
                  <a:lnTo>
                    <a:pt x="390" y="290"/>
                  </a:lnTo>
                  <a:lnTo>
                    <a:pt x="390" y="290"/>
                  </a:lnTo>
                  <a:lnTo>
                    <a:pt x="386" y="293"/>
                  </a:lnTo>
                  <a:lnTo>
                    <a:pt x="386" y="293"/>
                  </a:lnTo>
                  <a:lnTo>
                    <a:pt x="383" y="293"/>
                  </a:lnTo>
                  <a:lnTo>
                    <a:pt x="377" y="293"/>
                  </a:lnTo>
                  <a:lnTo>
                    <a:pt x="377" y="293"/>
                  </a:lnTo>
                  <a:lnTo>
                    <a:pt x="372" y="297"/>
                  </a:lnTo>
                  <a:lnTo>
                    <a:pt x="364" y="301"/>
                  </a:lnTo>
                  <a:lnTo>
                    <a:pt x="359" y="306"/>
                  </a:lnTo>
                  <a:lnTo>
                    <a:pt x="353" y="308"/>
                  </a:lnTo>
                  <a:lnTo>
                    <a:pt x="353" y="308"/>
                  </a:lnTo>
                  <a:lnTo>
                    <a:pt x="348" y="308"/>
                  </a:lnTo>
                  <a:lnTo>
                    <a:pt x="343" y="308"/>
                  </a:lnTo>
                  <a:lnTo>
                    <a:pt x="343" y="313"/>
                  </a:lnTo>
                  <a:lnTo>
                    <a:pt x="343" y="313"/>
                  </a:lnTo>
                  <a:lnTo>
                    <a:pt x="337" y="315"/>
                  </a:lnTo>
                  <a:lnTo>
                    <a:pt x="332" y="315"/>
                  </a:lnTo>
                  <a:lnTo>
                    <a:pt x="332" y="315"/>
                  </a:lnTo>
                  <a:lnTo>
                    <a:pt x="328" y="330"/>
                  </a:lnTo>
                  <a:lnTo>
                    <a:pt x="326" y="341"/>
                  </a:lnTo>
                  <a:lnTo>
                    <a:pt x="326" y="341"/>
                  </a:lnTo>
                  <a:lnTo>
                    <a:pt x="324" y="341"/>
                  </a:lnTo>
                  <a:lnTo>
                    <a:pt x="324" y="339"/>
                  </a:lnTo>
                  <a:lnTo>
                    <a:pt x="323" y="339"/>
                  </a:lnTo>
                  <a:lnTo>
                    <a:pt x="321" y="339"/>
                  </a:lnTo>
                  <a:lnTo>
                    <a:pt x="321" y="339"/>
                  </a:lnTo>
                  <a:lnTo>
                    <a:pt x="319" y="341"/>
                  </a:lnTo>
                  <a:lnTo>
                    <a:pt x="317" y="346"/>
                  </a:lnTo>
                  <a:lnTo>
                    <a:pt x="317" y="346"/>
                  </a:lnTo>
                  <a:lnTo>
                    <a:pt x="306" y="348"/>
                  </a:lnTo>
                  <a:lnTo>
                    <a:pt x="297" y="350"/>
                  </a:lnTo>
                  <a:lnTo>
                    <a:pt x="297" y="350"/>
                  </a:lnTo>
                  <a:lnTo>
                    <a:pt x="292" y="339"/>
                  </a:lnTo>
                  <a:lnTo>
                    <a:pt x="290" y="332"/>
                  </a:lnTo>
                  <a:lnTo>
                    <a:pt x="290" y="326"/>
                  </a:lnTo>
                  <a:lnTo>
                    <a:pt x="290" y="326"/>
                  </a:lnTo>
                  <a:lnTo>
                    <a:pt x="292" y="323"/>
                  </a:lnTo>
                  <a:lnTo>
                    <a:pt x="293" y="319"/>
                  </a:lnTo>
                  <a:lnTo>
                    <a:pt x="293" y="319"/>
                  </a:lnTo>
                  <a:lnTo>
                    <a:pt x="306" y="315"/>
                  </a:lnTo>
                  <a:lnTo>
                    <a:pt x="306" y="315"/>
                  </a:lnTo>
                  <a:lnTo>
                    <a:pt x="313" y="315"/>
                  </a:lnTo>
                  <a:lnTo>
                    <a:pt x="313" y="315"/>
                  </a:lnTo>
                  <a:lnTo>
                    <a:pt x="304" y="301"/>
                  </a:lnTo>
                  <a:lnTo>
                    <a:pt x="299" y="292"/>
                  </a:lnTo>
                  <a:lnTo>
                    <a:pt x="293" y="286"/>
                  </a:lnTo>
                  <a:lnTo>
                    <a:pt x="293" y="286"/>
                  </a:lnTo>
                  <a:lnTo>
                    <a:pt x="292" y="286"/>
                  </a:lnTo>
                  <a:lnTo>
                    <a:pt x="286" y="286"/>
                  </a:lnTo>
                  <a:lnTo>
                    <a:pt x="279" y="286"/>
                  </a:lnTo>
                  <a:lnTo>
                    <a:pt x="279" y="286"/>
                  </a:lnTo>
                  <a:lnTo>
                    <a:pt x="271" y="284"/>
                  </a:lnTo>
                  <a:lnTo>
                    <a:pt x="262" y="279"/>
                  </a:lnTo>
                  <a:lnTo>
                    <a:pt x="262" y="279"/>
                  </a:lnTo>
                  <a:lnTo>
                    <a:pt x="270" y="290"/>
                  </a:lnTo>
                  <a:lnTo>
                    <a:pt x="270" y="290"/>
                  </a:lnTo>
                  <a:lnTo>
                    <a:pt x="271" y="297"/>
                  </a:lnTo>
                  <a:lnTo>
                    <a:pt x="271" y="304"/>
                  </a:lnTo>
                  <a:lnTo>
                    <a:pt x="270" y="310"/>
                  </a:lnTo>
                  <a:lnTo>
                    <a:pt x="264" y="319"/>
                  </a:lnTo>
                  <a:lnTo>
                    <a:pt x="264" y="319"/>
                  </a:lnTo>
                  <a:lnTo>
                    <a:pt x="262" y="321"/>
                  </a:lnTo>
                  <a:lnTo>
                    <a:pt x="261" y="323"/>
                  </a:lnTo>
                  <a:lnTo>
                    <a:pt x="262" y="323"/>
                  </a:lnTo>
                  <a:lnTo>
                    <a:pt x="262" y="323"/>
                  </a:lnTo>
                  <a:lnTo>
                    <a:pt x="266" y="324"/>
                  </a:lnTo>
                  <a:lnTo>
                    <a:pt x="268" y="328"/>
                  </a:lnTo>
                  <a:lnTo>
                    <a:pt x="270" y="330"/>
                  </a:lnTo>
                  <a:lnTo>
                    <a:pt x="268" y="334"/>
                  </a:lnTo>
                  <a:lnTo>
                    <a:pt x="266" y="341"/>
                  </a:lnTo>
                  <a:lnTo>
                    <a:pt x="262" y="348"/>
                  </a:lnTo>
                  <a:lnTo>
                    <a:pt x="262" y="348"/>
                  </a:lnTo>
                  <a:lnTo>
                    <a:pt x="257" y="355"/>
                  </a:lnTo>
                  <a:lnTo>
                    <a:pt x="257" y="355"/>
                  </a:lnTo>
                  <a:lnTo>
                    <a:pt x="259" y="357"/>
                  </a:lnTo>
                  <a:lnTo>
                    <a:pt x="257" y="359"/>
                  </a:lnTo>
                  <a:lnTo>
                    <a:pt x="255" y="363"/>
                  </a:lnTo>
                  <a:lnTo>
                    <a:pt x="255" y="363"/>
                  </a:lnTo>
                  <a:lnTo>
                    <a:pt x="251" y="355"/>
                  </a:lnTo>
                  <a:lnTo>
                    <a:pt x="250" y="352"/>
                  </a:lnTo>
                  <a:lnTo>
                    <a:pt x="248" y="350"/>
                  </a:lnTo>
                  <a:lnTo>
                    <a:pt x="248" y="350"/>
                  </a:lnTo>
                  <a:lnTo>
                    <a:pt x="244" y="350"/>
                  </a:lnTo>
                  <a:lnTo>
                    <a:pt x="241" y="350"/>
                  </a:lnTo>
                  <a:lnTo>
                    <a:pt x="241" y="350"/>
                  </a:lnTo>
                  <a:lnTo>
                    <a:pt x="239" y="348"/>
                  </a:lnTo>
                  <a:lnTo>
                    <a:pt x="239" y="346"/>
                  </a:lnTo>
                  <a:lnTo>
                    <a:pt x="237" y="346"/>
                  </a:lnTo>
                  <a:lnTo>
                    <a:pt x="233" y="346"/>
                  </a:lnTo>
                  <a:lnTo>
                    <a:pt x="233" y="346"/>
                  </a:lnTo>
                  <a:lnTo>
                    <a:pt x="204" y="368"/>
                  </a:lnTo>
                  <a:lnTo>
                    <a:pt x="204" y="368"/>
                  </a:lnTo>
                  <a:lnTo>
                    <a:pt x="204" y="375"/>
                  </a:lnTo>
                  <a:lnTo>
                    <a:pt x="204" y="379"/>
                  </a:lnTo>
                  <a:lnTo>
                    <a:pt x="206" y="383"/>
                  </a:lnTo>
                  <a:lnTo>
                    <a:pt x="206" y="383"/>
                  </a:lnTo>
                  <a:lnTo>
                    <a:pt x="215" y="392"/>
                  </a:lnTo>
                  <a:lnTo>
                    <a:pt x="217" y="394"/>
                  </a:lnTo>
                  <a:lnTo>
                    <a:pt x="217" y="395"/>
                  </a:lnTo>
                  <a:lnTo>
                    <a:pt x="215" y="397"/>
                  </a:lnTo>
                  <a:lnTo>
                    <a:pt x="211" y="397"/>
                  </a:lnTo>
                  <a:lnTo>
                    <a:pt x="211" y="397"/>
                  </a:lnTo>
                  <a:lnTo>
                    <a:pt x="200" y="394"/>
                  </a:lnTo>
                  <a:lnTo>
                    <a:pt x="188" y="388"/>
                  </a:lnTo>
                  <a:lnTo>
                    <a:pt x="168" y="375"/>
                  </a:lnTo>
                  <a:lnTo>
                    <a:pt x="168" y="375"/>
                  </a:lnTo>
                  <a:lnTo>
                    <a:pt x="166" y="383"/>
                  </a:lnTo>
                  <a:lnTo>
                    <a:pt x="164" y="390"/>
                  </a:lnTo>
                  <a:lnTo>
                    <a:pt x="166" y="397"/>
                  </a:lnTo>
                  <a:lnTo>
                    <a:pt x="169" y="399"/>
                  </a:lnTo>
                  <a:lnTo>
                    <a:pt x="171" y="401"/>
                  </a:lnTo>
                  <a:lnTo>
                    <a:pt x="171" y="401"/>
                  </a:lnTo>
                  <a:lnTo>
                    <a:pt x="175" y="401"/>
                  </a:lnTo>
                  <a:lnTo>
                    <a:pt x="179" y="401"/>
                  </a:lnTo>
                  <a:lnTo>
                    <a:pt x="179" y="401"/>
                  </a:lnTo>
                  <a:lnTo>
                    <a:pt x="180" y="410"/>
                  </a:lnTo>
                  <a:lnTo>
                    <a:pt x="180" y="416"/>
                  </a:lnTo>
                  <a:lnTo>
                    <a:pt x="179" y="419"/>
                  </a:lnTo>
                  <a:lnTo>
                    <a:pt x="179" y="419"/>
                  </a:lnTo>
                  <a:lnTo>
                    <a:pt x="177" y="421"/>
                  </a:lnTo>
                  <a:lnTo>
                    <a:pt x="175" y="423"/>
                  </a:lnTo>
                  <a:lnTo>
                    <a:pt x="175" y="423"/>
                  </a:lnTo>
                  <a:lnTo>
                    <a:pt x="169" y="423"/>
                  </a:lnTo>
                  <a:lnTo>
                    <a:pt x="169" y="423"/>
                  </a:lnTo>
                  <a:lnTo>
                    <a:pt x="169" y="421"/>
                  </a:lnTo>
                  <a:lnTo>
                    <a:pt x="169" y="421"/>
                  </a:lnTo>
                  <a:lnTo>
                    <a:pt x="157" y="419"/>
                  </a:lnTo>
                  <a:lnTo>
                    <a:pt x="149" y="419"/>
                  </a:lnTo>
                  <a:lnTo>
                    <a:pt x="148" y="419"/>
                  </a:lnTo>
                  <a:lnTo>
                    <a:pt x="148" y="419"/>
                  </a:lnTo>
                  <a:lnTo>
                    <a:pt x="148" y="408"/>
                  </a:lnTo>
                  <a:lnTo>
                    <a:pt x="148" y="408"/>
                  </a:lnTo>
                  <a:lnTo>
                    <a:pt x="142" y="408"/>
                  </a:lnTo>
                  <a:lnTo>
                    <a:pt x="138" y="408"/>
                  </a:lnTo>
                  <a:lnTo>
                    <a:pt x="138" y="408"/>
                  </a:lnTo>
                  <a:lnTo>
                    <a:pt x="133" y="399"/>
                  </a:lnTo>
                  <a:lnTo>
                    <a:pt x="131" y="388"/>
                  </a:lnTo>
                  <a:lnTo>
                    <a:pt x="131" y="377"/>
                  </a:lnTo>
                  <a:lnTo>
                    <a:pt x="131" y="365"/>
                  </a:lnTo>
                  <a:lnTo>
                    <a:pt x="131" y="365"/>
                  </a:lnTo>
                  <a:lnTo>
                    <a:pt x="117" y="359"/>
                  </a:lnTo>
                  <a:lnTo>
                    <a:pt x="100" y="355"/>
                  </a:lnTo>
                  <a:lnTo>
                    <a:pt x="104" y="348"/>
                  </a:lnTo>
                  <a:lnTo>
                    <a:pt x="104" y="348"/>
                  </a:lnTo>
                  <a:lnTo>
                    <a:pt x="98" y="348"/>
                  </a:lnTo>
                  <a:lnTo>
                    <a:pt x="93" y="348"/>
                  </a:lnTo>
                  <a:lnTo>
                    <a:pt x="93" y="348"/>
                  </a:lnTo>
                  <a:lnTo>
                    <a:pt x="93" y="341"/>
                  </a:lnTo>
                  <a:lnTo>
                    <a:pt x="91" y="335"/>
                  </a:lnTo>
                  <a:lnTo>
                    <a:pt x="91" y="335"/>
                  </a:lnTo>
                  <a:lnTo>
                    <a:pt x="82" y="321"/>
                  </a:lnTo>
                  <a:lnTo>
                    <a:pt x="100" y="334"/>
                  </a:lnTo>
                  <a:lnTo>
                    <a:pt x="100" y="334"/>
                  </a:lnTo>
                  <a:lnTo>
                    <a:pt x="104" y="334"/>
                  </a:lnTo>
                  <a:lnTo>
                    <a:pt x="104" y="332"/>
                  </a:lnTo>
                  <a:lnTo>
                    <a:pt x="104" y="330"/>
                  </a:lnTo>
                  <a:lnTo>
                    <a:pt x="106" y="330"/>
                  </a:lnTo>
                  <a:lnTo>
                    <a:pt x="106" y="330"/>
                  </a:lnTo>
                  <a:lnTo>
                    <a:pt x="109" y="334"/>
                  </a:lnTo>
                  <a:lnTo>
                    <a:pt x="111" y="337"/>
                  </a:lnTo>
                  <a:lnTo>
                    <a:pt x="115" y="343"/>
                  </a:lnTo>
                  <a:lnTo>
                    <a:pt x="115" y="343"/>
                  </a:lnTo>
                  <a:lnTo>
                    <a:pt x="118" y="339"/>
                  </a:lnTo>
                  <a:lnTo>
                    <a:pt x="120" y="335"/>
                  </a:lnTo>
                  <a:lnTo>
                    <a:pt x="122" y="335"/>
                  </a:lnTo>
                  <a:lnTo>
                    <a:pt x="122" y="335"/>
                  </a:lnTo>
                  <a:lnTo>
                    <a:pt x="122" y="343"/>
                  </a:lnTo>
                  <a:lnTo>
                    <a:pt x="122" y="343"/>
                  </a:lnTo>
                  <a:lnTo>
                    <a:pt x="155" y="354"/>
                  </a:lnTo>
                  <a:lnTo>
                    <a:pt x="173" y="357"/>
                  </a:lnTo>
                  <a:lnTo>
                    <a:pt x="182" y="357"/>
                  </a:lnTo>
                  <a:lnTo>
                    <a:pt x="189" y="357"/>
                  </a:lnTo>
                  <a:lnTo>
                    <a:pt x="189" y="357"/>
                  </a:lnTo>
                  <a:lnTo>
                    <a:pt x="197" y="354"/>
                  </a:lnTo>
                  <a:lnTo>
                    <a:pt x="204" y="348"/>
                  </a:lnTo>
                  <a:lnTo>
                    <a:pt x="204" y="348"/>
                  </a:lnTo>
                  <a:lnTo>
                    <a:pt x="211" y="343"/>
                  </a:lnTo>
                  <a:lnTo>
                    <a:pt x="217" y="335"/>
                  </a:lnTo>
                  <a:lnTo>
                    <a:pt x="220" y="330"/>
                  </a:lnTo>
                  <a:lnTo>
                    <a:pt x="220" y="324"/>
                  </a:lnTo>
                  <a:lnTo>
                    <a:pt x="220" y="319"/>
                  </a:lnTo>
                  <a:lnTo>
                    <a:pt x="219" y="313"/>
                  </a:lnTo>
                  <a:lnTo>
                    <a:pt x="213" y="313"/>
                  </a:lnTo>
                  <a:lnTo>
                    <a:pt x="213" y="308"/>
                  </a:lnTo>
                  <a:lnTo>
                    <a:pt x="213" y="308"/>
                  </a:lnTo>
                  <a:lnTo>
                    <a:pt x="204" y="306"/>
                  </a:lnTo>
                  <a:lnTo>
                    <a:pt x="197" y="301"/>
                  </a:lnTo>
                  <a:lnTo>
                    <a:pt x="197" y="297"/>
                  </a:lnTo>
                  <a:lnTo>
                    <a:pt x="197" y="297"/>
                  </a:lnTo>
                  <a:lnTo>
                    <a:pt x="195" y="295"/>
                  </a:lnTo>
                  <a:lnTo>
                    <a:pt x="193" y="297"/>
                  </a:lnTo>
                  <a:lnTo>
                    <a:pt x="189" y="297"/>
                  </a:lnTo>
                  <a:lnTo>
                    <a:pt x="189" y="292"/>
                  </a:lnTo>
                  <a:lnTo>
                    <a:pt x="189" y="292"/>
                  </a:lnTo>
                  <a:lnTo>
                    <a:pt x="169" y="281"/>
                  </a:lnTo>
                  <a:lnTo>
                    <a:pt x="159" y="275"/>
                  </a:lnTo>
                  <a:lnTo>
                    <a:pt x="149" y="272"/>
                  </a:lnTo>
                  <a:lnTo>
                    <a:pt x="149" y="272"/>
                  </a:lnTo>
                  <a:lnTo>
                    <a:pt x="146" y="272"/>
                  </a:lnTo>
                  <a:lnTo>
                    <a:pt x="142" y="272"/>
                  </a:lnTo>
                  <a:lnTo>
                    <a:pt x="138" y="272"/>
                  </a:lnTo>
                  <a:lnTo>
                    <a:pt x="138" y="272"/>
                  </a:lnTo>
                  <a:lnTo>
                    <a:pt x="135" y="268"/>
                  </a:lnTo>
                  <a:lnTo>
                    <a:pt x="133" y="264"/>
                  </a:lnTo>
                  <a:lnTo>
                    <a:pt x="133" y="264"/>
                  </a:lnTo>
                  <a:lnTo>
                    <a:pt x="128" y="264"/>
                  </a:lnTo>
                  <a:lnTo>
                    <a:pt x="122" y="264"/>
                  </a:lnTo>
                  <a:lnTo>
                    <a:pt x="120" y="261"/>
                  </a:lnTo>
                  <a:lnTo>
                    <a:pt x="120" y="261"/>
                  </a:lnTo>
                  <a:lnTo>
                    <a:pt x="111" y="257"/>
                  </a:lnTo>
                  <a:lnTo>
                    <a:pt x="100" y="255"/>
                  </a:lnTo>
                  <a:lnTo>
                    <a:pt x="84" y="255"/>
                  </a:lnTo>
                  <a:lnTo>
                    <a:pt x="84" y="250"/>
                  </a:lnTo>
                  <a:lnTo>
                    <a:pt x="84" y="250"/>
                  </a:lnTo>
                  <a:lnTo>
                    <a:pt x="91" y="248"/>
                  </a:lnTo>
                  <a:lnTo>
                    <a:pt x="93" y="248"/>
                  </a:lnTo>
                  <a:lnTo>
                    <a:pt x="91" y="246"/>
                  </a:lnTo>
                  <a:lnTo>
                    <a:pt x="82" y="242"/>
                  </a:lnTo>
                  <a:lnTo>
                    <a:pt x="82" y="242"/>
                  </a:lnTo>
                  <a:lnTo>
                    <a:pt x="78" y="242"/>
                  </a:lnTo>
                  <a:lnTo>
                    <a:pt x="78" y="242"/>
                  </a:lnTo>
                  <a:lnTo>
                    <a:pt x="75" y="244"/>
                  </a:lnTo>
                  <a:lnTo>
                    <a:pt x="71" y="244"/>
                  </a:lnTo>
                  <a:lnTo>
                    <a:pt x="64" y="241"/>
                  </a:lnTo>
                  <a:lnTo>
                    <a:pt x="64" y="241"/>
                  </a:lnTo>
                  <a:lnTo>
                    <a:pt x="62" y="244"/>
                  </a:lnTo>
                  <a:lnTo>
                    <a:pt x="58" y="248"/>
                  </a:lnTo>
                  <a:lnTo>
                    <a:pt x="58" y="248"/>
                  </a:lnTo>
                  <a:lnTo>
                    <a:pt x="56" y="250"/>
                  </a:lnTo>
                  <a:lnTo>
                    <a:pt x="55" y="252"/>
                  </a:lnTo>
                  <a:lnTo>
                    <a:pt x="51" y="252"/>
                  </a:lnTo>
                  <a:lnTo>
                    <a:pt x="51" y="252"/>
                  </a:lnTo>
                  <a:lnTo>
                    <a:pt x="51" y="253"/>
                  </a:lnTo>
                  <a:lnTo>
                    <a:pt x="51" y="255"/>
                  </a:lnTo>
                  <a:lnTo>
                    <a:pt x="51" y="255"/>
                  </a:lnTo>
                  <a:lnTo>
                    <a:pt x="51" y="262"/>
                  </a:lnTo>
                  <a:lnTo>
                    <a:pt x="49" y="268"/>
                  </a:lnTo>
                  <a:lnTo>
                    <a:pt x="49" y="268"/>
                  </a:lnTo>
                  <a:lnTo>
                    <a:pt x="47" y="270"/>
                  </a:lnTo>
                  <a:lnTo>
                    <a:pt x="46" y="268"/>
                  </a:lnTo>
                  <a:lnTo>
                    <a:pt x="46" y="266"/>
                  </a:lnTo>
                  <a:lnTo>
                    <a:pt x="46" y="262"/>
                  </a:lnTo>
                  <a:lnTo>
                    <a:pt x="38" y="270"/>
                  </a:lnTo>
                  <a:lnTo>
                    <a:pt x="38" y="270"/>
                  </a:lnTo>
                  <a:lnTo>
                    <a:pt x="38" y="277"/>
                  </a:lnTo>
                  <a:lnTo>
                    <a:pt x="38" y="284"/>
                  </a:lnTo>
                  <a:lnTo>
                    <a:pt x="38" y="288"/>
                  </a:lnTo>
                  <a:lnTo>
                    <a:pt x="38" y="288"/>
                  </a:lnTo>
                  <a:lnTo>
                    <a:pt x="40" y="290"/>
                  </a:lnTo>
                  <a:lnTo>
                    <a:pt x="42" y="292"/>
                  </a:lnTo>
                  <a:lnTo>
                    <a:pt x="44" y="290"/>
                  </a:lnTo>
                  <a:lnTo>
                    <a:pt x="44" y="290"/>
                  </a:lnTo>
                  <a:lnTo>
                    <a:pt x="47" y="295"/>
                  </a:lnTo>
                  <a:lnTo>
                    <a:pt x="47" y="299"/>
                  </a:lnTo>
                  <a:lnTo>
                    <a:pt x="47" y="303"/>
                  </a:lnTo>
                  <a:lnTo>
                    <a:pt x="47" y="303"/>
                  </a:lnTo>
                  <a:lnTo>
                    <a:pt x="42" y="310"/>
                  </a:lnTo>
                  <a:lnTo>
                    <a:pt x="40" y="315"/>
                  </a:lnTo>
                  <a:lnTo>
                    <a:pt x="38" y="319"/>
                  </a:lnTo>
                  <a:lnTo>
                    <a:pt x="38" y="319"/>
                  </a:lnTo>
                  <a:lnTo>
                    <a:pt x="44" y="335"/>
                  </a:lnTo>
                  <a:lnTo>
                    <a:pt x="47" y="350"/>
                  </a:lnTo>
                  <a:lnTo>
                    <a:pt x="47" y="350"/>
                  </a:lnTo>
                  <a:lnTo>
                    <a:pt x="49" y="354"/>
                  </a:lnTo>
                  <a:lnTo>
                    <a:pt x="49" y="359"/>
                  </a:lnTo>
                  <a:lnTo>
                    <a:pt x="49" y="359"/>
                  </a:lnTo>
                  <a:lnTo>
                    <a:pt x="49" y="361"/>
                  </a:lnTo>
                  <a:lnTo>
                    <a:pt x="49" y="365"/>
                  </a:lnTo>
                  <a:lnTo>
                    <a:pt x="51" y="366"/>
                  </a:lnTo>
                  <a:lnTo>
                    <a:pt x="51" y="368"/>
                  </a:lnTo>
                  <a:lnTo>
                    <a:pt x="51" y="368"/>
                  </a:lnTo>
                  <a:lnTo>
                    <a:pt x="47" y="374"/>
                  </a:lnTo>
                  <a:lnTo>
                    <a:pt x="49" y="377"/>
                  </a:lnTo>
                  <a:lnTo>
                    <a:pt x="49" y="377"/>
                  </a:lnTo>
                  <a:lnTo>
                    <a:pt x="51" y="385"/>
                  </a:lnTo>
                  <a:lnTo>
                    <a:pt x="51" y="388"/>
                  </a:lnTo>
                  <a:lnTo>
                    <a:pt x="51" y="388"/>
                  </a:lnTo>
                  <a:lnTo>
                    <a:pt x="51" y="390"/>
                  </a:lnTo>
                  <a:lnTo>
                    <a:pt x="55" y="397"/>
                  </a:lnTo>
                  <a:lnTo>
                    <a:pt x="55" y="397"/>
                  </a:lnTo>
                  <a:lnTo>
                    <a:pt x="60" y="399"/>
                  </a:lnTo>
                  <a:lnTo>
                    <a:pt x="60" y="405"/>
                  </a:lnTo>
                  <a:lnTo>
                    <a:pt x="60" y="405"/>
                  </a:lnTo>
                  <a:lnTo>
                    <a:pt x="62" y="408"/>
                  </a:lnTo>
                  <a:lnTo>
                    <a:pt x="62" y="410"/>
                  </a:lnTo>
                  <a:lnTo>
                    <a:pt x="64" y="414"/>
                  </a:lnTo>
                  <a:lnTo>
                    <a:pt x="62" y="416"/>
                  </a:lnTo>
                  <a:lnTo>
                    <a:pt x="62" y="416"/>
                  </a:lnTo>
                  <a:lnTo>
                    <a:pt x="60" y="421"/>
                  </a:lnTo>
                  <a:lnTo>
                    <a:pt x="58" y="426"/>
                  </a:lnTo>
                  <a:lnTo>
                    <a:pt x="58" y="426"/>
                  </a:lnTo>
                  <a:lnTo>
                    <a:pt x="58" y="432"/>
                  </a:lnTo>
                  <a:lnTo>
                    <a:pt x="58" y="434"/>
                  </a:lnTo>
                  <a:lnTo>
                    <a:pt x="60" y="437"/>
                  </a:lnTo>
                  <a:lnTo>
                    <a:pt x="60" y="437"/>
                  </a:lnTo>
                  <a:lnTo>
                    <a:pt x="64" y="439"/>
                  </a:lnTo>
                  <a:lnTo>
                    <a:pt x="67" y="439"/>
                  </a:lnTo>
                  <a:lnTo>
                    <a:pt x="69" y="439"/>
                  </a:lnTo>
                  <a:lnTo>
                    <a:pt x="71" y="443"/>
                  </a:lnTo>
                  <a:lnTo>
                    <a:pt x="71" y="443"/>
                  </a:lnTo>
                  <a:lnTo>
                    <a:pt x="73" y="448"/>
                  </a:lnTo>
                  <a:lnTo>
                    <a:pt x="75" y="454"/>
                  </a:lnTo>
                  <a:lnTo>
                    <a:pt x="75" y="454"/>
                  </a:lnTo>
                  <a:lnTo>
                    <a:pt x="66" y="461"/>
                  </a:lnTo>
                  <a:lnTo>
                    <a:pt x="46" y="474"/>
                  </a:lnTo>
                  <a:lnTo>
                    <a:pt x="18" y="490"/>
                  </a:lnTo>
                  <a:lnTo>
                    <a:pt x="5" y="501"/>
                  </a:lnTo>
                  <a:lnTo>
                    <a:pt x="9" y="501"/>
                  </a:lnTo>
                  <a:lnTo>
                    <a:pt x="9" y="501"/>
                  </a:lnTo>
                  <a:lnTo>
                    <a:pt x="20" y="497"/>
                  </a:lnTo>
                  <a:lnTo>
                    <a:pt x="20" y="497"/>
                  </a:lnTo>
                  <a:lnTo>
                    <a:pt x="20" y="499"/>
                  </a:lnTo>
                  <a:lnTo>
                    <a:pt x="20" y="501"/>
                  </a:lnTo>
                  <a:lnTo>
                    <a:pt x="18" y="505"/>
                  </a:lnTo>
                  <a:lnTo>
                    <a:pt x="18" y="505"/>
                  </a:lnTo>
                  <a:lnTo>
                    <a:pt x="25" y="510"/>
                  </a:lnTo>
                  <a:lnTo>
                    <a:pt x="33" y="518"/>
                  </a:lnTo>
                  <a:lnTo>
                    <a:pt x="33" y="518"/>
                  </a:lnTo>
                  <a:lnTo>
                    <a:pt x="36" y="516"/>
                  </a:lnTo>
                  <a:lnTo>
                    <a:pt x="40" y="514"/>
                  </a:lnTo>
                  <a:lnTo>
                    <a:pt x="46" y="514"/>
                  </a:lnTo>
                  <a:lnTo>
                    <a:pt x="46" y="514"/>
                  </a:lnTo>
                  <a:lnTo>
                    <a:pt x="49" y="521"/>
                  </a:lnTo>
                  <a:lnTo>
                    <a:pt x="49" y="521"/>
                  </a:lnTo>
                  <a:lnTo>
                    <a:pt x="53" y="521"/>
                  </a:lnTo>
                  <a:lnTo>
                    <a:pt x="56" y="521"/>
                  </a:lnTo>
                  <a:lnTo>
                    <a:pt x="56" y="521"/>
                  </a:lnTo>
                  <a:lnTo>
                    <a:pt x="38" y="525"/>
                  </a:lnTo>
                  <a:lnTo>
                    <a:pt x="38" y="525"/>
                  </a:lnTo>
                  <a:lnTo>
                    <a:pt x="35" y="528"/>
                  </a:lnTo>
                  <a:lnTo>
                    <a:pt x="35" y="528"/>
                  </a:lnTo>
                  <a:lnTo>
                    <a:pt x="29" y="528"/>
                  </a:lnTo>
                  <a:lnTo>
                    <a:pt x="25" y="528"/>
                  </a:lnTo>
                  <a:lnTo>
                    <a:pt x="18" y="527"/>
                  </a:lnTo>
                  <a:lnTo>
                    <a:pt x="18" y="527"/>
                  </a:lnTo>
                  <a:lnTo>
                    <a:pt x="16" y="534"/>
                  </a:lnTo>
                  <a:lnTo>
                    <a:pt x="16" y="534"/>
                  </a:lnTo>
                  <a:lnTo>
                    <a:pt x="18" y="536"/>
                  </a:lnTo>
                  <a:lnTo>
                    <a:pt x="20" y="541"/>
                  </a:lnTo>
                  <a:lnTo>
                    <a:pt x="20" y="541"/>
                  </a:lnTo>
                  <a:lnTo>
                    <a:pt x="18" y="545"/>
                  </a:lnTo>
                  <a:lnTo>
                    <a:pt x="16" y="547"/>
                  </a:lnTo>
                  <a:lnTo>
                    <a:pt x="13" y="550"/>
                  </a:lnTo>
                  <a:lnTo>
                    <a:pt x="13" y="550"/>
                  </a:lnTo>
                  <a:lnTo>
                    <a:pt x="15" y="565"/>
                  </a:lnTo>
                  <a:lnTo>
                    <a:pt x="15" y="565"/>
                  </a:lnTo>
                  <a:lnTo>
                    <a:pt x="13" y="569"/>
                  </a:lnTo>
                  <a:lnTo>
                    <a:pt x="11" y="572"/>
                  </a:lnTo>
                  <a:lnTo>
                    <a:pt x="9" y="570"/>
                  </a:lnTo>
                  <a:lnTo>
                    <a:pt x="9" y="570"/>
                  </a:lnTo>
                  <a:lnTo>
                    <a:pt x="7" y="574"/>
                  </a:lnTo>
                  <a:lnTo>
                    <a:pt x="4" y="576"/>
                  </a:lnTo>
                  <a:lnTo>
                    <a:pt x="4" y="576"/>
                  </a:lnTo>
                  <a:lnTo>
                    <a:pt x="2" y="578"/>
                  </a:lnTo>
                  <a:lnTo>
                    <a:pt x="0" y="581"/>
                  </a:lnTo>
                  <a:lnTo>
                    <a:pt x="0" y="585"/>
                  </a:lnTo>
                  <a:lnTo>
                    <a:pt x="0" y="585"/>
                  </a:lnTo>
                  <a:lnTo>
                    <a:pt x="0" y="587"/>
                  </a:lnTo>
                  <a:lnTo>
                    <a:pt x="2" y="592"/>
                  </a:lnTo>
                  <a:lnTo>
                    <a:pt x="2" y="592"/>
                  </a:lnTo>
                  <a:lnTo>
                    <a:pt x="4" y="592"/>
                  </a:lnTo>
                  <a:lnTo>
                    <a:pt x="7" y="592"/>
                  </a:lnTo>
                  <a:lnTo>
                    <a:pt x="11" y="592"/>
                  </a:lnTo>
                  <a:lnTo>
                    <a:pt x="11" y="592"/>
                  </a:lnTo>
                  <a:lnTo>
                    <a:pt x="13" y="605"/>
                  </a:lnTo>
                  <a:lnTo>
                    <a:pt x="13" y="605"/>
                  </a:lnTo>
                  <a:lnTo>
                    <a:pt x="13" y="605"/>
                  </a:lnTo>
                  <a:lnTo>
                    <a:pt x="15" y="607"/>
                  </a:lnTo>
                  <a:lnTo>
                    <a:pt x="16" y="607"/>
                  </a:lnTo>
                  <a:lnTo>
                    <a:pt x="18" y="609"/>
                  </a:lnTo>
                  <a:lnTo>
                    <a:pt x="18" y="609"/>
                  </a:lnTo>
                  <a:lnTo>
                    <a:pt x="24" y="616"/>
                  </a:lnTo>
                  <a:lnTo>
                    <a:pt x="25" y="621"/>
                  </a:lnTo>
                  <a:lnTo>
                    <a:pt x="25" y="621"/>
                  </a:lnTo>
                  <a:lnTo>
                    <a:pt x="25" y="621"/>
                  </a:lnTo>
                  <a:lnTo>
                    <a:pt x="25" y="621"/>
                  </a:lnTo>
                  <a:lnTo>
                    <a:pt x="27" y="625"/>
                  </a:lnTo>
                  <a:lnTo>
                    <a:pt x="27" y="627"/>
                  </a:lnTo>
                  <a:lnTo>
                    <a:pt x="29" y="627"/>
                  </a:lnTo>
                  <a:lnTo>
                    <a:pt x="29" y="627"/>
                  </a:lnTo>
                  <a:lnTo>
                    <a:pt x="29" y="627"/>
                  </a:lnTo>
                  <a:lnTo>
                    <a:pt x="35" y="625"/>
                  </a:lnTo>
                  <a:lnTo>
                    <a:pt x="36" y="625"/>
                  </a:lnTo>
                  <a:lnTo>
                    <a:pt x="36" y="625"/>
                  </a:lnTo>
                  <a:lnTo>
                    <a:pt x="44" y="627"/>
                  </a:lnTo>
                  <a:lnTo>
                    <a:pt x="44" y="627"/>
                  </a:lnTo>
                  <a:lnTo>
                    <a:pt x="49" y="629"/>
                  </a:lnTo>
                  <a:lnTo>
                    <a:pt x="53" y="630"/>
                  </a:lnTo>
                  <a:lnTo>
                    <a:pt x="53" y="632"/>
                  </a:lnTo>
                  <a:lnTo>
                    <a:pt x="53" y="632"/>
                  </a:lnTo>
                  <a:lnTo>
                    <a:pt x="55" y="636"/>
                  </a:lnTo>
                  <a:lnTo>
                    <a:pt x="56" y="636"/>
                  </a:lnTo>
                  <a:lnTo>
                    <a:pt x="58" y="638"/>
                  </a:lnTo>
                  <a:lnTo>
                    <a:pt x="58" y="641"/>
                  </a:lnTo>
                  <a:lnTo>
                    <a:pt x="58" y="641"/>
                  </a:lnTo>
                  <a:lnTo>
                    <a:pt x="60" y="645"/>
                  </a:lnTo>
                  <a:lnTo>
                    <a:pt x="60" y="647"/>
                  </a:lnTo>
                  <a:lnTo>
                    <a:pt x="62" y="651"/>
                  </a:lnTo>
                  <a:lnTo>
                    <a:pt x="64" y="654"/>
                  </a:lnTo>
                  <a:lnTo>
                    <a:pt x="64" y="654"/>
                  </a:lnTo>
                  <a:lnTo>
                    <a:pt x="62" y="661"/>
                  </a:lnTo>
                  <a:lnTo>
                    <a:pt x="64" y="665"/>
                  </a:lnTo>
                  <a:lnTo>
                    <a:pt x="66" y="667"/>
                  </a:lnTo>
                  <a:lnTo>
                    <a:pt x="66" y="667"/>
                  </a:lnTo>
                  <a:lnTo>
                    <a:pt x="71" y="671"/>
                  </a:lnTo>
                  <a:lnTo>
                    <a:pt x="73" y="672"/>
                  </a:lnTo>
                  <a:lnTo>
                    <a:pt x="75" y="676"/>
                  </a:lnTo>
                  <a:lnTo>
                    <a:pt x="75" y="676"/>
                  </a:lnTo>
                  <a:lnTo>
                    <a:pt x="78" y="683"/>
                  </a:lnTo>
                  <a:lnTo>
                    <a:pt x="77" y="687"/>
                  </a:lnTo>
                  <a:lnTo>
                    <a:pt x="75" y="689"/>
                  </a:lnTo>
                  <a:lnTo>
                    <a:pt x="75" y="689"/>
                  </a:lnTo>
                  <a:lnTo>
                    <a:pt x="71" y="689"/>
                  </a:lnTo>
                  <a:lnTo>
                    <a:pt x="69" y="687"/>
                  </a:lnTo>
                  <a:lnTo>
                    <a:pt x="67" y="687"/>
                  </a:lnTo>
                  <a:lnTo>
                    <a:pt x="64" y="689"/>
                  </a:lnTo>
                  <a:lnTo>
                    <a:pt x="64" y="689"/>
                  </a:lnTo>
                  <a:lnTo>
                    <a:pt x="64" y="692"/>
                  </a:lnTo>
                  <a:lnTo>
                    <a:pt x="67" y="694"/>
                  </a:lnTo>
                  <a:lnTo>
                    <a:pt x="69" y="696"/>
                  </a:lnTo>
                  <a:lnTo>
                    <a:pt x="71" y="698"/>
                  </a:lnTo>
                  <a:lnTo>
                    <a:pt x="71" y="718"/>
                  </a:lnTo>
                  <a:lnTo>
                    <a:pt x="71" y="718"/>
                  </a:lnTo>
                  <a:lnTo>
                    <a:pt x="73" y="722"/>
                  </a:lnTo>
                  <a:lnTo>
                    <a:pt x="77" y="722"/>
                  </a:lnTo>
                  <a:lnTo>
                    <a:pt x="80" y="720"/>
                  </a:lnTo>
                  <a:lnTo>
                    <a:pt x="80" y="720"/>
                  </a:lnTo>
                  <a:lnTo>
                    <a:pt x="82" y="716"/>
                  </a:lnTo>
                  <a:lnTo>
                    <a:pt x="84" y="716"/>
                  </a:lnTo>
                  <a:lnTo>
                    <a:pt x="87" y="720"/>
                  </a:lnTo>
                  <a:lnTo>
                    <a:pt x="87" y="720"/>
                  </a:lnTo>
                  <a:lnTo>
                    <a:pt x="89" y="720"/>
                  </a:lnTo>
                  <a:lnTo>
                    <a:pt x="93" y="720"/>
                  </a:lnTo>
                  <a:lnTo>
                    <a:pt x="95" y="720"/>
                  </a:lnTo>
                  <a:lnTo>
                    <a:pt x="95" y="722"/>
                  </a:lnTo>
                  <a:lnTo>
                    <a:pt x="95" y="722"/>
                  </a:lnTo>
                  <a:lnTo>
                    <a:pt x="97" y="727"/>
                  </a:lnTo>
                  <a:lnTo>
                    <a:pt x="97" y="729"/>
                  </a:lnTo>
                  <a:lnTo>
                    <a:pt x="97" y="729"/>
                  </a:lnTo>
                  <a:lnTo>
                    <a:pt x="98" y="732"/>
                  </a:lnTo>
                  <a:lnTo>
                    <a:pt x="98" y="736"/>
                  </a:lnTo>
                  <a:lnTo>
                    <a:pt x="100" y="738"/>
                  </a:lnTo>
                  <a:lnTo>
                    <a:pt x="100" y="738"/>
                  </a:lnTo>
                  <a:lnTo>
                    <a:pt x="102" y="738"/>
                  </a:lnTo>
                  <a:lnTo>
                    <a:pt x="102" y="740"/>
                  </a:lnTo>
                  <a:lnTo>
                    <a:pt x="104" y="743"/>
                  </a:lnTo>
                  <a:lnTo>
                    <a:pt x="106" y="743"/>
                  </a:lnTo>
                  <a:lnTo>
                    <a:pt x="106" y="743"/>
                  </a:lnTo>
                  <a:lnTo>
                    <a:pt x="111" y="743"/>
                  </a:lnTo>
                  <a:lnTo>
                    <a:pt x="117" y="743"/>
                  </a:lnTo>
                  <a:lnTo>
                    <a:pt x="117" y="743"/>
                  </a:lnTo>
                  <a:lnTo>
                    <a:pt x="122" y="747"/>
                  </a:lnTo>
                  <a:lnTo>
                    <a:pt x="128" y="747"/>
                  </a:lnTo>
                  <a:lnTo>
                    <a:pt x="128" y="747"/>
                  </a:lnTo>
                  <a:lnTo>
                    <a:pt x="129" y="747"/>
                  </a:lnTo>
                  <a:lnTo>
                    <a:pt x="129" y="749"/>
                  </a:lnTo>
                  <a:lnTo>
                    <a:pt x="131" y="751"/>
                  </a:lnTo>
                  <a:lnTo>
                    <a:pt x="133" y="753"/>
                  </a:lnTo>
                  <a:lnTo>
                    <a:pt x="133" y="753"/>
                  </a:lnTo>
                  <a:lnTo>
                    <a:pt x="137" y="754"/>
                  </a:lnTo>
                  <a:lnTo>
                    <a:pt x="138" y="756"/>
                  </a:lnTo>
                  <a:lnTo>
                    <a:pt x="138" y="756"/>
                  </a:lnTo>
                  <a:lnTo>
                    <a:pt x="142" y="758"/>
                  </a:lnTo>
                  <a:lnTo>
                    <a:pt x="142" y="762"/>
                  </a:lnTo>
                  <a:lnTo>
                    <a:pt x="144" y="767"/>
                  </a:lnTo>
                  <a:lnTo>
                    <a:pt x="144" y="767"/>
                  </a:lnTo>
                  <a:lnTo>
                    <a:pt x="153" y="763"/>
                  </a:lnTo>
                  <a:lnTo>
                    <a:pt x="153" y="763"/>
                  </a:lnTo>
                  <a:lnTo>
                    <a:pt x="159" y="762"/>
                  </a:lnTo>
                  <a:lnTo>
                    <a:pt x="159" y="762"/>
                  </a:lnTo>
                  <a:lnTo>
                    <a:pt x="162" y="762"/>
                  </a:lnTo>
                  <a:lnTo>
                    <a:pt x="166" y="762"/>
                  </a:lnTo>
                  <a:lnTo>
                    <a:pt x="168" y="763"/>
                  </a:lnTo>
                  <a:lnTo>
                    <a:pt x="168" y="763"/>
                  </a:lnTo>
                  <a:lnTo>
                    <a:pt x="168" y="765"/>
                  </a:lnTo>
                  <a:lnTo>
                    <a:pt x="171" y="767"/>
                  </a:lnTo>
                  <a:lnTo>
                    <a:pt x="171" y="767"/>
                  </a:lnTo>
                  <a:lnTo>
                    <a:pt x="173" y="767"/>
                  </a:lnTo>
                  <a:lnTo>
                    <a:pt x="175" y="769"/>
                  </a:lnTo>
                  <a:lnTo>
                    <a:pt x="179" y="771"/>
                  </a:lnTo>
                  <a:lnTo>
                    <a:pt x="179" y="771"/>
                  </a:lnTo>
                  <a:lnTo>
                    <a:pt x="184" y="773"/>
                  </a:lnTo>
                  <a:lnTo>
                    <a:pt x="188" y="776"/>
                  </a:lnTo>
                  <a:lnTo>
                    <a:pt x="188" y="776"/>
                  </a:lnTo>
                  <a:lnTo>
                    <a:pt x="191" y="778"/>
                  </a:lnTo>
                  <a:lnTo>
                    <a:pt x="189" y="782"/>
                  </a:lnTo>
                  <a:lnTo>
                    <a:pt x="189" y="784"/>
                  </a:lnTo>
                  <a:lnTo>
                    <a:pt x="189" y="785"/>
                  </a:lnTo>
                  <a:lnTo>
                    <a:pt x="189" y="785"/>
                  </a:lnTo>
                  <a:lnTo>
                    <a:pt x="193" y="787"/>
                  </a:lnTo>
                  <a:lnTo>
                    <a:pt x="191" y="789"/>
                  </a:lnTo>
                  <a:lnTo>
                    <a:pt x="191" y="789"/>
                  </a:lnTo>
                  <a:lnTo>
                    <a:pt x="188" y="794"/>
                  </a:lnTo>
                  <a:lnTo>
                    <a:pt x="188" y="794"/>
                  </a:lnTo>
                  <a:lnTo>
                    <a:pt x="188" y="796"/>
                  </a:lnTo>
                  <a:lnTo>
                    <a:pt x="188" y="796"/>
                  </a:lnTo>
                  <a:lnTo>
                    <a:pt x="191" y="798"/>
                  </a:lnTo>
                  <a:lnTo>
                    <a:pt x="191" y="802"/>
                  </a:lnTo>
                  <a:lnTo>
                    <a:pt x="191" y="805"/>
                  </a:lnTo>
                  <a:lnTo>
                    <a:pt x="193" y="807"/>
                  </a:lnTo>
                  <a:lnTo>
                    <a:pt x="193" y="807"/>
                  </a:lnTo>
                  <a:lnTo>
                    <a:pt x="193" y="809"/>
                  </a:lnTo>
                  <a:lnTo>
                    <a:pt x="193" y="811"/>
                  </a:lnTo>
                  <a:lnTo>
                    <a:pt x="191" y="811"/>
                  </a:lnTo>
                  <a:lnTo>
                    <a:pt x="191" y="814"/>
                  </a:lnTo>
                  <a:lnTo>
                    <a:pt x="191" y="814"/>
                  </a:lnTo>
                  <a:lnTo>
                    <a:pt x="191" y="818"/>
                  </a:lnTo>
                  <a:lnTo>
                    <a:pt x="193" y="822"/>
                  </a:lnTo>
                  <a:lnTo>
                    <a:pt x="195" y="825"/>
                  </a:lnTo>
                  <a:lnTo>
                    <a:pt x="195" y="829"/>
                  </a:lnTo>
                  <a:lnTo>
                    <a:pt x="195" y="829"/>
                  </a:lnTo>
                  <a:lnTo>
                    <a:pt x="193" y="831"/>
                  </a:lnTo>
                  <a:lnTo>
                    <a:pt x="189" y="833"/>
                  </a:lnTo>
                  <a:lnTo>
                    <a:pt x="182" y="831"/>
                  </a:lnTo>
                  <a:lnTo>
                    <a:pt x="177" y="838"/>
                  </a:lnTo>
                  <a:lnTo>
                    <a:pt x="175" y="849"/>
                  </a:lnTo>
                  <a:lnTo>
                    <a:pt x="177" y="847"/>
                  </a:lnTo>
                  <a:lnTo>
                    <a:pt x="177" y="847"/>
                  </a:lnTo>
                  <a:lnTo>
                    <a:pt x="193" y="844"/>
                  </a:lnTo>
                  <a:lnTo>
                    <a:pt x="193" y="849"/>
                  </a:lnTo>
                  <a:lnTo>
                    <a:pt x="193" y="849"/>
                  </a:lnTo>
                  <a:lnTo>
                    <a:pt x="177" y="856"/>
                  </a:lnTo>
                  <a:lnTo>
                    <a:pt x="177" y="856"/>
                  </a:lnTo>
                  <a:lnTo>
                    <a:pt x="177" y="864"/>
                  </a:lnTo>
                  <a:lnTo>
                    <a:pt x="177" y="864"/>
                  </a:lnTo>
                  <a:lnTo>
                    <a:pt x="171" y="864"/>
                  </a:lnTo>
                  <a:lnTo>
                    <a:pt x="164" y="864"/>
                  </a:lnTo>
                  <a:lnTo>
                    <a:pt x="164" y="869"/>
                  </a:lnTo>
                  <a:lnTo>
                    <a:pt x="164" y="869"/>
                  </a:lnTo>
                  <a:lnTo>
                    <a:pt x="175" y="871"/>
                  </a:lnTo>
                  <a:lnTo>
                    <a:pt x="175" y="871"/>
                  </a:lnTo>
                  <a:lnTo>
                    <a:pt x="173" y="873"/>
                  </a:lnTo>
                  <a:lnTo>
                    <a:pt x="171" y="876"/>
                  </a:lnTo>
                  <a:lnTo>
                    <a:pt x="171" y="878"/>
                  </a:lnTo>
                  <a:lnTo>
                    <a:pt x="168" y="878"/>
                  </a:lnTo>
                  <a:lnTo>
                    <a:pt x="168" y="878"/>
                  </a:lnTo>
                  <a:lnTo>
                    <a:pt x="166" y="882"/>
                  </a:lnTo>
                  <a:lnTo>
                    <a:pt x="168" y="886"/>
                  </a:lnTo>
                  <a:lnTo>
                    <a:pt x="168" y="886"/>
                  </a:lnTo>
                  <a:lnTo>
                    <a:pt x="148" y="889"/>
                  </a:lnTo>
                  <a:lnTo>
                    <a:pt x="148" y="889"/>
                  </a:lnTo>
                  <a:lnTo>
                    <a:pt x="153" y="891"/>
                  </a:lnTo>
                  <a:lnTo>
                    <a:pt x="162" y="893"/>
                  </a:lnTo>
                  <a:lnTo>
                    <a:pt x="162" y="893"/>
                  </a:lnTo>
                  <a:lnTo>
                    <a:pt x="162" y="898"/>
                  </a:lnTo>
                  <a:lnTo>
                    <a:pt x="162" y="902"/>
                  </a:lnTo>
                  <a:lnTo>
                    <a:pt x="164" y="904"/>
                  </a:lnTo>
                  <a:lnTo>
                    <a:pt x="164" y="904"/>
                  </a:lnTo>
                  <a:lnTo>
                    <a:pt x="168" y="904"/>
                  </a:lnTo>
                  <a:lnTo>
                    <a:pt x="171" y="904"/>
                  </a:lnTo>
                  <a:lnTo>
                    <a:pt x="171" y="907"/>
                  </a:lnTo>
                  <a:lnTo>
                    <a:pt x="171" y="907"/>
                  </a:lnTo>
                  <a:lnTo>
                    <a:pt x="173" y="909"/>
                  </a:lnTo>
                  <a:lnTo>
                    <a:pt x="175" y="909"/>
                  </a:lnTo>
                  <a:lnTo>
                    <a:pt x="179" y="911"/>
                  </a:lnTo>
                  <a:lnTo>
                    <a:pt x="179" y="911"/>
                  </a:lnTo>
                  <a:lnTo>
                    <a:pt x="182" y="915"/>
                  </a:lnTo>
                  <a:lnTo>
                    <a:pt x="186" y="920"/>
                  </a:lnTo>
                  <a:lnTo>
                    <a:pt x="189" y="926"/>
                  </a:lnTo>
                  <a:lnTo>
                    <a:pt x="193" y="929"/>
                  </a:lnTo>
                  <a:lnTo>
                    <a:pt x="193" y="929"/>
                  </a:lnTo>
                  <a:lnTo>
                    <a:pt x="202" y="935"/>
                  </a:lnTo>
                  <a:lnTo>
                    <a:pt x="202" y="935"/>
                  </a:lnTo>
                  <a:lnTo>
                    <a:pt x="204" y="929"/>
                  </a:lnTo>
                  <a:lnTo>
                    <a:pt x="206" y="924"/>
                  </a:lnTo>
                  <a:lnTo>
                    <a:pt x="208" y="922"/>
                  </a:lnTo>
                  <a:lnTo>
                    <a:pt x="208" y="922"/>
                  </a:lnTo>
                  <a:lnTo>
                    <a:pt x="213" y="918"/>
                  </a:lnTo>
                  <a:lnTo>
                    <a:pt x="217" y="918"/>
                  </a:lnTo>
                  <a:lnTo>
                    <a:pt x="219" y="920"/>
                  </a:lnTo>
                  <a:lnTo>
                    <a:pt x="219" y="920"/>
                  </a:lnTo>
                  <a:lnTo>
                    <a:pt x="220" y="922"/>
                  </a:lnTo>
                  <a:lnTo>
                    <a:pt x="222" y="922"/>
                  </a:lnTo>
                  <a:lnTo>
                    <a:pt x="230" y="924"/>
                  </a:lnTo>
                  <a:lnTo>
                    <a:pt x="230" y="924"/>
                  </a:lnTo>
                  <a:lnTo>
                    <a:pt x="237" y="926"/>
                  </a:lnTo>
                  <a:lnTo>
                    <a:pt x="242" y="924"/>
                  </a:lnTo>
                  <a:lnTo>
                    <a:pt x="242" y="924"/>
                  </a:lnTo>
                  <a:lnTo>
                    <a:pt x="246" y="926"/>
                  </a:lnTo>
                  <a:lnTo>
                    <a:pt x="250" y="929"/>
                  </a:lnTo>
                  <a:lnTo>
                    <a:pt x="250" y="929"/>
                  </a:lnTo>
                  <a:lnTo>
                    <a:pt x="257" y="935"/>
                  </a:lnTo>
                  <a:lnTo>
                    <a:pt x="259" y="938"/>
                  </a:lnTo>
                  <a:lnTo>
                    <a:pt x="262" y="938"/>
                  </a:lnTo>
                  <a:lnTo>
                    <a:pt x="262" y="938"/>
                  </a:lnTo>
                  <a:lnTo>
                    <a:pt x="270" y="937"/>
                  </a:lnTo>
                  <a:lnTo>
                    <a:pt x="273" y="937"/>
                  </a:lnTo>
                  <a:lnTo>
                    <a:pt x="275" y="937"/>
                  </a:lnTo>
                  <a:lnTo>
                    <a:pt x="275" y="937"/>
                  </a:lnTo>
                  <a:lnTo>
                    <a:pt x="277" y="938"/>
                  </a:lnTo>
                  <a:lnTo>
                    <a:pt x="279" y="938"/>
                  </a:lnTo>
                  <a:lnTo>
                    <a:pt x="282" y="935"/>
                  </a:lnTo>
                  <a:lnTo>
                    <a:pt x="282" y="935"/>
                  </a:lnTo>
                  <a:lnTo>
                    <a:pt x="286" y="935"/>
                  </a:lnTo>
                  <a:lnTo>
                    <a:pt x="290" y="937"/>
                  </a:lnTo>
                  <a:lnTo>
                    <a:pt x="290" y="937"/>
                  </a:lnTo>
                  <a:lnTo>
                    <a:pt x="293" y="940"/>
                  </a:lnTo>
                  <a:lnTo>
                    <a:pt x="295" y="944"/>
                  </a:lnTo>
                  <a:lnTo>
                    <a:pt x="295" y="944"/>
                  </a:lnTo>
                  <a:lnTo>
                    <a:pt x="299" y="946"/>
                  </a:lnTo>
                  <a:lnTo>
                    <a:pt x="302" y="947"/>
                  </a:lnTo>
                  <a:lnTo>
                    <a:pt x="302" y="947"/>
                  </a:lnTo>
                  <a:lnTo>
                    <a:pt x="304" y="949"/>
                  </a:lnTo>
                  <a:lnTo>
                    <a:pt x="302" y="951"/>
                  </a:lnTo>
                  <a:lnTo>
                    <a:pt x="302" y="953"/>
                  </a:lnTo>
                  <a:lnTo>
                    <a:pt x="304" y="955"/>
                  </a:lnTo>
                  <a:lnTo>
                    <a:pt x="304" y="955"/>
                  </a:lnTo>
                  <a:lnTo>
                    <a:pt x="308" y="955"/>
                  </a:lnTo>
                  <a:lnTo>
                    <a:pt x="310" y="955"/>
                  </a:lnTo>
                  <a:lnTo>
                    <a:pt x="313" y="957"/>
                  </a:lnTo>
                  <a:lnTo>
                    <a:pt x="313" y="957"/>
                  </a:lnTo>
                  <a:lnTo>
                    <a:pt x="317" y="962"/>
                  </a:lnTo>
                  <a:lnTo>
                    <a:pt x="317" y="962"/>
                  </a:lnTo>
                  <a:lnTo>
                    <a:pt x="324" y="969"/>
                  </a:lnTo>
                  <a:lnTo>
                    <a:pt x="324" y="969"/>
                  </a:lnTo>
                  <a:lnTo>
                    <a:pt x="328" y="973"/>
                  </a:lnTo>
                  <a:lnTo>
                    <a:pt x="330" y="973"/>
                  </a:lnTo>
                  <a:lnTo>
                    <a:pt x="332" y="977"/>
                  </a:lnTo>
                  <a:lnTo>
                    <a:pt x="332" y="977"/>
                  </a:lnTo>
                  <a:lnTo>
                    <a:pt x="333" y="980"/>
                  </a:lnTo>
                  <a:lnTo>
                    <a:pt x="337" y="982"/>
                  </a:lnTo>
                  <a:lnTo>
                    <a:pt x="337" y="982"/>
                  </a:lnTo>
                  <a:lnTo>
                    <a:pt x="341" y="980"/>
                  </a:lnTo>
                  <a:lnTo>
                    <a:pt x="343" y="977"/>
                  </a:lnTo>
                  <a:lnTo>
                    <a:pt x="346" y="971"/>
                  </a:lnTo>
                  <a:lnTo>
                    <a:pt x="346" y="971"/>
                  </a:lnTo>
                  <a:lnTo>
                    <a:pt x="341" y="968"/>
                  </a:lnTo>
                  <a:lnTo>
                    <a:pt x="335" y="962"/>
                  </a:lnTo>
                  <a:lnTo>
                    <a:pt x="335" y="962"/>
                  </a:lnTo>
                  <a:lnTo>
                    <a:pt x="335" y="957"/>
                  </a:lnTo>
                  <a:lnTo>
                    <a:pt x="333" y="951"/>
                  </a:lnTo>
                  <a:lnTo>
                    <a:pt x="333" y="951"/>
                  </a:lnTo>
                  <a:lnTo>
                    <a:pt x="330" y="949"/>
                  </a:lnTo>
                  <a:lnTo>
                    <a:pt x="326" y="947"/>
                  </a:lnTo>
                  <a:lnTo>
                    <a:pt x="326" y="947"/>
                  </a:lnTo>
                  <a:lnTo>
                    <a:pt x="324" y="942"/>
                  </a:lnTo>
                  <a:lnTo>
                    <a:pt x="324" y="937"/>
                  </a:lnTo>
                  <a:lnTo>
                    <a:pt x="326" y="927"/>
                  </a:lnTo>
                  <a:lnTo>
                    <a:pt x="321" y="927"/>
                  </a:lnTo>
                  <a:lnTo>
                    <a:pt x="321" y="927"/>
                  </a:lnTo>
                  <a:lnTo>
                    <a:pt x="321" y="926"/>
                  </a:lnTo>
                  <a:lnTo>
                    <a:pt x="321" y="924"/>
                  </a:lnTo>
                  <a:lnTo>
                    <a:pt x="323" y="920"/>
                  </a:lnTo>
                  <a:lnTo>
                    <a:pt x="324" y="916"/>
                  </a:lnTo>
                  <a:lnTo>
                    <a:pt x="324" y="915"/>
                  </a:lnTo>
                  <a:lnTo>
                    <a:pt x="324" y="913"/>
                  </a:lnTo>
                  <a:lnTo>
                    <a:pt x="324" y="913"/>
                  </a:lnTo>
                  <a:lnTo>
                    <a:pt x="321" y="911"/>
                  </a:lnTo>
                  <a:lnTo>
                    <a:pt x="317" y="913"/>
                  </a:lnTo>
                  <a:lnTo>
                    <a:pt x="313" y="913"/>
                  </a:lnTo>
                  <a:lnTo>
                    <a:pt x="308" y="913"/>
                  </a:lnTo>
                  <a:lnTo>
                    <a:pt x="308" y="913"/>
                  </a:lnTo>
                  <a:lnTo>
                    <a:pt x="321" y="869"/>
                  </a:lnTo>
                  <a:lnTo>
                    <a:pt x="326" y="869"/>
                  </a:lnTo>
                  <a:lnTo>
                    <a:pt x="328" y="864"/>
                  </a:lnTo>
                  <a:lnTo>
                    <a:pt x="328" y="864"/>
                  </a:lnTo>
                  <a:lnTo>
                    <a:pt x="330" y="865"/>
                  </a:lnTo>
                  <a:lnTo>
                    <a:pt x="332" y="867"/>
                  </a:lnTo>
                  <a:lnTo>
                    <a:pt x="335" y="871"/>
                  </a:lnTo>
                  <a:lnTo>
                    <a:pt x="335" y="871"/>
                  </a:lnTo>
                  <a:lnTo>
                    <a:pt x="333" y="871"/>
                  </a:lnTo>
                  <a:lnTo>
                    <a:pt x="333" y="873"/>
                  </a:lnTo>
                  <a:lnTo>
                    <a:pt x="335" y="873"/>
                  </a:lnTo>
                  <a:lnTo>
                    <a:pt x="335" y="873"/>
                  </a:lnTo>
                  <a:lnTo>
                    <a:pt x="341" y="869"/>
                  </a:lnTo>
                  <a:lnTo>
                    <a:pt x="341" y="867"/>
                  </a:lnTo>
                  <a:lnTo>
                    <a:pt x="341" y="865"/>
                  </a:lnTo>
                  <a:lnTo>
                    <a:pt x="343" y="864"/>
                  </a:lnTo>
                  <a:lnTo>
                    <a:pt x="343" y="858"/>
                  </a:lnTo>
                  <a:lnTo>
                    <a:pt x="343" y="858"/>
                  </a:lnTo>
                  <a:lnTo>
                    <a:pt x="341" y="855"/>
                  </a:lnTo>
                  <a:lnTo>
                    <a:pt x="339" y="851"/>
                  </a:lnTo>
                  <a:lnTo>
                    <a:pt x="339" y="849"/>
                  </a:lnTo>
                  <a:lnTo>
                    <a:pt x="339" y="849"/>
                  </a:lnTo>
                  <a:lnTo>
                    <a:pt x="341" y="847"/>
                  </a:lnTo>
                  <a:lnTo>
                    <a:pt x="341" y="844"/>
                  </a:lnTo>
                  <a:lnTo>
                    <a:pt x="339" y="842"/>
                  </a:lnTo>
                  <a:lnTo>
                    <a:pt x="333" y="825"/>
                  </a:lnTo>
                  <a:lnTo>
                    <a:pt x="333" y="825"/>
                  </a:lnTo>
                  <a:lnTo>
                    <a:pt x="330" y="827"/>
                  </a:lnTo>
                  <a:lnTo>
                    <a:pt x="326" y="829"/>
                  </a:lnTo>
                  <a:lnTo>
                    <a:pt x="324" y="827"/>
                  </a:lnTo>
                  <a:lnTo>
                    <a:pt x="324" y="827"/>
                  </a:lnTo>
                  <a:lnTo>
                    <a:pt x="324" y="820"/>
                  </a:lnTo>
                  <a:lnTo>
                    <a:pt x="324" y="816"/>
                  </a:lnTo>
                  <a:lnTo>
                    <a:pt x="323" y="814"/>
                  </a:lnTo>
                  <a:lnTo>
                    <a:pt x="323" y="814"/>
                  </a:lnTo>
                  <a:lnTo>
                    <a:pt x="317" y="811"/>
                  </a:lnTo>
                  <a:lnTo>
                    <a:pt x="315" y="809"/>
                  </a:lnTo>
                  <a:lnTo>
                    <a:pt x="317" y="805"/>
                  </a:lnTo>
                  <a:lnTo>
                    <a:pt x="317" y="805"/>
                  </a:lnTo>
                  <a:lnTo>
                    <a:pt x="323" y="794"/>
                  </a:lnTo>
                  <a:lnTo>
                    <a:pt x="323" y="794"/>
                  </a:lnTo>
                  <a:lnTo>
                    <a:pt x="326" y="794"/>
                  </a:lnTo>
                  <a:lnTo>
                    <a:pt x="326" y="793"/>
                  </a:lnTo>
                  <a:lnTo>
                    <a:pt x="326" y="789"/>
                  </a:lnTo>
                  <a:lnTo>
                    <a:pt x="326" y="789"/>
                  </a:lnTo>
                  <a:lnTo>
                    <a:pt x="324" y="785"/>
                  </a:lnTo>
                  <a:lnTo>
                    <a:pt x="321" y="785"/>
                  </a:lnTo>
                  <a:lnTo>
                    <a:pt x="321" y="785"/>
                  </a:lnTo>
                  <a:lnTo>
                    <a:pt x="324" y="780"/>
                  </a:lnTo>
                  <a:lnTo>
                    <a:pt x="328" y="776"/>
                  </a:lnTo>
                  <a:lnTo>
                    <a:pt x="326" y="771"/>
                  </a:lnTo>
                  <a:lnTo>
                    <a:pt x="326" y="771"/>
                  </a:lnTo>
                  <a:lnTo>
                    <a:pt x="326" y="769"/>
                  </a:lnTo>
                  <a:lnTo>
                    <a:pt x="330" y="769"/>
                  </a:lnTo>
                  <a:lnTo>
                    <a:pt x="332" y="767"/>
                  </a:lnTo>
                  <a:lnTo>
                    <a:pt x="333" y="765"/>
                  </a:lnTo>
                  <a:lnTo>
                    <a:pt x="333" y="765"/>
                  </a:lnTo>
                  <a:lnTo>
                    <a:pt x="337" y="760"/>
                  </a:lnTo>
                  <a:lnTo>
                    <a:pt x="341" y="760"/>
                  </a:lnTo>
                  <a:lnTo>
                    <a:pt x="343" y="760"/>
                  </a:lnTo>
                  <a:lnTo>
                    <a:pt x="343" y="760"/>
                  </a:lnTo>
                  <a:lnTo>
                    <a:pt x="346" y="773"/>
                  </a:lnTo>
                  <a:lnTo>
                    <a:pt x="357" y="765"/>
                  </a:lnTo>
                  <a:lnTo>
                    <a:pt x="357" y="765"/>
                  </a:lnTo>
                  <a:lnTo>
                    <a:pt x="353" y="763"/>
                  </a:lnTo>
                  <a:lnTo>
                    <a:pt x="352" y="760"/>
                  </a:lnTo>
                  <a:lnTo>
                    <a:pt x="350" y="758"/>
                  </a:lnTo>
                  <a:lnTo>
                    <a:pt x="350" y="758"/>
                  </a:lnTo>
                  <a:lnTo>
                    <a:pt x="352" y="751"/>
                  </a:lnTo>
                  <a:lnTo>
                    <a:pt x="353" y="747"/>
                  </a:lnTo>
                  <a:lnTo>
                    <a:pt x="355" y="745"/>
                  </a:lnTo>
                  <a:lnTo>
                    <a:pt x="355" y="745"/>
                  </a:lnTo>
                  <a:lnTo>
                    <a:pt x="357" y="745"/>
                  </a:lnTo>
                  <a:lnTo>
                    <a:pt x="359" y="742"/>
                  </a:lnTo>
                  <a:lnTo>
                    <a:pt x="361" y="740"/>
                  </a:lnTo>
                  <a:lnTo>
                    <a:pt x="363" y="740"/>
                  </a:lnTo>
                  <a:lnTo>
                    <a:pt x="363" y="740"/>
                  </a:lnTo>
                  <a:lnTo>
                    <a:pt x="370" y="742"/>
                  </a:lnTo>
                  <a:lnTo>
                    <a:pt x="374" y="740"/>
                  </a:lnTo>
                  <a:lnTo>
                    <a:pt x="374" y="740"/>
                  </a:lnTo>
                  <a:lnTo>
                    <a:pt x="379" y="734"/>
                  </a:lnTo>
                  <a:lnTo>
                    <a:pt x="386" y="727"/>
                  </a:lnTo>
                  <a:lnTo>
                    <a:pt x="386" y="727"/>
                  </a:lnTo>
                  <a:lnTo>
                    <a:pt x="386" y="725"/>
                  </a:lnTo>
                  <a:lnTo>
                    <a:pt x="386" y="723"/>
                  </a:lnTo>
                  <a:lnTo>
                    <a:pt x="383" y="723"/>
                  </a:lnTo>
                  <a:lnTo>
                    <a:pt x="397" y="720"/>
                  </a:lnTo>
                  <a:lnTo>
                    <a:pt x="397" y="723"/>
                  </a:lnTo>
                  <a:lnTo>
                    <a:pt x="406" y="723"/>
                  </a:lnTo>
                  <a:lnTo>
                    <a:pt x="406" y="723"/>
                  </a:lnTo>
                  <a:lnTo>
                    <a:pt x="405" y="722"/>
                  </a:lnTo>
                  <a:lnTo>
                    <a:pt x="405" y="720"/>
                  </a:lnTo>
                  <a:lnTo>
                    <a:pt x="406" y="720"/>
                  </a:lnTo>
                  <a:lnTo>
                    <a:pt x="406" y="720"/>
                  </a:lnTo>
                  <a:lnTo>
                    <a:pt x="410" y="722"/>
                  </a:lnTo>
                  <a:lnTo>
                    <a:pt x="414" y="723"/>
                  </a:lnTo>
                  <a:lnTo>
                    <a:pt x="414" y="723"/>
                  </a:lnTo>
                  <a:lnTo>
                    <a:pt x="415" y="729"/>
                  </a:lnTo>
                  <a:lnTo>
                    <a:pt x="415" y="732"/>
                  </a:lnTo>
                  <a:lnTo>
                    <a:pt x="415" y="732"/>
                  </a:lnTo>
                  <a:lnTo>
                    <a:pt x="419" y="732"/>
                  </a:lnTo>
                  <a:lnTo>
                    <a:pt x="425" y="734"/>
                  </a:lnTo>
                  <a:lnTo>
                    <a:pt x="425" y="734"/>
                  </a:lnTo>
                  <a:lnTo>
                    <a:pt x="430" y="736"/>
                  </a:lnTo>
                  <a:lnTo>
                    <a:pt x="434" y="740"/>
                  </a:lnTo>
                  <a:lnTo>
                    <a:pt x="434" y="740"/>
                  </a:lnTo>
                  <a:lnTo>
                    <a:pt x="435" y="745"/>
                  </a:lnTo>
                  <a:lnTo>
                    <a:pt x="439" y="747"/>
                  </a:lnTo>
                  <a:lnTo>
                    <a:pt x="439" y="747"/>
                  </a:lnTo>
                  <a:lnTo>
                    <a:pt x="445" y="747"/>
                  </a:lnTo>
                  <a:lnTo>
                    <a:pt x="446" y="747"/>
                  </a:lnTo>
                  <a:lnTo>
                    <a:pt x="448" y="749"/>
                  </a:lnTo>
                  <a:lnTo>
                    <a:pt x="448" y="749"/>
                  </a:lnTo>
                  <a:lnTo>
                    <a:pt x="450" y="753"/>
                  </a:lnTo>
                  <a:lnTo>
                    <a:pt x="448" y="754"/>
                  </a:lnTo>
                  <a:lnTo>
                    <a:pt x="446" y="758"/>
                  </a:lnTo>
                  <a:lnTo>
                    <a:pt x="454" y="760"/>
                  </a:lnTo>
                  <a:lnTo>
                    <a:pt x="454" y="760"/>
                  </a:lnTo>
                  <a:lnTo>
                    <a:pt x="454" y="754"/>
                  </a:lnTo>
                  <a:lnTo>
                    <a:pt x="454" y="753"/>
                  </a:lnTo>
                  <a:lnTo>
                    <a:pt x="456" y="751"/>
                  </a:lnTo>
                  <a:lnTo>
                    <a:pt x="456" y="751"/>
                  </a:lnTo>
                  <a:lnTo>
                    <a:pt x="457" y="749"/>
                  </a:lnTo>
                  <a:lnTo>
                    <a:pt x="459" y="747"/>
                  </a:lnTo>
                  <a:lnTo>
                    <a:pt x="459" y="747"/>
                  </a:lnTo>
                  <a:lnTo>
                    <a:pt x="463" y="749"/>
                  </a:lnTo>
                  <a:lnTo>
                    <a:pt x="463" y="749"/>
                  </a:lnTo>
                  <a:lnTo>
                    <a:pt x="472" y="753"/>
                  </a:lnTo>
                  <a:lnTo>
                    <a:pt x="476" y="753"/>
                  </a:lnTo>
                  <a:lnTo>
                    <a:pt x="477" y="753"/>
                  </a:lnTo>
                  <a:lnTo>
                    <a:pt x="477" y="753"/>
                  </a:lnTo>
                  <a:lnTo>
                    <a:pt x="483" y="747"/>
                  </a:lnTo>
                  <a:lnTo>
                    <a:pt x="490" y="745"/>
                  </a:lnTo>
                  <a:lnTo>
                    <a:pt x="490" y="745"/>
                  </a:lnTo>
                  <a:lnTo>
                    <a:pt x="494" y="745"/>
                  </a:lnTo>
                  <a:lnTo>
                    <a:pt x="496" y="747"/>
                  </a:lnTo>
                  <a:lnTo>
                    <a:pt x="497" y="749"/>
                  </a:lnTo>
                  <a:lnTo>
                    <a:pt x="499" y="749"/>
                  </a:lnTo>
                  <a:lnTo>
                    <a:pt x="499" y="749"/>
                  </a:lnTo>
                  <a:lnTo>
                    <a:pt x="503" y="747"/>
                  </a:lnTo>
                  <a:lnTo>
                    <a:pt x="505" y="745"/>
                  </a:lnTo>
                  <a:lnTo>
                    <a:pt x="507" y="747"/>
                  </a:lnTo>
                  <a:lnTo>
                    <a:pt x="507" y="747"/>
                  </a:lnTo>
                  <a:lnTo>
                    <a:pt x="508" y="751"/>
                  </a:lnTo>
                  <a:lnTo>
                    <a:pt x="512" y="754"/>
                  </a:lnTo>
                  <a:lnTo>
                    <a:pt x="514" y="760"/>
                  </a:lnTo>
                  <a:lnTo>
                    <a:pt x="525" y="762"/>
                  </a:lnTo>
                  <a:lnTo>
                    <a:pt x="530" y="762"/>
                  </a:lnTo>
                  <a:lnTo>
                    <a:pt x="530" y="762"/>
                  </a:lnTo>
                  <a:lnTo>
                    <a:pt x="534" y="760"/>
                  </a:lnTo>
                  <a:lnTo>
                    <a:pt x="538" y="756"/>
                  </a:lnTo>
                  <a:lnTo>
                    <a:pt x="538" y="753"/>
                  </a:lnTo>
                  <a:lnTo>
                    <a:pt x="538" y="753"/>
                  </a:lnTo>
                  <a:lnTo>
                    <a:pt x="534" y="749"/>
                  </a:lnTo>
                  <a:lnTo>
                    <a:pt x="532" y="747"/>
                  </a:lnTo>
                  <a:lnTo>
                    <a:pt x="528" y="745"/>
                  </a:lnTo>
                  <a:lnTo>
                    <a:pt x="523" y="740"/>
                  </a:lnTo>
                  <a:lnTo>
                    <a:pt x="528" y="729"/>
                  </a:lnTo>
                  <a:lnTo>
                    <a:pt x="527" y="725"/>
                  </a:lnTo>
                  <a:lnTo>
                    <a:pt x="521" y="714"/>
                  </a:lnTo>
                  <a:lnTo>
                    <a:pt x="521" y="707"/>
                  </a:lnTo>
                  <a:lnTo>
                    <a:pt x="523" y="700"/>
                  </a:lnTo>
                  <a:lnTo>
                    <a:pt x="523" y="691"/>
                  </a:lnTo>
                  <a:lnTo>
                    <a:pt x="530" y="683"/>
                  </a:lnTo>
                  <a:lnTo>
                    <a:pt x="530" y="676"/>
                  </a:lnTo>
                  <a:lnTo>
                    <a:pt x="530" y="671"/>
                  </a:lnTo>
                  <a:lnTo>
                    <a:pt x="536" y="665"/>
                  </a:lnTo>
                  <a:lnTo>
                    <a:pt x="545" y="671"/>
                  </a:lnTo>
                  <a:lnTo>
                    <a:pt x="554" y="671"/>
                  </a:lnTo>
                  <a:lnTo>
                    <a:pt x="561" y="674"/>
                  </a:lnTo>
                  <a:lnTo>
                    <a:pt x="576" y="672"/>
                  </a:lnTo>
                  <a:lnTo>
                    <a:pt x="587" y="669"/>
                  </a:lnTo>
                  <a:lnTo>
                    <a:pt x="603" y="669"/>
                  </a:lnTo>
                  <a:lnTo>
                    <a:pt x="618" y="665"/>
                  </a:lnTo>
                  <a:lnTo>
                    <a:pt x="623" y="665"/>
                  </a:lnTo>
                  <a:lnTo>
                    <a:pt x="640" y="656"/>
                  </a:lnTo>
                  <a:lnTo>
                    <a:pt x="649" y="652"/>
                  </a:lnTo>
                  <a:lnTo>
                    <a:pt x="656" y="651"/>
                  </a:lnTo>
                  <a:lnTo>
                    <a:pt x="660" y="656"/>
                  </a:lnTo>
                  <a:lnTo>
                    <a:pt x="667" y="658"/>
                  </a:lnTo>
                  <a:lnTo>
                    <a:pt x="667" y="661"/>
                  </a:lnTo>
                  <a:lnTo>
                    <a:pt x="665" y="671"/>
                  </a:lnTo>
                  <a:lnTo>
                    <a:pt x="669" y="671"/>
                  </a:lnTo>
                  <a:lnTo>
                    <a:pt x="676" y="680"/>
                  </a:lnTo>
                  <a:lnTo>
                    <a:pt x="681" y="676"/>
                  </a:lnTo>
                  <a:lnTo>
                    <a:pt x="689" y="669"/>
                  </a:lnTo>
                  <a:lnTo>
                    <a:pt x="700" y="674"/>
                  </a:lnTo>
                  <a:lnTo>
                    <a:pt x="702" y="678"/>
                  </a:lnTo>
                  <a:lnTo>
                    <a:pt x="709" y="674"/>
                  </a:lnTo>
                  <a:lnTo>
                    <a:pt x="709" y="674"/>
                  </a:lnTo>
                  <a:lnTo>
                    <a:pt x="711" y="674"/>
                  </a:lnTo>
                  <a:lnTo>
                    <a:pt x="712" y="674"/>
                  </a:lnTo>
                  <a:lnTo>
                    <a:pt x="712" y="678"/>
                  </a:lnTo>
                  <a:lnTo>
                    <a:pt x="712" y="678"/>
                  </a:lnTo>
                  <a:lnTo>
                    <a:pt x="714" y="681"/>
                  </a:lnTo>
                  <a:lnTo>
                    <a:pt x="712" y="683"/>
                  </a:lnTo>
                  <a:lnTo>
                    <a:pt x="727" y="685"/>
                  </a:lnTo>
                  <a:lnTo>
                    <a:pt x="740" y="678"/>
                  </a:lnTo>
                  <a:lnTo>
                    <a:pt x="756" y="672"/>
                  </a:lnTo>
                  <a:lnTo>
                    <a:pt x="769" y="667"/>
                  </a:lnTo>
                  <a:lnTo>
                    <a:pt x="782" y="663"/>
                  </a:lnTo>
                  <a:lnTo>
                    <a:pt x="784" y="667"/>
                  </a:lnTo>
                  <a:lnTo>
                    <a:pt x="784" y="676"/>
                  </a:lnTo>
                  <a:lnTo>
                    <a:pt x="793" y="694"/>
                  </a:lnTo>
                  <a:lnTo>
                    <a:pt x="805" y="720"/>
                  </a:lnTo>
                  <a:lnTo>
                    <a:pt x="815" y="738"/>
                  </a:lnTo>
                  <a:lnTo>
                    <a:pt x="815" y="738"/>
                  </a:lnTo>
                  <a:lnTo>
                    <a:pt x="818" y="743"/>
                  </a:lnTo>
                  <a:lnTo>
                    <a:pt x="822" y="747"/>
                  </a:lnTo>
                  <a:lnTo>
                    <a:pt x="825" y="749"/>
                  </a:lnTo>
                  <a:lnTo>
                    <a:pt x="825" y="749"/>
                  </a:lnTo>
                  <a:lnTo>
                    <a:pt x="835" y="749"/>
                  </a:lnTo>
                  <a:lnTo>
                    <a:pt x="840" y="747"/>
                  </a:lnTo>
                  <a:lnTo>
                    <a:pt x="856" y="747"/>
                  </a:lnTo>
                  <a:lnTo>
                    <a:pt x="856" y="747"/>
                  </a:lnTo>
                  <a:lnTo>
                    <a:pt x="862" y="749"/>
                  </a:lnTo>
                  <a:lnTo>
                    <a:pt x="866" y="753"/>
                  </a:lnTo>
                  <a:lnTo>
                    <a:pt x="871" y="760"/>
                  </a:lnTo>
                  <a:lnTo>
                    <a:pt x="875" y="769"/>
                  </a:lnTo>
                  <a:lnTo>
                    <a:pt x="878" y="780"/>
                  </a:lnTo>
                  <a:lnTo>
                    <a:pt x="882" y="785"/>
                  </a:lnTo>
                  <a:lnTo>
                    <a:pt x="891" y="791"/>
                  </a:lnTo>
                  <a:lnTo>
                    <a:pt x="902" y="789"/>
                  </a:lnTo>
                  <a:lnTo>
                    <a:pt x="920" y="780"/>
                  </a:lnTo>
                  <a:lnTo>
                    <a:pt x="933" y="776"/>
                  </a:lnTo>
                  <a:lnTo>
                    <a:pt x="940" y="778"/>
                  </a:lnTo>
                  <a:lnTo>
                    <a:pt x="944" y="785"/>
                  </a:lnTo>
                  <a:lnTo>
                    <a:pt x="949" y="791"/>
                  </a:lnTo>
                  <a:lnTo>
                    <a:pt x="955" y="794"/>
                  </a:lnTo>
                  <a:lnTo>
                    <a:pt x="966" y="798"/>
                  </a:lnTo>
                  <a:lnTo>
                    <a:pt x="971" y="794"/>
                  </a:lnTo>
                  <a:lnTo>
                    <a:pt x="980" y="791"/>
                  </a:lnTo>
                  <a:lnTo>
                    <a:pt x="986" y="789"/>
                  </a:lnTo>
                  <a:lnTo>
                    <a:pt x="989" y="784"/>
                  </a:lnTo>
                  <a:lnTo>
                    <a:pt x="989" y="778"/>
                  </a:lnTo>
                  <a:lnTo>
                    <a:pt x="993" y="774"/>
                  </a:lnTo>
                  <a:lnTo>
                    <a:pt x="1000" y="769"/>
                  </a:lnTo>
                  <a:lnTo>
                    <a:pt x="1008" y="765"/>
                  </a:lnTo>
                  <a:lnTo>
                    <a:pt x="1019" y="762"/>
                  </a:lnTo>
                  <a:lnTo>
                    <a:pt x="1024" y="758"/>
                  </a:lnTo>
                  <a:lnTo>
                    <a:pt x="1033" y="756"/>
                  </a:lnTo>
                  <a:lnTo>
                    <a:pt x="1042" y="758"/>
                  </a:lnTo>
                  <a:lnTo>
                    <a:pt x="1048" y="763"/>
                  </a:lnTo>
                  <a:lnTo>
                    <a:pt x="1055" y="760"/>
                  </a:lnTo>
                  <a:lnTo>
                    <a:pt x="1068" y="765"/>
                  </a:lnTo>
                  <a:lnTo>
                    <a:pt x="1077" y="771"/>
                  </a:lnTo>
                  <a:lnTo>
                    <a:pt x="1086" y="773"/>
                  </a:lnTo>
                  <a:lnTo>
                    <a:pt x="1097" y="773"/>
                  </a:lnTo>
                  <a:lnTo>
                    <a:pt x="1112" y="771"/>
                  </a:lnTo>
                  <a:lnTo>
                    <a:pt x="1126" y="773"/>
                  </a:lnTo>
                  <a:lnTo>
                    <a:pt x="1128" y="767"/>
                  </a:lnTo>
                  <a:lnTo>
                    <a:pt x="1126" y="756"/>
                  </a:lnTo>
                  <a:lnTo>
                    <a:pt x="1122" y="751"/>
                  </a:lnTo>
                  <a:lnTo>
                    <a:pt x="1115" y="745"/>
                  </a:lnTo>
                  <a:lnTo>
                    <a:pt x="1117" y="738"/>
                  </a:lnTo>
                  <a:lnTo>
                    <a:pt x="1121" y="732"/>
                  </a:lnTo>
                  <a:lnTo>
                    <a:pt x="1124" y="725"/>
                  </a:lnTo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37" name="Freeform 119">
              <a:extLst>
                <a:ext uri="{FF2B5EF4-FFF2-40B4-BE49-F238E27FC236}">
                  <a16:creationId xmlns:a16="http://schemas.microsoft.com/office/drawing/2014/main" id="{02EA3894-0E64-4828-ADE3-A157B71B1352}"/>
                </a:ext>
              </a:extLst>
            </p:cNvPr>
            <p:cNvSpPr>
              <a:spLocks/>
            </p:cNvSpPr>
            <p:nvPr/>
          </p:nvSpPr>
          <p:spPr bwMode="auto">
            <a:xfrm>
              <a:off x="6697633" y="2622247"/>
              <a:ext cx="5932" cy="8898"/>
            </a:xfrm>
            <a:custGeom>
              <a:avLst/>
              <a:gdLst>
                <a:gd name="T0" fmla="*/ 4 w 4"/>
                <a:gd name="T1" fmla="*/ 0 h 6"/>
                <a:gd name="T2" fmla="*/ 4 w 4"/>
                <a:gd name="T3" fmla="*/ 0 h 6"/>
                <a:gd name="T4" fmla="*/ 4 w 4"/>
                <a:gd name="T5" fmla="*/ 2 h 6"/>
                <a:gd name="T6" fmla="*/ 4 w 4"/>
                <a:gd name="T7" fmla="*/ 4 h 6"/>
                <a:gd name="T8" fmla="*/ 0 w 4"/>
                <a:gd name="T9" fmla="*/ 6 h 6"/>
                <a:gd name="T10" fmla="*/ 0 w 4"/>
                <a:gd name="T11" fmla="*/ 6 h 6"/>
                <a:gd name="T12" fmla="*/ 0 w 4"/>
                <a:gd name="T13" fmla="*/ 2 h 6"/>
                <a:gd name="T14" fmla="*/ 0 w 4"/>
                <a:gd name="T15" fmla="*/ 0 h 6"/>
                <a:gd name="T16" fmla="*/ 4 w 4"/>
                <a:gd name="T17" fmla="*/ 0 h 6"/>
                <a:gd name="T18" fmla="*/ 4 w 4"/>
                <a:gd name="T1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">
                  <a:moveTo>
                    <a:pt x="4" y="0"/>
                  </a:moveTo>
                  <a:lnTo>
                    <a:pt x="4" y="0"/>
                  </a:lnTo>
                  <a:lnTo>
                    <a:pt x="4" y="2"/>
                  </a:lnTo>
                  <a:lnTo>
                    <a:pt x="4" y="4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2"/>
                  </a:lnTo>
                  <a:lnTo>
                    <a:pt x="0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38" name="Freeform 120">
              <a:extLst>
                <a:ext uri="{FF2B5EF4-FFF2-40B4-BE49-F238E27FC236}">
                  <a16:creationId xmlns:a16="http://schemas.microsoft.com/office/drawing/2014/main" id="{5F131848-CA35-4E4D-B56C-35F29A89DC94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0846" y="1102167"/>
              <a:ext cx="19280" cy="4449"/>
            </a:xfrm>
            <a:custGeom>
              <a:avLst/>
              <a:gdLst>
                <a:gd name="T0" fmla="*/ 0 w 13"/>
                <a:gd name="T1" fmla="*/ 0 h 3"/>
                <a:gd name="T2" fmla="*/ 0 w 13"/>
                <a:gd name="T3" fmla="*/ 3 h 3"/>
                <a:gd name="T4" fmla="*/ 0 w 13"/>
                <a:gd name="T5" fmla="*/ 3 h 3"/>
                <a:gd name="T6" fmla="*/ 13 w 13"/>
                <a:gd name="T7" fmla="*/ 1 h 3"/>
                <a:gd name="T8" fmla="*/ 13 w 13"/>
                <a:gd name="T9" fmla="*/ 1 h 3"/>
                <a:gd name="T10" fmla="*/ 0 w 13"/>
                <a:gd name="T11" fmla="*/ 0 h 3"/>
                <a:gd name="T12" fmla="*/ 0 w 13"/>
                <a:gd name="T1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3">
                  <a:moveTo>
                    <a:pt x="0" y="0"/>
                  </a:moveTo>
                  <a:lnTo>
                    <a:pt x="0" y="3"/>
                  </a:lnTo>
                  <a:lnTo>
                    <a:pt x="0" y="3"/>
                  </a:lnTo>
                  <a:lnTo>
                    <a:pt x="13" y="1"/>
                  </a:lnTo>
                  <a:lnTo>
                    <a:pt x="13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39" name="Freeform 121">
              <a:extLst>
                <a:ext uri="{FF2B5EF4-FFF2-40B4-BE49-F238E27FC236}">
                  <a16:creationId xmlns:a16="http://schemas.microsoft.com/office/drawing/2014/main" id="{61495C65-DCDD-4290-96C6-DACFED929F96}"/>
                </a:ext>
              </a:extLst>
            </p:cNvPr>
            <p:cNvSpPr>
              <a:spLocks/>
            </p:cNvSpPr>
            <p:nvPr/>
          </p:nvSpPr>
          <p:spPr bwMode="auto">
            <a:xfrm>
              <a:off x="6917118" y="1115515"/>
              <a:ext cx="16314" cy="16314"/>
            </a:xfrm>
            <a:custGeom>
              <a:avLst/>
              <a:gdLst>
                <a:gd name="T0" fmla="*/ 2 w 11"/>
                <a:gd name="T1" fmla="*/ 0 h 11"/>
                <a:gd name="T2" fmla="*/ 2 w 11"/>
                <a:gd name="T3" fmla="*/ 0 h 11"/>
                <a:gd name="T4" fmla="*/ 2 w 11"/>
                <a:gd name="T5" fmla="*/ 1 h 11"/>
                <a:gd name="T6" fmla="*/ 0 w 11"/>
                <a:gd name="T7" fmla="*/ 5 h 11"/>
                <a:gd name="T8" fmla="*/ 0 w 11"/>
                <a:gd name="T9" fmla="*/ 5 h 11"/>
                <a:gd name="T10" fmla="*/ 2 w 11"/>
                <a:gd name="T11" fmla="*/ 7 h 11"/>
                <a:gd name="T12" fmla="*/ 4 w 11"/>
                <a:gd name="T13" fmla="*/ 9 h 11"/>
                <a:gd name="T14" fmla="*/ 4 w 11"/>
                <a:gd name="T15" fmla="*/ 9 h 11"/>
                <a:gd name="T16" fmla="*/ 7 w 11"/>
                <a:gd name="T17" fmla="*/ 11 h 11"/>
                <a:gd name="T18" fmla="*/ 7 w 11"/>
                <a:gd name="T19" fmla="*/ 9 h 11"/>
                <a:gd name="T20" fmla="*/ 5 w 11"/>
                <a:gd name="T21" fmla="*/ 9 h 11"/>
                <a:gd name="T22" fmla="*/ 7 w 11"/>
                <a:gd name="T23" fmla="*/ 7 h 11"/>
                <a:gd name="T24" fmla="*/ 7 w 11"/>
                <a:gd name="T25" fmla="*/ 7 h 11"/>
                <a:gd name="T26" fmla="*/ 11 w 11"/>
                <a:gd name="T27" fmla="*/ 5 h 11"/>
                <a:gd name="T28" fmla="*/ 9 w 11"/>
                <a:gd name="T29" fmla="*/ 3 h 11"/>
                <a:gd name="T30" fmla="*/ 2 w 11"/>
                <a:gd name="T31" fmla="*/ 0 h 11"/>
                <a:gd name="T32" fmla="*/ 2 w 11"/>
                <a:gd name="T3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1" h="11"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0" y="5"/>
                  </a:lnTo>
                  <a:lnTo>
                    <a:pt x="0" y="5"/>
                  </a:lnTo>
                  <a:lnTo>
                    <a:pt x="2" y="7"/>
                  </a:lnTo>
                  <a:lnTo>
                    <a:pt x="4" y="9"/>
                  </a:lnTo>
                  <a:lnTo>
                    <a:pt x="4" y="9"/>
                  </a:lnTo>
                  <a:lnTo>
                    <a:pt x="7" y="11"/>
                  </a:lnTo>
                  <a:lnTo>
                    <a:pt x="7" y="9"/>
                  </a:lnTo>
                  <a:lnTo>
                    <a:pt x="5" y="9"/>
                  </a:lnTo>
                  <a:lnTo>
                    <a:pt x="7" y="7"/>
                  </a:lnTo>
                  <a:lnTo>
                    <a:pt x="7" y="7"/>
                  </a:lnTo>
                  <a:lnTo>
                    <a:pt x="11" y="5"/>
                  </a:lnTo>
                  <a:lnTo>
                    <a:pt x="9" y="3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40" name="Freeform 122">
              <a:extLst>
                <a:ext uri="{FF2B5EF4-FFF2-40B4-BE49-F238E27FC236}">
                  <a16:creationId xmlns:a16="http://schemas.microsoft.com/office/drawing/2014/main" id="{37CC9A82-2315-451F-B309-A2D524C99FFB}"/>
                </a:ext>
              </a:extLst>
            </p:cNvPr>
            <p:cNvSpPr>
              <a:spLocks/>
            </p:cNvSpPr>
            <p:nvPr/>
          </p:nvSpPr>
          <p:spPr bwMode="auto">
            <a:xfrm>
              <a:off x="6878560" y="1125895"/>
              <a:ext cx="29660" cy="19280"/>
            </a:xfrm>
            <a:custGeom>
              <a:avLst/>
              <a:gdLst>
                <a:gd name="T0" fmla="*/ 11 w 20"/>
                <a:gd name="T1" fmla="*/ 0 h 13"/>
                <a:gd name="T2" fmla="*/ 11 w 20"/>
                <a:gd name="T3" fmla="*/ 5 h 13"/>
                <a:gd name="T4" fmla="*/ 11 w 20"/>
                <a:gd name="T5" fmla="*/ 5 h 13"/>
                <a:gd name="T6" fmla="*/ 2 w 20"/>
                <a:gd name="T7" fmla="*/ 7 h 13"/>
                <a:gd name="T8" fmla="*/ 0 w 20"/>
                <a:gd name="T9" fmla="*/ 7 h 13"/>
                <a:gd name="T10" fmla="*/ 0 w 20"/>
                <a:gd name="T11" fmla="*/ 9 h 13"/>
                <a:gd name="T12" fmla="*/ 0 w 20"/>
                <a:gd name="T13" fmla="*/ 9 h 13"/>
                <a:gd name="T14" fmla="*/ 2 w 20"/>
                <a:gd name="T15" fmla="*/ 11 h 13"/>
                <a:gd name="T16" fmla="*/ 0 w 20"/>
                <a:gd name="T17" fmla="*/ 13 h 13"/>
                <a:gd name="T18" fmla="*/ 4 w 20"/>
                <a:gd name="T19" fmla="*/ 13 h 13"/>
                <a:gd name="T20" fmla="*/ 4 w 20"/>
                <a:gd name="T21" fmla="*/ 13 h 13"/>
                <a:gd name="T22" fmla="*/ 17 w 20"/>
                <a:gd name="T23" fmla="*/ 9 h 13"/>
                <a:gd name="T24" fmla="*/ 20 w 20"/>
                <a:gd name="T25" fmla="*/ 5 h 13"/>
                <a:gd name="T26" fmla="*/ 20 w 20"/>
                <a:gd name="T27" fmla="*/ 4 h 13"/>
                <a:gd name="T28" fmla="*/ 19 w 20"/>
                <a:gd name="T29" fmla="*/ 2 h 13"/>
                <a:gd name="T30" fmla="*/ 19 w 20"/>
                <a:gd name="T31" fmla="*/ 2 h 13"/>
                <a:gd name="T32" fmla="*/ 11 w 20"/>
                <a:gd name="T33" fmla="*/ 0 h 13"/>
                <a:gd name="T34" fmla="*/ 11 w 20"/>
                <a:gd name="T35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0" h="13">
                  <a:moveTo>
                    <a:pt x="11" y="0"/>
                  </a:moveTo>
                  <a:lnTo>
                    <a:pt x="11" y="5"/>
                  </a:lnTo>
                  <a:lnTo>
                    <a:pt x="11" y="5"/>
                  </a:lnTo>
                  <a:lnTo>
                    <a:pt x="2" y="7"/>
                  </a:lnTo>
                  <a:lnTo>
                    <a:pt x="0" y="7"/>
                  </a:lnTo>
                  <a:lnTo>
                    <a:pt x="0" y="9"/>
                  </a:lnTo>
                  <a:lnTo>
                    <a:pt x="0" y="9"/>
                  </a:lnTo>
                  <a:lnTo>
                    <a:pt x="2" y="11"/>
                  </a:lnTo>
                  <a:lnTo>
                    <a:pt x="0" y="13"/>
                  </a:lnTo>
                  <a:lnTo>
                    <a:pt x="4" y="13"/>
                  </a:lnTo>
                  <a:lnTo>
                    <a:pt x="4" y="13"/>
                  </a:lnTo>
                  <a:lnTo>
                    <a:pt x="17" y="9"/>
                  </a:lnTo>
                  <a:lnTo>
                    <a:pt x="20" y="5"/>
                  </a:lnTo>
                  <a:lnTo>
                    <a:pt x="20" y="4"/>
                  </a:lnTo>
                  <a:lnTo>
                    <a:pt x="19" y="2"/>
                  </a:lnTo>
                  <a:lnTo>
                    <a:pt x="19" y="2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41" name="Freeform 123">
              <a:extLst>
                <a:ext uri="{FF2B5EF4-FFF2-40B4-BE49-F238E27FC236}">
                  <a16:creationId xmlns:a16="http://schemas.microsoft.com/office/drawing/2014/main" id="{0C2AF51C-ECB8-4EB0-BAC8-CC311580A8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937880" y="1128861"/>
              <a:ext cx="5932" cy="7415"/>
            </a:xfrm>
            <a:custGeom>
              <a:avLst/>
              <a:gdLst>
                <a:gd name="T0" fmla="*/ 2 w 4"/>
                <a:gd name="T1" fmla="*/ 0 h 5"/>
                <a:gd name="T2" fmla="*/ 2 w 4"/>
                <a:gd name="T3" fmla="*/ 0 h 5"/>
                <a:gd name="T4" fmla="*/ 0 w 4"/>
                <a:gd name="T5" fmla="*/ 3 h 5"/>
                <a:gd name="T6" fmla="*/ 0 w 4"/>
                <a:gd name="T7" fmla="*/ 5 h 5"/>
                <a:gd name="T8" fmla="*/ 2 w 4"/>
                <a:gd name="T9" fmla="*/ 5 h 5"/>
                <a:gd name="T10" fmla="*/ 2 w 4"/>
                <a:gd name="T11" fmla="*/ 5 h 5"/>
                <a:gd name="T12" fmla="*/ 4 w 4"/>
                <a:gd name="T13" fmla="*/ 2 h 5"/>
                <a:gd name="T14" fmla="*/ 4 w 4"/>
                <a:gd name="T15" fmla="*/ 0 h 5"/>
                <a:gd name="T16" fmla="*/ 2 w 4"/>
                <a:gd name="T17" fmla="*/ 0 h 5"/>
                <a:gd name="T18" fmla="*/ 2 w 4"/>
                <a:gd name="T1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5">
                  <a:moveTo>
                    <a:pt x="2" y="0"/>
                  </a:moveTo>
                  <a:lnTo>
                    <a:pt x="2" y="0"/>
                  </a:lnTo>
                  <a:lnTo>
                    <a:pt x="0" y="3"/>
                  </a:lnTo>
                  <a:lnTo>
                    <a:pt x="0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4" y="2"/>
                  </a:lnTo>
                  <a:lnTo>
                    <a:pt x="4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42" name="Freeform 124">
              <a:extLst>
                <a:ext uri="{FF2B5EF4-FFF2-40B4-BE49-F238E27FC236}">
                  <a16:creationId xmlns:a16="http://schemas.microsoft.com/office/drawing/2014/main" id="{80271DF5-2766-4538-8CCE-4E03A2D28D5F}"/>
                </a:ext>
              </a:extLst>
            </p:cNvPr>
            <p:cNvSpPr>
              <a:spLocks/>
            </p:cNvSpPr>
            <p:nvPr/>
          </p:nvSpPr>
          <p:spPr bwMode="auto">
            <a:xfrm>
              <a:off x="6862247" y="1149623"/>
              <a:ext cx="14830" cy="13348"/>
            </a:xfrm>
            <a:custGeom>
              <a:avLst/>
              <a:gdLst>
                <a:gd name="T0" fmla="*/ 0 w 10"/>
                <a:gd name="T1" fmla="*/ 0 h 9"/>
                <a:gd name="T2" fmla="*/ 0 w 10"/>
                <a:gd name="T3" fmla="*/ 0 h 9"/>
                <a:gd name="T4" fmla="*/ 2 w 10"/>
                <a:gd name="T5" fmla="*/ 8 h 9"/>
                <a:gd name="T6" fmla="*/ 2 w 10"/>
                <a:gd name="T7" fmla="*/ 8 h 9"/>
                <a:gd name="T8" fmla="*/ 8 w 10"/>
                <a:gd name="T9" fmla="*/ 9 h 9"/>
                <a:gd name="T10" fmla="*/ 10 w 10"/>
                <a:gd name="T11" fmla="*/ 9 h 9"/>
                <a:gd name="T12" fmla="*/ 10 w 10"/>
                <a:gd name="T13" fmla="*/ 8 h 9"/>
                <a:gd name="T14" fmla="*/ 6 w 10"/>
                <a:gd name="T15" fmla="*/ 4 h 9"/>
                <a:gd name="T16" fmla="*/ 0 w 10"/>
                <a:gd name="T17" fmla="*/ 0 h 9"/>
                <a:gd name="T18" fmla="*/ 0 w 10"/>
                <a:gd name="T1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" h="9">
                  <a:moveTo>
                    <a:pt x="0" y="0"/>
                  </a:moveTo>
                  <a:lnTo>
                    <a:pt x="0" y="0"/>
                  </a:lnTo>
                  <a:lnTo>
                    <a:pt x="2" y="8"/>
                  </a:lnTo>
                  <a:lnTo>
                    <a:pt x="2" y="8"/>
                  </a:lnTo>
                  <a:lnTo>
                    <a:pt x="8" y="9"/>
                  </a:lnTo>
                  <a:lnTo>
                    <a:pt x="10" y="9"/>
                  </a:lnTo>
                  <a:lnTo>
                    <a:pt x="10" y="8"/>
                  </a:lnTo>
                  <a:lnTo>
                    <a:pt x="6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43" name="Freeform 125">
              <a:extLst>
                <a:ext uri="{FF2B5EF4-FFF2-40B4-BE49-F238E27FC236}">
                  <a16:creationId xmlns:a16="http://schemas.microsoft.com/office/drawing/2014/main" id="{FFEC0C97-77CE-4353-9BD5-D127824754C2}"/>
                </a:ext>
              </a:extLst>
            </p:cNvPr>
            <p:cNvSpPr>
              <a:spLocks/>
            </p:cNvSpPr>
            <p:nvPr/>
          </p:nvSpPr>
          <p:spPr bwMode="auto">
            <a:xfrm>
              <a:off x="6930465" y="1149623"/>
              <a:ext cx="7415" cy="8898"/>
            </a:xfrm>
            <a:custGeom>
              <a:avLst/>
              <a:gdLst>
                <a:gd name="T0" fmla="*/ 0 w 5"/>
                <a:gd name="T1" fmla="*/ 0 h 6"/>
                <a:gd name="T2" fmla="*/ 2 w 5"/>
                <a:gd name="T3" fmla="*/ 6 h 6"/>
                <a:gd name="T4" fmla="*/ 2 w 5"/>
                <a:gd name="T5" fmla="*/ 6 h 6"/>
                <a:gd name="T6" fmla="*/ 5 w 5"/>
                <a:gd name="T7" fmla="*/ 6 h 6"/>
                <a:gd name="T8" fmla="*/ 5 w 5"/>
                <a:gd name="T9" fmla="*/ 4 h 6"/>
                <a:gd name="T10" fmla="*/ 0 w 5"/>
                <a:gd name="T11" fmla="*/ 0 h 6"/>
                <a:gd name="T12" fmla="*/ 0 w 5"/>
                <a:gd name="T1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6">
                  <a:moveTo>
                    <a:pt x="0" y="0"/>
                  </a:moveTo>
                  <a:lnTo>
                    <a:pt x="2" y="6"/>
                  </a:lnTo>
                  <a:lnTo>
                    <a:pt x="2" y="6"/>
                  </a:lnTo>
                  <a:lnTo>
                    <a:pt x="5" y="6"/>
                  </a:lnTo>
                  <a:lnTo>
                    <a:pt x="5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44" name="Freeform 126">
              <a:extLst>
                <a:ext uri="{FF2B5EF4-FFF2-40B4-BE49-F238E27FC236}">
                  <a16:creationId xmlns:a16="http://schemas.microsoft.com/office/drawing/2014/main" id="{4468673F-BEC0-415C-8E42-5D7613C4D62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78560" y="1155555"/>
              <a:ext cx="48940" cy="32626"/>
            </a:xfrm>
            <a:custGeom>
              <a:avLst/>
              <a:gdLst>
                <a:gd name="T0" fmla="*/ 4 w 33"/>
                <a:gd name="T1" fmla="*/ 0 h 22"/>
                <a:gd name="T2" fmla="*/ 4 w 33"/>
                <a:gd name="T3" fmla="*/ 0 h 22"/>
                <a:gd name="T4" fmla="*/ 0 w 33"/>
                <a:gd name="T5" fmla="*/ 7 h 22"/>
                <a:gd name="T6" fmla="*/ 0 w 33"/>
                <a:gd name="T7" fmla="*/ 7 h 22"/>
                <a:gd name="T8" fmla="*/ 11 w 33"/>
                <a:gd name="T9" fmla="*/ 9 h 22"/>
                <a:gd name="T10" fmla="*/ 20 w 33"/>
                <a:gd name="T11" fmla="*/ 13 h 22"/>
                <a:gd name="T12" fmla="*/ 22 w 33"/>
                <a:gd name="T13" fmla="*/ 16 h 22"/>
                <a:gd name="T14" fmla="*/ 22 w 33"/>
                <a:gd name="T15" fmla="*/ 16 h 22"/>
                <a:gd name="T16" fmla="*/ 15 w 33"/>
                <a:gd name="T17" fmla="*/ 15 h 22"/>
                <a:gd name="T18" fmla="*/ 15 w 33"/>
                <a:gd name="T19" fmla="*/ 15 h 22"/>
                <a:gd name="T20" fmla="*/ 4 w 33"/>
                <a:gd name="T21" fmla="*/ 16 h 22"/>
                <a:gd name="T22" fmla="*/ 4 w 33"/>
                <a:gd name="T23" fmla="*/ 22 h 22"/>
                <a:gd name="T24" fmla="*/ 4 w 33"/>
                <a:gd name="T25" fmla="*/ 22 h 22"/>
                <a:gd name="T26" fmla="*/ 15 w 33"/>
                <a:gd name="T27" fmla="*/ 22 h 22"/>
                <a:gd name="T28" fmla="*/ 22 w 33"/>
                <a:gd name="T29" fmla="*/ 22 h 22"/>
                <a:gd name="T30" fmla="*/ 22 w 33"/>
                <a:gd name="T31" fmla="*/ 22 h 22"/>
                <a:gd name="T32" fmla="*/ 26 w 33"/>
                <a:gd name="T33" fmla="*/ 18 h 22"/>
                <a:gd name="T34" fmla="*/ 30 w 33"/>
                <a:gd name="T35" fmla="*/ 15 h 22"/>
                <a:gd name="T36" fmla="*/ 30 w 33"/>
                <a:gd name="T37" fmla="*/ 15 h 22"/>
                <a:gd name="T38" fmla="*/ 28 w 33"/>
                <a:gd name="T39" fmla="*/ 13 h 22"/>
                <a:gd name="T40" fmla="*/ 26 w 33"/>
                <a:gd name="T41" fmla="*/ 9 h 22"/>
                <a:gd name="T42" fmla="*/ 33 w 33"/>
                <a:gd name="T43" fmla="*/ 7 h 22"/>
                <a:gd name="T44" fmla="*/ 33 w 33"/>
                <a:gd name="T45" fmla="*/ 2 h 22"/>
                <a:gd name="T46" fmla="*/ 33 w 33"/>
                <a:gd name="T47" fmla="*/ 2 h 22"/>
                <a:gd name="T48" fmla="*/ 26 w 33"/>
                <a:gd name="T49" fmla="*/ 0 h 22"/>
                <a:gd name="T50" fmla="*/ 26 w 33"/>
                <a:gd name="T51" fmla="*/ 0 h 22"/>
                <a:gd name="T52" fmla="*/ 22 w 33"/>
                <a:gd name="T53" fmla="*/ 0 h 22"/>
                <a:gd name="T54" fmla="*/ 19 w 33"/>
                <a:gd name="T55" fmla="*/ 0 h 22"/>
                <a:gd name="T56" fmla="*/ 13 w 33"/>
                <a:gd name="T57" fmla="*/ 2 h 22"/>
                <a:gd name="T58" fmla="*/ 13 w 33"/>
                <a:gd name="T59" fmla="*/ 2 h 22"/>
                <a:gd name="T60" fmla="*/ 4 w 33"/>
                <a:gd name="T61" fmla="*/ 0 h 22"/>
                <a:gd name="T62" fmla="*/ 4 w 33"/>
                <a:gd name="T63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3" h="22">
                  <a:moveTo>
                    <a:pt x="4" y="0"/>
                  </a:moveTo>
                  <a:lnTo>
                    <a:pt x="4" y="0"/>
                  </a:lnTo>
                  <a:lnTo>
                    <a:pt x="0" y="7"/>
                  </a:lnTo>
                  <a:lnTo>
                    <a:pt x="0" y="7"/>
                  </a:lnTo>
                  <a:lnTo>
                    <a:pt x="11" y="9"/>
                  </a:lnTo>
                  <a:lnTo>
                    <a:pt x="20" y="13"/>
                  </a:lnTo>
                  <a:lnTo>
                    <a:pt x="22" y="16"/>
                  </a:lnTo>
                  <a:lnTo>
                    <a:pt x="22" y="16"/>
                  </a:lnTo>
                  <a:lnTo>
                    <a:pt x="15" y="15"/>
                  </a:lnTo>
                  <a:lnTo>
                    <a:pt x="15" y="15"/>
                  </a:lnTo>
                  <a:lnTo>
                    <a:pt x="4" y="16"/>
                  </a:lnTo>
                  <a:lnTo>
                    <a:pt x="4" y="22"/>
                  </a:lnTo>
                  <a:lnTo>
                    <a:pt x="4" y="22"/>
                  </a:lnTo>
                  <a:lnTo>
                    <a:pt x="15" y="22"/>
                  </a:lnTo>
                  <a:lnTo>
                    <a:pt x="22" y="22"/>
                  </a:lnTo>
                  <a:lnTo>
                    <a:pt x="22" y="22"/>
                  </a:lnTo>
                  <a:lnTo>
                    <a:pt x="26" y="18"/>
                  </a:lnTo>
                  <a:lnTo>
                    <a:pt x="30" y="15"/>
                  </a:lnTo>
                  <a:lnTo>
                    <a:pt x="30" y="15"/>
                  </a:lnTo>
                  <a:lnTo>
                    <a:pt x="28" y="13"/>
                  </a:lnTo>
                  <a:lnTo>
                    <a:pt x="26" y="9"/>
                  </a:lnTo>
                  <a:lnTo>
                    <a:pt x="33" y="7"/>
                  </a:lnTo>
                  <a:lnTo>
                    <a:pt x="33" y="2"/>
                  </a:lnTo>
                  <a:lnTo>
                    <a:pt x="33" y="2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22" y="0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13" y="2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45" name="Freeform 127">
              <a:extLst>
                <a:ext uri="{FF2B5EF4-FFF2-40B4-BE49-F238E27FC236}">
                  <a16:creationId xmlns:a16="http://schemas.microsoft.com/office/drawing/2014/main" id="{5C70B448-8DD0-4FDA-B3AE-0612DAE9405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00805" y="1161487"/>
              <a:ext cx="13348" cy="7415"/>
            </a:xfrm>
            <a:custGeom>
              <a:avLst/>
              <a:gdLst>
                <a:gd name="T0" fmla="*/ 4 w 9"/>
                <a:gd name="T1" fmla="*/ 0 h 5"/>
                <a:gd name="T2" fmla="*/ 4 w 9"/>
                <a:gd name="T3" fmla="*/ 0 h 5"/>
                <a:gd name="T4" fmla="*/ 7 w 9"/>
                <a:gd name="T5" fmla="*/ 1 h 5"/>
                <a:gd name="T6" fmla="*/ 9 w 9"/>
                <a:gd name="T7" fmla="*/ 5 h 5"/>
                <a:gd name="T8" fmla="*/ 9 w 9"/>
                <a:gd name="T9" fmla="*/ 5 h 5"/>
                <a:gd name="T10" fmla="*/ 4 w 9"/>
                <a:gd name="T11" fmla="*/ 5 h 5"/>
                <a:gd name="T12" fmla="*/ 4 w 9"/>
                <a:gd name="T13" fmla="*/ 5 h 5"/>
                <a:gd name="T14" fmla="*/ 0 w 9"/>
                <a:gd name="T15" fmla="*/ 3 h 5"/>
                <a:gd name="T16" fmla="*/ 0 w 9"/>
                <a:gd name="T17" fmla="*/ 1 h 5"/>
                <a:gd name="T18" fmla="*/ 4 w 9"/>
                <a:gd name="T19" fmla="*/ 0 h 5"/>
                <a:gd name="T20" fmla="*/ 4 w 9"/>
                <a:gd name="T2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" h="5">
                  <a:moveTo>
                    <a:pt x="4" y="0"/>
                  </a:moveTo>
                  <a:lnTo>
                    <a:pt x="4" y="0"/>
                  </a:lnTo>
                  <a:lnTo>
                    <a:pt x="7" y="1"/>
                  </a:lnTo>
                  <a:lnTo>
                    <a:pt x="9" y="5"/>
                  </a:lnTo>
                  <a:lnTo>
                    <a:pt x="9" y="5"/>
                  </a:lnTo>
                  <a:lnTo>
                    <a:pt x="4" y="5"/>
                  </a:lnTo>
                  <a:lnTo>
                    <a:pt x="4" y="5"/>
                  </a:lnTo>
                  <a:lnTo>
                    <a:pt x="0" y="3"/>
                  </a:lnTo>
                  <a:lnTo>
                    <a:pt x="0" y="1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46" name="Freeform 128">
              <a:extLst>
                <a:ext uri="{FF2B5EF4-FFF2-40B4-BE49-F238E27FC236}">
                  <a16:creationId xmlns:a16="http://schemas.microsoft.com/office/drawing/2014/main" id="{D9EA9A33-0FB5-448A-836C-9EF697382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6930465" y="1161487"/>
              <a:ext cx="10382" cy="13348"/>
            </a:xfrm>
            <a:custGeom>
              <a:avLst/>
              <a:gdLst>
                <a:gd name="T0" fmla="*/ 5 w 7"/>
                <a:gd name="T1" fmla="*/ 0 h 9"/>
                <a:gd name="T2" fmla="*/ 5 w 7"/>
                <a:gd name="T3" fmla="*/ 0 h 9"/>
                <a:gd name="T4" fmla="*/ 2 w 7"/>
                <a:gd name="T5" fmla="*/ 1 h 9"/>
                <a:gd name="T6" fmla="*/ 0 w 7"/>
                <a:gd name="T7" fmla="*/ 5 h 9"/>
                <a:gd name="T8" fmla="*/ 2 w 7"/>
                <a:gd name="T9" fmla="*/ 7 h 9"/>
                <a:gd name="T10" fmla="*/ 7 w 7"/>
                <a:gd name="T11" fmla="*/ 9 h 9"/>
                <a:gd name="T12" fmla="*/ 7 w 7"/>
                <a:gd name="T13" fmla="*/ 9 h 9"/>
                <a:gd name="T14" fmla="*/ 7 w 7"/>
                <a:gd name="T15" fmla="*/ 3 h 9"/>
                <a:gd name="T16" fmla="*/ 7 w 7"/>
                <a:gd name="T17" fmla="*/ 1 h 9"/>
                <a:gd name="T18" fmla="*/ 5 w 7"/>
                <a:gd name="T19" fmla="*/ 0 h 9"/>
                <a:gd name="T20" fmla="*/ 5 w 7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9">
                  <a:moveTo>
                    <a:pt x="5" y="0"/>
                  </a:moveTo>
                  <a:lnTo>
                    <a:pt x="5" y="0"/>
                  </a:lnTo>
                  <a:lnTo>
                    <a:pt x="2" y="1"/>
                  </a:lnTo>
                  <a:lnTo>
                    <a:pt x="0" y="5"/>
                  </a:lnTo>
                  <a:lnTo>
                    <a:pt x="2" y="7"/>
                  </a:lnTo>
                  <a:lnTo>
                    <a:pt x="7" y="9"/>
                  </a:lnTo>
                  <a:lnTo>
                    <a:pt x="7" y="9"/>
                  </a:lnTo>
                  <a:lnTo>
                    <a:pt x="7" y="3"/>
                  </a:lnTo>
                  <a:lnTo>
                    <a:pt x="7" y="1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47" name="Freeform 129">
              <a:extLst>
                <a:ext uri="{FF2B5EF4-FFF2-40B4-BE49-F238E27FC236}">
                  <a16:creationId xmlns:a16="http://schemas.microsoft.com/office/drawing/2014/main" id="{8B6B91E3-ADED-4CC7-85C1-3680719F14A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57798" y="1174835"/>
              <a:ext cx="20762" cy="4449"/>
            </a:xfrm>
            <a:custGeom>
              <a:avLst/>
              <a:gdLst>
                <a:gd name="T0" fmla="*/ 0 w 14"/>
                <a:gd name="T1" fmla="*/ 0 h 3"/>
                <a:gd name="T2" fmla="*/ 5 w 14"/>
                <a:gd name="T3" fmla="*/ 3 h 3"/>
                <a:gd name="T4" fmla="*/ 5 w 14"/>
                <a:gd name="T5" fmla="*/ 3 h 3"/>
                <a:gd name="T6" fmla="*/ 14 w 14"/>
                <a:gd name="T7" fmla="*/ 3 h 3"/>
                <a:gd name="T8" fmla="*/ 14 w 14"/>
                <a:gd name="T9" fmla="*/ 3 h 3"/>
                <a:gd name="T10" fmla="*/ 13 w 14"/>
                <a:gd name="T11" fmla="*/ 2 h 3"/>
                <a:gd name="T12" fmla="*/ 11 w 14"/>
                <a:gd name="T13" fmla="*/ 0 h 3"/>
                <a:gd name="T14" fmla="*/ 11 w 14"/>
                <a:gd name="T15" fmla="*/ 0 h 3"/>
                <a:gd name="T16" fmla="*/ 0 w 14"/>
                <a:gd name="T17" fmla="*/ 0 h 3"/>
                <a:gd name="T18" fmla="*/ 0 w 14"/>
                <a:gd name="T1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" h="3">
                  <a:moveTo>
                    <a:pt x="0" y="0"/>
                  </a:moveTo>
                  <a:lnTo>
                    <a:pt x="5" y="3"/>
                  </a:lnTo>
                  <a:lnTo>
                    <a:pt x="5" y="3"/>
                  </a:lnTo>
                  <a:lnTo>
                    <a:pt x="14" y="3"/>
                  </a:lnTo>
                  <a:lnTo>
                    <a:pt x="14" y="3"/>
                  </a:lnTo>
                  <a:lnTo>
                    <a:pt x="13" y="2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48" name="Freeform 130">
              <a:extLst>
                <a:ext uri="{FF2B5EF4-FFF2-40B4-BE49-F238E27FC236}">
                  <a16:creationId xmlns:a16="http://schemas.microsoft.com/office/drawing/2014/main" id="{5A36C714-245E-4837-9CD6-6CD6C1DC76E2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6140" y="1179283"/>
              <a:ext cx="57838" cy="38558"/>
            </a:xfrm>
            <a:custGeom>
              <a:avLst/>
              <a:gdLst>
                <a:gd name="T0" fmla="*/ 20 w 39"/>
                <a:gd name="T1" fmla="*/ 0 h 26"/>
                <a:gd name="T2" fmla="*/ 20 w 39"/>
                <a:gd name="T3" fmla="*/ 0 h 26"/>
                <a:gd name="T4" fmla="*/ 13 w 39"/>
                <a:gd name="T5" fmla="*/ 8 h 26"/>
                <a:gd name="T6" fmla="*/ 13 w 39"/>
                <a:gd name="T7" fmla="*/ 8 h 26"/>
                <a:gd name="T8" fmla="*/ 8 w 39"/>
                <a:gd name="T9" fmla="*/ 8 h 26"/>
                <a:gd name="T10" fmla="*/ 2 w 39"/>
                <a:gd name="T11" fmla="*/ 8 h 26"/>
                <a:gd name="T12" fmla="*/ 2 w 39"/>
                <a:gd name="T13" fmla="*/ 8 h 26"/>
                <a:gd name="T14" fmla="*/ 6 w 39"/>
                <a:gd name="T15" fmla="*/ 13 h 26"/>
                <a:gd name="T16" fmla="*/ 6 w 39"/>
                <a:gd name="T17" fmla="*/ 13 h 26"/>
                <a:gd name="T18" fmla="*/ 4 w 39"/>
                <a:gd name="T19" fmla="*/ 11 h 26"/>
                <a:gd name="T20" fmla="*/ 2 w 39"/>
                <a:gd name="T21" fmla="*/ 13 h 26"/>
                <a:gd name="T22" fmla="*/ 0 w 39"/>
                <a:gd name="T23" fmla="*/ 19 h 26"/>
                <a:gd name="T24" fmla="*/ 6 w 39"/>
                <a:gd name="T25" fmla="*/ 19 h 26"/>
                <a:gd name="T26" fmla="*/ 6 w 39"/>
                <a:gd name="T27" fmla="*/ 19 h 26"/>
                <a:gd name="T28" fmla="*/ 8 w 39"/>
                <a:gd name="T29" fmla="*/ 26 h 26"/>
                <a:gd name="T30" fmla="*/ 8 w 39"/>
                <a:gd name="T31" fmla="*/ 26 h 26"/>
                <a:gd name="T32" fmla="*/ 11 w 39"/>
                <a:gd name="T33" fmla="*/ 24 h 26"/>
                <a:gd name="T34" fmla="*/ 15 w 39"/>
                <a:gd name="T35" fmla="*/ 26 h 26"/>
                <a:gd name="T36" fmla="*/ 15 w 39"/>
                <a:gd name="T37" fmla="*/ 26 h 26"/>
                <a:gd name="T38" fmla="*/ 17 w 39"/>
                <a:gd name="T39" fmla="*/ 19 h 26"/>
                <a:gd name="T40" fmla="*/ 17 w 39"/>
                <a:gd name="T41" fmla="*/ 19 h 26"/>
                <a:gd name="T42" fmla="*/ 33 w 39"/>
                <a:gd name="T43" fmla="*/ 11 h 26"/>
                <a:gd name="T44" fmla="*/ 37 w 39"/>
                <a:gd name="T45" fmla="*/ 9 h 26"/>
                <a:gd name="T46" fmla="*/ 39 w 39"/>
                <a:gd name="T47" fmla="*/ 8 h 26"/>
                <a:gd name="T48" fmla="*/ 39 w 39"/>
                <a:gd name="T49" fmla="*/ 6 h 26"/>
                <a:gd name="T50" fmla="*/ 35 w 39"/>
                <a:gd name="T51" fmla="*/ 4 h 26"/>
                <a:gd name="T52" fmla="*/ 35 w 39"/>
                <a:gd name="T53" fmla="*/ 4 h 26"/>
                <a:gd name="T54" fmla="*/ 29 w 39"/>
                <a:gd name="T55" fmla="*/ 0 h 26"/>
                <a:gd name="T56" fmla="*/ 20 w 39"/>
                <a:gd name="T57" fmla="*/ 0 h 26"/>
                <a:gd name="T58" fmla="*/ 20 w 39"/>
                <a:gd name="T59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9" h="26">
                  <a:moveTo>
                    <a:pt x="20" y="0"/>
                  </a:moveTo>
                  <a:lnTo>
                    <a:pt x="20" y="0"/>
                  </a:lnTo>
                  <a:lnTo>
                    <a:pt x="13" y="8"/>
                  </a:lnTo>
                  <a:lnTo>
                    <a:pt x="13" y="8"/>
                  </a:lnTo>
                  <a:lnTo>
                    <a:pt x="8" y="8"/>
                  </a:lnTo>
                  <a:lnTo>
                    <a:pt x="2" y="8"/>
                  </a:lnTo>
                  <a:lnTo>
                    <a:pt x="2" y="8"/>
                  </a:lnTo>
                  <a:lnTo>
                    <a:pt x="6" y="13"/>
                  </a:lnTo>
                  <a:lnTo>
                    <a:pt x="6" y="13"/>
                  </a:lnTo>
                  <a:lnTo>
                    <a:pt x="4" y="11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6" y="19"/>
                  </a:lnTo>
                  <a:lnTo>
                    <a:pt x="6" y="19"/>
                  </a:lnTo>
                  <a:lnTo>
                    <a:pt x="8" y="26"/>
                  </a:lnTo>
                  <a:lnTo>
                    <a:pt x="8" y="26"/>
                  </a:lnTo>
                  <a:lnTo>
                    <a:pt x="11" y="24"/>
                  </a:lnTo>
                  <a:lnTo>
                    <a:pt x="15" y="26"/>
                  </a:lnTo>
                  <a:lnTo>
                    <a:pt x="15" y="26"/>
                  </a:lnTo>
                  <a:lnTo>
                    <a:pt x="17" y="19"/>
                  </a:lnTo>
                  <a:lnTo>
                    <a:pt x="17" y="19"/>
                  </a:lnTo>
                  <a:lnTo>
                    <a:pt x="33" y="11"/>
                  </a:lnTo>
                  <a:lnTo>
                    <a:pt x="37" y="9"/>
                  </a:lnTo>
                  <a:lnTo>
                    <a:pt x="39" y="8"/>
                  </a:lnTo>
                  <a:lnTo>
                    <a:pt x="39" y="6"/>
                  </a:lnTo>
                  <a:lnTo>
                    <a:pt x="35" y="4"/>
                  </a:lnTo>
                  <a:lnTo>
                    <a:pt x="35" y="4"/>
                  </a:lnTo>
                  <a:lnTo>
                    <a:pt x="29" y="0"/>
                  </a:lnTo>
                  <a:lnTo>
                    <a:pt x="20" y="0"/>
                  </a:lnTo>
                  <a:lnTo>
                    <a:pt x="2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49" name="Freeform 131">
              <a:extLst>
                <a:ext uri="{FF2B5EF4-FFF2-40B4-BE49-F238E27FC236}">
                  <a16:creationId xmlns:a16="http://schemas.microsoft.com/office/drawing/2014/main" id="{2ACD0C3D-C4B0-4288-BF58-7999F76A60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700145" y="1179283"/>
              <a:ext cx="28178" cy="16314"/>
            </a:xfrm>
            <a:custGeom>
              <a:avLst/>
              <a:gdLst>
                <a:gd name="T0" fmla="*/ 8 w 19"/>
                <a:gd name="T1" fmla="*/ 0 h 11"/>
                <a:gd name="T2" fmla="*/ 8 w 19"/>
                <a:gd name="T3" fmla="*/ 0 h 11"/>
                <a:gd name="T4" fmla="*/ 4 w 19"/>
                <a:gd name="T5" fmla="*/ 2 h 11"/>
                <a:gd name="T6" fmla="*/ 0 w 19"/>
                <a:gd name="T7" fmla="*/ 4 h 11"/>
                <a:gd name="T8" fmla="*/ 0 w 19"/>
                <a:gd name="T9" fmla="*/ 4 h 11"/>
                <a:gd name="T10" fmla="*/ 4 w 19"/>
                <a:gd name="T11" fmla="*/ 11 h 11"/>
                <a:gd name="T12" fmla="*/ 4 w 19"/>
                <a:gd name="T13" fmla="*/ 11 h 11"/>
                <a:gd name="T14" fmla="*/ 13 w 19"/>
                <a:gd name="T15" fmla="*/ 8 h 11"/>
                <a:gd name="T16" fmla="*/ 19 w 19"/>
                <a:gd name="T17" fmla="*/ 6 h 11"/>
                <a:gd name="T18" fmla="*/ 17 w 19"/>
                <a:gd name="T19" fmla="*/ 4 h 11"/>
                <a:gd name="T20" fmla="*/ 8 w 19"/>
                <a:gd name="T21" fmla="*/ 0 h 11"/>
                <a:gd name="T22" fmla="*/ 8 w 19"/>
                <a:gd name="T2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9" h="11">
                  <a:moveTo>
                    <a:pt x="8" y="0"/>
                  </a:moveTo>
                  <a:lnTo>
                    <a:pt x="8" y="0"/>
                  </a:lnTo>
                  <a:lnTo>
                    <a:pt x="4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4" y="11"/>
                  </a:lnTo>
                  <a:lnTo>
                    <a:pt x="4" y="11"/>
                  </a:lnTo>
                  <a:lnTo>
                    <a:pt x="13" y="8"/>
                  </a:lnTo>
                  <a:lnTo>
                    <a:pt x="19" y="6"/>
                  </a:lnTo>
                  <a:lnTo>
                    <a:pt x="17" y="4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50" name="Freeform 132">
              <a:extLst>
                <a:ext uri="{FF2B5EF4-FFF2-40B4-BE49-F238E27FC236}">
                  <a16:creationId xmlns:a16="http://schemas.microsoft.com/office/drawing/2014/main" id="{A428A78E-15A4-4E16-94F0-09F0347FC47F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5016" y="1185215"/>
              <a:ext cx="164614" cy="111226"/>
            </a:xfrm>
            <a:custGeom>
              <a:avLst/>
              <a:gdLst>
                <a:gd name="T0" fmla="*/ 49 w 111"/>
                <a:gd name="T1" fmla="*/ 0 h 75"/>
                <a:gd name="T2" fmla="*/ 40 w 111"/>
                <a:gd name="T3" fmla="*/ 9 h 75"/>
                <a:gd name="T4" fmla="*/ 36 w 111"/>
                <a:gd name="T5" fmla="*/ 11 h 75"/>
                <a:gd name="T6" fmla="*/ 27 w 111"/>
                <a:gd name="T7" fmla="*/ 11 h 75"/>
                <a:gd name="T8" fmla="*/ 23 w 111"/>
                <a:gd name="T9" fmla="*/ 20 h 75"/>
                <a:gd name="T10" fmla="*/ 22 w 111"/>
                <a:gd name="T11" fmla="*/ 29 h 75"/>
                <a:gd name="T12" fmla="*/ 14 w 111"/>
                <a:gd name="T13" fmla="*/ 29 h 75"/>
                <a:gd name="T14" fmla="*/ 7 w 111"/>
                <a:gd name="T15" fmla="*/ 29 h 75"/>
                <a:gd name="T16" fmla="*/ 0 w 111"/>
                <a:gd name="T17" fmla="*/ 36 h 75"/>
                <a:gd name="T18" fmla="*/ 14 w 111"/>
                <a:gd name="T19" fmla="*/ 36 h 75"/>
                <a:gd name="T20" fmla="*/ 16 w 111"/>
                <a:gd name="T21" fmla="*/ 40 h 75"/>
                <a:gd name="T22" fmla="*/ 36 w 111"/>
                <a:gd name="T23" fmla="*/ 42 h 75"/>
                <a:gd name="T24" fmla="*/ 56 w 111"/>
                <a:gd name="T25" fmla="*/ 44 h 75"/>
                <a:gd name="T26" fmla="*/ 45 w 111"/>
                <a:gd name="T27" fmla="*/ 44 h 75"/>
                <a:gd name="T28" fmla="*/ 36 w 111"/>
                <a:gd name="T29" fmla="*/ 47 h 75"/>
                <a:gd name="T30" fmla="*/ 34 w 111"/>
                <a:gd name="T31" fmla="*/ 51 h 75"/>
                <a:gd name="T32" fmla="*/ 18 w 111"/>
                <a:gd name="T33" fmla="*/ 60 h 75"/>
                <a:gd name="T34" fmla="*/ 18 w 111"/>
                <a:gd name="T35" fmla="*/ 66 h 75"/>
                <a:gd name="T36" fmla="*/ 34 w 111"/>
                <a:gd name="T37" fmla="*/ 67 h 75"/>
                <a:gd name="T38" fmla="*/ 49 w 111"/>
                <a:gd name="T39" fmla="*/ 73 h 75"/>
                <a:gd name="T40" fmla="*/ 65 w 111"/>
                <a:gd name="T41" fmla="*/ 75 h 75"/>
                <a:gd name="T42" fmla="*/ 80 w 111"/>
                <a:gd name="T43" fmla="*/ 75 h 75"/>
                <a:gd name="T44" fmla="*/ 93 w 111"/>
                <a:gd name="T45" fmla="*/ 69 h 75"/>
                <a:gd name="T46" fmla="*/ 102 w 111"/>
                <a:gd name="T47" fmla="*/ 69 h 75"/>
                <a:gd name="T48" fmla="*/ 104 w 111"/>
                <a:gd name="T49" fmla="*/ 69 h 75"/>
                <a:gd name="T50" fmla="*/ 104 w 111"/>
                <a:gd name="T51" fmla="*/ 62 h 75"/>
                <a:gd name="T52" fmla="*/ 111 w 111"/>
                <a:gd name="T53" fmla="*/ 58 h 75"/>
                <a:gd name="T54" fmla="*/ 111 w 111"/>
                <a:gd name="T55" fmla="*/ 53 h 75"/>
                <a:gd name="T56" fmla="*/ 109 w 111"/>
                <a:gd name="T57" fmla="*/ 47 h 75"/>
                <a:gd name="T58" fmla="*/ 102 w 111"/>
                <a:gd name="T59" fmla="*/ 44 h 75"/>
                <a:gd name="T60" fmla="*/ 100 w 111"/>
                <a:gd name="T61" fmla="*/ 49 h 75"/>
                <a:gd name="T62" fmla="*/ 96 w 111"/>
                <a:gd name="T63" fmla="*/ 53 h 75"/>
                <a:gd name="T64" fmla="*/ 89 w 111"/>
                <a:gd name="T65" fmla="*/ 53 h 75"/>
                <a:gd name="T66" fmla="*/ 93 w 111"/>
                <a:gd name="T67" fmla="*/ 40 h 75"/>
                <a:gd name="T68" fmla="*/ 89 w 111"/>
                <a:gd name="T69" fmla="*/ 38 h 75"/>
                <a:gd name="T70" fmla="*/ 85 w 111"/>
                <a:gd name="T71" fmla="*/ 40 h 75"/>
                <a:gd name="T72" fmla="*/ 67 w 111"/>
                <a:gd name="T73" fmla="*/ 44 h 75"/>
                <a:gd name="T74" fmla="*/ 80 w 111"/>
                <a:gd name="T75" fmla="*/ 38 h 75"/>
                <a:gd name="T76" fmla="*/ 80 w 111"/>
                <a:gd name="T77" fmla="*/ 33 h 75"/>
                <a:gd name="T78" fmla="*/ 80 w 111"/>
                <a:gd name="T79" fmla="*/ 26 h 75"/>
                <a:gd name="T80" fmla="*/ 82 w 111"/>
                <a:gd name="T81" fmla="*/ 26 h 75"/>
                <a:gd name="T82" fmla="*/ 82 w 111"/>
                <a:gd name="T83" fmla="*/ 24 h 75"/>
                <a:gd name="T84" fmla="*/ 49 w 111"/>
                <a:gd name="T85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11" h="75">
                  <a:moveTo>
                    <a:pt x="49" y="0"/>
                  </a:moveTo>
                  <a:lnTo>
                    <a:pt x="49" y="0"/>
                  </a:lnTo>
                  <a:lnTo>
                    <a:pt x="43" y="5"/>
                  </a:lnTo>
                  <a:lnTo>
                    <a:pt x="40" y="9"/>
                  </a:lnTo>
                  <a:lnTo>
                    <a:pt x="36" y="11"/>
                  </a:lnTo>
                  <a:lnTo>
                    <a:pt x="36" y="11"/>
                  </a:lnTo>
                  <a:lnTo>
                    <a:pt x="31" y="11"/>
                  </a:lnTo>
                  <a:lnTo>
                    <a:pt x="27" y="11"/>
                  </a:lnTo>
                  <a:lnTo>
                    <a:pt x="27" y="11"/>
                  </a:lnTo>
                  <a:lnTo>
                    <a:pt x="23" y="20"/>
                  </a:lnTo>
                  <a:lnTo>
                    <a:pt x="22" y="29"/>
                  </a:lnTo>
                  <a:lnTo>
                    <a:pt x="22" y="29"/>
                  </a:lnTo>
                  <a:lnTo>
                    <a:pt x="18" y="29"/>
                  </a:lnTo>
                  <a:lnTo>
                    <a:pt x="14" y="29"/>
                  </a:lnTo>
                  <a:lnTo>
                    <a:pt x="7" y="29"/>
                  </a:lnTo>
                  <a:lnTo>
                    <a:pt x="7" y="29"/>
                  </a:lnTo>
                  <a:lnTo>
                    <a:pt x="0" y="36"/>
                  </a:lnTo>
                  <a:lnTo>
                    <a:pt x="0" y="36"/>
                  </a:lnTo>
                  <a:lnTo>
                    <a:pt x="7" y="35"/>
                  </a:lnTo>
                  <a:lnTo>
                    <a:pt x="14" y="36"/>
                  </a:lnTo>
                  <a:lnTo>
                    <a:pt x="16" y="40"/>
                  </a:lnTo>
                  <a:lnTo>
                    <a:pt x="16" y="40"/>
                  </a:lnTo>
                  <a:lnTo>
                    <a:pt x="27" y="42"/>
                  </a:lnTo>
                  <a:lnTo>
                    <a:pt x="36" y="42"/>
                  </a:lnTo>
                  <a:lnTo>
                    <a:pt x="56" y="38"/>
                  </a:lnTo>
                  <a:lnTo>
                    <a:pt x="56" y="44"/>
                  </a:lnTo>
                  <a:lnTo>
                    <a:pt x="56" y="44"/>
                  </a:lnTo>
                  <a:lnTo>
                    <a:pt x="45" y="44"/>
                  </a:lnTo>
                  <a:lnTo>
                    <a:pt x="42" y="46"/>
                  </a:lnTo>
                  <a:lnTo>
                    <a:pt x="36" y="47"/>
                  </a:lnTo>
                  <a:lnTo>
                    <a:pt x="36" y="47"/>
                  </a:lnTo>
                  <a:lnTo>
                    <a:pt x="34" y="51"/>
                  </a:lnTo>
                  <a:lnTo>
                    <a:pt x="34" y="55"/>
                  </a:lnTo>
                  <a:lnTo>
                    <a:pt x="18" y="60"/>
                  </a:lnTo>
                  <a:lnTo>
                    <a:pt x="18" y="66"/>
                  </a:lnTo>
                  <a:lnTo>
                    <a:pt x="18" y="66"/>
                  </a:lnTo>
                  <a:lnTo>
                    <a:pt x="27" y="67"/>
                  </a:lnTo>
                  <a:lnTo>
                    <a:pt x="34" y="67"/>
                  </a:lnTo>
                  <a:lnTo>
                    <a:pt x="45" y="67"/>
                  </a:lnTo>
                  <a:lnTo>
                    <a:pt x="49" y="73"/>
                  </a:lnTo>
                  <a:lnTo>
                    <a:pt x="65" y="75"/>
                  </a:lnTo>
                  <a:lnTo>
                    <a:pt x="65" y="75"/>
                  </a:lnTo>
                  <a:lnTo>
                    <a:pt x="74" y="75"/>
                  </a:lnTo>
                  <a:lnTo>
                    <a:pt x="80" y="75"/>
                  </a:lnTo>
                  <a:lnTo>
                    <a:pt x="93" y="69"/>
                  </a:lnTo>
                  <a:lnTo>
                    <a:pt x="93" y="69"/>
                  </a:lnTo>
                  <a:lnTo>
                    <a:pt x="96" y="71"/>
                  </a:lnTo>
                  <a:lnTo>
                    <a:pt x="102" y="69"/>
                  </a:lnTo>
                  <a:lnTo>
                    <a:pt x="102" y="69"/>
                  </a:lnTo>
                  <a:lnTo>
                    <a:pt x="104" y="69"/>
                  </a:lnTo>
                  <a:lnTo>
                    <a:pt x="104" y="67"/>
                  </a:lnTo>
                  <a:lnTo>
                    <a:pt x="104" y="62"/>
                  </a:lnTo>
                  <a:lnTo>
                    <a:pt x="104" y="62"/>
                  </a:lnTo>
                  <a:lnTo>
                    <a:pt x="111" y="58"/>
                  </a:lnTo>
                  <a:lnTo>
                    <a:pt x="111" y="58"/>
                  </a:lnTo>
                  <a:lnTo>
                    <a:pt x="111" y="53"/>
                  </a:lnTo>
                  <a:lnTo>
                    <a:pt x="109" y="47"/>
                  </a:lnTo>
                  <a:lnTo>
                    <a:pt x="109" y="47"/>
                  </a:lnTo>
                  <a:lnTo>
                    <a:pt x="105" y="46"/>
                  </a:lnTo>
                  <a:lnTo>
                    <a:pt x="102" y="44"/>
                  </a:lnTo>
                  <a:lnTo>
                    <a:pt x="102" y="44"/>
                  </a:lnTo>
                  <a:lnTo>
                    <a:pt x="100" y="49"/>
                  </a:lnTo>
                  <a:lnTo>
                    <a:pt x="96" y="53"/>
                  </a:lnTo>
                  <a:lnTo>
                    <a:pt x="96" y="53"/>
                  </a:lnTo>
                  <a:lnTo>
                    <a:pt x="93" y="53"/>
                  </a:lnTo>
                  <a:lnTo>
                    <a:pt x="89" y="53"/>
                  </a:lnTo>
                  <a:lnTo>
                    <a:pt x="89" y="53"/>
                  </a:lnTo>
                  <a:lnTo>
                    <a:pt x="93" y="40"/>
                  </a:lnTo>
                  <a:lnTo>
                    <a:pt x="93" y="40"/>
                  </a:lnTo>
                  <a:lnTo>
                    <a:pt x="89" y="38"/>
                  </a:lnTo>
                  <a:lnTo>
                    <a:pt x="85" y="36"/>
                  </a:lnTo>
                  <a:lnTo>
                    <a:pt x="85" y="40"/>
                  </a:lnTo>
                  <a:lnTo>
                    <a:pt x="85" y="40"/>
                  </a:lnTo>
                  <a:lnTo>
                    <a:pt x="67" y="44"/>
                  </a:lnTo>
                  <a:lnTo>
                    <a:pt x="67" y="44"/>
                  </a:lnTo>
                  <a:lnTo>
                    <a:pt x="80" y="38"/>
                  </a:lnTo>
                  <a:lnTo>
                    <a:pt x="80" y="38"/>
                  </a:lnTo>
                  <a:lnTo>
                    <a:pt x="80" y="33"/>
                  </a:lnTo>
                  <a:lnTo>
                    <a:pt x="80" y="26"/>
                  </a:lnTo>
                  <a:lnTo>
                    <a:pt x="80" y="26"/>
                  </a:lnTo>
                  <a:lnTo>
                    <a:pt x="82" y="27"/>
                  </a:lnTo>
                  <a:lnTo>
                    <a:pt x="82" y="26"/>
                  </a:lnTo>
                  <a:lnTo>
                    <a:pt x="82" y="24"/>
                  </a:lnTo>
                  <a:lnTo>
                    <a:pt x="82" y="24"/>
                  </a:lnTo>
                  <a:lnTo>
                    <a:pt x="65" y="11"/>
                  </a:lnTo>
                  <a:lnTo>
                    <a:pt x="49" y="0"/>
                  </a:lnTo>
                  <a:lnTo>
                    <a:pt x="4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51" name="Freeform 133">
              <a:extLst>
                <a:ext uri="{FF2B5EF4-FFF2-40B4-BE49-F238E27FC236}">
                  <a16:creationId xmlns:a16="http://schemas.microsoft.com/office/drawing/2014/main" id="{9106F07E-BDF2-41DC-83EA-3F1308E1D83C}"/>
                </a:ext>
              </a:extLst>
            </p:cNvPr>
            <p:cNvSpPr>
              <a:spLocks/>
            </p:cNvSpPr>
            <p:nvPr/>
          </p:nvSpPr>
          <p:spPr bwMode="auto">
            <a:xfrm>
              <a:off x="6973472" y="1191147"/>
              <a:ext cx="51906" cy="40042"/>
            </a:xfrm>
            <a:custGeom>
              <a:avLst/>
              <a:gdLst>
                <a:gd name="T0" fmla="*/ 13 w 35"/>
                <a:gd name="T1" fmla="*/ 0 h 27"/>
                <a:gd name="T2" fmla="*/ 13 w 35"/>
                <a:gd name="T3" fmla="*/ 0 h 27"/>
                <a:gd name="T4" fmla="*/ 7 w 35"/>
                <a:gd name="T5" fmla="*/ 5 h 27"/>
                <a:gd name="T6" fmla="*/ 2 w 35"/>
                <a:gd name="T7" fmla="*/ 11 h 27"/>
                <a:gd name="T8" fmla="*/ 0 w 35"/>
                <a:gd name="T9" fmla="*/ 16 h 27"/>
                <a:gd name="T10" fmla="*/ 0 w 35"/>
                <a:gd name="T11" fmla="*/ 20 h 27"/>
                <a:gd name="T12" fmla="*/ 2 w 35"/>
                <a:gd name="T13" fmla="*/ 23 h 27"/>
                <a:gd name="T14" fmla="*/ 6 w 35"/>
                <a:gd name="T15" fmla="*/ 25 h 27"/>
                <a:gd name="T16" fmla="*/ 11 w 35"/>
                <a:gd name="T17" fmla="*/ 27 h 27"/>
                <a:gd name="T18" fmla="*/ 18 w 35"/>
                <a:gd name="T19" fmla="*/ 27 h 27"/>
                <a:gd name="T20" fmla="*/ 18 w 35"/>
                <a:gd name="T21" fmla="*/ 27 h 27"/>
                <a:gd name="T22" fmla="*/ 17 w 35"/>
                <a:gd name="T23" fmla="*/ 22 h 27"/>
                <a:gd name="T24" fmla="*/ 15 w 35"/>
                <a:gd name="T25" fmla="*/ 18 h 27"/>
                <a:gd name="T26" fmla="*/ 15 w 35"/>
                <a:gd name="T27" fmla="*/ 18 h 27"/>
                <a:gd name="T28" fmla="*/ 35 w 35"/>
                <a:gd name="T29" fmla="*/ 18 h 27"/>
                <a:gd name="T30" fmla="*/ 29 w 35"/>
                <a:gd name="T31" fmla="*/ 7 h 27"/>
                <a:gd name="T32" fmla="*/ 29 w 35"/>
                <a:gd name="T33" fmla="*/ 7 h 27"/>
                <a:gd name="T34" fmla="*/ 22 w 35"/>
                <a:gd name="T35" fmla="*/ 5 h 27"/>
                <a:gd name="T36" fmla="*/ 22 w 35"/>
                <a:gd name="T37" fmla="*/ 0 h 27"/>
                <a:gd name="T38" fmla="*/ 22 w 35"/>
                <a:gd name="T39" fmla="*/ 0 h 27"/>
                <a:gd name="T40" fmla="*/ 18 w 35"/>
                <a:gd name="T41" fmla="*/ 0 h 27"/>
                <a:gd name="T42" fmla="*/ 13 w 35"/>
                <a:gd name="T43" fmla="*/ 0 h 27"/>
                <a:gd name="T44" fmla="*/ 13 w 35"/>
                <a:gd name="T4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5" h="27">
                  <a:moveTo>
                    <a:pt x="13" y="0"/>
                  </a:moveTo>
                  <a:lnTo>
                    <a:pt x="13" y="0"/>
                  </a:lnTo>
                  <a:lnTo>
                    <a:pt x="7" y="5"/>
                  </a:lnTo>
                  <a:lnTo>
                    <a:pt x="2" y="11"/>
                  </a:lnTo>
                  <a:lnTo>
                    <a:pt x="0" y="16"/>
                  </a:lnTo>
                  <a:lnTo>
                    <a:pt x="0" y="20"/>
                  </a:lnTo>
                  <a:lnTo>
                    <a:pt x="2" y="23"/>
                  </a:lnTo>
                  <a:lnTo>
                    <a:pt x="6" y="25"/>
                  </a:lnTo>
                  <a:lnTo>
                    <a:pt x="11" y="27"/>
                  </a:lnTo>
                  <a:lnTo>
                    <a:pt x="18" y="27"/>
                  </a:lnTo>
                  <a:lnTo>
                    <a:pt x="18" y="27"/>
                  </a:lnTo>
                  <a:lnTo>
                    <a:pt x="17" y="22"/>
                  </a:lnTo>
                  <a:lnTo>
                    <a:pt x="15" y="18"/>
                  </a:lnTo>
                  <a:lnTo>
                    <a:pt x="15" y="18"/>
                  </a:lnTo>
                  <a:lnTo>
                    <a:pt x="35" y="18"/>
                  </a:lnTo>
                  <a:lnTo>
                    <a:pt x="29" y="7"/>
                  </a:lnTo>
                  <a:lnTo>
                    <a:pt x="29" y="7"/>
                  </a:lnTo>
                  <a:lnTo>
                    <a:pt x="22" y="5"/>
                  </a:lnTo>
                  <a:lnTo>
                    <a:pt x="22" y="0"/>
                  </a:lnTo>
                  <a:lnTo>
                    <a:pt x="22" y="0"/>
                  </a:lnTo>
                  <a:lnTo>
                    <a:pt x="18" y="0"/>
                  </a:lnTo>
                  <a:lnTo>
                    <a:pt x="13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52" name="Freeform 134">
              <a:extLst>
                <a:ext uri="{FF2B5EF4-FFF2-40B4-BE49-F238E27FC236}">
                  <a16:creationId xmlns:a16="http://schemas.microsoft.com/office/drawing/2014/main" id="{F58E43A6-DDEB-40D8-A44B-7524139CD082}"/>
                </a:ext>
              </a:extLst>
            </p:cNvPr>
            <p:cNvSpPr>
              <a:spLocks/>
            </p:cNvSpPr>
            <p:nvPr/>
          </p:nvSpPr>
          <p:spPr bwMode="auto">
            <a:xfrm>
              <a:off x="6565646" y="1195597"/>
              <a:ext cx="213553" cy="48940"/>
            </a:xfrm>
            <a:custGeom>
              <a:avLst/>
              <a:gdLst>
                <a:gd name="T0" fmla="*/ 73 w 144"/>
                <a:gd name="T1" fmla="*/ 4 h 33"/>
                <a:gd name="T2" fmla="*/ 64 w 144"/>
                <a:gd name="T3" fmla="*/ 6 h 33"/>
                <a:gd name="T4" fmla="*/ 49 w 144"/>
                <a:gd name="T5" fmla="*/ 2 h 33"/>
                <a:gd name="T6" fmla="*/ 40 w 144"/>
                <a:gd name="T7" fmla="*/ 2 h 33"/>
                <a:gd name="T8" fmla="*/ 18 w 144"/>
                <a:gd name="T9" fmla="*/ 11 h 33"/>
                <a:gd name="T10" fmla="*/ 16 w 144"/>
                <a:gd name="T11" fmla="*/ 11 h 33"/>
                <a:gd name="T12" fmla="*/ 13 w 144"/>
                <a:gd name="T13" fmla="*/ 9 h 33"/>
                <a:gd name="T14" fmla="*/ 9 w 144"/>
                <a:gd name="T15" fmla="*/ 9 h 33"/>
                <a:gd name="T16" fmla="*/ 4 w 144"/>
                <a:gd name="T17" fmla="*/ 15 h 33"/>
                <a:gd name="T18" fmla="*/ 0 w 144"/>
                <a:gd name="T19" fmla="*/ 22 h 33"/>
                <a:gd name="T20" fmla="*/ 16 w 144"/>
                <a:gd name="T21" fmla="*/ 22 h 33"/>
                <a:gd name="T22" fmla="*/ 16 w 144"/>
                <a:gd name="T23" fmla="*/ 24 h 33"/>
                <a:gd name="T24" fmla="*/ 40 w 144"/>
                <a:gd name="T25" fmla="*/ 19 h 33"/>
                <a:gd name="T26" fmla="*/ 44 w 144"/>
                <a:gd name="T27" fmla="*/ 24 h 33"/>
                <a:gd name="T28" fmla="*/ 55 w 144"/>
                <a:gd name="T29" fmla="*/ 19 h 33"/>
                <a:gd name="T30" fmla="*/ 60 w 144"/>
                <a:gd name="T31" fmla="*/ 11 h 33"/>
                <a:gd name="T32" fmla="*/ 71 w 144"/>
                <a:gd name="T33" fmla="*/ 17 h 33"/>
                <a:gd name="T34" fmla="*/ 80 w 144"/>
                <a:gd name="T35" fmla="*/ 19 h 33"/>
                <a:gd name="T36" fmla="*/ 75 w 144"/>
                <a:gd name="T37" fmla="*/ 26 h 33"/>
                <a:gd name="T38" fmla="*/ 80 w 144"/>
                <a:gd name="T39" fmla="*/ 28 h 33"/>
                <a:gd name="T40" fmla="*/ 86 w 144"/>
                <a:gd name="T41" fmla="*/ 29 h 33"/>
                <a:gd name="T42" fmla="*/ 87 w 144"/>
                <a:gd name="T43" fmla="*/ 33 h 33"/>
                <a:gd name="T44" fmla="*/ 98 w 144"/>
                <a:gd name="T45" fmla="*/ 29 h 33"/>
                <a:gd name="T46" fmla="*/ 109 w 144"/>
                <a:gd name="T47" fmla="*/ 22 h 33"/>
                <a:gd name="T48" fmla="*/ 115 w 144"/>
                <a:gd name="T49" fmla="*/ 22 h 33"/>
                <a:gd name="T50" fmla="*/ 124 w 144"/>
                <a:gd name="T51" fmla="*/ 24 h 33"/>
                <a:gd name="T52" fmla="*/ 124 w 144"/>
                <a:gd name="T53" fmla="*/ 19 h 33"/>
                <a:gd name="T54" fmla="*/ 144 w 144"/>
                <a:gd name="T55" fmla="*/ 17 h 33"/>
                <a:gd name="T56" fmla="*/ 144 w 144"/>
                <a:gd name="T57" fmla="*/ 8 h 33"/>
                <a:gd name="T58" fmla="*/ 133 w 144"/>
                <a:gd name="T59" fmla="*/ 11 h 33"/>
                <a:gd name="T60" fmla="*/ 133 w 144"/>
                <a:gd name="T61" fmla="*/ 9 h 33"/>
                <a:gd name="T62" fmla="*/ 137 w 144"/>
                <a:gd name="T63" fmla="*/ 4 h 33"/>
                <a:gd name="T64" fmla="*/ 118 w 144"/>
                <a:gd name="T65" fmla="*/ 4 h 33"/>
                <a:gd name="T66" fmla="*/ 122 w 144"/>
                <a:gd name="T67" fmla="*/ 6 h 33"/>
                <a:gd name="T68" fmla="*/ 122 w 144"/>
                <a:gd name="T69" fmla="*/ 9 h 33"/>
                <a:gd name="T70" fmla="*/ 118 w 144"/>
                <a:gd name="T71" fmla="*/ 11 h 33"/>
                <a:gd name="T72" fmla="*/ 107 w 144"/>
                <a:gd name="T73" fmla="*/ 15 h 33"/>
                <a:gd name="T74" fmla="*/ 73 w 144"/>
                <a:gd name="T75" fmla="*/ 11 h 33"/>
                <a:gd name="T76" fmla="*/ 98 w 144"/>
                <a:gd name="T77" fmla="*/ 11 h 33"/>
                <a:gd name="T78" fmla="*/ 107 w 144"/>
                <a:gd name="T79" fmla="*/ 9 h 33"/>
                <a:gd name="T80" fmla="*/ 107 w 144"/>
                <a:gd name="T81" fmla="*/ 9 h 33"/>
                <a:gd name="T82" fmla="*/ 97 w 144"/>
                <a:gd name="T83" fmla="*/ 8 h 33"/>
                <a:gd name="T84" fmla="*/ 87 w 144"/>
                <a:gd name="T85" fmla="*/ 2 h 33"/>
                <a:gd name="T86" fmla="*/ 78 w 144"/>
                <a:gd name="T87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44" h="33">
                  <a:moveTo>
                    <a:pt x="78" y="0"/>
                  </a:moveTo>
                  <a:lnTo>
                    <a:pt x="73" y="4"/>
                  </a:lnTo>
                  <a:lnTo>
                    <a:pt x="73" y="4"/>
                  </a:lnTo>
                  <a:lnTo>
                    <a:pt x="64" y="6"/>
                  </a:lnTo>
                  <a:lnTo>
                    <a:pt x="56" y="4"/>
                  </a:lnTo>
                  <a:lnTo>
                    <a:pt x="49" y="2"/>
                  </a:lnTo>
                  <a:lnTo>
                    <a:pt x="40" y="2"/>
                  </a:lnTo>
                  <a:lnTo>
                    <a:pt x="40" y="2"/>
                  </a:lnTo>
                  <a:lnTo>
                    <a:pt x="29" y="8"/>
                  </a:lnTo>
                  <a:lnTo>
                    <a:pt x="18" y="11"/>
                  </a:lnTo>
                  <a:lnTo>
                    <a:pt x="18" y="11"/>
                  </a:lnTo>
                  <a:lnTo>
                    <a:pt x="16" y="11"/>
                  </a:lnTo>
                  <a:lnTo>
                    <a:pt x="15" y="9"/>
                  </a:lnTo>
                  <a:lnTo>
                    <a:pt x="13" y="9"/>
                  </a:lnTo>
                  <a:lnTo>
                    <a:pt x="9" y="9"/>
                  </a:lnTo>
                  <a:lnTo>
                    <a:pt x="9" y="9"/>
                  </a:lnTo>
                  <a:lnTo>
                    <a:pt x="5" y="11"/>
                  </a:lnTo>
                  <a:lnTo>
                    <a:pt x="4" y="15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7" y="20"/>
                  </a:lnTo>
                  <a:lnTo>
                    <a:pt x="16" y="22"/>
                  </a:lnTo>
                  <a:lnTo>
                    <a:pt x="16" y="24"/>
                  </a:lnTo>
                  <a:lnTo>
                    <a:pt x="16" y="24"/>
                  </a:lnTo>
                  <a:lnTo>
                    <a:pt x="29" y="22"/>
                  </a:lnTo>
                  <a:lnTo>
                    <a:pt x="40" y="19"/>
                  </a:lnTo>
                  <a:lnTo>
                    <a:pt x="44" y="24"/>
                  </a:lnTo>
                  <a:lnTo>
                    <a:pt x="44" y="24"/>
                  </a:lnTo>
                  <a:lnTo>
                    <a:pt x="51" y="22"/>
                  </a:lnTo>
                  <a:lnTo>
                    <a:pt x="55" y="19"/>
                  </a:lnTo>
                  <a:lnTo>
                    <a:pt x="56" y="15"/>
                  </a:lnTo>
                  <a:lnTo>
                    <a:pt x="60" y="11"/>
                  </a:lnTo>
                  <a:lnTo>
                    <a:pt x="60" y="11"/>
                  </a:lnTo>
                  <a:lnTo>
                    <a:pt x="71" y="17"/>
                  </a:lnTo>
                  <a:lnTo>
                    <a:pt x="80" y="19"/>
                  </a:lnTo>
                  <a:lnTo>
                    <a:pt x="80" y="19"/>
                  </a:lnTo>
                  <a:lnTo>
                    <a:pt x="75" y="26"/>
                  </a:lnTo>
                  <a:lnTo>
                    <a:pt x="75" y="26"/>
                  </a:lnTo>
                  <a:lnTo>
                    <a:pt x="78" y="28"/>
                  </a:lnTo>
                  <a:lnTo>
                    <a:pt x="80" y="28"/>
                  </a:lnTo>
                  <a:lnTo>
                    <a:pt x="82" y="28"/>
                  </a:lnTo>
                  <a:lnTo>
                    <a:pt x="86" y="29"/>
                  </a:lnTo>
                  <a:lnTo>
                    <a:pt x="87" y="33"/>
                  </a:lnTo>
                  <a:lnTo>
                    <a:pt x="87" y="33"/>
                  </a:lnTo>
                  <a:lnTo>
                    <a:pt x="93" y="33"/>
                  </a:lnTo>
                  <a:lnTo>
                    <a:pt x="98" y="29"/>
                  </a:lnTo>
                  <a:lnTo>
                    <a:pt x="104" y="24"/>
                  </a:lnTo>
                  <a:lnTo>
                    <a:pt x="109" y="22"/>
                  </a:lnTo>
                  <a:lnTo>
                    <a:pt x="109" y="22"/>
                  </a:lnTo>
                  <a:lnTo>
                    <a:pt x="115" y="22"/>
                  </a:lnTo>
                  <a:lnTo>
                    <a:pt x="120" y="24"/>
                  </a:lnTo>
                  <a:lnTo>
                    <a:pt x="124" y="24"/>
                  </a:lnTo>
                  <a:lnTo>
                    <a:pt x="124" y="19"/>
                  </a:lnTo>
                  <a:lnTo>
                    <a:pt x="124" y="19"/>
                  </a:lnTo>
                  <a:lnTo>
                    <a:pt x="144" y="17"/>
                  </a:lnTo>
                  <a:lnTo>
                    <a:pt x="144" y="17"/>
                  </a:lnTo>
                  <a:lnTo>
                    <a:pt x="144" y="8"/>
                  </a:lnTo>
                  <a:lnTo>
                    <a:pt x="144" y="8"/>
                  </a:lnTo>
                  <a:lnTo>
                    <a:pt x="135" y="11"/>
                  </a:lnTo>
                  <a:lnTo>
                    <a:pt x="133" y="11"/>
                  </a:lnTo>
                  <a:lnTo>
                    <a:pt x="133" y="9"/>
                  </a:lnTo>
                  <a:lnTo>
                    <a:pt x="133" y="9"/>
                  </a:lnTo>
                  <a:lnTo>
                    <a:pt x="137" y="4"/>
                  </a:lnTo>
                  <a:lnTo>
                    <a:pt x="137" y="4"/>
                  </a:lnTo>
                  <a:lnTo>
                    <a:pt x="126" y="4"/>
                  </a:lnTo>
                  <a:lnTo>
                    <a:pt x="118" y="4"/>
                  </a:lnTo>
                  <a:lnTo>
                    <a:pt x="118" y="4"/>
                  </a:lnTo>
                  <a:lnTo>
                    <a:pt x="122" y="6"/>
                  </a:lnTo>
                  <a:lnTo>
                    <a:pt x="122" y="8"/>
                  </a:lnTo>
                  <a:lnTo>
                    <a:pt x="122" y="9"/>
                  </a:lnTo>
                  <a:lnTo>
                    <a:pt x="118" y="11"/>
                  </a:lnTo>
                  <a:lnTo>
                    <a:pt x="118" y="11"/>
                  </a:lnTo>
                  <a:lnTo>
                    <a:pt x="113" y="15"/>
                  </a:lnTo>
                  <a:lnTo>
                    <a:pt x="107" y="15"/>
                  </a:lnTo>
                  <a:lnTo>
                    <a:pt x="97" y="15"/>
                  </a:lnTo>
                  <a:lnTo>
                    <a:pt x="73" y="11"/>
                  </a:lnTo>
                  <a:lnTo>
                    <a:pt x="73" y="11"/>
                  </a:lnTo>
                  <a:lnTo>
                    <a:pt x="98" y="11"/>
                  </a:lnTo>
                  <a:lnTo>
                    <a:pt x="107" y="9"/>
                  </a:lnTo>
                  <a:lnTo>
                    <a:pt x="107" y="9"/>
                  </a:lnTo>
                  <a:lnTo>
                    <a:pt x="107" y="9"/>
                  </a:lnTo>
                  <a:lnTo>
                    <a:pt x="107" y="9"/>
                  </a:lnTo>
                  <a:lnTo>
                    <a:pt x="102" y="8"/>
                  </a:lnTo>
                  <a:lnTo>
                    <a:pt x="97" y="8"/>
                  </a:lnTo>
                  <a:lnTo>
                    <a:pt x="97" y="8"/>
                  </a:lnTo>
                  <a:lnTo>
                    <a:pt x="87" y="2"/>
                  </a:lnTo>
                  <a:lnTo>
                    <a:pt x="84" y="0"/>
                  </a:lnTo>
                  <a:lnTo>
                    <a:pt x="78" y="0"/>
                  </a:lnTo>
                  <a:lnTo>
                    <a:pt x="7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53" name="Freeform 135">
              <a:extLst>
                <a:ext uri="{FF2B5EF4-FFF2-40B4-BE49-F238E27FC236}">
                  <a16:creationId xmlns:a16="http://schemas.microsoft.com/office/drawing/2014/main" id="{580EF408-1F74-44A5-9BF9-04F70F16C5D5}"/>
                </a:ext>
              </a:extLst>
            </p:cNvPr>
            <p:cNvSpPr>
              <a:spLocks/>
            </p:cNvSpPr>
            <p:nvPr/>
          </p:nvSpPr>
          <p:spPr bwMode="auto">
            <a:xfrm>
              <a:off x="6835553" y="1208944"/>
              <a:ext cx="8898" cy="8898"/>
            </a:xfrm>
            <a:custGeom>
              <a:avLst/>
              <a:gdLst>
                <a:gd name="T0" fmla="*/ 0 w 6"/>
                <a:gd name="T1" fmla="*/ 0 h 6"/>
                <a:gd name="T2" fmla="*/ 0 w 6"/>
                <a:gd name="T3" fmla="*/ 6 h 6"/>
                <a:gd name="T4" fmla="*/ 6 w 6"/>
                <a:gd name="T5" fmla="*/ 6 h 6"/>
                <a:gd name="T6" fmla="*/ 6 w 6"/>
                <a:gd name="T7" fmla="*/ 6 h 6"/>
                <a:gd name="T8" fmla="*/ 4 w 6"/>
                <a:gd name="T9" fmla="*/ 4 h 6"/>
                <a:gd name="T10" fmla="*/ 4 w 6"/>
                <a:gd name="T11" fmla="*/ 2 h 6"/>
                <a:gd name="T12" fmla="*/ 4 w 6"/>
                <a:gd name="T13" fmla="*/ 0 h 6"/>
                <a:gd name="T14" fmla="*/ 0 w 6"/>
                <a:gd name="T15" fmla="*/ 0 h 6"/>
                <a:gd name="T16" fmla="*/ 0 w 6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" h="6">
                  <a:moveTo>
                    <a:pt x="0" y="0"/>
                  </a:moveTo>
                  <a:lnTo>
                    <a:pt x="0" y="6"/>
                  </a:lnTo>
                  <a:lnTo>
                    <a:pt x="6" y="6"/>
                  </a:lnTo>
                  <a:lnTo>
                    <a:pt x="6" y="6"/>
                  </a:lnTo>
                  <a:lnTo>
                    <a:pt x="4" y="4"/>
                  </a:lnTo>
                  <a:lnTo>
                    <a:pt x="4" y="2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54" name="Freeform 136">
              <a:extLst>
                <a:ext uri="{FF2B5EF4-FFF2-40B4-BE49-F238E27FC236}">
                  <a16:creationId xmlns:a16="http://schemas.microsoft.com/office/drawing/2014/main" id="{1845EF60-B9BD-4930-B60D-4067A642E0E6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7499" y="1208944"/>
              <a:ext cx="29660" cy="25212"/>
            </a:xfrm>
            <a:custGeom>
              <a:avLst/>
              <a:gdLst>
                <a:gd name="T0" fmla="*/ 0 w 20"/>
                <a:gd name="T1" fmla="*/ 0 h 17"/>
                <a:gd name="T2" fmla="*/ 0 w 20"/>
                <a:gd name="T3" fmla="*/ 0 h 17"/>
                <a:gd name="T4" fmla="*/ 0 w 20"/>
                <a:gd name="T5" fmla="*/ 10 h 17"/>
                <a:gd name="T6" fmla="*/ 0 w 20"/>
                <a:gd name="T7" fmla="*/ 17 h 17"/>
                <a:gd name="T8" fmla="*/ 0 w 20"/>
                <a:gd name="T9" fmla="*/ 17 h 17"/>
                <a:gd name="T10" fmla="*/ 4 w 20"/>
                <a:gd name="T11" fmla="*/ 17 h 17"/>
                <a:gd name="T12" fmla="*/ 9 w 20"/>
                <a:gd name="T13" fmla="*/ 17 h 17"/>
                <a:gd name="T14" fmla="*/ 9 w 20"/>
                <a:gd name="T15" fmla="*/ 17 h 17"/>
                <a:gd name="T16" fmla="*/ 11 w 20"/>
                <a:gd name="T17" fmla="*/ 17 h 17"/>
                <a:gd name="T18" fmla="*/ 11 w 20"/>
                <a:gd name="T19" fmla="*/ 15 h 17"/>
                <a:gd name="T20" fmla="*/ 11 w 20"/>
                <a:gd name="T21" fmla="*/ 10 h 17"/>
                <a:gd name="T22" fmla="*/ 11 w 20"/>
                <a:gd name="T23" fmla="*/ 10 h 17"/>
                <a:gd name="T24" fmla="*/ 18 w 20"/>
                <a:gd name="T25" fmla="*/ 10 h 17"/>
                <a:gd name="T26" fmla="*/ 20 w 20"/>
                <a:gd name="T27" fmla="*/ 8 h 17"/>
                <a:gd name="T28" fmla="*/ 20 w 20"/>
                <a:gd name="T29" fmla="*/ 6 h 17"/>
                <a:gd name="T30" fmla="*/ 17 w 20"/>
                <a:gd name="T31" fmla="*/ 6 h 17"/>
                <a:gd name="T32" fmla="*/ 0 w 20"/>
                <a:gd name="T33" fmla="*/ 0 h 17"/>
                <a:gd name="T34" fmla="*/ 0 w 20"/>
                <a:gd name="T35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0" h="17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4" y="17"/>
                  </a:lnTo>
                  <a:lnTo>
                    <a:pt x="9" y="17"/>
                  </a:lnTo>
                  <a:lnTo>
                    <a:pt x="9" y="17"/>
                  </a:lnTo>
                  <a:lnTo>
                    <a:pt x="11" y="17"/>
                  </a:lnTo>
                  <a:lnTo>
                    <a:pt x="11" y="15"/>
                  </a:lnTo>
                  <a:lnTo>
                    <a:pt x="11" y="10"/>
                  </a:lnTo>
                  <a:lnTo>
                    <a:pt x="11" y="10"/>
                  </a:lnTo>
                  <a:lnTo>
                    <a:pt x="18" y="10"/>
                  </a:lnTo>
                  <a:lnTo>
                    <a:pt x="20" y="8"/>
                  </a:lnTo>
                  <a:lnTo>
                    <a:pt x="20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55" name="Freeform 137">
              <a:extLst>
                <a:ext uri="{FF2B5EF4-FFF2-40B4-BE49-F238E27FC236}">
                  <a16:creationId xmlns:a16="http://schemas.microsoft.com/office/drawing/2014/main" id="{C3F3B16D-A814-4B69-B8C8-F0469CCD844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1444" y="1217842"/>
              <a:ext cx="31144" cy="16314"/>
            </a:xfrm>
            <a:custGeom>
              <a:avLst/>
              <a:gdLst>
                <a:gd name="T0" fmla="*/ 9 w 21"/>
                <a:gd name="T1" fmla="*/ 0 h 11"/>
                <a:gd name="T2" fmla="*/ 9 w 21"/>
                <a:gd name="T3" fmla="*/ 0 h 11"/>
                <a:gd name="T4" fmla="*/ 0 w 21"/>
                <a:gd name="T5" fmla="*/ 5 h 11"/>
                <a:gd name="T6" fmla="*/ 0 w 21"/>
                <a:gd name="T7" fmla="*/ 7 h 11"/>
                <a:gd name="T8" fmla="*/ 1 w 21"/>
                <a:gd name="T9" fmla="*/ 9 h 11"/>
                <a:gd name="T10" fmla="*/ 20 w 21"/>
                <a:gd name="T11" fmla="*/ 11 h 11"/>
                <a:gd name="T12" fmla="*/ 21 w 21"/>
                <a:gd name="T13" fmla="*/ 4 h 11"/>
                <a:gd name="T14" fmla="*/ 21 w 21"/>
                <a:gd name="T15" fmla="*/ 4 h 11"/>
                <a:gd name="T16" fmla="*/ 14 w 21"/>
                <a:gd name="T17" fmla="*/ 2 h 11"/>
                <a:gd name="T18" fmla="*/ 9 w 21"/>
                <a:gd name="T19" fmla="*/ 0 h 11"/>
                <a:gd name="T20" fmla="*/ 9 w 21"/>
                <a:gd name="T21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1" h="11">
                  <a:moveTo>
                    <a:pt x="9" y="0"/>
                  </a:moveTo>
                  <a:lnTo>
                    <a:pt x="9" y="0"/>
                  </a:lnTo>
                  <a:lnTo>
                    <a:pt x="0" y="5"/>
                  </a:lnTo>
                  <a:lnTo>
                    <a:pt x="0" y="7"/>
                  </a:lnTo>
                  <a:lnTo>
                    <a:pt x="1" y="9"/>
                  </a:lnTo>
                  <a:lnTo>
                    <a:pt x="20" y="11"/>
                  </a:lnTo>
                  <a:lnTo>
                    <a:pt x="21" y="4"/>
                  </a:lnTo>
                  <a:lnTo>
                    <a:pt x="21" y="4"/>
                  </a:lnTo>
                  <a:lnTo>
                    <a:pt x="14" y="2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56" name="Freeform 138">
              <a:extLst>
                <a:ext uri="{FF2B5EF4-FFF2-40B4-BE49-F238E27FC236}">
                  <a16:creationId xmlns:a16="http://schemas.microsoft.com/office/drawing/2014/main" id="{BC081A4F-CF22-41A2-AF19-396DADBB1C5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94873" y="1220808"/>
              <a:ext cx="25212" cy="20762"/>
            </a:xfrm>
            <a:custGeom>
              <a:avLst/>
              <a:gdLst>
                <a:gd name="T0" fmla="*/ 9 w 17"/>
                <a:gd name="T1" fmla="*/ 0 h 14"/>
                <a:gd name="T2" fmla="*/ 9 w 17"/>
                <a:gd name="T3" fmla="*/ 0 h 14"/>
                <a:gd name="T4" fmla="*/ 6 w 17"/>
                <a:gd name="T5" fmla="*/ 2 h 14"/>
                <a:gd name="T6" fmla="*/ 2 w 17"/>
                <a:gd name="T7" fmla="*/ 3 h 14"/>
                <a:gd name="T8" fmla="*/ 0 w 17"/>
                <a:gd name="T9" fmla="*/ 7 h 14"/>
                <a:gd name="T10" fmla="*/ 0 w 17"/>
                <a:gd name="T11" fmla="*/ 9 h 14"/>
                <a:gd name="T12" fmla="*/ 2 w 17"/>
                <a:gd name="T13" fmla="*/ 11 h 14"/>
                <a:gd name="T14" fmla="*/ 6 w 17"/>
                <a:gd name="T15" fmla="*/ 14 h 14"/>
                <a:gd name="T16" fmla="*/ 9 w 17"/>
                <a:gd name="T17" fmla="*/ 14 h 14"/>
                <a:gd name="T18" fmla="*/ 15 w 17"/>
                <a:gd name="T19" fmla="*/ 14 h 14"/>
                <a:gd name="T20" fmla="*/ 15 w 17"/>
                <a:gd name="T21" fmla="*/ 14 h 14"/>
                <a:gd name="T22" fmla="*/ 17 w 17"/>
                <a:gd name="T23" fmla="*/ 12 h 14"/>
                <a:gd name="T24" fmla="*/ 17 w 17"/>
                <a:gd name="T25" fmla="*/ 11 h 14"/>
                <a:gd name="T26" fmla="*/ 15 w 17"/>
                <a:gd name="T27" fmla="*/ 7 h 14"/>
                <a:gd name="T28" fmla="*/ 17 w 17"/>
                <a:gd name="T29" fmla="*/ 7 h 14"/>
                <a:gd name="T30" fmla="*/ 17 w 17"/>
                <a:gd name="T31" fmla="*/ 7 h 14"/>
                <a:gd name="T32" fmla="*/ 17 w 17"/>
                <a:gd name="T33" fmla="*/ 2 h 14"/>
                <a:gd name="T34" fmla="*/ 15 w 17"/>
                <a:gd name="T35" fmla="*/ 0 h 14"/>
                <a:gd name="T36" fmla="*/ 9 w 17"/>
                <a:gd name="T37" fmla="*/ 0 h 14"/>
                <a:gd name="T38" fmla="*/ 9 w 17"/>
                <a:gd name="T3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7" h="14">
                  <a:moveTo>
                    <a:pt x="9" y="0"/>
                  </a:moveTo>
                  <a:lnTo>
                    <a:pt x="9" y="0"/>
                  </a:lnTo>
                  <a:lnTo>
                    <a:pt x="6" y="2"/>
                  </a:lnTo>
                  <a:lnTo>
                    <a:pt x="2" y="3"/>
                  </a:lnTo>
                  <a:lnTo>
                    <a:pt x="0" y="7"/>
                  </a:lnTo>
                  <a:lnTo>
                    <a:pt x="0" y="9"/>
                  </a:lnTo>
                  <a:lnTo>
                    <a:pt x="2" y="11"/>
                  </a:lnTo>
                  <a:lnTo>
                    <a:pt x="6" y="14"/>
                  </a:lnTo>
                  <a:lnTo>
                    <a:pt x="9" y="14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17" y="12"/>
                  </a:lnTo>
                  <a:lnTo>
                    <a:pt x="17" y="11"/>
                  </a:lnTo>
                  <a:lnTo>
                    <a:pt x="15" y="7"/>
                  </a:lnTo>
                  <a:lnTo>
                    <a:pt x="17" y="7"/>
                  </a:lnTo>
                  <a:lnTo>
                    <a:pt x="17" y="7"/>
                  </a:lnTo>
                  <a:lnTo>
                    <a:pt x="17" y="2"/>
                  </a:lnTo>
                  <a:lnTo>
                    <a:pt x="15" y="0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57" name="Freeform 139">
              <a:extLst>
                <a:ext uri="{FF2B5EF4-FFF2-40B4-BE49-F238E27FC236}">
                  <a16:creationId xmlns:a16="http://schemas.microsoft.com/office/drawing/2014/main" id="{B727B780-F3EC-4005-BC67-D68D6494720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62247" y="1223774"/>
              <a:ext cx="5932" cy="7415"/>
            </a:xfrm>
            <a:custGeom>
              <a:avLst/>
              <a:gdLst>
                <a:gd name="T0" fmla="*/ 0 w 4"/>
                <a:gd name="T1" fmla="*/ 0 h 5"/>
                <a:gd name="T2" fmla="*/ 0 w 4"/>
                <a:gd name="T3" fmla="*/ 5 h 5"/>
                <a:gd name="T4" fmla="*/ 4 w 4"/>
                <a:gd name="T5" fmla="*/ 5 h 5"/>
                <a:gd name="T6" fmla="*/ 4 w 4"/>
                <a:gd name="T7" fmla="*/ 5 h 5"/>
                <a:gd name="T8" fmla="*/ 4 w 4"/>
                <a:gd name="T9" fmla="*/ 3 h 5"/>
                <a:gd name="T10" fmla="*/ 4 w 4"/>
                <a:gd name="T11" fmla="*/ 1 h 5"/>
                <a:gd name="T12" fmla="*/ 4 w 4"/>
                <a:gd name="T13" fmla="*/ 1 h 5"/>
                <a:gd name="T14" fmla="*/ 0 w 4"/>
                <a:gd name="T15" fmla="*/ 0 h 5"/>
                <a:gd name="T16" fmla="*/ 0 w 4"/>
                <a:gd name="T1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5">
                  <a:moveTo>
                    <a:pt x="0" y="0"/>
                  </a:moveTo>
                  <a:lnTo>
                    <a:pt x="0" y="5"/>
                  </a:lnTo>
                  <a:lnTo>
                    <a:pt x="4" y="5"/>
                  </a:lnTo>
                  <a:lnTo>
                    <a:pt x="4" y="5"/>
                  </a:lnTo>
                  <a:lnTo>
                    <a:pt x="4" y="3"/>
                  </a:lnTo>
                  <a:lnTo>
                    <a:pt x="4" y="1"/>
                  </a:lnTo>
                  <a:lnTo>
                    <a:pt x="4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58" name="Freeform 140">
              <a:extLst>
                <a:ext uri="{FF2B5EF4-FFF2-40B4-BE49-F238E27FC236}">
                  <a16:creationId xmlns:a16="http://schemas.microsoft.com/office/drawing/2014/main" id="{EE23390B-D274-4BF7-897E-D5F2A3B89A6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40641" y="1234155"/>
              <a:ext cx="19280" cy="10381"/>
            </a:xfrm>
            <a:custGeom>
              <a:avLst/>
              <a:gdLst>
                <a:gd name="T0" fmla="*/ 6 w 13"/>
                <a:gd name="T1" fmla="*/ 0 h 7"/>
                <a:gd name="T2" fmla="*/ 6 w 13"/>
                <a:gd name="T3" fmla="*/ 0 h 7"/>
                <a:gd name="T4" fmla="*/ 8 w 13"/>
                <a:gd name="T5" fmla="*/ 2 h 7"/>
                <a:gd name="T6" fmla="*/ 6 w 13"/>
                <a:gd name="T7" fmla="*/ 2 h 7"/>
                <a:gd name="T8" fmla="*/ 0 w 13"/>
                <a:gd name="T9" fmla="*/ 3 h 7"/>
                <a:gd name="T10" fmla="*/ 0 w 13"/>
                <a:gd name="T11" fmla="*/ 3 h 7"/>
                <a:gd name="T12" fmla="*/ 2 w 13"/>
                <a:gd name="T13" fmla="*/ 5 h 7"/>
                <a:gd name="T14" fmla="*/ 4 w 13"/>
                <a:gd name="T15" fmla="*/ 7 h 7"/>
                <a:gd name="T16" fmla="*/ 4 w 13"/>
                <a:gd name="T17" fmla="*/ 7 h 7"/>
                <a:gd name="T18" fmla="*/ 13 w 13"/>
                <a:gd name="T19" fmla="*/ 7 h 7"/>
                <a:gd name="T20" fmla="*/ 13 w 13"/>
                <a:gd name="T21" fmla="*/ 7 h 7"/>
                <a:gd name="T22" fmla="*/ 11 w 13"/>
                <a:gd name="T23" fmla="*/ 3 h 7"/>
                <a:gd name="T24" fmla="*/ 11 w 13"/>
                <a:gd name="T25" fmla="*/ 2 h 7"/>
                <a:gd name="T26" fmla="*/ 8 w 13"/>
                <a:gd name="T27" fmla="*/ 0 h 7"/>
                <a:gd name="T28" fmla="*/ 6 w 13"/>
                <a:gd name="T2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" h="7">
                  <a:moveTo>
                    <a:pt x="6" y="0"/>
                  </a:moveTo>
                  <a:lnTo>
                    <a:pt x="6" y="0"/>
                  </a:lnTo>
                  <a:lnTo>
                    <a:pt x="8" y="2"/>
                  </a:lnTo>
                  <a:lnTo>
                    <a:pt x="6" y="2"/>
                  </a:lnTo>
                  <a:lnTo>
                    <a:pt x="0" y="3"/>
                  </a:lnTo>
                  <a:lnTo>
                    <a:pt x="0" y="3"/>
                  </a:lnTo>
                  <a:lnTo>
                    <a:pt x="2" y="5"/>
                  </a:lnTo>
                  <a:lnTo>
                    <a:pt x="4" y="7"/>
                  </a:lnTo>
                  <a:lnTo>
                    <a:pt x="4" y="7"/>
                  </a:lnTo>
                  <a:lnTo>
                    <a:pt x="13" y="7"/>
                  </a:lnTo>
                  <a:lnTo>
                    <a:pt x="13" y="7"/>
                  </a:lnTo>
                  <a:lnTo>
                    <a:pt x="11" y="3"/>
                  </a:lnTo>
                  <a:lnTo>
                    <a:pt x="11" y="2"/>
                  </a:lnTo>
                  <a:lnTo>
                    <a:pt x="8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59" name="Freeform 141">
              <a:extLst>
                <a:ext uri="{FF2B5EF4-FFF2-40B4-BE49-F238E27FC236}">
                  <a16:creationId xmlns:a16="http://schemas.microsoft.com/office/drawing/2014/main" id="{EE088875-0B50-42EE-9FAA-036763E0137A}"/>
                </a:ext>
              </a:extLst>
            </p:cNvPr>
            <p:cNvSpPr>
              <a:spLocks/>
            </p:cNvSpPr>
            <p:nvPr/>
          </p:nvSpPr>
          <p:spPr bwMode="auto">
            <a:xfrm>
              <a:off x="6954194" y="1238604"/>
              <a:ext cx="19280" cy="22246"/>
            </a:xfrm>
            <a:custGeom>
              <a:avLst/>
              <a:gdLst>
                <a:gd name="T0" fmla="*/ 6 w 13"/>
                <a:gd name="T1" fmla="*/ 0 h 15"/>
                <a:gd name="T2" fmla="*/ 6 w 13"/>
                <a:gd name="T3" fmla="*/ 0 h 15"/>
                <a:gd name="T4" fmla="*/ 0 w 13"/>
                <a:gd name="T5" fmla="*/ 4 h 15"/>
                <a:gd name="T6" fmla="*/ 0 w 13"/>
                <a:gd name="T7" fmla="*/ 6 h 15"/>
                <a:gd name="T8" fmla="*/ 0 w 13"/>
                <a:gd name="T9" fmla="*/ 8 h 15"/>
                <a:gd name="T10" fmla="*/ 6 w 13"/>
                <a:gd name="T11" fmla="*/ 11 h 15"/>
                <a:gd name="T12" fmla="*/ 11 w 13"/>
                <a:gd name="T13" fmla="*/ 15 h 15"/>
                <a:gd name="T14" fmla="*/ 13 w 13"/>
                <a:gd name="T15" fmla="*/ 2 h 15"/>
                <a:gd name="T16" fmla="*/ 6 w 13"/>
                <a:gd name="T17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" h="15">
                  <a:moveTo>
                    <a:pt x="6" y="0"/>
                  </a:moveTo>
                  <a:lnTo>
                    <a:pt x="6" y="0"/>
                  </a:lnTo>
                  <a:lnTo>
                    <a:pt x="0" y="4"/>
                  </a:lnTo>
                  <a:lnTo>
                    <a:pt x="0" y="6"/>
                  </a:lnTo>
                  <a:lnTo>
                    <a:pt x="0" y="8"/>
                  </a:lnTo>
                  <a:lnTo>
                    <a:pt x="6" y="11"/>
                  </a:lnTo>
                  <a:lnTo>
                    <a:pt x="11" y="15"/>
                  </a:lnTo>
                  <a:lnTo>
                    <a:pt x="13" y="2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60" name="Freeform 142">
              <a:extLst>
                <a:ext uri="{FF2B5EF4-FFF2-40B4-BE49-F238E27FC236}">
                  <a16:creationId xmlns:a16="http://schemas.microsoft.com/office/drawing/2014/main" id="{4B48D56B-E6D1-4B87-9C8C-A4E78164B657}"/>
                </a:ext>
              </a:extLst>
            </p:cNvPr>
            <p:cNvSpPr>
              <a:spLocks/>
            </p:cNvSpPr>
            <p:nvPr/>
          </p:nvSpPr>
          <p:spPr bwMode="auto">
            <a:xfrm>
              <a:off x="6770301" y="1241570"/>
              <a:ext cx="14830" cy="13348"/>
            </a:xfrm>
            <a:custGeom>
              <a:avLst/>
              <a:gdLst>
                <a:gd name="T0" fmla="*/ 2 w 10"/>
                <a:gd name="T1" fmla="*/ 0 h 9"/>
                <a:gd name="T2" fmla="*/ 2 w 10"/>
                <a:gd name="T3" fmla="*/ 0 h 9"/>
                <a:gd name="T4" fmla="*/ 2 w 10"/>
                <a:gd name="T5" fmla="*/ 2 h 9"/>
                <a:gd name="T6" fmla="*/ 0 w 10"/>
                <a:gd name="T7" fmla="*/ 4 h 9"/>
                <a:gd name="T8" fmla="*/ 0 w 10"/>
                <a:gd name="T9" fmla="*/ 8 h 9"/>
                <a:gd name="T10" fmla="*/ 0 w 10"/>
                <a:gd name="T11" fmla="*/ 8 h 9"/>
                <a:gd name="T12" fmla="*/ 10 w 10"/>
                <a:gd name="T13" fmla="*/ 9 h 9"/>
                <a:gd name="T14" fmla="*/ 10 w 10"/>
                <a:gd name="T15" fmla="*/ 9 h 9"/>
                <a:gd name="T16" fmla="*/ 8 w 10"/>
                <a:gd name="T17" fmla="*/ 4 h 9"/>
                <a:gd name="T18" fmla="*/ 8 w 10"/>
                <a:gd name="T19" fmla="*/ 0 h 9"/>
                <a:gd name="T20" fmla="*/ 2 w 10"/>
                <a:gd name="T21" fmla="*/ 0 h 9"/>
                <a:gd name="T22" fmla="*/ 2 w 10"/>
                <a:gd name="T23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0" y="4"/>
                  </a:lnTo>
                  <a:lnTo>
                    <a:pt x="0" y="8"/>
                  </a:lnTo>
                  <a:lnTo>
                    <a:pt x="0" y="8"/>
                  </a:lnTo>
                  <a:lnTo>
                    <a:pt x="10" y="9"/>
                  </a:lnTo>
                  <a:lnTo>
                    <a:pt x="10" y="9"/>
                  </a:lnTo>
                  <a:lnTo>
                    <a:pt x="8" y="4"/>
                  </a:lnTo>
                  <a:lnTo>
                    <a:pt x="8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61" name="Freeform 143">
              <a:extLst>
                <a:ext uri="{FF2B5EF4-FFF2-40B4-BE49-F238E27FC236}">
                  <a16:creationId xmlns:a16="http://schemas.microsoft.com/office/drawing/2014/main" id="{7BE35565-6627-40FB-8665-9C9244171DDA}"/>
                </a:ext>
              </a:extLst>
            </p:cNvPr>
            <p:cNvSpPr>
              <a:spLocks/>
            </p:cNvSpPr>
            <p:nvPr/>
          </p:nvSpPr>
          <p:spPr bwMode="auto">
            <a:xfrm>
              <a:off x="7728322" y="1244536"/>
              <a:ext cx="50422" cy="32626"/>
            </a:xfrm>
            <a:custGeom>
              <a:avLst/>
              <a:gdLst>
                <a:gd name="T0" fmla="*/ 3 w 34"/>
                <a:gd name="T1" fmla="*/ 0 h 22"/>
                <a:gd name="T2" fmla="*/ 3 w 34"/>
                <a:gd name="T3" fmla="*/ 0 h 22"/>
                <a:gd name="T4" fmla="*/ 0 w 34"/>
                <a:gd name="T5" fmla="*/ 13 h 22"/>
                <a:gd name="T6" fmla="*/ 0 w 34"/>
                <a:gd name="T7" fmla="*/ 22 h 22"/>
                <a:gd name="T8" fmla="*/ 0 w 34"/>
                <a:gd name="T9" fmla="*/ 22 h 22"/>
                <a:gd name="T10" fmla="*/ 16 w 34"/>
                <a:gd name="T11" fmla="*/ 22 h 22"/>
                <a:gd name="T12" fmla="*/ 32 w 34"/>
                <a:gd name="T13" fmla="*/ 20 h 22"/>
                <a:gd name="T14" fmla="*/ 32 w 34"/>
                <a:gd name="T15" fmla="*/ 20 h 22"/>
                <a:gd name="T16" fmla="*/ 32 w 34"/>
                <a:gd name="T17" fmla="*/ 16 h 22"/>
                <a:gd name="T18" fmla="*/ 34 w 34"/>
                <a:gd name="T19" fmla="*/ 13 h 22"/>
                <a:gd name="T20" fmla="*/ 32 w 34"/>
                <a:gd name="T21" fmla="*/ 11 h 22"/>
                <a:gd name="T22" fmla="*/ 32 w 34"/>
                <a:gd name="T23" fmla="*/ 11 h 22"/>
                <a:gd name="T24" fmla="*/ 25 w 34"/>
                <a:gd name="T25" fmla="*/ 6 h 22"/>
                <a:gd name="T26" fmla="*/ 20 w 34"/>
                <a:gd name="T27" fmla="*/ 4 h 22"/>
                <a:gd name="T28" fmla="*/ 3 w 34"/>
                <a:gd name="T29" fmla="*/ 0 h 22"/>
                <a:gd name="T30" fmla="*/ 3 w 34"/>
                <a:gd name="T31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22">
                  <a:moveTo>
                    <a:pt x="3" y="0"/>
                  </a:moveTo>
                  <a:lnTo>
                    <a:pt x="3" y="0"/>
                  </a:lnTo>
                  <a:lnTo>
                    <a:pt x="0" y="13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16" y="22"/>
                  </a:lnTo>
                  <a:lnTo>
                    <a:pt x="32" y="20"/>
                  </a:lnTo>
                  <a:lnTo>
                    <a:pt x="32" y="20"/>
                  </a:lnTo>
                  <a:lnTo>
                    <a:pt x="32" y="16"/>
                  </a:lnTo>
                  <a:lnTo>
                    <a:pt x="34" y="13"/>
                  </a:lnTo>
                  <a:lnTo>
                    <a:pt x="32" y="11"/>
                  </a:lnTo>
                  <a:lnTo>
                    <a:pt x="32" y="11"/>
                  </a:lnTo>
                  <a:lnTo>
                    <a:pt x="25" y="6"/>
                  </a:lnTo>
                  <a:lnTo>
                    <a:pt x="20" y="4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62" name="Freeform 144">
              <a:extLst>
                <a:ext uri="{FF2B5EF4-FFF2-40B4-BE49-F238E27FC236}">
                  <a16:creationId xmlns:a16="http://schemas.microsoft.com/office/drawing/2014/main" id="{2B54D631-877B-440E-929F-8385F127EA14}"/>
                </a:ext>
              </a:extLst>
            </p:cNvPr>
            <p:cNvSpPr>
              <a:spLocks/>
            </p:cNvSpPr>
            <p:nvPr/>
          </p:nvSpPr>
          <p:spPr bwMode="auto">
            <a:xfrm>
              <a:off x="7906283" y="1260849"/>
              <a:ext cx="115674" cy="75634"/>
            </a:xfrm>
            <a:custGeom>
              <a:avLst/>
              <a:gdLst>
                <a:gd name="T0" fmla="*/ 34 w 78"/>
                <a:gd name="T1" fmla="*/ 0 h 51"/>
                <a:gd name="T2" fmla="*/ 34 w 78"/>
                <a:gd name="T3" fmla="*/ 4 h 51"/>
                <a:gd name="T4" fmla="*/ 34 w 78"/>
                <a:gd name="T5" fmla="*/ 4 h 51"/>
                <a:gd name="T6" fmla="*/ 31 w 78"/>
                <a:gd name="T7" fmla="*/ 4 h 51"/>
                <a:gd name="T8" fmla="*/ 31 w 78"/>
                <a:gd name="T9" fmla="*/ 4 h 51"/>
                <a:gd name="T10" fmla="*/ 33 w 78"/>
                <a:gd name="T11" fmla="*/ 2 h 51"/>
                <a:gd name="T12" fmla="*/ 27 w 78"/>
                <a:gd name="T13" fmla="*/ 2 h 51"/>
                <a:gd name="T14" fmla="*/ 27 w 78"/>
                <a:gd name="T15" fmla="*/ 2 h 51"/>
                <a:gd name="T16" fmla="*/ 27 w 78"/>
                <a:gd name="T17" fmla="*/ 4 h 51"/>
                <a:gd name="T18" fmla="*/ 29 w 78"/>
                <a:gd name="T19" fmla="*/ 5 h 51"/>
                <a:gd name="T20" fmla="*/ 29 w 78"/>
                <a:gd name="T21" fmla="*/ 5 h 51"/>
                <a:gd name="T22" fmla="*/ 29 w 78"/>
                <a:gd name="T23" fmla="*/ 7 h 51"/>
                <a:gd name="T24" fmla="*/ 14 w 78"/>
                <a:gd name="T25" fmla="*/ 29 h 51"/>
                <a:gd name="T26" fmla="*/ 14 w 78"/>
                <a:gd name="T27" fmla="*/ 29 h 51"/>
                <a:gd name="T28" fmla="*/ 14 w 78"/>
                <a:gd name="T29" fmla="*/ 35 h 51"/>
                <a:gd name="T30" fmla="*/ 14 w 78"/>
                <a:gd name="T31" fmla="*/ 38 h 51"/>
                <a:gd name="T32" fmla="*/ 14 w 78"/>
                <a:gd name="T33" fmla="*/ 38 h 51"/>
                <a:gd name="T34" fmla="*/ 7 w 78"/>
                <a:gd name="T35" fmla="*/ 46 h 51"/>
                <a:gd name="T36" fmla="*/ 0 w 78"/>
                <a:gd name="T37" fmla="*/ 51 h 51"/>
                <a:gd name="T38" fmla="*/ 0 w 78"/>
                <a:gd name="T39" fmla="*/ 51 h 51"/>
                <a:gd name="T40" fmla="*/ 5 w 78"/>
                <a:gd name="T41" fmla="*/ 51 h 51"/>
                <a:gd name="T42" fmla="*/ 11 w 78"/>
                <a:gd name="T43" fmla="*/ 51 h 51"/>
                <a:gd name="T44" fmla="*/ 14 w 78"/>
                <a:gd name="T45" fmla="*/ 51 h 51"/>
                <a:gd name="T46" fmla="*/ 20 w 78"/>
                <a:gd name="T47" fmla="*/ 49 h 51"/>
                <a:gd name="T48" fmla="*/ 20 w 78"/>
                <a:gd name="T49" fmla="*/ 49 h 51"/>
                <a:gd name="T50" fmla="*/ 23 w 78"/>
                <a:gd name="T51" fmla="*/ 44 h 51"/>
                <a:gd name="T52" fmla="*/ 27 w 78"/>
                <a:gd name="T53" fmla="*/ 38 h 51"/>
                <a:gd name="T54" fmla="*/ 27 w 78"/>
                <a:gd name="T55" fmla="*/ 38 h 51"/>
                <a:gd name="T56" fmla="*/ 40 w 78"/>
                <a:gd name="T57" fmla="*/ 44 h 51"/>
                <a:gd name="T58" fmla="*/ 40 w 78"/>
                <a:gd name="T59" fmla="*/ 44 h 51"/>
                <a:gd name="T60" fmla="*/ 47 w 78"/>
                <a:gd name="T61" fmla="*/ 44 h 51"/>
                <a:gd name="T62" fmla="*/ 54 w 78"/>
                <a:gd name="T63" fmla="*/ 42 h 51"/>
                <a:gd name="T64" fmla="*/ 65 w 78"/>
                <a:gd name="T65" fmla="*/ 36 h 51"/>
                <a:gd name="T66" fmla="*/ 65 w 78"/>
                <a:gd name="T67" fmla="*/ 36 h 51"/>
                <a:gd name="T68" fmla="*/ 71 w 78"/>
                <a:gd name="T69" fmla="*/ 36 h 51"/>
                <a:gd name="T70" fmla="*/ 76 w 78"/>
                <a:gd name="T71" fmla="*/ 36 h 51"/>
                <a:gd name="T72" fmla="*/ 76 w 78"/>
                <a:gd name="T73" fmla="*/ 36 h 51"/>
                <a:gd name="T74" fmla="*/ 78 w 78"/>
                <a:gd name="T75" fmla="*/ 31 h 51"/>
                <a:gd name="T76" fmla="*/ 78 w 78"/>
                <a:gd name="T77" fmla="*/ 26 h 51"/>
                <a:gd name="T78" fmla="*/ 78 w 78"/>
                <a:gd name="T79" fmla="*/ 26 h 51"/>
                <a:gd name="T80" fmla="*/ 62 w 78"/>
                <a:gd name="T81" fmla="*/ 16 h 51"/>
                <a:gd name="T82" fmla="*/ 47 w 78"/>
                <a:gd name="T83" fmla="*/ 7 h 51"/>
                <a:gd name="T84" fmla="*/ 47 w 78"/>
                <a:gd name="T85" fmla="*/ 7 h 51"/>
                <a:gd name="T86" fmla="*/ 44 w 78"/>
                <a:gd name="T87" fmla="*/ 9 h 51"/>
                <a:gd name="T88" fmla="*/ 40 w 78"/>
                <a:gd name="T89" fmla="*/ 11 h 51"/>
                <a:gd name="T90" fmla="*/ 40 w 78"/>
                <a:gd name="T91" fmla="*/ 11 h 51"/>
                <a:gd name="T92" fmla="*/ 38 w 78"/>
                <a:gd name="T93" fmla="*/ 9 h 51"/>
                <a:gd name="T94" fmla="*/ 40 w 78"/>
                <a:gd name="T95" fmla="*/ 5 h 51"/>
                <a:gd name="T96" fmla="*/ 42 w 78"/>
                <a:gd name="T97" fmla="*/ 2 h 51"/>
                <a:gd name="T98" fmla="*/ 42 w 78"/>
                <a:gd name="T99" fmla="*/ 2 h 51"/>
                <a:gd name="T100" fmla="*/ 36 w 78"/>
                <a:gd name="T101" fmla="*/ 2 h 51"/>
                <a:gd name="T102" fmla="*/ 34 w 78"/>
                <a:gd name="T103" fmla="*/ 0 h 51"/>
                <a:gd name="T104" fmla="*/ 34 w 78"/>
                <a:gd name="T105" fmla="*/ 0 h 51"/>
                <a:gd name="T106" fmla="*/ 34 w 78"/>
                <a:gd name="T107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78" h="51">
                  <a:moveTo>
                    <a:pt x="34" y="0"/>
                  </a:moveTo>
                  <a:lnTo>
                    <a:pt x="34" y="4"/>
                  </a:lnTo>
                  <a:lnTo>
                    <a:pt x="34" y="4"/>
                  </a:lnTo>
                  <a:lnTo>
                    <a:pt x="31" y="4"/>
                  </a:lnTo>
                  <a:lnTo>
                    <a:pt x="31" y="4"/>
                  </a:lnTo>
                  <a:lnTo>
                    <a:pt x="33" y="2"/>
                  </a:lnTo>
                  <a:lnTo>
                    <a:pt x="27" y="2"/>
                  </a:lnTo>
                  <a:lnTo>
                    <a:pt x="27" y="2"/>
                  </a:lnTo>
                  <a:lnTo>
                    <a:pt x="27" y="4"/>
                  </a:lnTo>
                  <a:lnTo>
                    <a:pt x="29" y="5"/>
                  </a:lnTo>
                  <a:lnTo>
                    <a:pt x="29" y="5"/>
                  </a:lnTo>
                  <a:lnTo>
                    <a:pt x="29" y="7"/>
                  </a:lnTo>
                  <a:lnTo>
                    <a:pt x="14" y="29"/>
                  </a:lnTo>
                  <a:lnTo>
                    <a:pt x="14" y="29"/>
                  </a:lnTo>
                  <a:lnTo>
                    <a:pt x="14" y="35"/>
                  </a:lnTo>
                  <a:lnTo>
                    <a:pt x="14" y="38"/>
                  </a:lnTo>
                  <a:lnTo>
                    <a:pt x="14" y="38"/>
                  </a:lnTo>
                  <a:lnTo>
                    <a:pt x="7" y="46"/>
                  </a:lnTo>
                  <a:lnTo>
                    <a:pt x="0" y="51"/>
                  </a:lnTo>
                  <a:lnTo>
                    <a:pt x="0" y="51"/>
                  </a:lnTo>
                  <a:lnTo>
                    <a:pt x="5" y="51"/>
                  </a:lnTo>
                  <a:lnTo>
                    <a:pt x="11" y="51"/>
                  </a:lnTo>
                  <a:lnTo>
                    <a:pt x="14" y="51"/>
                  </a:lnTo>
                  <a:lnTo>
                    <a:pt x="20" y="49"/>
                  </a:lnTo>
                  <a:lnTo>
                    <a:pt x="20" y="49"/>
                  </a:lnTo>
                  <a:lnTo>
                    <a:pt x="23" y="44"/>
                  </a:lnTo>
                  <a:lnTo>
                    <a:pt x="27" y="38"/>
                  </a:lnTo>
                  <a:lnTo>
                    <a:pt x="27" y="38"/>
                  </a:lnTo>
                  <a:lnTo>
                    <a:pt x="40" y="44"/>
                  </a:lnTo>
                  <a:lnTo>
                    <a:pt x="40" y="44"/>
                  </a:lnTo>
                  <a:lnTo>
                    <a:pt x="47" y="44"/>
                  </a:lnTo>
                  <a:lnTo>
                    <a:pt x="54" y="42"/>
                  </a:lnTo>
                  <a:lnTo>
                    <a:pt x="65" y="36"/>
                  </a:lnTo>
                  <a:lnTo>
                    <a:pt x="65" y="36"/>
                  </a:lnTo>
                  <a:lnTo>
                    <a:pt x="71" y="36"/>
                  </a:lnTo>
                  <a:lnTo>
                    <a:pt x="76" y="36"/>
                  </a:lnTo>
                  <a:lnTo>
                    <a:pt x="76" y="36"/>
                  </a:lnTo>
                  <a:lnTo>
                    <a:pt x="78" y="31"/>
                  </a:lnTo>
                  <a:lnTo>
                    <a:pt x="78" y="26"/>
                  </a:lnTo>
                  <a:lnTo>
                    <a:pt x="78" y="26"/>
                  </a:lnTo>
                  <a:lnTo>
                    <a:pt x="62" y="16"/>
                  </a:lnTo>
                  <a:lnTo>
                    <a:pt x="47" y="7"/>
                  </a:lnTo>
                  <a:lnTo>
                    <a:pt x="47" y="7"/>
                  </a:lnTo>
                  <a:lnTo>
                    <a:pt x="44" y="9"/>
                  </a:lnTo>
                  <a:lnTo>
                    <a:pt x="40" y="11"/>
                  </a:lnTo>
                  <a:lnTo>
                    <a:pt x="40" y="11"/>
                  </a:lnTo>
                  <a:lnTo>
                    <a:pt x="38" y="9"/>
                  </a:lnTo>
                  <a:lnTo>
                    <a:pt x="40" y="5"/>
                  </a:lnTo>
                  <a:lnTo>
                    <a:pt x="42" y="2"/>
                  </a:lnTo>
                  <a:lnTo>
                    <a:pt x="42" y="2"/>
                  </a:lnTo>
                  <a:lnTo>
                    <a:pt x="36" y="2"/>
                  </a:lnTo>
                  <a:lnTo>
                    <a:pt x="34" y="0"/>
                  </a:lnTo>
                  <a:lnTo>
                    <a:pt x="34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63" name="Freeform 145">
              <a:extLst>
                <a:ext uri="{FF2B5EF4-FFF2-40B4-BE49-F238E27FC236}">
                  <a16:creationId xmlns:a16="http://schemas.microsoft.com/office/drawing/2014/main" id="{95347047-F5B5-412F-B829-5C17E8F59205}"/>
                </a:ext>
              </a:extLst>
            </p:cNvPr>
            <p:cNvSpPr>
              <a:spLocks/>
            </p:cNvSpPr>
            <p:nvPr/>
          </p:nvSpPr>
          <p:spPr bwMode="auto">
            <a:xfrm>
              <a:off x="6773267" y="1392836"/>
              <a:ext cx="378167" cy="302533"/>
            </a:xfrm>
            <a:custGeom>
              <a:avLst/>
              <a:gdLst>
                <a:gd name="T0" fmla="*/ 226 w 255"/>
                <a:gd name="T1" fmla="*/ 13 h 204"/>
                <a:gd name="T2" fmla="*/ 219 w 255"/>
                <a:gd name="T3" fmla="*/ 11 h 204"/>
                <a:gd name="T4" fmla="*/ 197 w 255"/>
                <a:gd name="T5" fmla="*/ 22 h 204"/>
                <a:gd name="T6" fmla="*/ 175 w 255"/>
                <a:gd name="T7" fmla="*/ 28 h 204"/>
                <a:gd name="T8" fmla="*/ 170 w 255"/>
                <a:gd name="T9" fmla="*/ 26 h 204"/>
                <a:gd name="T10" fmla="*/ 153 w 255"/>
                <a:gd name="T11" fmla="*/ 20 h 204"/>
                <a:gd name="T12" fmla="*/ 133 w 255"/>
                <a:gd name="T13" fmla="*/ 28 h 204"/>
                <a:gd name="T14" fmla="*/ 119 w 255"/>
                <a:gd name="T15" fmla="*/ 35 h 204"/>
                <a:gd name="T16" fmla="*/ 104 w 255"/>
                <a:gd name="T17" fmla="*/ 46 h 204"/>
                <a:gd name="T18" fmla="*/ 80 w 255"/>
                <a:gd name="T19" fmla="*/ 49 h 204"/>
                <a:gd name="T20" fmla="*/ 71 w 255"/>
                <a:gd name="T21" fmla="*/ 51 h 204"/>
                <a:gd name="T22" fmla="*/ 64 w 255"/>
                <a:gd name="T23" fmla="*/ 55 h 204"/>
                <a:gd name="T24" fmla="*/ 64 w 255"/>
                <a:gd name="T25" fmla="*/ 59 h 204"/>
                <a:gd name="T26" fmla="*/ 62 w 255"/>
                <a:gd name="T27" fmla="*/ 64 h 204"/>
                <a:gd name="T28" fmla="*/ 51 w 255"/>
                <a:gd name="T29" fmla="*/ 71 h 204"/>
                <a:gd name="T30" fmla="*/ 49 w 255"/>
                <a:gd name="T31" fmla="*/ 77 h 204"/>
                <a:gd name="T32" fmla="*/ 39 w 255"/>
                <a:gd name="T33" fmla="*/ 79 h 204"/>
                <a:gd name="T34" fmla="*/ 28 w 255"/>
                <a:gd name="T35" fmla="*/ 86 h 204"/>
                <a:gd name="T36" fmla="*/ 35 w 255"/>
                <a:gd name="T37" fmla="*/ 95 h 204"/>
                <a:gd name="T38" fmla="*/ 35 w 255"/>
                <a:gd name="T39" fmla="*/ 106 h 204"/>
                <a:gd name="T40" fmla="*/ 15 w 255"/>
                <a:gd name="T41" fmla="*/ 119 h 204"/>
                <a:gd name="T42" fmla="*/ 15 w 255"/>
                <a:gd name="T43" fmla="*/ 133 h 204"/>
                <a:gd name="T44" fmla="*/ 15 w 255"/>
                <a:gd name="T45" fmla="*/ 137 h 204"/>
                <a:gd name="T46" fmla="*/ 13 w 255"/>
                <a:gd name="T47" fmla="*/ 141 h 204"/>
                <a:gd name="T48" fmla="*/ 15 w 255"/>
                <a:gd name="T49" fmla="*/ 148 h 204"/>
                <a:gd name="T50" fmla="*/ 4 w 255"/>
                <a:gd name="T51" fmla="*/ 172 h 204"/>
                <a:gd name="T52" fmla="*/ 13 w 255"/>
                <a:gd name="T53" fmla="*/ 164 h 204"/>
                <a:gd name="T54" fmla="*/ 24 w 255"/>
                <a:gd name="T55" fmla="*/ 168 h 204"/>
                <a:gd name="T56" fmla="*/ 33 w 255"/>
                <a:gd name="T57" fmla="*/ 164 h 204"/>
                <a:gd name="T58" fmla="*/ 33 w 255"/>
                <a:gd name="T59" fmla="*/ 177 h 204"/>
                <a:gd name="T60" fmla="*/ 46 w 255"/>
                <a:gd name="T61" fmla="*/ 182 h 204"/>
                <a:gd name="T62" fmla="*/ 33 w 255"/>
                <a:gd name="T63" fmla="*/ 190 h 204"/>
                <a:gd name="T64" fmla="*/ 31 w 255"/>
                <a:gd name="T65" fmla="*/ 197 h 204"/>
                <a:gd name="T66" fmla="*/ 57 w 255"/>
                <a:gd name="T67" fmla="*/ 204 h 204"/>
                <a:gd name="T68" fmla="*/ 68 w 255"/>
                <a:gd name="T69" fmla="*/ 199 h 204"/>
                <a:gd name="T70" fmla="*/ 82 w 255"/>
                <a:gd name="T71" fmla="*/ 193 h 204"/>
                <a:gd name="T72" fmla="*/ 91 w 255"/>
                <a:gd name="T73" fmla="*/ 192 h 204"/>
                <a:gd name="T74" fmla="*/ 104 w 255"/>
                <a:gd name="T75" fmla="*/ 192 h 204"/>
                <a:gd name="T76" fmla="*/ 91 w 255"/>
                <a:gd name="T77" fmla="*/ 186 h 204"/>
                <a:gd name="T78" fmla="*/ 64 w 255"/>
                <a:gd name="T79" fmla="*/ 148 h 204"/>
                <a:gd name="T80" fmla="*/ 68 w 255"/>
                <a:gd name="T81" fmla="*/ 135 h 204"/>
                <a:gd name="T82" fmla="*/ 70 w 255"/>
                <a:gd name="T83" fmla="*/ 111 h 204"/>
                <a:gd name="T84" fmla="*/ 82 w 255"/>
                <a:gd name="T85" fmla="*/ 108 h 204"/>
                <a:gd name="T86" fmla="*/ 82 w 255"/>
                <a:gd name="T87" fmla="*/ 97 h 204"/>
                <a:gd name="T88" fmla="*/ 90 w 255"/>
                <a:gd name="T89" fmla="*/ 99 h 204"/>
                <a:gd name="T90" fmla="*/ 97 w 255"/>
                <a:gd name="T91" fmla="*/ 91 h 204"/>
                <a:gd name="T92" fmla="*/ 104 w 255"/>
                <a:gd name="T93" fmla="*/ 84 h 204"/>
                <a:gd name="T94" fmla="*/ 113 w 255"/>
                <a:gd name="T95" fmla="*/ 75 h 204"/>
                <a:gd name="T96" fmla="*/ 139 w 255"/>
                <a:gd name="T97" fmla="*/ 62 h 204"/>
                <a:gd name="T98" fmla="*/ 148 w 255"/>
                <a:gd name="T99" fmla="*/ 49 h 204"/>
                <a:gd name="T100" fmla="*/ 175 w 255"/>
                <a:gd name="T101" fmla="*/ 48 h 204"/>
                <a:gd name="T102" fmla="*/ 192 w 255"/>
                <a:gd name="T103" fmla="*/ 46 h 204"/>
                <a:gd name="T104" fmla="*/ 255 w 255"/>
                <a:gd name="T105" fmla="*/ 20 h 204"/>
                <a:gd name="T106" fmla="*/ 241 w 255"/>
                <a:gd name="T107" fmla="*/ 0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55" h="204">
                  <a:moveTo>
                    <a:pt x="241" y="0"/>
                  </a:moveTo>
                  <a:lnTo>
                    <a:pt x="241" y="0"/>
                  </a:lnTo>
                  <a:lnTo>
                    <a:pt x="234" y="8"/>
                  </a:lnTo>
                  <a:lnTo>
                    <a:pt x="226" y="13"/>
                  </a:lnTo>
                  <a:lnTo>
                    <a:pt x="226" y="13"/>
                  </a:lnTo>
                  <a:lnTo>
                    <a:pt x="224" y="13"/>
                  </a:lnTo>
                  <a:lnTo>
                    <a:pt x="223" y="13"/>
                  </a:lnTo>
                  <a:lnTo>
                    <a:pt x="221" y="11"/>
                  </a:lnTo>
                  <a:lnTo>
                    <a:pt x="219" y="11"/>
                  </a:lnTo>
                  <a:lnTo>
                    <a:pt x="219" y="11"/>
                  </a:lnTo>
                  <a:lnTo>
                    <a:pt x="213" y="13"/>
                  </a:lnTo>
                  <a:lnTo>
                    <a:pt x="208" y="17"/>
                  </a:lnTo>
                  <a:lnTo>
                    <a:pt x="203" y="20"/>
                  </a:lnTo>
                  <a:lnTo>
                    <a:pt x="197" y="22"/>
                  </a:lnTo>
                  <a:lnTo>
                    <a:pt x="197" y="22"/>
                  </a:lnTo>
                  <a:lnTo>
                    <a:pt x="190" y="22"/>
                  </a:lnTo>
                  <a:lnTo>
                    <a:pt x="183" y="22"/>
                  </a:lnTo>
                  <a:lnTo>
                    <a:pt x="183" y="22"/>
                  </a:lnTo>
                  <a:lnTo>
                    <a:pt x="179" y="26"/>
                  </a:lnTo>
                  <a:lnTo>
                    <a:pt x="175" y="28"/>
                  </a:lnTo>
                  <a:lnTo>
                    <a:pt x="175" y="22"/>
                  </a:lnTo>
                  <a:lnTo>
                    <a:pt x="175" y="22"/>
                  </a:lnTo>
                  <a:lnTo>
                    <a:pt x="173" y="24"/>
                  </a:lnTo>
                  <a:lnTo>
                    <a:pt x="172" y="24"/>
                  </a:lnTo>
                  <a:lnTo>
                    <a:pt x="170" y="26"/>
                  </a:lnTo>
                  <a:lnTo>
                    <a:pt x="168" y="26"/>
                  </a:lnTo>
                  <a:lnTo>
                    <a:pt x="168" y="26"/>
                  </a:lnTo>
                  <a:lnTo>
                    <a:pt x="162" y="22"/>
                  </a:lnTo>
                  <a:lnTo>
                    <a:pt x="159" y="20"/>
                  </a:lnTo>
                  <a:lnTo>
                    <a:pt x="153" y="20"/>
                  </a:lnTo>
                  <a:lnTo>
                    <a:pt x="153" y="20"/>
                  </a:lnTo>
                  <a:lnTo>
                    <a:pt x="153" y="28"/>
                  </a:lnTo>
                  <a:lnTo>
                    <a:pt x="153" y="28"/>
                  </a:lnTo>
                  <a:lnTo>
                    <a:pt x="139" y="28"/>
                  </a:lnTo>
                  <a:lnTo>
                    <a:pt x="133" y="28"/>
                  </a:lnTo>
                  <a:lnTo>
                    <a:pt x="126" y="29"/>
                  </a:lnTo>
                  <a:lnTo>
                    <a:pt x="126" y="29"/>
                  </a:lnTo>
                  <a:lnTo>
                    <a:pt x="124" y="35"/>
                  </a:lnTo>
                  <a:lnTo>
                    <a:pt x="124" y="35"/>
                  </a:lnTo>
                  <a:lnTo>
                    <a:pt x="119" y="35"/>
                  </a:lnTo>
                  <a:lnTo>
                    <a:pt x="113" y="35"/>
                  </a:lnTo>
                  <a:lnTo>
                    <a:pt x="113" y="35"/>
                  </a:lnTo>
                  <a:lnTo>
                    <a:pt x="110" y="40"/>
                  </a:lnTo>
                  <a:lnTo>
                    <a:pt x="106" y="44"/>
                  </a:lnTo>
                  <a:lnTo>
                    <a:pt x="104" y="46"/>
                  </a:lnTo>
                  <a:lnTo>
                    <a:pt x="104" y="46"/>
                  </a:lnTo>
                  <a:lnTo>
                    <a:pt x="93" y="46"/>
                  </a:lnTo>
                  <a:lnTo>
                    <a:pt x="82" y="46"/>
                  </a:lnTo>
                  <a:lnTo>
                    <a:pt x="82" y="46"/>
                  </a:lnTo>
                  <a:lnTo>
                    <a:pt x="80" y="49"/>
                  </a:lnTo>
                  <a:lnTo>
                    <a:pt x="80" y="51"/>
                  </a:lnTo>
                  <a:lnTo>
                    <a:pt x="79" y="53"/>
                  </a:lnTo>
                  <a:lnTo>
                    <a:pt x="79" y="53"/>
                  </a:lnTo>
                  <a:lnTo>
                    <a:pt x="75" y="53"/>
                  </a:lnTo>
                  <a:lnTo>
                    <a:pt x="71" y="51"/>
                  </a:lnTo>
                  <a:lnTo>
                    <a:pt x="68" y="49"/>
                  </a:lnTo>
                  <a:lnTo>
                    <a:pt x="68" y="49"/>
                  </a:lnTo>
                  <a:lnTo>
                    <a:pt x="66" y="51"/>
                  </a:lnTo>
                  <a:lnTo>
                    <a:pt x="64" y="55"/>
                  </a:lnTo>
                  <a:lnTo>
                    <a:pt x="64" y="55"/>
                  </a:lnTo>
                  <a:lnTo>
                    <a:pt x="68" y="55"/>
                  </a:lnTo>
                  <a:lnTo>
                    <a:pt x="68" y="55"/>
                  </a:lnTo>
                  <a:lnTo>
                    <a:pt x="70" y="57"/>
                  </a:lnTo>
                  <a:lnTo>
                    <a:pt x="70" y="57"/>
                  </a:lnTo>
                  <a:lnTo>
                    <a:pt x="64" y="59"/>
                  </a:lnTo>
                  <a:lnTo>
                    <a:pt x="64" y="62"/>
                  </a:lnTo>
                  <a:lnTo>
                    <a:pt x="68" y="64"/>
                  </a:lnTo>
                  <a:lnTo>
                    <a:pt x="68" y="64"/>
                  </a:lnTo>
                  <a:lnTo>
                    <a:pt x="64" y="66"/>
                  </a:lnTo>
                  <a:lnTo>
                    <a:pt x="62" y="64"/>
                  </a:lnTo>
                  <a:lnTo>
                    <a:pt x="57" y="62"/>
                  </a:lnTo>
                  <a:lnTo>
                    <a:pt x="57" y="62"/>
                  </a:lnTo>
                  <a:lnTo>
                    <a:pt x="53" y="71"/>
                  </a:lnTo>
                  <a:lnTo>
                    <a:pt x="53" y="71"/>
                  </a:lnTo>
                  <a:lnTo>
                    <a:pt x="51" y="71"/>
                  </a:lnTo>
                  <a:lnTo>
                    <a:pt x="53" y="70"/>
                  </a:lnTo>
                  <a:lnTo>
                    <a:pt x="53" y="68"/>
                  </a:lnTo>
                  <a:lnTo>
                    <a:pt x="49" y="70"/>
                  </a:lnTo>
                  <a:lnTo>
                    <a:pt x="49" y="70"/>
                  </a:lnTo>
                  <a:lnTo>
                    <a:pt x="49" y="77"/>
                  </a:lnTo>
                  <a:lnTo>
                    <a:pt x="49" y="77"/>
                  </a:lnTo>
                  <a:lnTo>
                    <a:pt x="46" y="77"/>
                  </a:lnTo>
                  <a:lnTo>
                    <a:pt x="42" y="77"/>
                  </a:lnTo>
                  <a:lnTo>
                    <a:pt x="39" y="79"/>
                  </a:lnTo>
                  <a:lnTo>
                    <a:pt x="39" y="79"/>
                  </a:lnTo>
                  <a:lnTo>
                    <a:pt x="35" y="84"/>
                  </a:lnTo>
                  <a:lnTo>
                    <a:pt x="35" y="86"/>
                  </a:lnTo>
                  <a:lnTo>
                    <a:pt x="33" y="86"/>
                  </a:lnTo>
                  <a:lnTo>
                    <a:pt x="33" y="86"/>
                  </a:lnTo>
                  <a:lnTo>
                    <a:pt x="28" y="86"/>
                  </a:lnTo>
                  <a:lnTo>
                    <a:pt x="24" y="86"/>
                  </a:lnTo>
                  <a:lnTo>
                    <a:pt x="24" y="91"/>
                  </a:lnTo>
                  <a:lnTo>
                    <a:pt x="24" y="91"/>
                  </a:lnTo>
                  <a:lnTo>
                    <a:pt x="29" y="93"/>
                  </a:lnTo>
                  <a:lnTo>
                    <a:pt x="35" y="95"/>
                  </a:lnTo>
                  <a:lnTo>
                    <a:pt x="37" y="97"/>
                  </a:lnTo>
                  <a:lnTo>
                    <a:pt x="37" y="99"/>
                  </a:lnTo>
                  <a:lnTo>
                    <a:pt x="31" y="104"/>
                  </a:lnTo>
                  <a:lnTo>
                    <a:pt x="35" y="106"/>
                  </a:lnTo>
                  <a:lnTo>
                    <a:pt x="35" y="106"/>
                  </a:lnTo>
                  <a:lnTo>
                    <a:pt x="37" y="108"/>
                  </a:lnTo>
                  <a:lnTo>
                    <a:pt x="37" y="110"/>
                  </a:lnTo>
                  <a:lnTo>
                    <a:pt x="29" y="113"/>
                  </a:lnTo>
                  <a:lnTo>
                    <a:pt x="15" y="119"/>
                  </a:lnTo>
                  <a:lnTo>
                    <a:pt x="15" y="119"/>
                  </a:lnTo>
                  <a:lnTo>
                    <a:pt x="19" y="131"/>
                  </a:lnTo>
                  <a:lnTo>
                    <a:pt x="19" y="131"/>
                  </a:lnTo>
                  <a:lnTo>
                    <a:pt x="17" y="133"/>
                  </a:lnTo>
                  <a:lnTo>
                    <a:pt x="17" y="135"/>
                  </a:lnTo>
                  <a:lnTo>
                    <a:pt x="15" y="133"/>
                  </a:lnTo>
                  <a:lnTo>
                    <a:pt x="15" y="133"/>
                  </a:lnTo>
                  <a:lnTo>
                    <a:pt x="17" y="133"/>
                  </a:lnTo>
                  <a:lnTo>
                    <a:pt x="17" y="135"/>
                  </a:lnTo>
                  <a:lnTo>
                    <a:pt x="15" y="137"/>
                  </a:lnTo>
                  <a:lnTo>
                    <a:pt x="15" y="137"/>
                  </a:lnTo>
                  <a:lnTo>
                    <a:pt x="19" y="135"/>
                  </a:lnTo>
                  <a:lnTo>
                    <a:pt x="19" y="139"/>
                  </a:lnTo>
                  <a:lnTo>
                    <a:pt x="19" y="139"/>
                  </a:lnTo>
                  <a:lnTo>
                    <a:pt x="13" y="141"/>
                  </a:lnTo>
                  <a:lnTo>
                    <a:pt x="13" y="141"/>
                  </a:lnTo>
                  <a:lnTo>
                    <a:pt x="13" y="142"/>
                  </a:lnTo>
                  <a:lnTo>
                    <a:pt x="15" y="144"/>
                  </a:lnTo>
                  <a:lnTo>
                    <a:pt x="15" y="144"/>
                  </a:lnTo>
                  <a:lnTo>
                    <a:pt x="15" y="148"/>
                  </a:lnTo>
                  <a:lnTo>
                    <a:pt x="15" y="148"/>
                  </a:lnTo>
                  <a:lnTo>
                    <a:pt x="6" y="150"/>
                  </a:lnTo>
                  <a:lnTo>
                    <a:pt x="4" y="152"/>
                  </a:lnTo>
                  <a:lnTo>
                    <a:pt x="2" y="153"/>
                  </a:lnTo>
                  <a:lnTo>
                    <a:pt x="0" y="161"/>
                  </a:lnTo>
                  <a:lnTo>
                    <a:pt x="4" y="172"/>
                  </a:lnTo>
                  <a:lnTo>
                    <a:pt x="4" y="172"/>
                  </a:lnTo>
                  <a:lnTo>
                    <a:pt x="8" y="172"/>
                  </a:lnTo>
                  <a:lnTo>
                    <a:pt x="11" y="172"/>
                  </a:lnTo>
                  <a:lnTo>
                    <a:pt x="13" y="164"/>
                  </a:lnTo>
                  <a:lnTo>
                    <a:pt x="13" y="164"/>
                  </a:lnTo>
                  <a:lnTo>
                    <a:pt x="17" y="164"/>
                  </a:lnTo>
                  <a:lnTo>
                    <a:pt x="19" y="166"/>
                  </a:lnTo>
                  <a:lnTo>
                    <a:pt x="20" y="170"/>
                  </a:lnTo>
                  <a:lnTo>
                    <a:pt x="20" y="170"/>
                  </a:lnTo>
                  <a:lnTo>
                    <a:pt x="24" y="168"/>
                  </a:lnTo>
                  <a:lnTo>
                    <a:pt x="24" y="166"/>
                  </a:lnTo>
                  <a:lnTo>
                    <a:pt x="24" y="164"/>
                  </a:lnTo>
                  <a:lnTo>
                    <a:pt x="24" y="164"/>
                  </a:lnTo>
                  <a:lnTo>
                    <a:pt x="28" y="164"/>
                  </a:lnTo>
                  <a:lnTo>
                    <a:pt x="33" y="164"/>
                  </a:lnTo>
                  <a:lnTo>
                    <a:pt x="33" y="164"/>
                  </a:lnTo>
                  <a:lnTo>
                    <a:pt x="31" y="170"/>
                  </a:lnTo>
                  <a:lnTo>
                    <a:pt x="31" y="175"/>
                  </a:lnTo>
                  <a:lnTo>
                    <a:pt x="33" y="177"/>
                  </a:lnTo>
                  <a:lnTo>
                    <a:pt x="33" y="177"/>
                  </a:lnTo>
                  <a:lnTo>
                    <a:pt x="37" y="179"/>
                  </a:lnTo>
                  <a:lnTo>
                    <a:pt x="40" y="177"/>
                  </a:lnTo>
                  <a:lnTo>
                    <a:pt x="46" y="175"/>
                  </a:lnTo>
                  <a:lnTo>
                    <a:pt x="46" y="175"/>
                  </a:lnTo>
                  <a:lnTo>
                    <a:pt x="46" y="182"/>
                  </a:lnTo>
                  <a:lnTo>
                    <a:pt x="46" y="182"/>
                  </a:lnTo>
                  <a:lnTo>
                    <a:pt x="39" y="182"/>
                  </a:lnTo>
                  <a:lnTo>
                    <a:pt x="33" y="184"/>
                  </a:lnTo>
                  <a:lnTo>
                    <a:pt x="33" y="190"/>
                  </a:lnTo>
                  <a:lnTo>
                    <a:pt x="33" y="190"/>
                  </a:lnTo>
                  <a:lnTo>
                    <a:pt x="39" y="188"/>
                  </a:lnTo>
                  <a:lnTo>
                    <a:pt x="37" y="192"/>
                  </a:lnTo>
                  <a:lnTo>
                    <a:pt x="33" y="195"/>
                  </a:lnTo>
                  <a:lnTo>
                    <a:pt x="31" y="197"/>
                  </a:lnTo>
                  <a:lnTo>
                    <a:pt x="31" y="197"/>
                  </a:lnTo>
                  <a:lnTo>
                    <a:pt x="40" y="197"/>
                  </a:lnTo>
                  <a:lnTo>
                    <a:pt x="49" y="197"/>
                  </a:lnTo>
                  <a:lnTo>
                    <a:pt x="49" y="197"/>
                  </a:lnTo>
                  <a:lnTo>
                    <a:pt x="57" y="204"/>
                  </a:lnTo>
                  <a:lnTo>
                    <a:pt x="57" y="204"/>
                  </a:lnTo>
                  <a:lnTo>
                    <a:pt x="62" y="193"/>
                  </a:lnTo>
                  <a:lnTo>
                    <a:pt x="62" y="193"/>
                  </a:lnTo>
                  <a:lnTo>
                    <a:pt x="64" y="195"/>
                  </a:lnTo>
                  <a:lnTo>
                    <a:pt x="66" y="197"/>
                  </a:lnTo>
                  <a:lnTo>
                    <a:pt x="68" y="199"/>
                  </a:lnTo>
                  <a:lnTo>
                    <a:pt x="68" y="199"/>
                  </a:lnTo>
                  <a:lnTo>
                    <a:pt x="77" y="199"/>
                  </a:lnTo>
                  <a:lnTo>
                    <a:pt x="84" y="199"/>
                  </a:lnTo>
                  <a:lnTo>
                    <a:pt x="84" y="199"/>
                  </a:lnTo>
                  <a:lnTo>
                    <a:pt x="82" y="193"/>
                  </a:lnTo>
                  <a:lnTo>
                    <a:pt x="79" y="190"/>
                  </a:lnTo>
                  <a:lnTo>
                    <a:pt x="79" y="190"/>
                  </a:lnTo>
                  <a:lnTo>
                    <a:pt x="86" y="190"/>
                  </a:lnTo>
                  <a:lnTo>
                    <a:pt x="86" y="190"/>
                  </a:lnTo>
                  <a:lnTo>
                    <a:pt x="91" y="192"/>
                  </a:lnTo>
                  <a:lnTo>
                    <a:pt x="90" y="193"/>
                  </a:lnTo>
                  <a:lnTo>
                    <a:pt x="90" y="195"/>
                  </a:lnTo>
                  <a:lnTo>
                    <a:pt x="93" y="193"/>
                  </a:lnTo>
                  <a:lnTo>
                    <a:pt x="93" y="193"/>
                  </a:lnTo>
                  <a:lnTo>
                    <a:pt x="104" y="192"/>
                  </a:lnTo>
                  <a:lnTo>
                    <a:pt x="104" y="186"/>
                  </a:lnTo>
                  <a:lnTo>
                    <a:pt x="104" y="186"/>
                  </a:lnTo>
                  <a:lnTo>
                    <a:pt x="97" y="186"/>
                  </a:lnTo>
                  <a:lnTo>
                    <a:pt x="91" y="186"/>
                  </a:lnTo>
                  <a:lnTo>
                    <a:pt x="91" y="186"/>
                  </a:lnTo>
                  <a:lnTo>
                    <a:pt x="86" y="184"/>
                  </a:lnTo>
                  <a:lnTo>
                    <a:pt x="80" y="181"/>
                  </a:lnTo>
                  <a:lnTo>
                    <a:pt x="73" y="170"/>
                  </a:lnTo>
                  <a:lnTo>
                    <a:pt x="68" y="159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1" y="142"/>
                  </a:lnTo>
                  <a:lnTo>
                    <a:pt x="71" y="142"/>
                  </a:lnTo>
                  <a:lnTo>
                    <a:pt x="70" y="139"/>
                  </a:lnTo>
                  <a:lnTo>
                    <a:pt x="68" y="135"/>
                  </a:lnTo>
                  <a:lnTo>
                    <a:pt x="77" y="119"/>
                  </a:lnTo>
                  <a:lnTo>
                    <a:pt x="77" y="113"/>
                  </a:lnTo>
                  <a:lnTo>
                    <a:pt x="77" y="113"/>
                  </a:lnTo>
                  <a:lnTo>
                    <a:pt x="70" y="111"/>
                  </a:lnTo>
                  <a:lnTo>
                    <a:pt x="70" y="111"/>
                  </a:lnTo>
                  <a:lnTo>
                    <a:pt x="73" y="110"/>
                  </a:lnTo>
                  <a:lnTo>
                    <a:pt x="75" y="110"/>
                  </a:lnTo>
                  <a:lnTo>
                    <a:pt x="79" y="110"/>
                  </a:lnTo>
                  <a:lnTo>
                    <a:pt x="82" y="108"/>
                  </a:lnTo>
                  <a:lnTo>
                    <a:pt x="82" y="108"/>
                  </a:lnTo>
                  <a:lnTo>
                    <a:pt x="84" y="106"/>
                  </a:lnTo>
                  <a:lnTo>
                    <a:pt x="82" y="102"/>
                  </a:lnTo>
                  <a:lnTo>
                    <a:pt x="80" y="99"/>
                  </a:lnTo>
                  <a:lnTo>
                    <a:pt x="82" y="97"/>
                  </a:lnTo>
                  <a:lnTo>
                    <a:pt x="82" y="97"/>
                  </a:lnTo>
                  <a:lnTo>
                    <a:pt x="84" y="95"/>
                  </a:lnTo>
                  <a:lnTo>
                    <a:pt x="84" y="97"/>
                  </a:lnTo>
                  <a:lnTo>
                    <a:pt x="84" y="99"/>
                  </a:lnTo>
                  <a:lnTo>
                    <a:pt x="84" y="99"/>
                  </a:lnTo>
                  <a:lnTo>
                    <a:pt x="90" y="99"/>
                  </a:lnTo>
                  <a:lnTo>
                    <a:pt x="91" y="97"/>
                  </a:lnTo>
                  <a:lnTo>
                    <a:pt x="90" y="91"/>
                  </a:lnTo>
                  <a:lnTo>
                    <a:pt x="90" y="91"/>
                  </a:lnTo>
                  <a:lnTo>
                    <a:pt x="93" y="91"/>
                  </a:lnTo>
                  <a:lnTo>
                    <a:pt x="97" y="91"/>
                  </a:lnTo>
                  <a:lnTo>
                    <a:pt x="97" y="91"/>
                  </a:lnTo>
                  <a:lnTo>
                    <a:pt x="95" y="84"/>
                  </a:lnTo>
                  <a:lnTo>
                    <a:pt x="95" y="80"/>
                  </a:lnTo>
                  <a:lnTo>
                    <a:pt x="97" y="79"/>
                  </a:lnTo>
                  <a:lnTo>
                    <a:pt x="104" y="84"/>
                  </a:lnTo>
                  <a:lnTo>
                    <a:pt x="104" y="84"/>
                  </a:lnTo>
                  <a:lnTo>
                    <a:pt x="106" y="79"/>
                  </a:lnTo>
                  <a:lnTo>
                    <a:pt x="108" y="75"/>
                  </a:lnTo>
                  <a:lnTo>
                    <a:pt x="113" y="75"/>
                  </a:lnTo>
                  <a:lnTo>
                    <a:pt x="113" y="75"/>
                  </a:lnTo>
                  <a:lnTo>
                    <a:pt x="115" y="70"/>
                  </a:lnTo>
                  <a:lnTo>
                    <a:pt x="117" y="64"/>
                  </a:lnTo>
                  <a:lnTo>
                    <a:pt x="119" y="62"/>
                  </a:lnTo>
                  <a:lnTo>
                    <a:pt x="139" y="62"/>
                  </a:lnTo>
                  <a:lnTo>
                    <a:pt x="139" y="62"/>
                  </a:lnTo>
                  <a:lnTo>
                    <a:pt x="141" y="60"/>
                  </a:lnTo>
                  <a:lnTo>
                    <a:pt x="142" y="57"/>
                  </a:lnTo>
                  <a:lnTo>
                    <a:pt x="144" y="53"/>
                  </a:lnTo>
                  <a:lnTo>
                    <a:pt x="148" y="49"/>
                  </a:lnTo>
                  <a:lnTo>
                    <a:pt x="148" y="49"/>
                  </a:lnTo>
                  <a:lnTo>
                    <a:pt x="155" y="48"/>
                  </a:lnTo>
                  <a:lnTo>
                    <a:pt x="161" y="48"/>
                  </a:lnTo>
                  <a:lnTo>
                    <a:pt x="168" y="48"/>
                  </a:lnTo>
                  <a:lnTo>
                    <a:pt x="175" y="48"/>
                  </a:lnTo>
                  <a:lnTo>
                    <a:pt x="175" y="48"/>
                  </a:lnTo>
                  <a:lnTo>
                    <a:pt x="186" y="40"/>
                  </a:lnTo>
                  <a:lnTo>
                    <a:pt x="186" y="40"/>
                  </a:lnTo>
                  <a:lnTo>
                    <a:pt x="188" y="42"/>
                  </a:lnTo>
                  <a:lnTo>
                    <a:pt x="192" y="46"/>
                  </a:lnTo>
                  <a:lnTo>
                    <a:pt x="192" y="46"/>
                  </a:lnTo>
                  <a:lnTo>
                    <a:pt x="201" y="39"/>
                  </a:lnTo>
                  <a:lnTo>
                    <a:pt x="201" y="39"/>
                  </a:lnTo>
                  <a:lnTo>
                    <a:pt x="230" y="29"/>
                  </a:lnTo>
                  <a:lnTo>
                    <a:pt x="243" y="26"/>
                  </a:lnTo>
                  <a:lnTo>
                    <a:pt x="255" y="20"/>
                  </a:lnTo>
                  <a:lnTo>
                    <a:pt x="255" y="20"/>
                  </a:lnTo>
                  <a:lnTo>
                    <a:pt x="250" y="0"/>
                  </a:lnTo>
                  <a:lnTo>
                    <a:pt x="250" y="0"/>
                  </a:lnTo>
                  <a:lnTo>
                    <a:pt x="246" y="2"/>
                  </a:lnTo>
                  <a:lnTo>
                    <a:pt x="241" y="0"/>
                  </a:lnTo>
                  <a:lnTo>
                    <a:pt x="24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64" name="Freeform 146">
              <a:extLst>
                <a:ext uri="{FF2B5EF4-FFF2-40B4-BE49-F238E27FC236}">
                  <a16:creationId xmlns:a16="http://schemas.microsoft.com/office/drawing/2014/main" id="{78EEF475-04D3-4BE6-81CE-41F12D1C461A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385" y="1422496"/>
              <a:ext cx="11864" cy="19280"/>
            </a:xfrm>
            <a:custGeom>
              <a:avLst/>
              <a:gdLst>
                <a:gd name="T0" fmla="*/ 6 w 8"/>
                <a:gd name="T1" fmla="*/ 0 h 13"/>
                <a:gd name="T2" fmla="*/ 6 w 8"/>
                <a:gd name="T3" fmla="*/ 0 h 13"/>
                <a:gd name="T4" fmla="*/ 6 w 8"/>
                <a:gd name="T5" fmla="*/ 6 h 13"/>
                <a:gd name="T6" fmla="*/ 8 w 8"/>
                <a:gd name="T7" fmla="*/ 13 h 13"/>
                <a:gd name="T8" fmla="*/ 8 w 8"/>
                <a:gd name="T9" fmla="*/ 13 h 13"/>
                <a:gd name="T10" fmla="*/ 0 w 8"/>
                <a:gd name="T11" fmla="*/ 13 h 13"/>
                <a:gd name="T12" fmla="*/ 0 w 8"/>
                <a:gd name="T13" fmla="*/ 13 h 13"/>
                <a:gd name="T14" fmla="*/ 4 w 8"/>
                <a:gd name="T15" fmla="*/ 6 h 13"/>
                <a:gd name="T16" fmla="*/ 6 w 8"/>
                <a:gd name="T17" fmla="*/ 0 h 13"/>
                <a:gd name="T18" fmla="*/ 6 w 8"/>
                <a:gd name="T1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" h="13">
                  <a:moveTo>
                    <a:pt x="6" y="0"/>
                  </a:moveTo>
                  <a:lnTo>
                    <a:pt x="6" y="0"/>
                  </a:lnTo>
                  <a:lnTo>
                    <a:pt x="6" y="6"/>
                  </a:lnTo>
                  <a:lnTo>
                    <a:pt x="8" y="13"/>
                  </a:lnTo>
                  <a:lnTo>
                    <a:pt x="8" y="13"/>
                  </a:lnTo>
                  <a:lnTo>
                    <a:pt x="0" y="13"/>
                  </a:lnTo>
                  <a:lnTo>
                    <a:pt x="0" y="13"/>
                  </a:lnTo>
                  <a:lnTo>
                    <a:pt x="4" y="6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65" name="Freeform 147">
              <a:extLst>
                <a:ext uri="{FF2B5EF4-FFF2-40B4-BE49-F238E27FC236}">
                  <a16:creationId xmlns:a16="http://schemas.microsoft.com/office/drawing/2014/main" id="{1DE2801F-D86A-44B7-A047-5B3C388AA9F4}"/>
                </a:ext>
              </a:extLst>
            </p:cNvPr>
            <p:cNvSpPr>
              <a:spLocks/>
            </p:cNvSpPr>
            <p:nvPr/>
          </p:nvSpPr>
          <p:spPr bwMode="auto">
            <a:xfrm>
              <a:off x="7946323" y="1434360"/>
              <a:ext cx="68218" cy="47456"/>
            </a:xfrm>
            <a:custGeom>
              <a:avLst/>
              <a:gdLst>
                <a:gd name="T0" fmla="*/ 38 w 46"/>
                <a:gd name="T1" fmla="*/ 0 h 32"/>
                <a:gd name="T2" fmla="*/ 38 w 46"/>
                <a:gd name="T3" fmla="*/ 0 h 32"/>
                <a:gd name="T4" fmla="*/ 44 w 46"/>
                <a:gd name="T5" fmla="*/ 3 h 32"/>
                <a:gd name="T6" fmla="*/ 46 w 46"/>
                <a:gd name="T7" fmla="*/ 7 h 32"/>
                <a:gd name="T8" fmla="*/ 44 w 46"/>
                <a:gd name="T9" fmla="*/ 9 h 32"/>
                <a:gd name="T10" fmla="*/ 42 w 46"/>
                <a:gd name="T11" fmla="*/ 11 h 32"/>
                <a:gd name="T12" fmla="*/ 27 w 46"/>
                <a:gd name="T13" fmla="*/ 18 h 32"/>
                <a:gd name="T14" fmla="*/ 27 w 46"/>
                <a:gd name="T15" fmla="*/ 18 h 32"/>
                <a:gd name="T16" fmla="*/ 18 w 46"/>
                <a:gd name="T17" fmla="*/ 23 h 32"/>
                <a:gd name="T18" fmla="*/ 9 w 46"/>
                <a:gd name="T19" fmla="*/ 32 h 32"/>
                <a:gd name="T20" fmla="*/ 9 w 46"/>
                <a:gd name="T21" fmla="*/ 27 h 32"/>
                <a:gd name="T22" fmla="*/ 9 w 46"/>
                <a:gd name="T23" fmla="*/ 27 h 32"/>
                <a:gd name="T24" fmla="*/ 0 w 46"/>
                <a:gd name="T25" fmla="*/ 25 h 32"/>
                <a:gd name="T26" fmla="*/ 0 w 46"/>
                <a:gd name="T27" fmla="*/ 25 h 32"/>
                <a:gd name="T28" fmla="*/ 2 w 46"/>
                <a:gd name="T29" fmla="*/ 18 h 32"/>
                <a:gd name="T30" fmla="*/ 4 w 46"/>
                <a:gd name="T31" fmla="*/ 12 h 32"/>
                <a:gd name="T32" fmla="*/ 2 w 46"/>
                <a:gd name="T33" fmla="*/ 11 h 32"/>
                <a:gd name="T34" fmla="*/ 2 w 46"/>
                <a:gd name="T35" fmla="*/ 11 h 32"/>
                <a:gd name="T36" fmla="*/ 6 w 46"/>
                <a:gd name="T37" fmla="*/ 11 h 32"/>
                <a:gd name="T38" fmla="*/ 6 w 46"/>
                <a:gd name="T39" fmla="*/ 12 h 32"/>
                <a:gd name="T40" fmla="*/ 7 w 46"/>
                <a:gd name="T41" fmla="*/ 14 h 32"/>
                <a:gd name="T42" fmla="*/ 7 w 46"/>
                <a:gd name="T43" fmla="*/ 14 h 32"/>
                <a:gd name="T44" fmla="*/ 11 w 46"/>
                <a:gd name="T45" fmla="*/ 16 h 32"/>
                <a:gd name="T46" fmla="*/ 17 w 46"/>
                <a:gd name="T47" fmla="*/ 16 h 32"/>
                <a:gd name="T48" fmla="*/ 26 w 46"/>
                <a:gd name="T49" fmla="*/ 14 h 32"/>
                <a:gd name="T50" fmla="*/ 38 w 46"/>
                <a:gd name="T51" fmla="*/ 7 h 32"/>
                <a:gd name="T52" fmla="*/ 38 w 46"/>
                <a:gd name="T53" fmla="*/ 7 h 32"/>
                <a:gd name="T54" fmla="*/ 37 w 46"/>
                <a:gd name="T55" fmla="*/ 5 h 32"/>
                <a:gd name="T56" fmla="*/ 37 w 46"/>
                <a:gd name="T57" fmla="*/ 3 h 32"/>
                <a:gd name="T58" fmla="*/ 38 w 46"/>
                <a:gd name="T59" fmla="*/ 0 h 32"/>
                <a:gd name="T60" fmla="*/ 38 w 46"/>
                <a:gd name="T61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6" h="32">
                  <a:moveTo>
                    <a:pt x="38" y="0"/>
                  </a:moveTo>
                  <a:lnTo>
                    <a:pt x="38" y="0"/>
                  </a:lnTo>
                  <a:lnTo>
                    <a:pt x="44" y="3"/>
                  </a:lnTo>
                  <a:lnTo>
                    <a:pt x="46" y="7"/>
                  </a:lnTo>
                  <a:lnTo>
                    <a:pt x="44" y="9"/>
                  </a:lnTo>
                  <a:lnTo>
                    <a:pt x="42" y="11"/>
                  </a:lnTo>
                  <a:lnTo>
                    <a:pt x="27" y="18"/>
                  </a:lnTo>
                  <a:lnTo>
                    <a:pt x="27" y="18"/>
                  </a:lnTo>
                  <a:lnTo>
                    <a:pt x="18" y="23"/>
                  </a:lnTo>
                  <a:lnTo>
                    <a:pt x="9" y="32"/>
                  </a:lnTo>
                  <a:lnTo>
                    <a:pt x="9" y="27"/>
                  </a:lnTo>
                  <a:lnTo>
                    <a:pt x="9" y="27"/>
                  </a:lnTo>
                  <a:lnTo>
                    <a:pt x="0" y="25"/>
                  </a:lnTo>
                  <a:lnTo>
                    <a:pt x="0" y="25"/>
                  </a:lnTo>
                  <a:lnTo>
                    <a:pt x="2" y="18"/>
                  </a:lnTo>
                  <a:lnTo>
                    <a:pt x="4" y="12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6" y="11"/>
                  </a:lnTo>
                  <a:lnTo>
                    <a:pt x="6" y="12"/>
                  </a:lnTo>
                  <a:lnTo>
                    <a:pt x="7" y="14"/>
                  </a:lnTo>
                  <a:lnTo>
                    <a:pt x="7" y="14"/>
                  </a:lnTo>
                  <a:lnTo>
                    <a:pt x="11" y="16"/>
                  </a:lnTo>
                  <a:lnTo>
                    <a:pt x="17" y="16"/>
                  </a:lnTo>
                  <a:lnTo>
                    <a:pt x="26" y="14"/>
                  </a:lnTo>
                  <a:lnTo>
                    <a:pt x="38" y="7"/>
                  </a:lnTo>
                  <a:lnTo>
                    <a:pt x="38" y="7"/>
                  </a:lnTo>
                  <a:lnTo>
                    <a:pt x="37" y="5"/>
                  </a:lnTo>
                  <a:lnTo>
                    <a:pt x="37" y="3"/>
                  </a:lnTo>
                  <a:lnTo>
                    <a:pt x="38" y="0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66" name="Freeform 148">
              <a:extLst>
                <a:ext uri="{FF2B5EF4-FFF2-40B4-BE49-F238E27FC236}">
                  <a16:creationId xmlns:a16="http://schemas.microsoft.com/office/drawing/2014/main" id="{F31DF7C3-DD88-4A72-AB41-273F003C151C}"/>
                </a:ext>
              </a:extLst>
            </p:cNvPr>
            <p:cNvSpPr>
              <a:spLocks/>
            </p:cNvSpPr>
            <p:nvPr/>
          </p:nvSpPr>
          <p:spPr bwMode="auto">
            <a:xfrm>
              <a:off x="7219651" y="1536688"/>
              <a:ext cx="19280" cy="20762"/>
            </a:xfrm>
            <a:custGeom>
              <a:avLst/>
              <a:gdLst>
                <a:gd name="T0" fmla="*/ 4 w 13"/>
                <a:gd name="T1" fmla="*/ 0 h 14"/>
                <a:gd name="T2" fmla="*/ 4 w 13"/>
                <a:gd name="T3" fmla="*/ 0 h 14"/>
                <a:gd name="T4" fmla="*/ 0 w 13"/>
                <a:gd name="T5" fmla="*/ 11 h 14"/>
                <a:gd name="T6" fmla="*/ 0 w 13"/>
                <a:gd name="T7" fmla="*/ 13 h 14"/>
                <a:gd name="T8" fmla="*/ 4 w 13"/>
                <a:gd name="T9" fmla="*/ 14 h 14"/>
                <a:gd name="T10" fmla="*/ 4 w 13"/>
                <a:gd name="T11" fmla="*/ 14 h 14"/>
                <a:gd name="T12" fmla="*/ 9 w 13"/>
                <a:gd name="T13" fmla="*/ 14 h 14"/>
                <a:gd name="T14" fmla="*/ 13 w 13"/>
                <a:gd name="T15" fmla="*/ 14 h 14"/>
                <a:gd name="T16" fmla="*/ 13 w 13"/>
                <a:gd name="T17" fmla="*/ 14 h 14"/>
                <a:gd name="T18" fmla="*/ 13 w 13"/>
                <a:gd name="T19" fmla="*/ 13 h 14"/>
                <a:gd name="T20" fmla="*/ 13 w 13"/>
                <a:gd name="T21" fmla="*/ 9 h 14"/>
                <a:gd name="T22" fmla="*/ 11 w 13"/>
                <a:gd name="T23" fmla="*/ 5 h 14"/>
                <a:gd name="T24" fmla="*/ 13 w 13"/>
                <a:gd name="T25" fmla="*/ 2 h 14"/>
                <a:gd name="T26" fmla="*/ 13 w 13"/>
                <a:gd name="T27" fmla="*/ 2 h 14"/>
                <a:gd name="T28" fmla="*/ 9 w 13"/>
                <a:gd name="T29" fmla="*/ 2 h 14"/>
                <a:gd name="T30" fmla="*/ 4 w 13"/>
                <a:gd name="T31" fmla="*/ 0 h 14"/>
                <a:gd name="T32" fmla="*/ 4 w 13"/>
                <a:gd name="T33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" h="14">
                  <a:moveTo>
                    <a:pt x="4" y="0"/>
                  </a:moveTo>
                  <a:lnTo>
                    <a:pt x="4" y="0"/>
                  </a:lnTo>
                  <a:lnTo>
                    <a:pt x="0" y="11"/>
                  </a:lnTo>
                  <a:lnTo>
                    <a:pt x="0" y="13"/>
                  </a:lnTo>
                  <a:lnTo>
                    <a:pt x="4" y="14"/>
                  </a:lnTo>
                  <a:lnTo>
                    <a:pt x="4" y="14"/>
                  </a:lnTo>
                  <a:lnTo>
                    <a:pt x="9" y="14"/>
                  </a:lnTo>
                  <a:lnTo>
                    <a:pt x="13" y="14"/>
                  </a:lnTo>
                  <a:lnTo>
                    <a:pt x="13" y="14"/>
                  </a:lnTo>
                  <a:lnTo>
                    <a:pt x="13" y="13"/>
                  </a:lnTo>
                  <a:lnTo>
                    <a:pt x="13" y="9"/>
                  </a:lnTo>
                  <a:lnTo>
                    <a:pt x="11" y="5"/>
                  </a:lnTo>
                  <a:lnTo>
                    <a:pt x="13" y="2"/>
                  </a:lnTo>
                  <a:lnTo>
                    <a:pt x="13" y="2"/>
                  </a:lnTo>
                  <a:lnTo>
                    <a:pt x="9" y="2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67" name="Freeform 149">
              <a:extLst>
                <a:ext uri="{FF2B5EF4-FFF2-40B4-BE49-F238E27FC236}">
                  <a16:creationId xmlns:a16="http://schemas.microsoft.com/office/drawing/2014/main" id="{2743858B-EE3D-4383-84F3-76C7DFAA25C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5934" y="1547068"/>
              <a:ext cx="8898" cy="5932"/>
            </a:xfrm>
            <a:custGeom>
              <a:avLst/>
              <a:gdLst>
                <a:gd name="T0" fmla="*/ 4 w 6"/>
                <a:gd name="T1" fmla="*/ 0 h 4"/>
                <a:gd name="T2" fmla="*/ 4 w 6"/>
                <a:gd name="T3" fmla="*/ 0 h 4"/>
                <a:gd name="T4" fmla="*/ 6 w 6"/>
                <a:gd name="T5" fmla="*/ 0 h 4"/>
                <a:gd name="T6" fmla="*/ 6 w 6"/>
                <a:gd name="T7" fmla="*/ 2 h 4"/>
                <a:gd name="T8" fmla="*/ 4 w 6"/>
                <a:gd name="T9" fmla="*/ 4 h 4"/>
                <a:gd name="T10" fmla="*/ 0 w 6"/>
                <a:gd name="T11" fmla="*/ 4 h 4"/>
                <a:gd name="T12" fmla="*/ 0 w 6"/>
                <a:gd name="T13" fmla="*/ 4 h 4"/>
                <a:gd name="T14" fmla="*/ 0 w 6"/>
                <a:gd name="T15" fmla="*/ 0 h 4"/>
                <a:gd name="T16" fmla="*/ 0 w 6"/>
                <a:gd name="T17" fmla="*/ 0 h 4"/>
                <a:gd name="T18" fmla="*/ 4 w 6"/>
                <a:gd name="T19" fmla="*/ 0 h 4"/>
                <a:gd name="T20" fmla="*/ 4 w 6"/>
                <a:gd name="T2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" h="4">
                  <a:moveTo>
                    <a:pt x="4" y="0"/>
                  </a:moveTo>
                  <a:lnTo>
                    <a:pt x="4" y="0"/>
                  </a:lnTo>
                  <a:lnTo>
                    <a:pt x="6" y="0"/>
                  </a:lnTo>
                  <a:lnTo>
                    <a:pt x="6" y="2"/>
                  </a:lnTo>
                  <a:lnTo>
                    <a:pt x="4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0"/>
                  </a:lnTo>
                  <a:lnTo>
                    <a:pt x="0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68" name="Freeform 150">
              <a:extLst>
                <a:ext uri="{FF2B5EF4-FFF2-40B4-BE49-F238E27FC236}">
                  <a16:creationId xmlns:a16="http://schemas.microsoft.com/office/drawing/2014/main" id="{26C7E646-925D-4106-B977-A40CF6483AD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62247" y="1550035"/>
              <a:ext cx="14830" cy="7415"/>
            </a:xfrm>
            <a:custGeom>
              <a:avLst/>
              <a:gdLst>
                <a:gd name="T0" fmla="*/ 4 w 10"/>
                <a:gd name="T1" fmla="*/ 0 h 5"/>
                <a:gd name="T2" fmla="*/ 4 w 10"/>
                <a:gd name="T3" fmla="*/ 0 h 5"/>
                <a:gd name="T4" fmla="*/ 8 w 10"/>
                <a:gd name="T5" fmla="*/ 0 h 5"/>
                <a:gd name="T6" fmla="*/ 8 w 10"/>
                <a:gd name="T7" fmla="*/ 2 h 5"/>
                <a:gd name="T8" fmla="*/ 10 w 10"/>
                <a:gd name="T9" fmla="*/ 5 h 5"/>
                <a:gd name="T10" fmla="*/ 10 w 10"/>
                <a:gd name="T11" fmla="*/ 5 h 5"/>
                <a:gd name="T12" fmla="*/ 2 w 10"/>
                <a:gd name="T13" fmla="*/ 2 h 5"/>
                <a:gd name="T14" fmla="*/ 0 w 10"/>
                <a:gd name="T15" fmla="*/ 0 h 5"/>
                <a:gd name="T16" fmla="*/ 4 w 10"/>
                <a:gd name="T17" fmla="*/ 0 h 5"/>
                <a:gd name="T18" fmla="*/ 4 w 10"/>
                <a:gd name="T1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" h="5">
                  <a:moveTo>
                    <a:pt x="4" y="0"/>
                  </a:moveTo>
                  <a:lnTo>
                    <a:pt x="4" y="0"/>
                  </a:lnTo>
                  <a:lnTo>
                    <a:pt x="8" y="0"/>
                  </a:lnTo>
                  <a:lnTo>
                    <a:pt x="8" y="2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2" y="2"/>
                  </a:lnTo>
                  <a:lnTo>
                    <a:pt x="0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69" name="Freeform 151">
              <a:extLst>
                <a:ext uri="{FF2B5EF4-FFF2-40B4-BE49-F238E27FC236}">
                  <a16:creationId xmlns:a16="http://schemas.microsoft.com/office/drawing/2014/main" id="{973BFDDB-37C3-4ED1-90AC-4A550D4998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578538" y="1550035"/>
              <a:ext cx="16314" cy="19280"/>
            </a:xfrm>
            <a:custGeom>
              <a:avLst/>
              <a:gdLst>
                <a:gd name="T0" fmla="*/ 11 w 11"/>
                <a:gd name="T1" fmla="*/ 0 h 13"/>
                <a:gd name="T2" fmla="*/ 11 w 11"/>
                <a:gd name="T3" fmla="*/ 0 h 13"/>
                <a:gd name="T4" fmla="*/ 8 w 11"/>
                <a:gd name="T5" fmla="*/ 7 h 13"/>
                <a:gd name="T6" fmla="*/ 6 w 11"/>
                <a:gd name="T7" fmla="*/ 13 h 13"/>
                <a:gd name="T8" fmla="*/ 6 w 11"/>
                <a:gd name="T9" fmla="*/ 13 h 13"/>
                <a:gd name="T10" fmla="*/ 4 w 11"/>
                <a:gd name="T11" fmla="*/ 13 h 13"/>
                <a:gd name="T12" fmla="*/ 2 w 11"/>
                <a:gd name="T13" fmla="*/ 13 h 13"/>
                <a:gd name="T14" fmla="*/ 0 w 11"/>
                <a:gd name="T15" fmla="*/ 9 h 13"/>
                <a:gd name="T16" fmla="*/ 0 w 11"/>
                <a:gd name="T17" fmla="*/ 9 h 13"/>
                <a:gd name="T18" fmla="*/ 11 w 11"/>
                <a:gd name="T19" fmla="*/ 0 h 13"/>
                <a:gd name="T20" fmla="*/ 11 w 11"/>
                <a:gd name="T21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1" h="13">
                  <a:moveTo>
                    <a:pt x="11" y="0"/>
                  </a:moveTo>
                  <a:lnTo>
                    <a:pt x="11" y="0"/>
                  </a:lnTo>
                  <a:lnTo>
                    <a:pt x="8" y="7"/>
                  </a:lnTo>
                  <a:lnTo>
                    <a:pt x="6" y="13"/>
                  </a:lnTo>
                  <a:lnTo>
                    <a:pt x="6" y="13"/>
                  </a:lnTo>
                  <a:lnTo>
                    <a:pt x="4" y="13"/>
                  </a:lnTo>
                  <a:lnTo>
                    <a:pt x="2" y="13"/>
                  </a:lnTo>
                  <a:lnTo>
                    <a:pt x="0" y="9"/>
                  </a:lnTo>
                  <a:lnTo>
                    <a:pt x="0" y="9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70" name="Freeform 152">
              <a:extLst>
                <a:ext uri="{FF2B5EF4-FFF2-40B4-BE49-F238E27FC236}">
                  <a16:creationId xmlns:a16="http://schemas.microsoft.com/office/drawing/2014/main" id="{0EFDB67C-C045-4EAE-A9F6-D6EC95DB0A18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9857" y="1553001"/>
              <a:ext cx="20762" cy="23728"/>
            </a:xfrm>
            <a:custGeom>
              <a:avLst/>
              <a:gdLst>
                <a:gd name="T0" fmla="*/ 7 w 14"/>
                <a:gd name="T1" fmla="*/ 0 h 16"/>
                <a:gd name="T2" fmla="*/ 7 w 14"/>
                <a:gd name="T3" fmla="*/ 0 h 16"/>
                <a:gd name="T4" fmla="*/ 0 w 14"/>
                <a:gd name="T5" fmla="*/ 7 h 16"/>
                <a:gd name="T6" fmla="*/ 0 w 14"/>
                <a:gd name="T7" fmla="*/ 7 h 16"/>
                <a:gd name="T8" fmla="*/ 3 w 14"/>
                <a:gd name="T9" fmla="*/ 13 h 16"/>
                <a:gd name="T10" fmla="*/ 5 w 14"/>
                <a:gd name="T11" fmla="*/ 16 h 16"/>
                <a:gd name="T12" fmla="*/ 5 w 14"/>
                <a:gd name="T13" fmla="*/ 16 h 16"/>
                <a:gd name="T14" fmla="*/ 9 w 14"/>
                <a:gd name="T15" fmla="*/ 14 h 16"/>
                <a:gd name="T16" fmla="*/ 13 w 14"/>
                <a:gd name="T17" fmla="*/ 16 h 16"/>
                <a:gd name="T18" fmla="*/ 14 w 14"/>
                <a:gd name="T19" fmla="*/ 5 h 16"/>
                <a:gd name="T20" fmla="*/ 7 w 14"/>
                <a:gd name="T21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" h="16">
                  <a:moveTo>
                    <a:pt x="7" y="0"/>
                  </a:moveTo>
                  <a:lnTo>
                    <a:pt x="7" y="0"/>
                  </a:lnTo>
                  <a:lnTo>
                    <a:pt x="0" y="7"/>
                  </a:lnTo>
                  <a:lnTo>
                    <a:pt x="0" y="7"/>
                  </a:lnTo>
                  <a:lnTo>
                    <a:pt x="3" y="13"/>
                  </a:lnTo>
                  <a:lnTo>
                    <a:pt x="5" y="16"/>
                  </a:lnTo>
                  <a:lnTo>
                    <a:pt x="5" y="16"/>
                  </a:lnTo>
                  <a:lnTo>
                    <a:pt x="9" y="14"/>
                  </a:lnTo>
                  <a:lnTo>
                    <a:pt x="13" y="16"/>
                  </a:lnTo>
                  <a:lnTo>
                    <a:pt x="14" y="5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71" name="Freeform 153">
              <a:extLst>
                <a:ext uri="{FF2B5EF4-FFF2-40B4-BE49-F238E27FC236}">
                  <a16:creationId xmlns:a16="http://schemas.microsoft.com/office/drawing/2014/main" id="{3CACC87A-1FCF-499F-A646-7B646736FCA8}"/>
                </a:ext>
              </a:extLst>
            </p:cNvPr>
            <p:cNvSpPr>
              <a:spLocks/>
            </p:cNvSpPr>
            <p:nvPr/>
          </p:nvSpPr>
          <p:spPr bwMode="auto">
            <a:xfrm>
              <a:off x="7384265" y="1582661"/>
              <a:ext cx="35592" cy="20762"/>
            </a:xfrm>
            <a:custGeom>
              <a:avLst/>
              <a:gdLst>
                <a:gd name="T0" fmla="*/ 13 w 24"/>
                <a:gd name="T1" fmla="*/ 0 h 14"/>
                <a:gd name="T2" fmla="*/ 13 w 24"/>
                <a:gd name="T3" fmla="*/ 0 h 14"/>
                <a:gd name="T4" fmla="*/ 7 w 24"/>
                <a:gd name="T5" fmla="*/ 7 h 14"/>
                <a:gd name="T6" fmla="*/ 6 w 24"/>
                <a:gd name="T7" fmla="*/ 11 h 14"/>
                <a:gd name="T8" fmla="*/ 2 w 24"/>
                <a:gd name="T9" fmla="*/ 13 h 14"/>
                <a:gd name="T10" fmla="*/ 2 w 24"/>
                <a:gd name="T11" fmla="*/ 13 h 14"/>
                <a:gd name="T12" fmla="*/ 0 w 24"/>
                <a:gd name="T13" fmla="*/ 13 h 14"/>
                <a:gd name="T14" fmla="*/ 2 w 24"/>
                <a:gd name="T15" fmla="*/ 14 h 14"/>
                <a:gd name="T16" fmla="*/ 9 w 24"/>
                <a:gd name="T17" fmla="*/ 13 h 14"/>
                <a:gd name="T18" fmla="*/ 24 w 24"/>
                <a:gd name="T19" fmla="*/ 11 h 14"/>
                <a:gd name="T20" fmla="*/ 24 w 24"/>
                <a:gd name="T21" fmla="*/ 11 h 14"/>
                <a:gd name="T22" fmla="*/ 24 w 24"/>
                <a:gd name="T23" fmla="*/ 3 h 14"/>
                <a:gd name="T24" fmla="*/ 24 w 24"/>
                <a:gd name="T25" fmla="*/ 3 h 14"/>
                <a:gd name="T26" fmla="*/ 18 w 24"/>
                <a:gd name="T27" fmla="*/ 2 h 14"/>
                <a:gd name="T28" fmla="*/ 13 w 24"/>
                <a:gd name="T29" fmla="*/ 0 h 14"/>
                <a:gd name="T30" fmla="*/ 13 w 24"/>
                <a:gd name="T31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" h="14">
                  <a:moveTo>
                    <a:pt x="13" y="0"/>
                  </a:moveTo>
                  <a:lnTo>
                    <a:pt x="13" y="0"/>
                  </a:lnTo>
                  <a:lnTo>
                    <a:pt x="7" y="7"/>
                  </a:lnTo>
                  <a:lnTo>
                    <a:pt x="6" y="11"/>
                  </a:lnTo>
                  <a:lnTo>
                    <a:pt x="2" y="13"/>
                  </a:lnTo>
                  <a:lnTo>
                    <a:pt x="2" y="13"/>
                  </a:lnTo>
                  <a:lnTo>
                    <a:pt x="0" y="13"/>
                  </a:lnTo>
                  <a:lnTo>
                    <a:pt x="2" y="14"/>
                  </a:lnTo>
                  <a:lnTo>
                    <a:pt x="9" y="13"/>
                  </a:lnTo>
                  <a:lnTo>
                    <a:pt x="24" y="11"/>
                  </a:lnTo>
                  <a:lnTo>
                    <a:pt x="24" y="11"/>
                  </a:lnTo>
                  <a:lnTo>
                    <a:pt x="24" y="3"/>
                  </a:lnTo>
                  <a:lnTo>
                    <a:pt x="24" y="3"/>
                  </a:lnTo>
                  <a:lnTo>
                    <a:pt x="18" y="2"/>
                  </a:lnTo>
                  <a:lnTo>
                    <a:pt x="13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72" name="Freeform 154">
              <a:extLst>
                <a:ext uri="{FF2B5EF4-FFF2-40B4-BE49-F238E27FC236}">
                  <a16:creationId xmlns:a16="http://schemas.microsoft.com/office/drawing/2014/main" id="{0579B2B3-E976-4590-ADCA-EF2693C6D6BA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0578" y="1677573"/>
              <a:ext cx="8898" cy="7415"/>
            </a:xfrm>
            <a:custGeom>
              <a:avLst/>
              <a:gdLst>
                <a:gd name="T0" fmla="*/ 4 w 6"/>
                <a:gd name="T1" fmla="*/ 0 h 5"/>
                <a:gd name="T2" fmla="*/ 4 w 6"/>
                <a:gd name="T3" fmla="*/ 0 h 5"/>
                <a:gd name="T4" fmla="*/ 6 w 6"/>
                <a:gd name="T5" fmla="*/ 1 h 5"/>
                <a:gd name="T6" fmla="*/ 6 w 6"/>
                <a:gd name="T7" fmla="*/ 1 h 5"/>
                <a:gd name="T8" fmla="*/ 4 w 6"/>
                <a:gd name="T9" fmla="*/ 3 h 5"/>
                <a:gd name="T10" fmla="*/ 2 w 6"/>
                <a:gd name="T11" fmla="*/ 5 h 5"/>
                <a:gd name="T12" fmla="*/ 2 w 6"/>
                <a:gd name="T13" fmla="*/ 5 h 5"/>
                <a:gd name="T14" fmla="*/ 0 w 6"/>
                <a:gd name="T15" fmla="*/ 1 h 5"/>
                <a:gd name="T16" fmla="*/ 2 w 6"/>
                <a:gd name="T17" fmla="*/ 0 h 5"/>
                <a:gd name="T18" fmla="*/ 4 w 6"/>
                <a:gd name="T19" fmla="*/ 0 h 5"/>
                <a:gd name="T20" fmla="*/ 4 w 6"/>
                <a:gd name="T2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" h="5">
                  <a:moveTo>
                    <a:pt x="4" y="0"/>
                  </a:moveTo>
                  <a:lnTo>
                    <a:pt x="4" y="0"/>
                  </a:lnTo>
                  <a:lnTo>
                    <a:pt x="6" y="1"/>
                  </a:lnTo>
                  <a:lnTo>
                    <a:pt x="6" y="1"/>
                  </a:lnTo>
                  <a:lnTo>
                    <a:pt x="4" y="3"/>
                  </a:lnTo>
                  <a:lnTo>
                    <a:pt x="2" y="5"/>
                  </a:lnTo>
                  <a:lnTo>
                    <a:pt x="2" y="5"/>
                  </a:lnTo>
                  <a:lnTo>
                    <a:pt x="0" y="1"/>
                  </a:lnTo>
                  <a:lnTo>
                    <a:pt x="2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73" name="Freeform 155">
              <a:extLst>
                <a:ext uri="{FF2B5EF4-FFF2-40B4-BE49-F238E27FC236}">
                  <a16:creationId xmlns:a16="http://schemas.microsoft.com/office/drawing/2014/main" id="{EB4076B1-8545-4CEB-ABFA-FD4330759A51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3812" y="1690920"/>
              <a:ext cx="40042" cy="34110"/>
            </a:xfrm>
            <a:custGeom>
              <a:avLst/>
              <a:gdLst>
                <a:gd name="T0" fmla="*/ 0 w 27"/>
                <a:gd name="T1" fmla="*/ 0 h 23"/>
                <a:gd name="T2" fmla="*/ 0 w 27"/>
                <a:gd name="T3" fmla="*/ 0 h 23"/>
                <a:gd name="T4" fmla="*/ 2 w 27"/>
                <a:gd name="T5" fmla="*/ 7 h 23"/>
                <a:gd name="T6" fmla="*/ 0 w 27"/>
                <a:gd name="T7" fmla="*/ 16 h 23"/>
                <a:gd name="T8" fmla="*/ 0 w 27"/>
                <a:gd name="T9" fmla="*/ 16 h 23"/>
                <a:gd name="T10" fmla="*/ 9 w 27"/>
                <a:gd name="T11" fmla="*/ 16 h 23"/>
                <a:gd name="T12" fmla="*/ 16 w 27"/>
                <a:gd name="T13" fmla="*/ 18 h 23"/>
                <a:gd name="T14" fmla="*/ 16 w 27"/>
                <a:gd name="T15" fmla="*/ 23 h 23"/>
                <a:gd name="T16" fmla="*/ 16 w 27"/>
                <a:gd name="T17" fmla="*/ 23 h 23"/>
                <a:gd name="T18" fmla="*/ 22 w 27"/>
                <a:gd name="T19" fmla="*/ 23 h 23"/>
                <a:gd name="T20" fmla="*/ 27 w 27"/>
                <a:gd name="T21" fmla="*/ 23 h 23"/>
                <a:gd name="T22" fmla="*/ 27 w 27"/>
                <a:gd name="T23" fmla="*/ 23 h 23"/>
                <a:gd name="T24" fmla="*/ 27 w 27"/>
                <a:gd name="T25" fmla="*/ 12 h 23"/>
                <a:gd name="T26" fmla="*/ 27 w 27"/>
                <a:gd name="T27" fmla="*/ 12 h 23"/>
                <a:gd name="T28" fmla="*/ 11 w 27"/>
                <a:gd name="T29" fmla="*/ 0 h 23"/>
                <a:gd name="T30" fmla="*/ 11 w 27"/>
                <a:gd name="T31" fmla="*/ 0 h 23"/>
                <a:gd name="T32" fmla="*/ 6 w 27"/>
                <a:gd name="T33" fmla="*/ 0 h 23"/>
                <a:gd name="T34" fmla="*/ 0 w 27"/>
                <a:gd name="T35" fmla="*/ 0 h 23"/>
                <a:gd name="T36" fmla="*/ 0 w 27"/>
                <a:gd name="T37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" h="23">
                  <a:moveTo>
                    <a:pt x="0" y="0"/>
                  </a:moveTo>
                  <a:lnTo>
                    <a:pt x="0" y="0"/>
                  </a:lnTo>
                  <a:lnTo>
                    <a:pt x="2" y="7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9" y="16"/>
                  </a:lnTo>
                  <a:lnTo>
                    <a:pt x="16" y="18"/>
                  </a:lnTo>
                  <a:lnTo>
                    <a:pt x="16" y="23"/>
                  </a:lnTo>
                  <a:lnTo>
                    <a:pt x="16" y="23"/>
                  </a:lnTo>
                  <a:lnTo>
                    <a:pt x="22" y="23"/>
                  </a:lnTo>
                  <a:lnTo>
                    <a:pt x="27" y="23"/>
                  </a:lnTo>
                  <a:lnTo>
                    <a:pt x="27" y="23"/>
                  </a:lnTo>
                  <a:lnTo>
                    <a:pt x="27" y="12"/>
                  </a:lnTo>
                  <a:lnTo>
                    <a:pt x="27" y="12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74" name="Freeform 156">
              <a:extLst>
                <a:ext uri="{FF2B5EF4-FFF2-40B4-BE49-F238E27FC236}">
                  <a16:creationId xmlns:a16="http://schemas.microsoft.com/office/drawing/2014/main" id="{C3D94AEF-7EC2-45C7-977E-24715A0E41D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13947" y="1725029"/>
              <a:ext cx="26694" cy="32626"/>
            </a:xfrm>
            <a:custGeom>
              <a:avLst/>
              <a:gdLst>
                <a:gd name="T0" fmla="*/ 7 w 18"/>
                <a:gd name="T1" fmla="*/ 0 h 22"/>
                <a:gd name="T2" fmla="*/ 7 w 18"/>
                <a:gd name="T3" fmla="*/ 0 h 22"/>
                <a:gd name="T4" fmla="*/ 4 w 18"/>
                <a:gd name="T5" fmla="*/ 2 h 22"/>
                <a:gd name="T6" fmla="*/ 0 w 18"/>
                <a:gd name="T7" fmla="*/ 4 h 22"/>
                <a:gd name="T8" fmla="*/ 0 w 18"/>
                <a:gd name="T9" fmla="*/ 4 h 22"/>
                <a:gd name="T10" fmla="*/ 0 w 18"/>
                <a:gd name="T11" fmla="*/ 11 h 22"/>
                <a:gd name="T12" fmla="*/ 0 w 18"/>
                <a:gd name="T13" fmla="*/ 17 h 22"/>
                <a:gd name="T14" fmla="*/ 0 w 18"/>
                <a:gd name="T15" fmla="*/ 17 h 22"/>
                <a:gd name="T16" fmla="*/ 2 w 18"/>
                <a:gd name="T17" fmla="*/ 17 h 22"/>
                <a:gd name="T18" fmla="*/ 2 w 18"/>
                <a:gd name="T19" fmla="*/ 19 h 22"/>
                <a:gd name="T20" fmla="*/ 4 w 18"/>
                <a:gd name="T21" fmla="*/ 22 h 22"/>
                <a:gd name="T22" fmla="*/ 4 w 18"/>
                <a:gd name="T23" fmla="*/ 22 h 22"/>
                <a:gd name="T24" fmla="*/ 9 w 18"/>
                <a:gd name="T25" fmla="*/ 20 h 22"/>
                <a:gd name="T26" fmla="*/ 11 w 18"/>
                <a:gd name="T27" fmla="*/ 20 h 22"/>
                <a:gd name="T28" fmla="*/ 11 w 18"/>
                <a:gd name="T29" fmla="*/ 19 h 22"/>
                <a:gd name="T30" fmla="*/ 11 w 18"/>
                <a:gd name="T31" fmla="*/ 19 h 22"/>
                <a:gd name="T32" fmla="*/ 15 w 18"/>
                <a:gd name="T33" fmla="*/ 17 h 22"/>
                <a:gd name="T34" fmla="*/ 18 w 18"/>
                <a:gd name="T35" fmla="*/ 15 h 22"/>
                <a:gd name="T36" fmla="*/ 18 w 18"/>
                <a:gd name="T37" fmla="*/ 15 h 22"/>
                <a:gd name="T38" fmla="*/ 18 w 18"/>
                <a:gd name="T39" fmla="*/ 9 h 22"/>
                <a:gd name="T40" fmla="*/ 18 w 18"/>
                <a:gd name="T41" fmla="*/ 4 h 22"/>
                <a:gd name="T42" fmla="*/ 18 w 18"/>
                <a:gd name="T43" fmla="*/ 4 h 22"/>
                <a:gd name="T44" fmla="*/ 13 w 18"/>
                <a:gd name="T45" fmla="*/ 2 h 22"/>
                <a:gd name="T46" fmla="*/ 7 w 18"/>
                <a:gd name="T47" fmla="*/ 0 h 22"/>
                <a:gd name="T48" fmla="*/ 7 w 18"/>
                <a:gd name="T49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8" h="22">
                  <a:moveTo>
                    <a:pt x="7" y="0"/>
                  </a:moveTo>
                  <a:lnTo>
                    <a:pt x="7" y="0"/>
                  </a:lnTo>
                  <a:lnTo>
                    <a:pt x="4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11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2" y="17"/>
                  </a:lnTo>
                  <a:lnTo>
                    <a:pt x="2" y="19"/>
                  </a:lnTo>
                  <a:lnTo>
                    <a:pt x="4" y="22"/>
                  </a:lnTo>
                  <a:lnTo>
                    <a:pt x="4" y="22"/>
                  </a:lnTo>
                  <a:lnTo>
                    <a:pt x="9" y="20"/>
                  </a:lnTo>
                  <a:lnTo>
                    <a:pt x="11" y="20"/>
                  </a:lnTo>
                  <a:lnTo>
                    <a:pt x="11" y="19"/>
                  </a:lnTo>
                  <a:lnTo>
                    <a:pt x="11" y="19"/>
                  </a:lnTo>
                  <a:lnTo>
                    <a:pt x="15" y="17"/>
                  </a:lnTo>
                  <a:lnTo>
                    <a:pt x="18" y="15"/>
                  </a:lnTo>
                  <a:lnTo>
                    <a:pt x="18" y="15"/>
                  </a:lnTo>
                  <a:lnTo>
                    <a:pt x="18" y="9"/>
                  </a:lnTo>
                  <a:lnTo>
                    <a:pt x="18" y="4"/>
                  </a:lnTo>
                  <a:lnTo>
                    <a:pt x="18" y="4"/>
                  </a:lnTo>
                  <a:lnTo>
                    <a:pt x="13" y="2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75" name="Freeform 157">
              <a:extLst>
                <a:ext uri="{FF2B5EF4-FFF2-40B4-BE49-F238E27FC236}">
                  <a16:creationId xmlns:a16="http://schemas.microsoft.com/office/drawing/2014/main" id="{830A685C-6558-485B-8D5E-177E8526E8BB}"/>
                </a:ext>
              </a:extLst>
            </p:cNvPr>
            <p:cNvSpPr>
              <a:spLocks/>
            </p:cNvSpPr>
            <p:nvPr/>
          </p:nvSpPr>
          <p:spPr bwMode="auto">
            <a:xfrm>
              <a:off x="8892480" y="2352340"/>
              <a:ext cx="65252" cy="292152"/>
            </a:xfrm>
            <a:custGeom>
              <a:avLst/>
              <a:gdLst>
                <a:gd name="T0" fmla="*/ 18 w 44"/>
                <a:gd name="T1" fmla="*/ 0 h 197"/>
                <a:gd name="T2" fmla="*/ 9 w 44"/>
                <a:gd name="T3" fmla="*/ 7 h 197"/>
                <a:gd name="T4" fmla="*/ 14 w 44"/>
                <a:gd name="T5" fmla="*/ 16 h 197"/>
                <a:gd name="T6" fmla="*/ 14 w 44"/>
                <a:gd name="T7" fmla="*/ 27 h 197"/>
                <a:gd name="T8" fmla="*/ 9 w 44"/>
                <a:gd name="T9" fmla="*/ 31 h 197"/>
                <a:gd name="T10" fmla="*/ 2 w 44"/>
                <a:gd name="T11" fmla="*/ 38 h 197"/>
                <a:gd name="T12" fmla="*/ 0 w 44"/>
                <a:gd name="T13" fmla="*/ 49 h 197"/>
                <a:gd name="T14" fmla="*/ 5 w 44"/>
                <a:gd name="T15" fmla="*/ 73 h 197"/>
                <a:gd name="T16" fmla="*/ 5 w 44"/>
                <a:gd name="T17" fmla="*/ 86 h 197"/>
                <a:gd name="T18" fmla="*/ 2 w 44"/>
                <a:gd name="T19" fmla="*/ 124 h 197"/>
                <a:gd name="T20" fmla="*/ 5 w 44"/>
                <a:gd name="T21" fmla="*/ 124 h 197"/>
                <a:gd name="T22" fmla="*/ 5 w 44"/>
                <a:gd name="T23" fmla="*/ 135 h 197"/>
                <a:gd name="T24" fmla="*/ 4 w 44"/>
                <a:gd name="T25" fmla="*/ 135 h 197"/>
                <a:gd name="T26" fmla="*/ 7 w 44"/>
                <a:gd name="T27" fmla="*/ 149 h 197"/>
                <a:gd name="T28" fmla="*/ 7 w 44"/>
                <a:gd name="T29" fmla="*/ 159 h 197"/>
                <a:gd name="T30" fmla="*/ 0 w 44"/>
                <a:gd name="T31" fmla="*/ 195 h 197"/>
                <a:gd name="T32" fmla="*/ 5 w 44"/>
                <a:gd name="T33" fmla="*/ 186 h 197"/>
                <a:gd name="T34" fmla="*/ 13 w 44"/>
                <a:gd name="T35" fmla="*/ 184 h 197"/>
                <a:gd name="T36" fmla="*/ 20 w 44"/>
                <a:gd name="T37" fmla="*/ 189 h 197"/>
                <a:gd name="T38" fmla="*/ 25 w 44"/>
                <a:gd name="T39" fmla="*/ 197 h 197"/>
                <a:gd name="T40" fmla="*/ 25 w 44"/>
                <a:gd name="T41" fmla="*/ 191 h 197"/>
                <a:gd name="T42" fmla="*/ 25 w 44"/>
                <a:gd name="T43" fmla="*/ 186 h 197"/>
                <a:gd name="T44" fmla="*/ 14 w 44"/>
                <a:gd name="T45" fmla="*/ 169 h 197"/>
                <a:gd name="T46" fmla="*/ 13 w 44"/>
                <a:gd name="T47" fmla="*/ 164 h 197"/>
                <a:gd name="T48" fmla="*/ 14 w 44"/>
                <a:gd name="T49" fmla="*/ 142 h 197"/>
                <a:gd name="T50" fmla="*/ 20 w 44"/>
                <a:gd name="T51" fmla="*/ 120 h 197"/>
                <a:gd name="T52" fmla="*/ 22 w 44"/>
                <a:gd name="T53" fmla="*/ 118 h 197"/>
                <a:gd name="T54" fmla="*/ 22 w 44"/>
                <a:gd name="T55" fmla="*/ 115 h 197"/>
                <a:gd name="T56" fmla="*/ 35 w 44"/>
                <a:gd name="T57" fmla="*/ 115 h 197"/>
                <a:gd name="T58" fmla="*/ 44 w 44"/>
                <a:gd name="T59" fmla="*/ 124 h 197"/>
                <a:gd name="T60" fmla="*/ 38 w 44"/>
                <a:gd name="T61" fmla="*/ 111 h 197"/>
                <a:gd name="T62" fmla="*/ 29 w 44"/>
                <a:gd name="T63" fmla="*/ 100 h 197"/>
                <a:gd name="T64" fmla="*/ 27 w 44"/>
                <a:gd name="T65" fmla="*/ 100 h 197"/>
                <a:gd name="T66" fmla="*/ 27 w 44"/>
                <a:gd name="T67" fmla="*/ 75 h 197"/>
                <a:gd name="T68" fmla="*/ 25 w 44"/>
                <a:gd name="T69" fmla="*/ 56 h 197"/>
                <a:gd name="T70" fmla="*/ 25 w 44"/>
                <a:gd name="T71" fmla="*/ 53 h 197"/>
                <a:gd name="T72" fmla="*/ 29 w 44"/>
                <a:gd name="T73" fmla="*/ 46 h 197"/>
                <a:gd name="T74" fmla="*/ 29 w 44"/>
                <a:gd name="T75" fmla="*/ 42 h 197"/>
                <a:gd name="T76" fmla="*/ 22 w 44"/>
                <a:gd name="T77" fmla="*/ 27 h 197"/>
                <a:gd name="T78" fmla="*/ 20 w 44"/>
                <a:gd name="T79" fmla="*/ 24 h 197"/>
                <a:gd name="T80" fmla="*/ 22 w 44"/>
                <a:gd name="T81" fmla="*/ 16 h 197"/>
                <a:gd name="T82" fmla="*/ 25 w 44"/>
                <a:gd name="T83" fmla="*/ 9 h 197"/>
                <a:gd name="T84" fmla="*/ 22 w 44"/>
                <a:gd name="T85" fmla="*/ 4 h 197"/>
                <a:gd name="T86" fmla="*/ 18 w 44"/>
                <a:gd name="T87" fmla="*/ 0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4" h="197">
                  <a:moveTo>
                    <a:pt x="18" y="0"/>
                  </a:moveTo>
                  <a:lnTo>
                    <a:pt x="18" y="0"/>
                  </a:lnTo>
                  <a:lnTo>
                    <a:pt x="14" y="4"/>
                  </a:lnTo>
                  <a:lnTo>
                    <a:pt x="9" y="7"/>
                  </a:lnTo>
                  <a:lnTo>
                    <a:pt x="9" y="7"/>
                  </a:lnTo>
                  <a:lnTo>
                    <a:pt x="14" y="16"/>
                  </a:lnTo>
                  <a:lnTo>
                    <a:pt x="14" y="20"/>
                  </a:lnTo>
                  <a:lnTo>
                    <a:pt x="14" y="27"/>
                  </a:lnTo>
                  <a:lnTo>
                    <a:pt x="14" y="27"/>
                  </a:lnTo>
                  <a:lnTo>
                    <a:pt x="9" y="31"/>
                  </a:lnTo>
                  <a:lnTo>
                    <a:pt x="5" y="35"/>
                  </a:lnTo>
                  <a:lnTo>
                    <a:pt x="2" y="38"/>
                  </a:lnTo>
                  <a:lnTo>
                    <a:pt x="2" y="38"/>
                  </a:lnTo>
                  <a:lnTo>
                    <a:pt x="0" y="49"/>
                  </a:lnTo>
                  <a:lnTo>
                    <a:pt x="2" y="58"/>
                  </a:lnTo>
                  <a:lnTo>
                    <a:pt x="5" y="73"/>
                  </a:lnTo>
                  <a:lnTo>
                    <a:pt x="5" y="73"/>
                  </a:lnTo>
                  <a:lnTo>
                    <a:pt x="5" y="86"/>
                  </a:lnTo>
                  <a:lnTo>
                    <a:pt x="5" y="100"/>
                  </a:lnTo>
                  <a:lnTo>
                    <a:pt x="2" y="124"/>
                  </a:lnTo>
                  <a:lnTo>
                    <a:pt x="2" y="124"/>
                  </a:lnTo>
                  <a:lnTo>
                    <a:pt x="5" y="124"/>
                  </a:lnTo>
                  <a:lnTo>
                    <a:pt x="5" y="128"/>
                  </a:lnTo>
                  <a:lnTo>
                    <a:pt x="5" y="135"/>
                  </a:lnTo>
                  <a:lnTo>
                    <a:pt x="5" y="135"/>
                  </a:lnTo>
                  <a:lnTo>
                    <a:pt x="4" y="135"/>
                  </a:lnTo>
                  <a:lnTo>
                    <a:pt x="2" y="138"/>
                  </a:lnTo>
                  <a:lnTo>
                    <a:pt x="7" y="149"/>
                  </a:lnTo>
                  <a:lnTo>
                    <a:pt x="7" y="149"/>
                  </a:lnTo>
                  <a:lnTo>
                    <a:pt x="7" y="159"/>
                  </a:lnTo>
                  <a:lnTo>
                    <a:pt x="5" y="171"/>
                  </a:lnTo>
                  <a:lnTo>
                    <a:pt x="0" y="195"/>
                  </a:lnTo>
                  <a:lnTo>
                    <a:pt x="0" y="195"/>
                  </a:lnTo>
                  <a:lnTo>
                    <a:pt x="5" y="186"/>
                  </a:lnTo>
                  <a:lnTo>
                    <a:pt x="9" y="182"/>
                  </a:lnTo>
                  <a:lnTo>
                    <a:pt x="13" y="184"/>
                  </a:lnTo>
                  <a:lnTo>
                    <a:pt x="20" y="189"/>
                  </a:lnTo>
                  <a:lnTo>
                    <a:pt x="20" y="189"/>
                  </a:lnTo>
                  <a:lnTo>
                    <a:pt x="22" y="195"/>
                  </a:lnTo>
                  <a:lnTo>
                    <a:pt x="25" y="197"/>
                  </a:lnTo>
                  <a:lnTo>
                    <a:pt x="25" y="197"/>
                  </a:lnTo>
                  <a:lnTo>
                    <a:pt x="25" y="191"/>
                  </a:lnTo>
                  <a:lnTo>
                    <a:pt x="25" y="186"/>
                  </a:lnTo>
                  <a:lnTo>
                    <a:pt x="25" y="186"/>
                  </a:lnTo>
                  <a:lnTo>
                    <a:pt x="18" y="175"/>
                  </a:lnTo>
                  <a:lnTo>
                    <a:pt x="14" y="169"/>
                  </a:lnTo>
                  <a:lnTo>
                    <a:pt x="13" y="164"/>
                  </a:lnTo>
                  <a:lnTo>
                    <a:pt x="13" y="164"/>
                  </a:lnTo>
                  <a:lnTo>
                    <a:pt x="13" y="151"/>
                  </a:lnTo>
                  <a:lnTo>
                    <a:pt x="14" y="142"/>
                  </a:lnTo>
                  <a:lnTo>
                    <a:pt x="20" y="120"/>
                  </a:lnTo>
                  <a:lnTo>
                    <a:pt x="20" y="120"/>
                  </a:lnTo>
                  <a:lnTo>
                    <a:pt x="22" y="118"/>
                  </a:lnTo>
                  <a:lnTo>
                    <a:pt x="22" y="118"/>
                  </a:lnTo>
                  <a:lnTo>
                    <a:pt x="22" y="115"/>
                  </a:lnTo>
                  <a:lnTo>
                    <a:pt x="22" y="115"/>
                  </a:lnTo>
                  <a:lnTo>
                    <a:pt x="29" y="115"/>
                  </a:lnTo>
                  <a:lnTo>
                    <a:pt x="35" y="115"/>
                  </a:lnTo>
                  <a:lnTo>
                    <a:pt x="35" y="115"/>
                  </a:lnTo>
                  <a:lnTo>
                    <a:pt x="44" y="124"/>
                  </a:lnTo>
                  <a:lnTo>
                    <a:pt x="44" y="124"/>
                  </a:lnTo>
                  <a:lnTo>
                    <a:pt x="38" y="111"/>
                  </a:lnTo>
                  <a:lnTo>
                    <a:pt x="35" y="104"/>
                  </a:lnTo>
                  <a:lnTo>
                    <a:pt x="29" y="100"/>
                  </a:lnTo>
                  <a:lnTo>
                    <a:pt x="27" y="100"/>
                  </a:lnTo>
                  <a:lnTo>
                    <a:pt x="27" y="100"/>
                  </a:lnTo>
                  <a:lnTo>
                    <a:pt x="27" y="89"/>
                  </a:lnTo>
                  <a:lnTo>
                    <a:pt x="27" y="75"/>
                  </a:lnTo>
                  <a:lnTo>
                    <a:pt x="27" y="62"/>
                  </a:lnTo>
                  <a:lnTo>
                    <a:pt x="25" y="56"/>
                  </a:lnTo>
                  <a:lnTo>
                    <a:pt x="25" y="53"/>
                  </a:lnTo>
                  <a:lnTo>
                    <a:pt x="25" y="53"/>
                  </a:lnTo>
                  <a:lnTo>
                    <a:pt x="27" y="47"/>
                  </a:lnTo>
                  <a:lnTo>
                    <a:pt x="29" y="46"/>
                  </a:lnTo>
                  <a:lnTo>
                    <a:pt x="29" y="42"/>
                  </a:lnTo>
                  <a:lnTo>
                    <a:pt x="29" y="42"/>
                  </a:lnTo>
                  <a:lnTo>
                    <a:pt x="25" y="33"/>
                  </a:lnTo>
                  <a:lnTo>
                    <a:pt x="22" y="27"/>
                  </a:lnTo>
                  <a:lnTo>
                    <a:pt x="20" y="24"/>
                  </a:lnTo>
                  <a:lnTo>
                    <a:pt x="20" y="24"/>
                  </a:lnTo>
                  <a:lnTo>
                    <a:pt x="20" y="20"/>
                  </a:lnTo>
                  <a:lnTo>
                    <a:pt x="22" y="16"/>
                  </a:lnTo>
                  <a:lnTo>
                    <a:pt x="24" y="13"/>
                  </a:lnTo>
                  <a:lnTo>
                    <a:pt x="25" y="9"/>
                  </a:lnTo>
                  <a:lnTo>
                    <a:pt x="25" y="9"/>
                  </a:lnTo>
                  <a:lnTo>
                    <a:pt x="22" y="4"/>
                  </a:lnTo>
                  <a:lnTo>
                    <a:pt x="18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76" name="Freeform 158">
              <a:extLst>
                <a:ext uri="{FF2B5EF4-FFF2-40B4-BE49-F238E27FC236}">
                  <a16:creationId xmlns:a16="http://schemas.microsoft.com/office/drawing/2014/main" id="{70F9738C-4058-4AEC-8277-ECF78C0E00AF}"/>
                </a:ext>
              </a:extLst>
            </p:cNvPr>
            <p:cNvSpPr>
              <a:spLocks/>
            </p:cNvSpPr>
            <p:nvPr/>
          </p:nvSpPr>
          <p:spPr bwMode="auto">
            <a:xfrm>
              <a:off x="8001195" y="2298952"/>
              <a:ext cx="145334" cy="164614"/>
            </a:xfrm>
            <a:custGeom>
              <a:avLst/>
              <a:gdLst>
                <a:gd name="T0" fmla="*/ 98 w 98"/>
                <a:gd name="T1" fmla="*/ 0 h 111"/>
                <a:gd name="T2" fmla="*/ 92 w 98"/>
                <a:gd name="T3" fmla="*/ 14 h 111"/>
                <a:gd name="T4" fmla="*/ 94 w 98"/>
                <a:gd name="T5" fmla="*/ 16 h 111"/>
                <a:gd name="T6" fmla="*/ 94 w 98"/>
                <a:gd name="T7" fmla="*/ 36 h 111"/>
                <a:gd name="T8" fmla="*/ 87 w 98"/>
                <a:gd name="T9" fmla="*/ 45 h 111"/>
                <a:gd name="T10" fmla="*/ 89 w 98"/>
                <a:gd name="T11" fmla="*/ 43 h 111"/>
                <a:gd name="T12" fmla="*/ 83 w 98"/>
                <a:gd name="T13" fmla="*/ 43 h 111"/>
                <a:gd name="T14" fmla="*/ 82 w 98"/>
                <a:gd name="T15" fmla="*/ 47 h 111"/>
                <a:gd name="T16" fmla="*/ 78 w 98"/>
                <a:gd name="T17" fmla="*/ 51 h 111"/>
                <a:gd name="T18" fmla="*/ 82 w 98"/>
                <a:gd name="T19" fmla="*/ 52 h 111"/>
                <a:gd name="T20" fmla="*/ 85 w 98"/>
                <a:gd name="T21" fmla="*/ 54 h 111"/>
                <a:gd name="T22" fmla="*/ 72 w 98"/>
                <a:gd name="T23" fmla="*/ 67 h 111"/>
                <a:gd name="T24" fmla="*/ 69 w 98"/>
                <a:gd name="T25" fmla="*/ 67 h 111"/>
                <a:gd name="T26" fmla="*/ 63 w 98"/>
                <a:gd name="T27" fmla="*/ 67 h 111"/>
                <a:gd name="T28" fmla="*/ 60 w 98"/>
                <a:gd name="T29" fmla="*/ 74 h 111"/>
                <a:gd name="T30" fmla="*/ 56 w 98"/>
                <a:gd name="T31" fmla="*/ 80 h 111"/>
                <a:gd name="T32" fmla="*/ 51 w 98"/>
                <a:gd name="T33" fmla="*/ 80 h 111"/>
                <a:gd name="T34" fmla="*/ 47 w 98"/>
                <a:gd name="T35" fmla="*/ 80 h 111"/>
                <a:gd name="T36" fmla="*/ 40 w 98"/>
                <a:gd name="T37" fmla="*/ 87 h 111"/>
                <a:gd name="T38" fmla="*/ 27 w 98"/>
                <a:gd name="T39" fmla="*/ 107 h 111"/>
                <a:gd name="T40" fmla="*/ 16 w 98"/>
                <a:gd name="T41" fmla="*/ 111 h 111"/>
                <a:gd name="T42" fmla="*/ 10 w 98"/>
                <a:gd name="T43" fmla="*/ 111 h 111"/>
                <a:gd name="T44" fmla="*/ 0 w 98"/>
                <a:gd name="T45" fmla="*/ 103 h 111"/>
                <a:gd name="T46" fmla="*/ 16 w 98"/>
                <a:gd name="T47" fmla="*/ 96 h 111"/>
                <a:gd name="T48" fmla="*/ 29 w 98"/>
                <a:gd name="T49" fmla="*/ 85 h 111"/>
                <a:gd name="T50" fmla="*/ 31 w 98"/>
                <a:gd name="T51" fmla="*/ 78 h 111"/>
                <a:gd name="T52" fmla="*/ 34 w 98"/>
                <a:gd name="T53" fmla="*/ 72 h 111"/>
                <a:gd name="T54" fmla="*/ 43 w 98"/>
                <a:gd name="T55" fmla="*/ 71 h 111"/>
                <a:gd name="T56" fmla="*/ 45 w 98"/>
                <a:gd name="T57" fmla="*/ 67 h 111"/>
                <a:gd name="T58" fmla="*/ 49 w 98"/>
                <a:gd name="T59" fmla="*/ 60 h 111"/>
                <a:gd name="T60" fmla="*/ 52 w 98"/>
                <a:gd name="T61" fmla="*/ 58 h 111"/>
                <a:gd name="T62" fmla="*/ 56 w 98"/>
                <a:gd name="T63" fmla="*/ 58 h 111"/>
                <a:gd name="T64" fmla="*/ 65 w 98"/>
                <a:gd name="T65" fmla="*/ 47 h 111"/>
                <a:gd name="T66" fmla="*/ 85 w 98"/>
                <a:gd name="T67" fmla="*/ 14 h 111"/>
                <a:gd name="T68" fmla="*/ 94 w 98"/>
                <a:gd name="T69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98" h="111">
                  <a:moveTo>
                    <a:pt x="94" y="0"/>
                  </a:moveTo>
                  <a:lnTo>
                    <a:pt x="98" y="0"/>
                  </a:lnTo>
                  <a:lnTo>
                    <a:pt x="98" y="0"/>
                  </a:lnTo>
                  <a:lnTo>
                    <a:pt x="92" y="14"/>
                  </a:lnTo>
                  <a:lnTo>
                    <a:pt x="92" y="14"/>
                  </a:lnTo>
                  <a:lnTo>
                    <a:pt x="94" y="16"/>
                  </a:lnTo>
                  <a:lnTo>
                    <a:pt x="94" y="23"/>
                  </a:lnTo>
                  <a:lnTo>
                    <a:pt x="94" y="36"/>
                  </a:lnTo>
                  <a:lnTo>
                    <a:pt x="94" y="36"/>
                  </a:lnTo>
                  <a:lnTo>
                    <a:pt x="87" y="45"/>
                  </a:lnTo>
                  <a:lnTo>
                    <a:pt x="87" y="45"/>
                  </a:lnTo>
                  <a:lnTo>
                    <a:pt x="89" y="43"/>
                  </a:lnTo>
                  <a:lnTo>
                    <a:pt x="87" y="43"/>
                  </a:lnTo>
                  <a:lnTo>
                    <a:pt x="83" y="43"/>
                  </a:lnTo>
                  <a:lnTo>
                    <a:pt x="83" y="43"/>
                  </a:lnTo>
                  <a:lnTo>
                    <a:pt x="82" y="47"/>
                  </a:lnTo>
                  <a:lnTo>
                    <a:pt x="78" y="51"/>
                  </a:lnTo>
                  <a:lnTo>
                    <a:pt x="78" y="51"/>
                  </a:lnTo>
                  <a:lnTo>
                    <a:pt x="78" y="51"/>
                  </a:lnTo>
                  <a:lnTo>
                    <a:pt x="82" y="52"/>
                  </a:lnTo>
                  <a:lnTo>
                    <a:pt x="85" y="54"/>
                  </a:lnTo>
                  <a:lnTo>
                    <a:pt x="85" y="54"/>
                  </a:lnTo>
                  <a:lnTo>
                    <a:pt x="72" y="65"/>
                  </a:lnTo>
                  <a:lnTo>
                    <a:pt x="72" y="67"/>
                  </a:lnTo>
                  <a:lnTo>
                    <a:pt x="72" y="67"/>
                  </a:lnTo>
                  <a:lnTo>
                    <a:pt x="69" y="67"/>
                  </a:lnTo>
                  <a:lnTo>
                    <a:pt x="63" y="67"/>
                  </a:lnTo>
                  <a:lnTo>
                    <a:pt x="63" y="67"/>
                  </a:lnTo>
                  <a:lnTo>
                    <a:pt x="62" y="71"/>
                  </a:lnTo>
                  <a:lnTo>
                    <a:pt x="60" y="74"/>
                  </a:lnTo>
                  <a:lnTo>
                    <a:pt x="56" y="78"/>
                  </a:lnTo>
                  <a:lnTo>
                    <a:pt x="56" y="80"/>
                  </a:lnTo>
                  <a:lnTo>
                    <a:pt x="56" y="80"/>
                  </a:lnTo>
                  <a:lnTo>
                    <a:pt x="51" y="80"/>
                  </a:lnTo>
                  <a:lnTo>
                    <a:pt x="47" y="80"/>
                  </a:lnTo>
                  <a:lnTo>
                    <a:pt x="47" y="80"/>
                  </a:lnTo>
                  <a:lnTo>
                    <a:pt x="41" y="83"/>
                  </a:lnTo>
                  <a:lnTo>
                    <a:pt x="40" y="87"/>
                  </a:lnTo>
                  <a:lnTo>
                    <a:pt x="32" y="98"/>
                  </a:lnTo>
                  <a:lnTo>
                    <a:pt x="27" y="107"/>
                  </a:lnTo>
                  <a:lnTo>
                    <a:pt x="21" y="109"/>
                  </a:lnTo>
                  <a:lnTo>
                    <a:pt x="16" y="111"/>
                  </a:lnTo>
                  <a:lnTo>
                    <a:pt x="16" y="111"/>
                  </a:lnTo>
                  <a:lnTo>
                    <a:pt x="10" y="111"/>
                  </a:lnTo>
                  <a:lnTo>
                    <a:pt x="7" y="109"/>
                  </a:lnTo>
                  <a:lnTo>
                    <a:pt x="0" y="103"/>
                  </a:lnTo>
                  <a:lnTo>
                    <a:pt x="0" y="103"/>
                  </a:lnTo>
                  <a:lnTo>
                    <a:pt x="16" y="96"/>
                  </a:lnTo>
                  <a:lnTo>
                    <a:pt x="23" y="91"/>
                  </a:lnTo>
                  <a:lnTo>
                    <a:pt x="29" y="85"/>
                  </a:lnTo>
                  <a:lnTo>
                    <a:pt x="29" y="85"/>
                  </a:lnTo>
                  <a:lnTo>
                    <a:pt x="31" y="78"/>
                  </a:lnTo>
                  <a:lnTo>
                    <a:pt x="34" y="72"/>
                  </a:lnTo>
                  <a:lnTo>
                    <a:pt x="34" y="72"/>
                  </a:lnTo>
                  <a:lnTo>
                    <a:pt x="38" y="71"/>
                  </a:lnTo>
                  <a:lnTo>
                    <a:pt x="43" y="71"/>
                  </a:lnTo>
                  <a:lnTo>
                    <a:pt x="43" y="71"/>
                  </a:lnTo>
                  <a:lnTo>
                    <a:pt x="45" y="67"/>
                  </a:lnTo>
                  <a:lnTo>
                    <a:pt x="47" y="65"/>
                  </a:lnTo>
                  <a:lnTo>
                    <a:pt x="49" y="60"/>
                  </a:lnTo>
                  <a:lnTo>
                    <a:pt x="49" y="60"/>
                  </a:lnTo>
                  <a:lnTo>
                    <a:pt x="52" y="58"/>
                  </a:lnTo>
                  <a:lnTo>
                    <a:pt x="56" y="58"/>
                  </a:lnTo>
                  <a:lnTo>
                    <a:pt x="56" y="58"/>
                  </a:lnTo>
                  <a:lnTo>
                    <a:pt x="60" y="54"/>
                  </a:lnTo>
                  <a:lnTo>
                    <a:pt x="65" y="47"/>
                  </a:lnTo>
                  <a:lnTo>
                    <a:pt x="76" y="31"/>
                  </a:lnTo>
                  <a:lnTo>
                    <a:pt x="85" y="14"/>
                  </a:lnTo>
                  <a:lnTo>
                    <a:pt x="92" y="0"/>
                  </a:lnTo>
                  <a:lnTo>
                    <a:pt x="9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77" name="Freeform 159">
              <a:extLst>
                <a:ext uri="{FF2B5EF4-FFF2-40B4-BE49-F238E27FC236}">
                  <a16:creationId xmlns:a16="http://schemas.microsoft.com/office/drawing/2014/main" id="{D4FC8C5D-BC0D-4E57-BF75-9EA75F8132CF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4602" y="1422496"/>
              <a:ext cx="65252" cy="91946"/>
            </a:xfrm>
            <a:custGeom>
              <a:avLst/>
              <a:gdLst>
                <a:gd name="T0" fmla="*/ 20 w 44"/>
                <a:gd name="T1" fmla="*/ 0 h 62"/>
                <a:gd name="T2" fmla="*/ 20 w 44"/>
                <a:gd name="T3" fmla="*/ 0 h 62"/>
                <a:gd name="T4" fmla="*/ 11 w 44"/>
                <a:gd name="T5" fmla="*/ 11 h 62"/>
                <a:gd name="T6" fmla="*/ 6 w 44"/>
                <a:gd name="T7" fmla="*/ 26 h 62"/>
                <a:gd name="T8" fmla="*/ 0 w 44"/>
                <a:gd name="T9" fmla="*/ 28 h 62"/>
                <a:gd name="T10" fmla="*/ 0 w 44"/>
                <a:gd name="T11" fmla="*/ 28 h 62"/>
                <a:gd name="T12" fmla="*/ 4 w 44"/>
                <a:gd name="T13" fmla="*/ 44 h 62"/>
                <a:gd name="T14" fmla="*/ 8 w 44"/>
                <a:gd name="T15" fmla="*/ 53 h 62"/>
                <a:gd name="T16" fmla="*/ 9 w 44"/>
                <a:gd name="T17" fmla="*/ 59 h 62"/>
                <a:gd name="T18" fmla="*/ 9 w 44"/>
                <a:gd name="T19" fmla="*/ 59 h 62"/>
                <a:gd name="T20" fmla="*/ 13 w 44"/>
                <a:gd name="T21" fmla="*/ 60 h 62"/>
                <a:gd name="T22" fmla="*/ 17 w 44"/>
                <a:gd name="T23" fmla="*/ 60 h 62"/>
                <a:gd name="T24" fmla="*/ 20 w 44"/>
                <a:gd name="T25" fmla="*/ 60 h 62"/>
                <a:gd name="T26" fmla="*/ 24 w 44"/>
                <a:gd name="T27" fmla="*/ 62 h 62"/>
                <a:gd name="T28" fmla="*/ 24 w 44"/>
                <a:gd name="T29" fmla="*/ 62 h 62"/>
                <a:gd name="T30" fmla="*/ 28 w 44"/>
                <a:gd name="T31" fmla="*/ 57 h 62"/>
                <a:gd name="T32" fmla="*/ 31 w 44"/>
                <a:gd name="T33" fmla="*/ 55 h 62"/>
                <a:gd name="T34" fmla="*/ 31 w 44"/>
                <a:gd name="T35" fmla="*/ 55 h 62"/>
                <a:gd name="T36" fmla="*/ 31 w 44"/>
                <a:gd name="T37" fmla="*/ 51 h 62"/>
                <a:gd name="T38" fmla="*/ 31 w 44"/>
                <a:gd name="T39" fmla="*/ 50 h 62"/>
                <a:gd name="T40" fmla="*/ 31 w 44"/>
                <a:gd name="T41" fmla="*/ 48 h 62"/>
                <a:gd name="T42" fmla="*/ 31 w 44"/>
                <a:gd name="T43" fmla="*/ 48 h 62"/>
                <a:gd name="T44" fmla="*/ 37 w 44"/>
                <a:gd name="T45" fmla="*/ 44 h 62"/>
                <a:gd name="T46" fmla="*/ 40 w 44"/>
                <a:gd name="T47" fmla="*/ 40 h 62"/>
                <a:gd name="T48" fmla="*/ 44 w 44"/>
                <a:gd name="T49" fmla="*/ 35 h 62"/>
                <a:gd name="T50" fmla="*/ 44 w 44"/>
                <a:gd name="T51" fmla="*/ 28 h 62"/>
                <a:gd name="T52" fmla="*/ 44 w 44"/>
                <a:gd name="T53" fmla="*/ 28 h 62"/>
                <a:gd name="T54" fmla="*/ 40 w 44"/>
                <a:gd name="T55" fmla="*/ 22 h 62"/>
                <a:gd name="T56" fmla="*/ 33 w 44"/>
                <a:gd name="T57" fmla="*/ 13 h 62"/>
                <a:gd name="T58" fmla="*/ 20 w 44"/>
                <a:gd name="T59" fmla="*/ 0 h 62"/>
                <a:gd name="T60" fmla="*/ 20 w 44"/>
                <a:gd name="T61" fmla="*/ 0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4" h="62">
                  <a:moveTo>
                    <a:pt x="20" y="0"/>
                  </a:moveTo>
                  <a:lnTo>
                    <a:pt x="20" y="0"/>
                  </a:lnTo>
                  <a:lnTo>
                    <a:pt x="11" y="11"/>
                  </a:lnTo>
                  <a:lnTo>
                    <a:pt x="6" y="26"/>
                  </a:lnTo>
                  <a:lnTo>
                    <a:pt x="0" y="28"/>
                  </a:lnTo>
                  <a:lnTo>
                    <a:pt x="0" y="28"/>
                  </a:lnTo>
                  <a:lnTo>
                    <a:pt x="4" y="44"/>
                  </a:lnTo>
                  <a:lnTo>
                    <a:pt x="8" y="53"/>
                  </a:lnTo>
                  <a:lnTo>
                    <a:pt x="9" y="59"/>
                  </a:lnTo>
                  <a:lnTo>
                    <a:pt x="9" y="59"/>
                  </a:lnTo>
                  <a:lnTo>
                    <a:pt x="13" y="60"/>
                  </a:lnTo>
                  <a:lnTo>
                    <a:pt x="17" y="60"/>
                  </a:lnTo>
                  <a:lnTo>
                    <a:pt x="20" y="60"/>
                  </a:lnTo>
                  <a:lnTo>
                    <a:pt x="24" y="62"/>
                  </a:lnTo>
                  <a:lnTo>
                    <a:pt x="24" y="62"/>
                  </a:lnTo>
                  <a:lnTo>
                    <a:pt x="28" y="57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1" y="51"/>
                  </a:lnTo>
                  <a:lnTo>
                    <a:pt x="31" y="50"/>
                  </a:lnTo>
                  <a:lnTo>
                    <a:pt x="31" y="48"/>
                  </a:lnTo>
                  <a:lnTo>
                    <a:pt x="31" y="48"/>
                  </a:lnTo>
                  <a:lnTo>
                    <a:pt x="37" y="44"/>
                  </a:lnTo>
                  <a:lnTo>
                    <a:pt x="40" y="40"/>
                  </a:lnTo>
                  <a:lnTo>
                    <a:pt x="44" y="35"/>
                  </a:lnTo>
                  <a:lnTo>
                    <a:pt x="44" y="28"/>
                  </a:lnTo>
                  <a:lnTo>
                    <a:pt x="44" y="28"/>
                  </a:lnTo>
                  <a:lnTo>
                    <a:pt x="40" y="22"/>
                  </a:lnTo>
                  <a:lnTo>
                    <a:pt x="33" y="13"/>
                  </a:lnTo>
                  <a:lnTo>
                    <a:pt x="20" y="0"/>
                  </a:lnTo>
                  <a:lnTo>
                    <a:pt x="2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78" name="Freeform 160">
              <a:extLst>
                <a:ext uri="{FF2B5EF4-FFF2-40B4-BE49-F238E27FC236}">
                  <a16:creationId xmlns:a16="http://schemas.microsoft.com/office/drawing/2014/main" id="{9E3716CA-0CA8-4682-84F6-6585E5C392BA}"/>
                </a:ext>
              </a:extLst>
            </p:cNvPr>
            <p:cNvSpPr>
              <a:spLocks/>
            </p:cNvSpPr>
            <p:nvPr/>
          </p:nvSpPr>
          <p:spPr bwMode="auto">
            <a:xfrm>
              <a:off x="8925107" y="1444742"/>
              <a:ext cx="40042" cy="37076"/>
            </a:xfrm>
            <a:custGeom>
              <a:avLst/>
              <a:gdLst>
                <a:gd name="T0" fmla="*/ 0 w 27"/>
                <a:gd name="T1" fmla="*/ 0 h 25"/>
                <a:gd name="T2" fmla="*/ 0 w 27"/>
                <a:gd name="T3" fmla="*/ 0 h 25"/>
                <a:gd name="T4" fmla="*/ 2 w 27"/>
                <a:gd name="T5" fmla="*/ 13 h 25"/>
                <a:gd name="T6" fmla="*/ 3 w 27"/>
                <a:gd name="T7" fmla="*/ 22 h 25"/>
                <a:gd name="T8" fmla="*/ 5 w 27"/>
                <a:gd name="T9" fmla="*/ 24 h 25"/>
                <a:gd name="T10" fmla="*/ 7 w 27"/>
                <a:gd name="T11" fmla="*/ 25 h 25"/>
                <a:gd name="T12" fmla="*/ 11 w 27"/>
                <a:gd name="T13" fmla="*/ 25 h 25"/>
                <a:gd name="T14" fmla="*/ 18 w 27"/>
                <a:gd name="T15" fmla="*/ 22 h 25"/>
                <a:gd name="T16" fmla="*/ 18 w 27"/>
                <a:gd name="T17" fmla="*/ 22 h 25"/>
                <a:gd name="T18" fmla="*/ 27 w 27"/>
                <a:gd name="T19" fmla="*/ 14 h 25"/>
                <a:gd name="T20" fmla="*/ 27 w 27"/>
                <a:gd name="T21" fmla="*/ 14 h 25"/>
                <a:gd name="T22" fmla="*/ 23 w 27"/>
                <a:gd name="T23" fmla="*/ 11 h 25"/>
                <a:gd name="T24" fmla="*/ 22 w 27"/>
                <a:gd name="T25" fmla="*/ 5 h 25"/>
                <a:gd name="T26" fmla="*/ 22 w 27"/>
                <a:gd name="T27" fmla="*/ 5 h 25"/>
                <a:gd name="T28" fmla="*/ 11 w 27"/>
                <a:gd name="T29" fmla="*/ 7 h 25"/>
                <a:gd name="T30" fmla="*/ 11 w 27"/>
                <a:gd name="T31" fmla="*/ 7 h 25"/>
                <a:gd name="T32" fmla="*/ 0 w 27"/>
                <a:gd name="T33" fmla="*/ 0 h 25"/>
                <a:gd name="T34" fmla="*/ 0 w 27"/>
                <a:gd name="T3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" h="25">
                  <a:moveTo>
                    <a:pt x="0" y="0"/>
                  </a:moveTo>
                  <a:lnTo>
                    <a:pt x="0" y="0"/>
                  </a:lnTo>
                  <a:lnTo>
                    <a:pt x="2" y="13"/>
                  </a:lnTo>
                  <a:lnTo>
                    <a:pt x="3" y="22"/>
                  </a:lnTo>
                  <a:lnTo>
                    <a:pt x="5" y="24"/>
                  </a:lnTo>
                  <a:lnTo>
                    <a:pt x="7" y="25"/>
                  </a:lnTo>
                  <a:lnTo>
                    <a:pt x="11" y="25"/>
                  </a:lnTo>
                  <a:lnTo>
                    <a:pt x="18" y="22"/>
                  </a:lnTo>
                  <a:lnTo>
                    <a:pt x="18" y="22"/>
                  </a:lnTo>
                  <a:lnTo>
                    <a:pt x="27" y="14"/>
                  </a:lnTo>
                  <a:lnTo>
                    <a:pt x="27" y="14"/>
                  </a:lnTo>
                  <a:lnTo>
                    <a:pt x="23" y="11"/>
                  </a:lnTo>
                  <a:lnTo>
                    <a:pt x="22" y="5"/>
                  </a:lnTo>
                  <a:lnTo>
                    <a:pt x="22" y="5"/>
                  </a:lnTo>
                  <a:lnTo>
                    <a:pt x="11" y="7"/>
                  </a:lnTo>
                  <a:lnTo>
                    <a:pt x="11" y="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79" name="Freeform 161">
              <a:extLst>
                <a:ext uri="{FF2B5EF4-FFF2-40B4-BE49-F238E27FC236}">
                  <a16:creationId xmlns:a16="http://schemas.microsoft.com/office/drawing/2014/main" id="{9598CFF3-F2FF-48BE-B82F-E35C58F52847}"/>
                </a:ext>
              </a:extLst>
            </p:cNvPr>
            <p:cNvSpPr>
              <a:spLocks/>
            </p:cNvSpPr>
            <p:nvPr/>
          </p:nvSpPr>
          <p:spPr bwMode="auto">
            <a:xfrm>
              <a:off x="9017053" y="1452156"/>
              <a:ext cx="83048" cy="38558"/>
            </a:xfrm>
            <a:custGeom>
              <a:avLst/>
              <a:gdLst>
                <a:gd name="T0" fmla="*/ 0 w 56"/>
                <a:gd name="T1" fmla="*/ 0 h 26"/>
                <a:gd name="T2" fmla="*/ 0 w 56"/>
                <a:gd name="T3" fmla="*/ 0 h 26"/>
                <a:gd name="T4" fmla="*/ 7 w 56"/>
                <a:gd name="T5" fmla="*/ 15 h 26"/>
                <a:gd name="T6" fmla="*/ 12 w 56"/>
                <a:gd name="T7" fmla="*/ 20 h 26"/>
                <a:gd name="T8" fmla="*/ 18 w 56"/>
                <a:gd name="T9" fmla="*/ 24 h 26"/>
                <a:gd name="T10" fmla="*/ 23 w 56"/>
                <a:gd name="T11" fmla="*/ 26 h 26"/>
                <a:gd name="T12" fmla="*/ 31 w 56"/>
                <a:gd name="T13" fmla="*/ 24 h 26"/>
                <a:gd name="T14" fmla="*/ 38 w 56"/>
                <a:gd name="T15" fmla="*/ 22 h 26"/>
                <a:gd name="T16" fmla="*/ 45 w 56"/>
                <a:gd name="T17" fmla="*/ 17 h 26"/>
                <a:gd name="T18" fmla="*/ 45 w 56"/>
                <a:gd name="T19" fmla="*/ 17 h 26"/>
                <a:gd name="T20" fmla="*/ 51 w 56"/>
                <a:gd name="T21" fmla="*/ 15 h 26"/>
                <a:gd name="T22" fmla="*/ 56 w 56"/>
                <a:gd name="T23" fmla="*/ 15 h 26"/>
                <a:gd name="T24" fmla="*/ 56 w 56"/>
                <a:gd name="T25" fmla="*/ 15 h 26"/>
                <a:gd name="T26" fmla="*/ 53 w 56"/>
                <a:gd name="T27" fmla="*/ 11 h 26"/>
                <a:gd name="T28" fmla="*/ 51 w 56"/>
                <a:gd name="T29" fmla="*/ 8 h 26"/>
                <a:gd name="T30" fmla="*/ 51 w 56"/>
                <a:gd name="T31" fmla="*/ 8 h 26"/>
                <a:gd name="T32" fmla="*/ 38 w 56"/>
                <a:gd name="T33" fmla="*/ 4 h 26"/>
                <a:gd name="T34" fmla="*/ 25 w 56"/>
                <a:gd name="T35" fmla="*/ 2 h 26"/>
                <a:gd name="T36" fmla="*/ 0 w 56"/>
                <a:gd name="T37" fmla="*/ 0 h 26"/>
                <a:gd name="T38" fmla="*/ 0 w 56"/>
                <a:gd name="T39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6" h="26">
                  <a:moveTo>
                    <a:pt x="0" y="0"/>
                  </a:moveTo>
                  <a:lnTo>
                    <a:pt x="0" y="0"/>
                  </a:lnTo>
                  <a:lnTo>
                    <a:pt x="7" y="15"/>
                  </a:lnTo>
                  <a:lnTo>
                    <a:pt x="12" y="20"/>
                  </a:lnTo>
                  <a:lnTo>
                    <a:pt x="18" y="24"/>
                  </a:lnTo>
                  <a:lnTo>
                    <a:pt x="23" y="26"/>
                  </a:lnTo>
                  <a:lnTo>
                    <a:pt x="31" y="24"/>
                  </a:lnTo>
                  <a:lnTo>
                    <a:pt x="38" y="22"/>
                  </a:lnTo>
                  <a:lnTo>
                    <a:pt x="45" y="17"/>
                  </a:lnTo>
                  <a:lnTo>
                    <a:pt x="45" y="17"/>
                  </a:lnTo>
                  <a:lnTo>
                    <a:pt x="51" y="15"/>
                  </a:lnTo>
                  <a:lnTo>
                    <a:pt x="56" y="15"/>
                  </a:lnTo>
                  <a:lnTo>
                    <a:pt x="56" y="15"/>
                  </a:lnTo>
                  <a:lnTo>
                    <a:pt x="53" y="11"/>
                  </a:lnTo>
                  <a:lnTo>
                    <a:pt x="51" y="8"/>
                  </a:lnTo>
                  <a:lnTo>
                    <a:pt x="51" y="8"/>
                  </a:lnTo>
                  <a:lnTo>
                    <a:pt x="38" y="4"/>
                  </a:lnTo>
                  <a:lnTo>
                    <a:pt x="25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80" name="Freeform 162">
              <a:extLst>
                <a:ext uri="{FF2B5EF4-FFF2-40B4-BE49-F238E27FC236}">
                  <a16:creationId xmlns:a16="http://schemas.microsoft.com/office/drawing/2014/main" id="{CB4A0EB1-2222-4C52-B0AA-B62465934040}"/>
                </a:ext>
              </a:extLst>
            </p:cNvPr>
            <p:cNvSpPr>
              <a:spLocks/>
            </p:cNvSpPr>
            <p:nvPr/>
          </p:nvSpPr>
          <p:spPr bwMode="auto">
            <a:xfrm>
              <a:off x="8198434" y="1509994"/>
              <a:ext cx="16314" cy="20762"/>
            </a:xfrm>
            <a:custGeom>
              <a:avLst/>
              <a:gdLst>
                <a:gd name="T0" fmla="*/ 9 w 11"/>
                <a:gd name="T1" fmla="*/ 0 h 14"/>
                <a:gd name="T2" fmla="*/ 9 w 11"/>
                <a:gd name="T3" fmla="*/ 0 h 14"/>
                <a:gd name="T4" fmla="*/ 3 w 11"/>
                <a:gd name="T5" fmla="*/ 3 h 14"/>
                <a:gd name="T6" fmla="*/ 0 w 11"/>
                <a:gd name="T7" fmla="*/ 11 h 14"/>
                <a:gd name="T8" fmla="*/ 0 w 11"/>
                <a:gd name="T9" fmla="*/ 12 h 14"/>
                <a:gd name="T10" fmla="*/ 0 w 11"/>
                <a:gd name="T11" fmla="*/ 14 h 14"/>
                <a:gd name="T12" fmla="*/ 1 w 11"/>
                <a:gd name="T13" fmla="*/ 14 h 14"/>
                <a:gd name="T14" fmla="*/ 5 w 11"/>
                <a:gd name="T15" fmla="*/ 12 h 14"/>
                <a:gd name="T16" fmla="*/ 5 w 11"/>
                <a:gd name="T17" fmla="*/ 12 h 14"/>
                <a:gd name="T18" fmla="*/ 9 w 11"/>
                <a:gd name="T19" fmla="*/ 5 h 14"/>
                <a:gd name="T20" fmla="*/ 11 w 11"/>
                <a:gd name="T21" fmla="*/ 1 h 14"/>
                <a:gd name="T22" fmla="*/ 11 w 11"/>
                <a:gd name="T23" fmla="*/ 0 h 14"/>
                <a:gd name="T24" fmla="*/ 9 w 11"/>
                <a:gd name="T25" fmla="*/ 0 h 14"/>
                <a:gd name="T26" fmla="*/ 9 w 11"/>
                <a:gd name="T27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" h="14">
                  <a:moveTo>
                    <a:pt x="9" y="0"/>
                  </a:moveTo>
                  <a:lnTo>
                    <a:pt x="9" y="0"/>
                  </a:lnTo>
                  <a:lnTo>
                    <a:pt x="3" y="3"/>
                  </a:lnTo>
                  <a:lnTo>
                    <a:pt x="0" y="11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1" y="14"/>
                  </a:lnTo>
                  <a:lnTo>
                    <a:pt x="5" y="12"/>
                  </a:lnTo>
                  <a:lnTo>
                    <a:pt x="5" y="12"/>
                  </a:lnTo>
                  <a:lnTo>
                    <a:pt x="9" y="5"/>
                  </a:lnTo>
                  <a:lnTo>
                    <a:pt x="11" y="1"/>
                  </a:lnTo>
                  <a:lnTo>
                    <a:pt x="11" y="0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81" name="Freeform 163">
              <a:extLst>
                <a:ext uri="{FF2B5EF4-FFF2-40B4-BE49-F238E27FC236}">
                  <a16:creationId xmlns:a16="http://schemas.microsoft.com/office/drawing/2014/main" id="{319F3965-2FE6-4494-8971-EA8185956DCE}"/>
                </a:ext>
              </a:extLst>
            </p:cNvPr>
            <p:cNvSpPr>
              <a:spLocks/>
            </p:cNvSpPr>
            <p:nvPr/>
          </p:nvSpPr>
          <p:spPr bwMode="auto">
            <a:xfrm>
              <a:off x="8856888" y="1509994"/>
              <a:ext cx="10382" cy="17796"/>
            </a:xfrm>
            <a:custGeom>
              <a:avLst/>
              <a:gdLst>
                <a:gd name="T0" fmla="*/ 2 w 7"/>
                <a:gd name="T1" fmla="*/ 0 h 12"/>
                <a:gd name="T2" fmla="*/ 0 w 7"/>
                <a:gd name="T3" fmla="*/ 11 h 12"/>
                <a:gd name="T4" fmla="*/ 0 w 7"/>
                <a:gd name="T5" fmla="*/ 11 h 12"/>
                <a:gd name="T6" fmla="*/ 7 w 7"/>
                <a:gd name="T7" fmla="*/ 12 h 12"/>
                <a:gd name="T8" fmla="*/ 7 w 7"/>
                <a:gd name="T9" fmla="*/ 12 h 12"/>
                <a:gd name="T10" fmla="*/ 7 w 7"/>
                <a:gd name="T11" fmla="*/ 3 h 12"/>
                <a:gd name="T12" fmla="*/ 6 w 7"/>
                <a:gd name="T13" fmla="*/ 1 h 12"/>
                <a:gd name="T14" fmla="*/ 2 w 7"/>
                <a:gd name="T15" fmla="*/ 0 h 12"/>
                <a:gd name="T16" fmla="*/ 2 w 7"/>
                <a:gd name="T17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" h="12">
                  <a:moveTo>
                    <a:pt x="2" y="0"/>
                  </a:moveTo>
                  <a:lnTo>
                    <a:pt x="0" y="11"/>
                  </a:lnTo>
                  <a:lnTo>
                    <a:pt x="0" y="11"/>
                  </a:lnTo>
                  <a:lnTo>
                    <a:pt x="7" y="12"/>
                  </a:lnTo>
                  <a:lnTo>
                    <a:pt x="7" y="12"/>
                  </a:lnTo>
                  <a:lnTo>
                    <a:pt x="7" y="3"/>
                  </a:lnTo>
                  <a:lnTo>
                    <a:pt x="6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82" name="Freeform 164">
              <a:extLst>
                <a:ext uri="{FF2B5EF4-FFF2-40B4-BE49-F238E27FC236}">
                  <a16:creationId xmlns:a16="http://schemas.microsoft.com/office/drawing/2014/main" id="{B25EADBE-C460-4E38-8C83-9C430E73C745}"/>
                </a:ext>
              </a:extLst>
            </p:cNvPr>
            <p:cNvSpPr>
              <a:spLocks/>
            </p:cNvSpPr>
            <p:nvPr/>
          </p:nvSpPr>
          <p:spPr bwMode="auto">
            <a:xfrm>
              <a:off x="8852440" y="1520374"/>
              <a:ext cx="83048" cy="43008"/>
            </a:xfrm>
            <a:custGeom>
              <a:avLst/>
              <a:gdLst>
                <a:gd name="T0" fmla="*/ 27 w 56"/>
                <a:gd name="T1" fmla="*/ 0 h 29"/>
                <a:gd name="T2" fmla="*/ 27 w 56"/>
                <a:gd name="T3" fmla="*/ 0 h 29"/>
                <a:gd name="T4" fmla="*/ 5 w 56"/>
                <a:gd name="T5" fmla="*/ 18 h 29"/>
                <a:gd name="T6" fmla="*/ 5 w 56"/>
                <a:gd name="T7" fmla="*/ 18 h 29"/>
                <a:gd name="T8" fmla="*/ 5 w 56"/>
                <a:gd name="T9" fmla="*/ 18 h 29"/>
                <a:gd name="T10" fmla="*/ 3 w 56"/>
                <a:gd name="T11" fmla="*/ 20 h 29"/>
                <a:gd name="T12" fmla="*/ 0 w 56"/>
                <a:gd name="T13" fmla="*/ 22 h 29"/>
                <a:gd name="T14" fmla="*/ 0 w 56"/>
                <a:gd name="T15" fmla="*/ 22 h 29"/>
                <a:gd name="T16" fmla="*/ 14 w 56"/>
                <a:gd name="T17" fmla="*/ 25 h 29"/>
                <a:gd name="T18" fmla="*/ 27 w 56"/>
                <a:gd name="T19" fmla="*/ 27 h 29"/>
                <a:gd name="T20" fmla="*/ 56 w 56"/>
                <a:gd name="T21" fmla="*/ 29 h 29"/>
                <a:gd name="T22" fmla="*/ 56 w 56"/>
                <a:gd name="T23" fmla="*/ 29 h 29"/>
                <a:gd name="T24" fmla="*/ 56 w 56"/>
                <a:gd name="T25" fmla="*/ 22 h 29"/>
                <a:gd name="T26" fmla="*/ 56 w 56"/>
                <a:gd name="T27" fmla="*/ 14 h 29"/>
                <a:gd name="T28" fmla="*/ 56 w 56"/>
                <a:gd name="T29" fmla="*/ 14 h 29"/>
                <a:gd name="T30" fmla="*/ 45 w 56"/>
                <a:gd name="T31" fmla="*/ 7 h 29"/>
                <a:gd name="T32" fmla="*/ 45 w 56"/>
                <a:gd name="T33" fmla="*/ 7 h 29"/>
                <a:gd name="T34" fmla="*/ 38 w 56"/>
                <a:gd name="T35" fmla="*/ 4 h 29"/>
                <a:gd name="T36" fmla="*/ 32 w 56"/>
                <a:gd name="T37" fmla="*/ 0 h 29"/>
                <a:gd name="T38" fmla="*/ 27 w 56"/>
                <a:gd name="T39" fmla="*/ 0 h 29"/>
                <a:gd name="T40" fmla="*/ 27 w 56"/>
                <a:gd name="T41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6" h="29">
                  <a:moveTo>
                    <a:pt x="27" y="0"/>
                  </a:moveTo>
                  <a:lnTo>
                    <a:pt x="27" y="0"/>
                  </a:lnTo>
                  <a:lnTo>
                    <a:pt x="5" y="18"/>
                  </a:lnTo>
                  <a:lnTo>
                    <a:pt x="5" y="18"/>
                  </a:lnTo>
                  <a:lnTo>
                    <a:pt x="5" y="18"/>
                  </a:lnTo>
                  <a:lnTo>
                    <a:pt x="3" y="20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14" y="25"/>
                  </a:lnTo>
                  <a:lnTo>
                    <a:pt x="27" y="27"/>
                  </a:lnTo>
                  <a:lnTo>
                    <a:pt x="56" y="29"/>
                  </a:lnTo>
                  <a:lnTo>
                    <a:pt x="56" y="29"/>
                  </a:lnTo>
                  <a:lnTo>
                    <a:pt x="56" y="22"/>
                  </a:lnTo>
                  <a:lnTo>
                    <a:pt x="56" y="14"/>
                  </a:lnTo>
                  <a:lnTo>
                    <a:pt x="56" y="14"/>
                  </a:lnTo>
                  <a:lnTo>
                    <a:pt x="45" y="7"/>
                  </a:lnTo>
                  <a:lnTo>
                    <a:pt x="45" y="7"/>
                  </a:lnTo>
                  <a:lnTo>
                    <a:pt x="38" y="4"/>
                  </a:lnTo>
                  <a:lnTo>
                    <a:pt x="32" y="0"/>
                  </a:lnTo>
                  <a:lnTo>
                    <a:pt x="27" y="0"/>
                  </a:lnTo>
                  <a:lnTo>
                    <a:pt x="2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83" name="Freeform 165">
              <a:extLst>
                <a:ext uri="{FF2B5EF4-FFF2-40B4-BE49-F238E27FC236}">
                  <a16:creationId xmlns:a16="http://schemas.microsoft.com/office/drawing/2014/main" id="{103E2D1F-ABE7-4014-8FDB-A5A5D28B3E1C}"/>
                </a:ext>
              </a:extLst>
            </p:cNvPr>
            <p:cNvSpPr>
              <a:spLocks/>
            </p:cNvSpPr>
            <p:nvPr/>
          </p:nvSpPr>
          <p:spPr bwMode="auto">
            <a:xfrm>
              <a:off x="8576601" y="1576729"/>
              <a:ext cx="16314" cy="5932"/>
            </a:xfrm>
            <a:custGeom>
              <a:avLst/>
              <a:gdLst>
                <a:gd name="T0" fmla="*/ 0 w 11"/>
                <a:gd name="T1" fmla="*/ 0 h 4"/>
                <a:gd name="T2" fmla="*/ 0 w 11"/>
                <a:gd name="T3" fmla="*/ 0 h 4"/>
                <a:gd name="T4" fmla="*/ 3 w 11"/>
                <a:gd name="T5" fmla="*/ 4 h 4"/>
                <a:gd name="T6" fmla="*/ 3 w 11"/>
                <a:gd name="T7" fmla="*/ 4 h 4"/>
                <a:gd name="T8" fmla="*/ 11 w 11"/>
                <a:gd name="T9" fmla="*/ 2 h 4"/>
                <a:gd name="T10" fmla="*/ 11 w 11"/>
                <a:gd name="T11" fmla="*/ 2 h 4"/>
                <a:gd name="T12" fmla="*/ 7 w 11"/>
                <a:gd name="T13" fmla="*/ 0 h 4"/>
                <a:gd name="T14" fmla="*/ 0 w 11"/>
                <a:gd name="T15" fmla="*/ 0 h 4"/>
                <a:gd name="T16" fmla="*/ 0 w 11"/>
                <a:gd name="T1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" h="4">
                  <a:moveTo>
                    <a:pt x="0" y="0"/>
                  </a:moveTo>
                  <a:lnTo>
                    <a:pt x="0" y="0"/>
                  </a:lnTo>
                  <a:lnTo>
                    <a:pt x="3" y="4"/>
                  </a:lnTo>
                  <a:lnTo>
                    <a:pt x="3" y="4"/>
                  </a:lnTo>
                  <a:lnTo>
                    <a:pt x="11" y="2"/>
                  </a:lnTo>
                  <a:lnTo>
                    <a:pt x="11" y="2"/>
                  </a:lnTo>
                  <a:lnTo>
                    <a:pt x="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84" name="Freeform 166">
              <a:extLst>
                <a:ext uri="{FF2B5EF4-FFF2-40B4-BE49-F238E27FC236}">
                  <a16:creationId xmlns:a16="http://schemas.microsoft.com/office/drawing/2014/main" id="{8F40CA5C-7076-4FE5-A41F-7954BAB6B3B0}"/>
                </a:ext>
              </a:extLst>
            </p:cNvPr>
            <p:cNvSpPr>
              <a:spLocks/>
            </p:cNvSpPr>
            <p:nvPr/>
          </p:nvSpPr>
          <p:spPr bwMode="auto">
            <a:xfrm>
              <a:off x="8211782" y="1593042"/>
              <a:ext cx="7415" cy="10381"/>
            </a:xfrm>
            <a:custGeom>
              <a:avLst/>
              <a:gdLst>
                <a:gd name="T0" fmla="*/ 5 w 5"/>
                <a:gd name="T1" fmla="*/ 0 h 7"/>
                <a:gd name="T2" fmla="*/ 5 w 5"/>
                <a:gd name="T3" fmla="*/ 0 h 7"/>
                <a:gd name="T4" fmla="*/ 3 w 5"/>
                <a:gd name="T5" fmla="*/ 4 h 7"/>
                <a:gd name="T6" fmla="*/ 2 w 5"/>
                <a:gd name="T7" fmla="*/ 7 h 7"/>
                <a:gd name="T8" fmla="*/ 2 w 5"/>
                <a:gd name="T9" fmla="*/ 7 h 7"/>
                <a:gd name="T10" fmla="*/ 0 w 5"/>
                <a:gd name="T11" fmla="*/ 7 h 7"/>
                <a:gd name="T12" fmla="*/ 0 w 5"/>
                <a:gd name="T13" fmla="*/ 6 h 7"/>
                <a:gd name="T14" fmla="*/ 5 w 5"/>
                <a:gd name="T15" fmla="*/ 0 h 7"/>
                <a:gd name="T16" fmla="*/ 5 w 5"/>
                <a:gd name="T1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7">
                  <a:moveTo>
                    <a:pt x="5" y="0"/>
                  </a:moveTo>
                  <a:lnTo>
                    <a:pt x="5" y="0"/>
                  </a:lnTo>
                  <a:lnTo>
                    <a:pt x="3" y="4"/>
                  </a:lnTo>
                  <a:lnTo>
                    <a:pt x="2" y="7"/>
                  </a:lnTo>
                  <a:lnTo>
                    <a:pt x="2" y="7"/>
                  </a:lnTo>
                  <a:lnTo>
                    <a:pt x="0" y="7"/>
                  </a:lnTo>
                  <a:lnTo>
                    <a:pt x="0" y="6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85" name="Freeform 167">
              <a:extLst>
                <a:ext uri="{FF2B5EF4-FFF2-40B4-BE49-F238E27FC236}">
                  <a16:creationId xmlns:a16="http://schemas.microsoft.com/office/drawing/2014/main" id="{4E616A0D-0673-4D90-9D04-608B07EBD1E5}"/>
                </a:ext>
              </a:extLst>
            </p:cNvPr>
            <p:cNvSpPr>
              <a:spLocks/>
            </p:cNvSpPr>
            <p:nvPr/>
          </p:nvSpPr>
          <p:spPr bwMode="auto">
            <a:xfrm>
              <a:off x="9773385" y="1644947"/>
              <a:ext cx="81566" cy="32626"/>
            </a:xfrm>
            <a:custGeom>
              <a:avLst/>
              <a:gdLst>
                <a:gd name="T0" fmla="*/ 18 w 55"/>
                <a:gd name="T1" fmla="*/ 0 h 22"/>
                <a:gd name="T2" fmla="*/ 18 w 55"/>
                <a:gd name="T3" fmla="*/ 0 h 22"/>
                <a:gd name="T4" fmla="*/ 13 w 55"/>
                <a:gd name="T5" fmla="*/ 3 h 22"/>
                <a:gd name="T6" fmla="*/ 7 w 55"/>
                <a:gd name="T7" fmla="*/ 9 h 22"/>
                <a:gd name="T8" fmla="*/ 7 w 55"/>
                <a:gd name="T9" fmla="*/ 9 h 22"/>
                <a:gd name="T10" fmla="*/ 4 w 55"/>
                <a:gd name="T11" fmla="*/ 14 h 22"/>
                <a:gd name="T12" fmla="*/ 0 w 55"/>
                <a:gd name="T13" fmla="*/ 20 h 22"/>
                <a:gd name="T14" fmla="*/ 0 w 55"/>
                <a:gd name="T15" fmla="*/ 20 h 22"/>
                <a:gd name="T16" fmla="*/ 11 w 55"/>
                <a:gd name="T17" fmla="*/ 22 h 22"/>
                <a:gd name="T18" fmla="*/ 20 w 55"/>
                <a:gd name="T19" fmla="*/ 22 h 22"/>
                <a:gd name="T20" fmla="*/ 20 w 55"/>
                <a:gd name="T21" fmla="*/ 22 h 22"/>
                <a:gd name="T22" fmla="*/ 22 w 55"/>
                <a:gd name="T23" fmla="*/ 20 h 22"/>
                <a:gd name="T24" fmla="*/ 24 w 55"/>
                <a:gd name="T25" fmla="*/ 18 h 22"/>
                <a:gd name="T26" fmla="*/ 27 w 55"/>
                <a:gd name="T27" fmla="*/ 16 h 22"/>
                <a:gd name="T28" fmla="*/ 27 w 55"/>
                <a:gd name="T29" fmla="*/ 16 h 22"/>
                <a:gd name="T30" fmla="*/ 40 w 55"/>
                <a:gd name="T31" fmla="*/ 20 h 22"/>
                <a:gd name="T32" fmla="*/ 51 w 55"/>
                <a:gd name="T33" fmla="*/ 22 h 22"/>
                <a:gd name="T34" fmla="*/ 51 w 55"/>
                <a:gd name="T35" fmla="*/ 22 h 22"/>
                <a:gd name="T36" fmla="*/ 55 w 55"/>
                <a:gd name="T37" fmla="*/ 12 h 22"/>
                <a:gd name="T38" fmla="*/ 55 w 55"/>
                <a:gd name="T39" fmla="*/ 12 h 22"/>
                <a:gd name="T40" fmla="*/ 36 w 55"/>
                <a:gd name="T41" fmla="*/ 3 h 22"/>
                <a:gd name="T42" fmla="*/ 25 w 55"/>
                <a:gd name="T43" fmla="*/ 0 h 22"/>
                <a:gd name="T44" fmla="*/ 18 w 55"/>
                <a:gd name="T45" fmla="*/ 0 h 22"/>
                <a:gd name="T46" fmla="*/ 18 w 55"/>
                <a:gd name="T47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5" h="22">
                  <a:moveTo>
                    <a:pt x="18" y="0"/>
                  </a:moveTo>
                  <a:lnTo>
                    <a:pt x="18" y="0"/>
                  </a:lnTo>
                  <a:lnTo>
                    <a:pt x="13" y="3"/>
                  </a:lnTo>
                  <a:lnTo>
                    <a:pt x="7" y="9"/>
                  </a:lnTo>
                  <a:lnTo>
                    <a:pt x="7" y="9"/>
                  </a:lnTo>
                  <a:lnTo>
                    <a:pt x="4" y="14"/>
                  </a:lnTo>
                  <a:lnTo>
                    <a:pt x="0" y="20"/>
                  </a:lnTo>
                  <a:lnTo>
                    <a:pt x="0" y="20"/>
                  </a:lnTo>
                  <a:lnTo>
                    <a:pt x="11" y="22"/>
                  </a:lnTo>
                  <a:lnTo>
                    <a:pt x="20" y="22"/>
                  </a:lnTo>
                  <a:lnTo>
                    <a:pt x="20" y="22"/>
                  </a:lnTo>
                  <a:lnTo>
                    <a:pt x="22" y="20"/>
                  </a:lnTo>
                  <a:lnTo>
                    <a:pt x="24" y="18"/>
                  </a:lnTo>
                  <a:lnTo>
                    <a:pt x="27" y="16"/>
                  </a:lnTo>
                  <a:lnTo>
                    <a:pt x="27" y="16"/>
                  </a:lnTo>
                  <a:lnTo>
                    <a:pt x="40" y="20"/>
                  </a:lnTo>
                  <a:lnTo>
                    <a:pt x="51" y="22"/>
                  </a:lnTo>
                  <a:lnTo>
                    <a:pt x="51" y="22"/>
                  </a:lnTo>
                  <a:lnTo>
                    <a:pt x="55" y="12"/>
                  </a:lnTo>
                  <a:lnTo>
                    <a:pt x="55" y="12"/>
                  </a:lnTo>
                  <a:lnTo>
                    <a:pt x="36" y="3"/>
                  </a:lnTo>
                  <a:lnTo>
                    <a:pt x="25" y="0"/>
                  </a:lnTo>
                  <a:lnTo>
                    <a:pt x="18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86" name="Freeform 168">
              <a:extLst>
                <a:ext uri="{FF2B5EF4-FFF2-40B4-BE49-F238E27FC236}">
                  <a16:creationId xmlns:a16="http://schemas.microsoft.com/office/drawing/2014/main" id="{34A2A47E-15A2-4BB8-9DC9-FF065BCB86E0}"/>
                </a:ext>
              </a:extLst>
            </p:cNvPr>
            <p:cNvSpPr>
              <a:spLocks/>
            </p:cNvSpPr>
            <p:nvPr/>
          </p:nvSpPr>
          <p:spPr bwMode="auto">
            <a:xfrm>
              <a:off x="9113449" y="1652362"/>
              <a:ext cx="32626" cy="25212"/>
            </a:xfrm>
            <a:custGeom>
              <a:avLst/>
              <a:gdLst>
                <a:gd name="T0" fmla="*/ 6 w 22"/>
                <a:gd name="T1" fmla="*/ 0 h 17"/>
                <a:gd name="T2" fmla="*/ 6 w 22"/>
                <a:gd name="T3" fmla="*/ 0 h 17"/>
                <a:gd name="T4" fmla="*/ 0 w 22"/>
                <a:gd name="T5" fmla="*/ 17 h 17"/>
                <a:gd name="T6" fmla="*/ 0 w 22"/>
                <a:gd name="T7" fmla="*/ 17 h 17"/>
                <a:gd name="T8" fmla="*/ 9 w 22"/>
                <a:gd name="T9" fmla="*/ 17 h 17"/>
                <a:gd name="T10" fmla="*/ 15 w 22"/>
                <a:gd name="T11" fmla="*/ 17 h 17"/>
                <a:gd name="T12" fmla="*/ 20 w 22"/>
                <a:gd name="T13" fmla="*/ 17 h 17"/>
                <a:gd name="T14" fmla="*/ 20 w 22"/>
                <a:gd name="T15" fmla="*/ 17 h 17"/>
                <a:gd name="T16" fmla="*/ 22 w 22"/>
                <a:gd name="T17" fmla="*/ 13 h 17"/>
                <a:gd name="T18" fmla="*/ 22 w 22"/>
                <a:gd name="T19" fmla="*/ 11 h 17"/>
                <a:gd name="T20" fmla="*/ 20 w 22"/>
                <a:gd name="T21" fmla="*/ 11 h 17"/>
                <a:gd name="T22" fmla="*/ 20 w 22"/>
                <a:gd name="T23" fmla="*/ 11 h 17"/>
                <a:gd name="T24" fmla="*/ 20 w 22"/>
                <a:gd name="T25" fmla="*/ 7 h 17"/>
                <a:gd name="T26" fmla="*/ 19 w 22"/>
                <a:gd name="T27" fmla="*/ 7 h 17"/>
                <a:gd name="T28" fmla="*/ 17 w 22"/>
                <a:gd name="T29" fmla="*/ 7 h 17"/>
                <a:gd name="T30" fmla="*/ 17 w 22"/>
                <a:gd name="T31" fmla="*/ 7 h 17"/>
                <a:gd name="T32" fmla="*/ 13 w 22"/>
                <a:gd name="T33" fmla="*/ 0 h 17"/>
                <a:gd name="T34" fmla="*/ 13 w 22"/>
                <a:gd name="T35" fmla="*/ 0 h 17"/>
                <a:gd name="T36" fmla="*/ 9 w 22"/>
                <a:gd name="T37" fmla="*/ 0 h 17"/>
                <a:gd name="T38" fmla="*/ 6 w 22"/>
                <a:gd name="T39" fmla="*/ 0 h 17"/>
                <a:gd name="T40" fmla="*/ 6 w 22"/>
                <a:gd name="T41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2" h="17">
                  <a:moveTo>
                    <a:pt x="6" y="0"/>
                  </a:moveTo>
                  <a:lnTo>
                    <a:pt x="6" y="0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9" y="17"/>
                  </a:lnTo>
                  <a:lnTo>
                    <a:pt x="15" y="17"/>
                  </a:lnTo>
                  <a:lnTo>
                    <a:pt x="20" y="17"/>
                  </a:lnTo>
                  <a:lnTo>
                    <a:pt x="20" y="17"/>
                  </a:lnTo>
                  <a:lnTo>
                    <a:pt x="22" y="13"/>
                  </a:lnTo>
                  <a:lnTo>
                    <a:pt x="22" y="11"/>
                  </a:lnTo>
                  <a:lnTo>
                    <a:pt x="20" y="11"/>
                  </a:lnTo>
                  <a:lnTo>
                    <a:pt x="20" y="11"/>
                  </a:lnTo>
                  <a:lnTo>
                    <a:pt x="20" y="7"/>
                  </a:lnTo>
                  <a:lnTo>
                    <a:pt x="19" y="7"/>
                  </a:lnTo>
                  <a:lnTo>
                    <a:pt x="17" y="7"/>
                  </a:lnTo>
                  <a:lnTo>
                    <a:pt x="17" y="7"/>
                  </a:lnTo>
                  <a:lnTo>
                    <a:pt x="13" y="0"/>
                  </a:lnTo>
                  <a:lnTo>
                    <a:pt x="13" y="0"/>
                  </a:lnTo>
                  <a:lnTo>
                    <a:pt x="9" y="0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87" name="Freeform 169">
              <a:extLst>
                <a:ext uri="{FF2B5EF4-FFF2-40B4-BE49-F238E27FC236}">
                  <a16:creationId xmlns:a16="http://schemas.microsoft.com/office/drawing/2014/main" id="{CC6DE0F1-5CEF-4D38-87A4-1C449768189D}"/>
                </a:ext>
              </a:extLst>
            </p:cNvPr>
            <p:cNvSpPr>
              <a:spLocks/>
            </p:cNvSpPr>
            <p:nvPr/>
          </p:nvSpPr>
          <p:spPr bwMode="auto">
            <a:xfrm>
              <a:off x="9217259" y="2468015"/>
              <a:ext cx="14830" cy="13348"/>
            </a:xfrm>
            <a:custGeom>
              <a:avLst/>
              <a:gdLst>
                <a:gd name="T0" fmla="*/ 9 w 10"/>
                <a:gd name="T1" fmla="*/ 0 h 9"/>
                <a:gd name="T2" fmla="*/ 9 w 10"/>
                <a:gd name="T3" fmla="*/ 0 h 9"/>
                <a:gd name="T4" fmla="*/ 0 w 10"/>
                <a:gd name="T5" fmla="*/ 4 h 9"/>
                <a:gd name="T6" fmla="*/ 0 w 10"/>
                <a:gd name="T7" fmla="*/ 9 h 9"/>
                <a:gd name="T8" fmla="*/ 3 w 10"/>
                <a:gd name="T9" fmla="*/ 9 h 9"/>
                <a:gd name="T10" fmla="*/ 3 w 10"/>
                <a:gd name="T11" fmla="*/ 9 h 9"/>
                <a:gd name="T12" fmla="*/ 9 w 10"/>
                <a:gd name="T13" fmla="*/ 4 h 9"/>
                <a:gd name="T14" fmla="*/ 10 w 10"/>
                <a:gd name="T15" fmla="*/ 0 h 9"/>
                <a:gd name="T16" fmla="*/ 10 w 10"/>
                <a:gd name="T17" fmla="*/ 0 h 9"/>
                <a:gd name="T18" fmla="*/ 9 w 10"/>
                <a:gd name="T19" fmla="*/ 0 h 9"/>
                <a:gd name="T20" fmla="*/ 9 w 10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" h="9">
                  <a:moveTo>
                    <a:pt x="9" y="0"/>
                  </a:moveTo>
                  <a:lnTo>
                    <a:pt x="9" y="0"/>
                  </a:lnTo>
                  <a:lnTo>
                    <a:pt x="0" y="4"/>
                  </a:lnTo>
                  <a:lnTo>
                    <a:pt x="0" y="9"/>
                  </a:lnTo>
                  <a:lnTo>
                    <a:pt x="3" y="9"/>
                  </a:lnTo>
                  <a:lnTo>
                    <a:pt x="3" y="9"/>
                  </a:lnTo>
                  <a:lnTo>
                    <a:pt x="9" y="4"/>
                  </a:lnTo>
                  <a:lnTo>
                    <a:pt x="10" y="0"/>
                  </a:lnTo>
                  <a:lnTo>
                    <a:pt x="10" y="0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88" name="Freeform 170">
              <a:extLst>
                <a:ext uri="{FF2B5EF4-FFF2-40B4-BE49-F238E27FC236}">
                  <a16:creationId xmlns:a16="http://schemas.microsoft.com/office/drawing/2014/main" id="{D193A4BA-88A0-4467-B6E0-6DE24E8AECD5}"/>
                </a:ext>
              </a:extLst>
            </p:cNvPr>
            <p:cNvSpPr>
              <a:spLocks/>
            </p:cNvSpPr>
            <p:nvPr/>
          </p:nvSpPr>
          <p:spPr bwMode="auto">
            <a:xfrm>
              <a:off x="8543975" y="1557450"/>
              <a:ext cx="7415" cy="5932"/>
            </a:xfrm>
            <a:custGeom>
              <a:avLst/>
              <a:gdLst>
                <a:gd name="T0" fmla="*/ 0 w 5"/>
                <a:gd name="T1" fmla="*/ 0 h 4"/>
                <a:gd name="T2" fmla="*/ 3 w 5"/>
                <a:gd name="T3" fmla="*/ 4 h 4"/>
                <a:gd name="T4" fmla="*/ 3 w 5"/>
                <a:gd name="T5" fmla="*/ 4 h 4"/>
                <a:gd name="T6" fmla="*/ 5 w 5"/>
                <a:gd name="T7" fmla="*/ 4 h 4"/>
                <a:gd name="T8" fmla="*/ 5 w 5"/>
                <a:gd name="T9" fmla="*/ 4 h 4"/>
                <a:gd name="T10" fmla="*/ 0 w 5"/>
                <a:gd name="T11" fmla="*/ 0 h 4"/>
                <a:gd name="T12" fmla="*/ 0 w 5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4">
                  <a:moveTo>
                    <a:pt x="0" y="0"/>
                  </a:moveTo>
                  <a:lnTo>
                    <a:pt x="3" y="4"/>
                  </a:lnTo>
                  <a:lnTo>
                    <a:pt x="3" y="4"/>
                  </a:lnTo>
                  <a:lnTo>
                    <a:pt x="5" y="4"/>
                  </a:lnTo>
                  <a:lnTo>
                    <a:pt x="5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89" name="Freeform 171">
              <a:extLst>
                <a:ext uri="{FF2B5EF4-FFF2-40B4-BE49-F238E27FC236}">
                  <a16:creationId xmlns:a16="http://schemas.microsoft.com/office/drawing/2014/main" id="{2AA92335-6385-4B39-B3DF-DBB3AE0FFBB7}"/>
                </a:ext>
              </a:extLst>
            </p:cNvPr>
            <p:cNvSpPr>
              <a:spLocks/>
            </p:cNvSpPr>
            <p:nvPr/>
          </p:nvSpPr>
          <p:spPr bwMode="auto">
            <a:xfrm>
              <a:off x="8524695" y="1563382"/>
              <a:ext cx="8898" cy="8898"/>
            </a:xfrm>
            <a:custGeom>
              <a:avLst/>
              <a:gdLst>
                <a:gd name="T0" fmla="*/ 2 w 6"/>
                <a:gd name="T1" fmla="*/ 0 h 6"/>
                <a:gd name="T2" fmla="*/ 2 w 6"/>
                <a:gd name="T3" fmla="*/ 0 h 6"/>
                <a:gd name="T4" fmla="*/ 0 w 6"/>
                <a:gd name="T5" fmla="*/ 2 h 6"/>
                <a:gd name="T6" fmla="*/ 2 w 6"/>
                <a:gd name="T7" fmla="*/ 4 h 6"/>
                <a:gd name="T8" fmla="*/ 4 w 6"/>
                <a:gd name="T9" fmla="*/ 6 h 6"/>
                <a:gd name="T10" fmla="*/ 4 w 6"/>
                <a:gd name="T11" fmla="*/ 6 h 6"/>
                <a:gd name="T12" fmla="*/ 6 w 6"/>
                <a:gd name="T13" fmla="*/ 2 h 6"/>
                <a:gd name="T14" fmla="*/ 6 w 6"/>
                <a:gd name="T15" fmla="*/ 0 h 6"/>
                <a:gd name="T16" fmla="*/ 2 w 6"/>
                <a:gd name="T17" fmla="*/ 0 h 6"/>
                <a:gd name="T18" fmla="*/ 2 w 6"/>
                <a:gd name="T1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" h="6">
                  <a:moveTo>
                    <a:pt x="2" y="0"/>
                  </a:moveTo>
                  <a:lnTo>
                    <a:pt x="2" y="0"/>
                  </a:lnTo>
                  <a:lnTo>
                    <a:pt x="0" y="2"/>
                  </a:lnTo>
                  <a:lnTo>
                    <a:pt x="2" y="4"/>
                  </a:lnTo>
                  <a:lnTo>
                    <a:pt x="4" y="6"/>
                  </a:lnTo>
                  <a:lnTo>
                    <a:pt x="4" y="6"/>
                  </a:lnTo>
                  <a:lnTo>
                    <a:pt x="6" y="2"/>
                  </a:lnTo>
                  <a:lnTo>
                    <a:pt x="6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90" name="Freeform 172">
              <a:extLst>
                <a:ext uri="{FF2B5EF4-FFF2-40B4-BE49-F238E27FC236}">
                  <a16:creationId xmlns:a16="http://schemas.microsoft.com/office/drawing/2014/main" id="{BA7FED52-A154-4248-99C6-9DE9B8D8D063}"/>
                </a:ext>
              </a:extLst>
            </p:cNvPr>
            <p:cNvSpPr>
              <a:spLocks/>
            </p:cNvSpPr>
            <p:nvPr/>
          </p:nvSpPr>
          <p:spPr bwMode="auto">
            <a:xfrm>
              <a:off x="8462409" y="1569314"/>
              <a:ext cx="5932" cy="7415"/>
            </a:xfrm>
            <a:custGeom>
              <a:avLst/>
              <a:gdLst>
                <a:gd name="T0" fmla="*/ 2 w 4"/>
                <a:gd name="T1" fmla="*/ 0 h 5"/>
                <a:gd name="T2" fmla="*/ 2 w 4"/>
                <a:gd name="T3" fmla="*/ 0 h 5"/>
                <a:gd name="T4" fmla="*/ 0 w 4"/>
                <a:gd name="T5" fmla="*/ 0 h 5"/>
                <a:gd name="T6" fmla="*/ 0 w 4"/>
                <a:gd name="T7" fmla="*/ 2 h 5"/>
                <a:gd name="T8" fmla="*/ 0 w 4"/>
                <a:gd name="T9" fmla="*/ 3 h 5"/>
                <a:gd name="T10" fmla="*/ 4 w 4"/>
                <a:gd name="T11" fmla="*/ 5 h 5"/>
                <a:gd name="T12" fmla="*/ 4 w 4"/>
                <a:gd name="T13" fmla="*/ 5 h 5"/>
                <a:gd name="T14" fmla="*/ 4 w 4"/>
                <a:gd name="T15" fmla="*/ 0 h 5"/>
                <a:gd name="T16" fmla="*/ 4 w 4"/>
                <a:gd name="T17" fmla="*/ 0 h 5"/>
                <a:gd name="T18" fmla="*/ 2 w 4"/>
                <a:gd name="T19" fmla="*/ 0 h 5"/>
                <a:gd name="T20" fmla="*/ 2 w 4"/>
                <a:gd name="T2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" h="5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0" y="3"/>
                  </a:lnTo>
                  <a:lnTo>
                    <a:pt x="4" y="5"/>
                  </a:lnTo>
                  <a:lnTo>
                    <a:pt x="4" y="5"/>
                  </a:lnTo>
                  <a:lnTo>
                    <a:pt x="4" y="0"/>
                  </a:lnTo>
                  <a:lnTo>
                    <a:pt x="4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91" name="Freeform 173">
              <a:extLst>
                <a:ext uri="{FF2B5EF4-FFF2-40B4-BE49-F238E27FC236}">
                  <a16:creationId xmlns:a16="http://schemas.microsoft.com/office/drawing/2014/main" id="{88EA7750-3A3D-4ED7-AAC3-EF56E6FB23D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63253" y="1566348"/>
              <a:ext cx="10382" cy="10381"/>
            </a:xfrm>
            <a:custGeom>
              <a:avLst/>
              <a:gdLst>
                <a:gd name="T0" fmla="*/ 1 w 7"/>
                <a:gd name="T1" fmla="*/ 2 h 7"/>
                <a:gd name="T2" fmla="*/ 1 w 7"/>
                <a:gd name="T3" fmla="*/ 2 h 7"/>
                <a:gd name="T4" fmla="*/ 0 w 7"/>
                <a:gd name="T5" fmla="*/ 5 h 7"/>
                <a:gd name="T6" fmla="*/ 0 w 7"/>
                <a:gd name="T7" fmla="*/ 7 h 7"/>
                <a:gd name="T8" fmla="*/ 1 w 7"/>
                <a:gd name="T9" fmla="*/ 7 h 7"/>
                <a:gd name="T10" fmla="*/ 1 w 7"/>
                <a:gd name="T11" fmla="*/ 7 h 7"/>
                <a:gd name="T12" fmla="*/ 7 w 7"/>
                <a:gd name="T13" fmla="*/ 2 h 7"/>
                <a:gd name="T14" fmla="*/ 7 w 7"/>
                <a:gd name="T15" fmla="*/ 0 h 7"/>
                <a:gd name="T16" fmla="*/ 1 w 7"/>
                <a:gd name="T17" fmla="*/ 2 h 7"/>
                <a:gd name="T18" fmla="*/ 1 w 7"/>
                <a:gd name="T19" fmla="*/ 2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7">
                  <a:moveTo>
                    <a:pt x="1" y="2"/>
                  </a:moveTo>
                  <a:lnTo>
                    <a:pt x="1" y="2"/>
                  </a:lnTo>
                  <a:lnTo>
                    <a:pt x="0" y="5"/>
                  </a:lnTo>
                  <a:lnTo>
                    <a:pt x="0" y="7"/>
                  </a:lnTo>
                  <a:lnTo>
                    <a:pt x="1" y="7"/>
                  </a:lnTo>
                  <a:lnTo>
                    <a:pt x="1" y="7"/>
                  </a:lnTo>
                  <a:lnTo>
                    <a:pt x="7" y="2"/>
                  </a:lnTo>
                  <a:lnTo>
                    <a:pt x="7" y="0"/>
                  </a:lnTo>
                  <a:lnTo>
                    <a:pt x="1" y="2"/>
                  </a:lnTo>
                  <a:lnTo>
                    <a:pt x="1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92" name="Freeform 174">
              <a:extLst>
                <a:ext uri="{FF2B5EF4-FFF2-40B4-BE49-F238E27FC236}">
                  <a16:creationId xmlns:a16="http://schemas.microsoft.com/office/drawing/2014/main" id="{DC3D0873-2629-4AFF-AD1F-A124F8F75D1C}"/>
                </a:ext>
              </a:extLst>
            </p:cNvPr>
            <p:cNvSpPr>
              <a:spLocks/>
            </p:cNvSpPr>
            <p:nvPr/>
          </p:nvSpPr>
          <p:spPr bwMode="auto">
            <a:xfrm>
              <a:off x="8216230" y="1572280"/>
              <a:ext cx="11864" cy="20762"/>
            </a:xfrm>
            <a:custGeom>
              <a:avLst/>
              <a:gdLst>
                <a:gd name="T0" fmla="*/ 6 w 8"/>
                <a:gd name="T1" fmla="*/ 0 h 14"/>
                <a:gd name="T2" fmla="*/ 6 w 8"/>
                <a:gd name="T3" fmla="*/ 0 h 14"/>
                <a:gd name="T4" fmla="*/ 8 w 8"/>
                <a:gd name="T5" fmla="*/ 0 h 14"/>
                <a:gd name="T6" fmla="*/ 8 w 8"/>
                <a:gd name="T7" fmla="*/ 1 h 14"/>
                <a:gd name="T8" fmla="*/ 8 w 8"/>
                <a:gd name="T9" fmla="*/ 7 h 14"/>
                <a:gd name="T10" fmla="*/ 6 w 8"/>
                <a:gd name="T11" fmla="*/ 12 h 14"/>
                <a:gd name="T12" fmla="*/ 4 w 8"/>
                <a:gd name="T13" fmla="*/ 14 h 14"/>
                <a:gd name="T14" fmla="*/ 4 w 8"/>
                <a:gd name="T15" fmla="*/ 14 h 14"/>
                <a:gd name="T16" fmla="*/ 2 w 8"/>
                <a:gd name="T17" fmla="*/ 14 h 14"/>
                <a:gd name="T18" fmla="*/ 0 w 8"/>
                <a:gd name="T19" fmla="*/ 14 h 14"/>
                <a:gd name="T20" fmla="*/ 0 w 8"/>
                <a:gd name="T21" fmla="*/ 9 h 14"/>
                <a:gd name="T22" fmla="*/ 0 w 8"/>
                <a:gd name="T23" fmla="*/ 3 h 14"/>
                <a:gd name="T24" fmla="*/ 4 w 8"/>
                <a:gd name="T25" fmla="*/ 1 h 14"/>
                <a:gd name="T26" fmla="*/ 6 w 8"/>
                <a:gd name="T27" fmla="*/ 0 h 14"/>
                <a:gd name="T28" fmla="*/ 6 w 8"/>
                <a:gd name="T2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" h="14">
                  <a:moveTo>
                    <a:pt x="6" y="0"/>
                  </a:moveTo>
                  <a:lnTo>
                    <a:pt x="6" y="0"/>
                  </a:lnTo>
                  <a:lnTo>
                    <a:pt x="8" y="0"/>
                  </a:lnTo>
                  <a:lnTo>
                    <a:pt x="8" y="1"/>
                  </a:lnTo>
                  <a:lnTo>
                    <a:pt x="8" y="7"/>
                  </a:lnTo>
                  <a:lnTo>
                    <a:pt x="6" y="12"/>
                  </a:lnTo>
                  <a:lnTo>
                    <a:pt x="4" y="14"/>
                  </a:lnTo>
                  <a:lnTo>
                    <a:pt x="4" y="14"/>
                  </a:lnTo>
                  <a:lnTo>
                    <a:pt x="2" y="14"/>
                  </a:lnTo>
                  <a:lnTo>
                    <a:pt x="0" y="14"/>
                  </a:lnTo>
                  <a:lnTo>
                    <a:pt x="0" y="9"/>
                  </a:lnTo>
                  <a:lnTo>
                    <a:pt x="0" y="3"/>
                  </a:lnTo>
                  <a:lnTo>
                    <a:pt x="4" y="1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93" name="Freeform 175">
              <a:extLst>
                <a:ext uri="{FF2B5EF4-FFF2-40B4-BE49-F238E27FC236}">
                  <a16:creationId xmlns:a16="http://schemas.microsoft.com/office/drawing/2014/main" id="{4E7AE931-52F7-43A8-A3C2-93577A8D30DD}"/>
                </a:ext>
              </a:extLst>
            </p:cNvPr>
            <p:cNvSpPr>
              <a:spLocks/>
            </p:cNvSpPr>
            <p:nvPr/>
          </p:nvSpPr>
          <p:spPr bwMode="auto">
            <a:xfrm>
              <a:off x="8508383" y="1572280"/>
              <a:ext cx="13348" cy="14830"/>
            </a:xfrm>
            <a:custGeom>
              <a:avLst/>
              <a:gdLst>
                <a:gd name="T0" fmla="*/ 2 w 9"/>
                <a:gd name="T1" fmla="*/ 0 h 10"/>
                <a:gd name="T2" fmla="*/ 2 w 9"/>
                <a:gd name="T3" fmla="*/ 0 h 10"/>
                <a:gd name="T4" fmla="*/ 0 w 9"/>
                <a:gd name="T5" fmla="*/ 10 h 10"/>
                <a:gd name="T6" fmla="*/ 0 w 9"/>
                <a:gd name="T7" fmla="*/ 10 h 10"/>
                <a:gd name="T8" fmla="*/ 6 w 9"/>
                <a:gd name="T9" fmla="*/ 7 h 10"/>
                <a:gd name="T10" fmla="*/ 9 w 9"/>
                <a:gd name="T11" fmla="*/ 7 h 10"/>
                <a:gd name="T12" fmla="*/ 7 w 9"/>
                <a:gd name="T13" fmla="*/ 5 h 10"/>
                <a:gd name="T14" fmla="*/ 7 w 9"/>
                <a:gd name="T15" fmla="*/ 5 h 10"/>
                <a:gd name="T16" fmla="*/ 6 w 9"/>
                <a:gd name="T17" fmla="*/ 3 h 10"/>
                <a:gd name="T18" fmla="*/ 6 w 9"/>
                <a:gd name="T19" fmla="*/ 1 h 10"/>
                <a:gd name="T20" fmla="*/ 6 w 9"/>
                <a:gd name="T21" fmla="*/ 0 h 10"/>
                <a:gd name="T22" fmla="*/ 2 w 9"/>
                <a:gd name="T23" fmla="*/ 0 h 10"/>
                <a:gd name="T24" fmla="*/ 2 w 9"/>
                <a:gd name="T25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0">
                  <a:moveTo>
                    <a:pt x="2" y="0"/>
                  </a:moveTo>
                  <a:lnTo>
                    <a:pt x="2" y="0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6" y="7"/>
                  </a:lnTo>
                  <a:lnTo>
                    <a:pt x="9" y="7"/>
                  </a:lnTo>
                  <a:lnTo>
                    <a:pt x="7" y="5"/>
                  </a:lnTo>
                  <a:lnTo>
                    <a:pt x="7" y="5"/>
                  </a:lnTo>
                  <a:lnTo>
                    <a:pt x="6" y="3"/>
                  </a:lnTo>
                  <a:lnTo>
                    <a:pt x="6" y="1"/>
                  </a:lnTo>
                  <a:lnTo>
                    <a:pt x="6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94" name="Freeform 176">
              <a:extLst>
                <a:ext uri="{FF2B5EF4-FFF2-40B4-BE49-F238E27FC236}">
                  <a16:creationId xmlns:a16="http://schemas.microsoft.com/office/drawing/2014/main" id="{B679A649-A7E8-4053-8423-F8EC4C74B668}"/>
                </a:ext>
              </a:extLst>
            </p:cNvPr>
            <p:cNvSpPr>
              <a:spLocks/>
            </p:cNvSpPr>
            <p:nvPr/>
          </p:nvSpPr>
          <p:spPr bwMode="auto">
            <a:xfrm>
              <a:off x="8541009" y="1576729"/>
              <a:ext cx="10382" cy="16314"/>
            </a:xfrm>
            <a:custGeom>
              <a:avLst/>
              <a:gdLst>
                <a:gd name="T0" fmla="*/ 5 w 7"/>
                <a:gd name="T1" fmla="*/ 2 h 11"/>
                <a:gd name="T2" fmla="*/ 5 w 7"/>
                <a:gd name="T3" fmla="*/ 2 h 11"/>
                <a:gd name="T4" fmla="*/ 2 w 7"/>
                <a:gd name="T5" fmla="*/ 7 h 11"/>
                <a:gd name="T6" fmla="*/ 0 w 7"/>
                <a:gd name="T7" fmla="*/ 11 h 11"/>
                <a:gd name="T8" fmla="*/ 2 w 7"/>
                <a:gd name="T9" fmla="*/ 11 h 11"/>
                <a:gd name="T10" fmla="*/ 2 w 7"/>
                <a:gd name="T11" fmla="*/ 11 h 11"/>
                <a:gd name="T12" fmla="*/ 2 w 7"/>
                <a:gd name="T13" fmla="*/ 11 h 11"/>
                <a:gd name="T14" fmla="*/ 7 w 7"/>
                <a:gd name="T15" fmla="*/ 4 h 11"/>
                <a:gd name="T16" fmla="*/ 7 w 7"/>
                <a:gd name="T17" fmla="*/ 0 h 11"/>
                <a:gd name="T18" fmla="*/ 7 w 7"/>
                <a:gd name="T19" fmla="*/ 0 h 11"/>
                <a:gd name="T20" fmla="*/ 5 w 7"/>
                <a:gd name="T21" fmla="*/ 2 h 11"/>
                <a:gd name="T22" fmla="*/ 5 w 7"/>
                <a:gd name="T23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" h="11">
                  <a:moveTo>
                    <a:pt x="5" y="2"/>
                  </a:moveTo>
                  <a:lnTo>
                    <a:pt x="5" y="2"/>
                  </a:lnTo>
                  <a:lnTo>
                    <a:pt x="2" y="7"/>
                  </a:lnTo>
                  <a:lnTo>
                    <a:pt x="0" y="11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7" y="4"/>
                  </a:lnTo>
                  <a:lnTo>
                    <a:pt x="7" y="0"/>
                  </a:lnTo>
                  <a:lnTo>
                    <a:pt x="7" y="0"/>
                  </a:lnTo>
                  <a:lnTo>
                    <a:pt x="5" y="2"/>
                  </a:lnTo>
                  <a:lnTo>
                    <a:pt x="5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95" name="Freeform 177">
              <a:extLst>
                <a:ext uri="{FF2B5EF4-FFF2-40B4-BE49-F238E27FC236}">
                  <a16:creationId xmlns:a16="http://schemas.microsoft.com/office/drawing/2014/main" id="{700BD2F0-734B-4DCA-AF6A-DECF44A50660}"/>
                </a:ext>
              </a:extLst>
            </p:cNvPr>
            <p:cNvSpPr>
              <a:spLocks/>
            </p:cNvSpPr>
            <p:nvPr/>
          </p:nvSpPr>
          <p:spPr bwMode="auto">
            <a:xfrm>
              <a:off x="8530627" y="1590076"/>
              <a:ext cx="2966" cy="11864"/>
            </a:xfrm>
            <a:custGeom>
              <a:avLst/>
              <a:gdLst>
                <a:gd name="T0" fmla="*/ 0 w 2"/>
                <a:gd name="T1" fmla="*/ 0 h 8"/>
                <a:gd name="T2" fmla="*/ 2 w 2"/>
                <a:gd name="T3" fmla="*/ 8 h 8"/>
                <a:gd name="T4" fmla="*/ 2 w 2"/>
                <a:gd name="T5" fmla="*/ 8 h 8"/>
                <a:gd name="T6" fmla="*/ 2 w 2"/>
                <a:gd name="T7" fmla="*/ 2 h 8"/>
                <a:gd name="T8" fmla="*/ 2 w 2"/>
                <a:gd name="T9" fmla="*/ 0 h 8"/>
                <a:gd name="T10" fmla="*/ 0 w 2"/>
                <a:gd name="T11" fmla="*/ 0 h 8"/>
                <a:gd name="T12" fmla="*/ 0 w 2"/>
                <a:gd name="T1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8">
                  <a:moveTo>
                    <a:pt x="0" y="0"/>
                  </a:moveTo>
                  <a:lnTo>
                    <a:pt x="2" y="8"/>
                  </a:lnTo>
                  <a:lnTo>
                    <a:pt x="2" y="8"/>
                  </a:lnTo>
                  <a:lnTo>
                    <a:pt x="2" y="2"/>
                  </a:lnTo>
                  <a:lnTo>
                    <a:pt x="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96" name="Freeform 178">
              <a:extLst>
                <a:ext uri="{FF2B5EF4-FFF2-40B4-BE49-F238E27FC236}">
                  <a16:creationId xmlns:a16="http://schemas.microsoft.com/office/drawing/2014/main" id="{31084051-C059-49F6-B562-13E4F875BF30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4015" y="1590076"/>
              <a:ext cx="10382" cy="16314"/>
            </a:xfrm>
            <a:custGeom>
              <a:avLst/>
              <a:gdLst>
                <a:gd name="T0" fmla="*/ 0 w 7"/>
                <a:gd name="T1" fmla="*/ 0 h 11"/>
                <a:gd name="T2" fmla="*/ 0 w 7"/>
                <a:gd name="T3" fmla="*/ 0 h 11"/>
                <a:gd name="T4" fmla="*/ 0 w 7"/>
                <a:gd name="T5" fmla="*/ 9 h 11"/>
                <a:gd name="T6" fmla="*/ 0 w 7"/>
                <a:gd name="T7" fmla="*/ 9 h 11"/>
                <a:gd name="T8" fmla="*/ 4 w 7"/>
                <a:gd name="T9" fmla="*/ 11 h 11"/>
                <a:gd name="T10" fmla="*/ 6 w 7"/>
                <a:gd name="T11" fmla="*/ 9 h 11"/>
                <a:gd name="T12" fmla="*/ 7 w 7"/>
                <a:gd name="T13" fmla="*/ 9 h 11"/>
                <a:gd name="T14" fmla="*/ 7 w 7"/>
                <a:gd name="T15" fmla="*/ 8 h 11"/>
                <a:gd name="T16" fmla="*/ 4 w 7"/>
                <a:gd name="T17" fmla="*/ 2 h 11"/>
                <a:gd name="T18" fmla="*/ 0 w 7"/>
                <a:gd name="T19" fmla="*/ 0 h 11"/>
                <a:gd name="T20" fmla="*/ 0 w 7"/>
                <a:gd name="T21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11">
                  <a:moveTo>
                    <a:pt x="0" y="0"/>
                  </a:moveTo>
                  <a:lnTo>
                    <a:pt x="0" y="0"/>
                  </a:lnTo>
                  <a:lnTo>
                    <a:pt x="0" y="9"/>
                  </a:lnTo>
                  <a:lnTo>
                    <a:pt x="0" y="9"/>
                  </a:lnTo>
                  <a:lnTo>
                    <a:pt x="4" y="11"/>
                  </a:lnTo>
                  <a:lnTo>
                    <a:pt x="6" y="9"/>
                  </a:lnTo>
                  <a:lnTo>
                    <a:pt x="7" y="9"/>
                  </a:lnTo>
                  <a:lnTo>
                    <a:pt x="7" y="8"/>
                  </a:lnTo>
                  <a:lnTo>
                    <a:pt x="4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97" name="Freeform 179">
              <a:extLst>
                <a:ext uri="{FF2B5EF4-FFF2-40B4-BE49-F238E27FC236}">
                  <a16:creationId xmlns:a16="http://schemas.microsoft.com/office/drawing/2014/main" id="{E87A7684-7EC0-48CB-92C1-2A3160634983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4355" y="1593042"/>
              <a:ext cx="26694" cy="26694"/>
            </a:xfrm>
            <a:custGeom>
              <a:avLst/>
              <a:gdLst>
                <a:gd name="T0" fmla="*/ 6 w 18"/>
                <a:gd name="T1" fmla="*/ 0 h 18"/>
                <a:gd name="T2" fmla="*/ 6 w 18"/>
                <a:gd name="T3" fmla="*/ 0 h 18"/>
                <a:gd name="T4" fmla="*/ 0 w 18"/>
                <a:gd name="T5" fmla="*/ 7 h 18"/>
                <a:gd name="T6" fmla="*/ 0 w 18"/>
                <a:gd name="T7" fmla="*/ 7 h 18"/>
                <a:gd name="T8" fmla="*/ 4 w 18"/>
                <a:gd name="T9" fmla="*/ 7 h 18"/>
                <a:gd name="T10" fmla="*/ 7 w 18"/>
                <a:gd name="T11" fmla="*/ 7 h 18"/>
                <a:gd name="T12" fmla="*/ 7 w 18"/>
                <a:gd name="T13" fmla="*/ 7 h 18"/>
                <a:gd name="T14" fmla="*/ 9 w 18"/>
                <a:gd name="T15" fmla="*/ 9 h 18"/>
                <a:gd name="T16" fmla="*/ 11 w 18"/>
                <a:gd name="T17" fmla="*/ 13 h 18"/>
                <a:gd name="T18" fmla="*/ 11 w 18"/>
                <a:gd name="T19" fmla="*/ 15 h 18"/>
                <a:gd name="T20" fmla="*/ 15 w 18"/>
                <a:gd name="T21" fmla="*/ 18 h 18"/>
                <a:gd name="T22" fmla="*/ 15 w 18"/>
                <a:gd name="T23" fmla="*/ 18 h 18"/>
                <a:gd name="T24" fmla="*/ 18 w 18"/>
                <a:gd name="T25" fmla="*/ 18 h 18"/>
                <a:gd name="T26" fmla="*/ 17 w 18"/>
                <a:gd name="T27" fmla="*/ 17 h 18"/>
                <a:gd name="T28" fmla="*/ 18 w 18"/>
                <a:gd name="T29" fmla="*/ 15 h 18"/>
                <a:gd name="T30" fmla="*/ 18 w 18"/>
                <a:gd name="T31" fmla="*/ 15 h 18"/>
                <a:gd name="T32" fmla="*/ 13 w 18"/>
                <a:gd name="T33" fmla="*/ 13 h 18"/>
                <a:gd name="T34" fmla="*/ 13 w 18"/>
                <a:gd name="T35" fmla="*/ 13 h 18"/>
                <a:gd name="T36" fmla="*/ 15 w 18"/>
                <a:gd name="T37" fmla="*/ 6 h 18"/>
                <a:gd name="T38" fmla="*/ 15 w 18"/>
                <a:gd name="T39" fmla="*/ 6 h 18"/>
                <a:gd name="T40" fmla="*/ 9 w 18"/>
                <a:gd name="T41" fmla="*/ 4 h 18"/>
                <a:gd name="T42" fmla="*/ 6 w 18"/>
                <a:gd name="T43" fmla="*/ 0 h 18"/>
                <a:gd name="T44" fmla="*/ 6 w 18"/>
                <a:gd name="T45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8" h="18">
                  <a:moveTo>
                    <a:pt x="6" y="0"/>
                  </a:moveTo>
                  <a:lnTo>
                    <a:pt x="6" y="0"/>
                  </a:lnTo>
                  <a:lnTo>
                    <a:pt x="0" y="7"/>
                  </a:lnTo>
                  <a:lnTo>
                    <a:pt x="0" y="7"/>
                  </a:lnTo>
                  <a:lnTo>
                    <a:pt x="4" y="7"/>
                  </a:lnTo>
                  <a:lnTo>
                    <a:pt x="7" y="7"/>
                  </a:lnTo>
                  <a:lnTo>
                    <a:pt x="7" y="7"/>
                  </a:lnTo>
                  <a:lnTo>
                    <a:pt x="9" y="9"/>
                  </a:lnTo>
                  <a:lnTo>
                    <a:pt x="11" y="13"/>
                  </a:lnTo>
                  <a:lnTo>
                    <a:pt x="11" y="15"/>
                  </a:lnTo>
                  <a:lnTo>
                    <a:pt x="15" y="18"/>
                  </a:lnTo>
                  <a:lnTo>
                    <a:pt x="15" y="18"/>
                  </a:lnTo>
                  <a:lnTo>
                    <a:pt x="18" y="18"/>
                  </a:lnTo>
                  <a:lnTo>
                    <a:pt x="17" y="17"/>
                  </a:lnTo>
                  <a:lnTo>
                    <a:pt x="18" y="15"/>
                  </a:lnTo>
                  <a:lnTo>
                    <a:pt x="18" y="15"/>
                  </a:lnTo>
                  <a:lnTo>
                    <a:pt x="13" y="13"/>
                  </a:lnTo>
                  <a:lnTo>
                    <a:pt x="13" y="13"/>
                  </a:lnTo>
                  <a:lnTo>
                    <a:pt x="15" y="6"/>
                  </a:lnTo>
                  <a:lnTo>
                    <a:pt x="15" y="6"/>
                  </a:lnTo>
                  <a:lnTo>
                    <a:pt x="9" y="4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98" name="Freeform 180">
              <a:extLst>
                <a:ext uri="{FF2B5EF4-FFF2-40B4-BE49-F238E27FC236}">
                  <a16:creationId xmlns:a16="http://schemas.microsoft.com/office/drawing/2014/main" id="{359E011A-EA78-4ADD-B3D8-A6B756A2423E}"/>
                </a:ext>
              </a:extLst>
            </p:cNvPr>
            <p:cNvSpPr>
              <a:spLocks/>
            </p:cNvSpPr>
            <p:nvPr/>
          </p:nvSpPr>
          <p:spPr bwMode="auto">
            <a:xfrm>
              <a:off x="8859854" y="1609355"/>
              <a:ext cx="10382" cy="5932"/>
            </a:xfrm>
            <a:custGeom>
              <a:avLst/>
              <a:gdLst>
                <a:gd name="T0" fmla="*/ 2 w 7"/>
                <a:gd name="T1" fmla="*/ 0 h 4"/>
                <a:gd name="T2" fmla="*/ 2 w 7"/>
                <a:gd name="T3" fmla="*/ 0 h 4"/>
                <a:gd name="T4" fmla="*/ 5 w 7"/>
                <a:gd name="T5" fmla="*/ 0 h 4"/>
                <a:gd name="T6" fmla="*/ 5 w 7"/>
                <a:gd name="T7" fmla="*/ 2 h 4"/>
                <a:gd name="T8" fmla="*/ 7 w 7"/>
                <a:gd name="T9" fmla="*/ 4 h 4"/>
                <a:gd name="T10" fmla="*/ 7 w 7"/>
                <a:gd name="T11" fmla="*/ 4 h 4"/>
                <a:gd name="T12" fmla="*/ 2 w 7"/>
                <a:gd name="T13" fmla="*/ 2 h 4"/>
                <a:gd name="T14" fmla="*/ 0 w 7"/>
                <a:gd name="T15" fmla="*/ 0 h 4"/>
                <a:gd name="T16" fmla="*/ 2 w 7"/>
                <a:gd name="T17" fmla="*/ 0 h 4"/>
                <a:gd name="T18" fmla="*/ 2 w 7"/>
                <a:gd name="T1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4">
                  <a:moveTo>
                    <a:pt x="2" y="0"/>
                  </a:moveTo>
                  <a:lnTo>
                    <a:pt x="2" y="0"/>
                  </a:lnTo>
                  <a:lnTo>
                    <a:pt x="5" y="0"/>
                  </a:lnTo>
                  <a:lnTo>
                    <a:pt x="5" y="2"/>
                  </a:lnTo>
                  <a:lnTo>
                    <a:pt x="7" y="4"/>
                  </a:lnTo>
                  <a:lnTo>
                    <a:pt x="7" y="4"/>
                  </a:lnTo>
                  <a:lnTo>
                    <a:pt x="2" y="2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99" name="Freeform 181">
              <a:extLst>
                <a:ext uri="{FF2B5EF4-FFF2-40B4-BE49-F238E27FC236}">
                  <a16:creationId xmlns:a16="http://schemas.microsoft.com/office/drawing/2014/main" id="{C1C74F6A-EE41-4478-AA29-8987A81653F6}"/>
                </a:ext>
              </a:extLst>
            </p:cNvPr>
            <p:cNvSpPr>
              <a:spLocks/>
            </p:cNvSpPr>
            <p:nvPr/>
          </p:nvSpPr>
          <p:spPr bwMode="auto">
            <a:xfrm>
              <a:off x="9100101" y="1658294"/>
              <a:ext cx="10382" cy="10381"/>
            </a:xfrm>
            <a:custGeom>
              <a:avLst/>
              <a:gdLst>
                <a:gd name="T0" fmla="*/ 4 w 7"/>
                <a:gd name="T1" fmla="*/ 0 h 7"/>
                <a:gd name="T2" fmla="*/ 4 w 7"/>
                <a:gd name="T3" fmla="*/ 0 h 7"/>
                <a:gd name="T4" fmla="*/ 2 w 7"/>
                <a:gd name="T5" fmla="*/ 2 h 7"/>
                <a:gd name="T6" fmla="*/ 0 w 7"/>
                <a:gd name="T7" fmla="*/ 5 h 7"/>
                <a:gd name="T8" fmla="*/ 2 w 7"/>
                <a:gd name="T9" fmla="*/ 7 h 7"/>
                <a:gd name="T10" fmla="*/ 7 w 7"/>
                <a:gd name="T11" fmla="*/ 7 h 7"/>
                <a:gd name="T12" fmla="*/ 7 w 7"/>
                <a:gd name="T13" fmla="*/ 7 h 7"/>
                <a:gd name="T14" fmla="*/ 7 w 7"/>
                <a:gd name="T15" fmla="*/ 3 h 7"/>
                <a:gd name="T16" fmla="*/ 7 w 7"/>
                <a:gd name="T17" fmla="*/ 0 h 7"/>
                <a:gd name="T18" fmla="*/ 4 w 7"/>
                <a:gd name="T19" fmla="*/ 0 h 7"/>
                <a:gd name="T20" fmla="*/ 4 w 7"/>
                <a:gd name="T21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7">
                  <a:moveTo>
                    <a:pt x="4" y="0"/>
                  </a:moveTo>
                  <a:lnTo>
                    <a:pt x="4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2" y="7"/>
                  </a:lnTo>
                  <a:lnTo>
                    <a:pt x="7" y="7"/>
                  </a:lnTo>
                  <a:lnTo>
                    <a:pt x="7" y="7"/>
                  </a:lnTo>
                  <a:lnTo>
                    <a:pt x="7" y="3"/>
                  </a:lnTo>
                  <a:lnTo>
                    <a:pt x="7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00" name="Freeform 182">
              <a:extLst>
                <a:ext uri="{FF2B5EF4-FFF2-40B4-BE49-F238E27FC236}">
                  <a16:creationId xmlns:a16="http://schemas.microsoft.com/office/drawing/2014/main" id="{45B40A54-268C-4ADE-B599-A0838E128C6C}"/>
                </a:ext>
              </a:extLst>
            </p:cNvPr>
            <p:cNvSpPr>
              <a:spLocks/>
            </p:cNvSpPr>
            <p:nvPr/>
          </p:nvSpPr>
          <p:spPr bwMode="auto">
            <a:xfrm>
              <a:off x="9070441" y="1662743"/>
              <a:ext cx="8898" cy="11864"/>
            </a:xfrm>
            <a:custGeom>
              <a:avLst/>
              <a:gdLst>
                <a:gd name="T0" fmla="*/ 6 w 6"/>
                <a:gd name="T1" fmla="*/ 0 h 8"/>
                <a:gd name="T2" fmla="*/ 6 w 6"/>
                <a:gd name="T3" fmla="*/ 0 h 8"/>
                <a:gd name="T4" fmla="*/ 4 w 6"/>
                <a:gd name="T5" fmla="*/ 4 h 8"/>
                <a:gd name="T6" fmla="*/ 2 w 6"/>
                <a:gd name="T7" fmla="*/ 8 h 8"/>
                <a:gd name="T8" fmla="*/ 2 w 6"/>
                <a:gd name="T9" fmla="*/ 8 h 8"/>
                <a:gd name="T10" fmla="*/ 0 w 6"/>
                <a:gd name="T11" fmla="*/ 8 h 8"/>
                <a:gd name="T12" fmla="*/ 0 w 6"/>
                <a:gd name="T13" fmla="*/ 4 h 8"/>
                <a:gd name="T14" fmla="*/ 6 w 6"/>
                <a:gd name="T15" fmla="*/ 0 h 8"/>
                <a:gd name="T16" fmla="*/ 6 w 6"/>
                <a:gd name="T1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" h="8">
                  <a:moveTo>
                    <a:pt x="6" y="0"/>
                  </a:moveTo>
                  <a:lnTo>
                    <a:pt x="6" y="0"/>
                  </a:lnTo>
                  <a:lnTo>
                    <a:pt x="4" y="4"/>
                  </a:lnTo>
                  <a:lnTo>
                    <a:pt x="2" y="8"/>
                  </a:lnTo>
                  <a:lnTo>
                    <a:pt x="2" y="8"/>
                  </a:lnTo>
                  <a:lnTo>
                    <a:pt x="0" y="8"/>
                  </a:lnTo>
                  <a:lnTo>
                    <a:pt x="0" y="4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01" name="Freeform 183">
              <a:extLst>
                <a:ext uri="{FF2B5EF4-FFF2-40B4-BE49-F238E27FC236}">
                  <a16:creationId xmlns:a16="http://schemas.microsoft.com/office/drawing/2014/main" id="{C6297B1C-2E89-400A-A253-6AE4C3BB947A}"/>
                </a:ext>
              </a:extLst>
            </p:cNvPr>
            <p:cNvSpPr>
              <a:spLocks/>
            </p:cNvSpPr>
            <p:nvPr/>
          </p:nvSpPr>
          <p:spPr bwMode="auto">
            <a:xfrm>
              <a:off x="9402634" y="2152134"/>
              <a:ext cx="19280" cy="29660"/>
            </a:xfrm>
            <a:custGeom>
              <a:avLst/>
              <a:gdLst>
                <a:gd name="T0" fmla="*/ 8 w 13"/>
                <a:gd name="T1" fmla="*/ 0 h 20"/>
                <a:gd name="T2" fmla="*/ 8 w 13"/>
                <a:gd name="T3" fmla="*/ 0 h 20"/>
                <a:gd name="T4" fmla="*/ 4 w 13"/>
                <a:gd name="T5" fmla="*/ 4 h 20"/>
                <a:gd name="T6" fmla="*/ 0 w 13"/>
                <a:gd name="T7" fmla="*/ 8 h 20"/>
                <a:gd name="T8" fmla="*/ 0 w 13"/>
                <a:gd name="T9" fmla="*/ 8 h 20"/>
                <a:gd name="T10" fmla="*/ 0 w 13"/>
                <a:gd name="T11" fmla="*/ 13 h 20"/>
                <a:gd name="T12" fmla="*/ 2 w 13"/>
                <a:gd name="T13" fmla="*/ 17 h 20"/>
                <a:gd name="T14" fmla="*/ 0 w 13"/>
                <a:gd name="T15" fmla="*/ 20 h 20"/>
                <a:gd name="T16" fmla="*/ 0 w 13"/>
                <a:gd name="T17" fmla="*/ 20 h 20"/>
                <a:gd name="T18" fmla="*/ 4 w 13"/>
                <a:gd name="T19" fmla="*/ 18 h 20"/>
                <a:gd name="T20" fmla="*/ 9 w 13"/>
                <a:gd name="T21" fmla="*/ 15 h 20"/>
                <a:gd name="T22" fmla="*/ 13 w 13"/>
                <a:gd name="T23" fmla="*/ 11 h 20"/>
                <a:gd name="T24" fmla="*/ 13 w 13"/>
                <a:gd name="T25" fmla="*/ 8 h 20"/>
                <a:gd name="T26" fmla="*/ 13 w 13"/>
                <a:gd name="T27" fmla="*/ 4 h 20"/>
                <a:gd name="T28" fmla="*/ 8 w 13"/>
                <a:gd name="T29" fmla="*/ 0 h 20"/>
                <a:gd name="T30" fmla="*/ 8 w 13"/>
                <a:gd name="T31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" h="20">
                  <a:moveTo>
                    <a:pt x="8" y="0"/>
                  </a:moveTo>
                  <a:lnTo>
                    <a:pt x="8" y="0"/>
                  </a:lnTo>
                  <a:lnTo>
                    <a:pt x="4" y="4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13"/>
                  </a:lnTo>
                  <a:lnTo>
                    <a:pt x="2" y="17"/>
                  </a:lnTo>
                  <a:lnTo>
                    <a:pt x="0" y="20"/>
                  </a:lnTo>
                  <a:lnTo>
                    <a:pt x="0" y="20"/>
                  </a:lnTo>
                  <a:lnTo>
                    <a:pt x="4" y="18"/>
                  </a:lnTo>
                  <a:lnTo>
                    <a:pt x="9" y="15"/>
                  </a:lnTo>
                  <a:lnTo>
                    <a:pt x="13" y="11"/>
                  </a:lnTo>
                  <a:lnTo>
                    <a:pt x="13" y="8"/>
                  </a:lnTo>
                  <a:lnTo>
                    <a:pt x="13" y="4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02" name="Freeform 184">
              <a:extLst>
                <a:ext uri="{FF2B5EF4-FFF2-40B4-BE49-F238E27FC236}">
                  <a16:creationId xmlns:a16="http://schemas.microsoft.com/office/drawing/2014/main" id="{E134BAAD-206D-49BD-8EFC-5BB199CE08F7}"/>
                </a:ext>
              </a:extLst>
            </p:cNvPr>
            <p:cNvSpPr>
              <a:spLocks/>
            </p:cNvSpPr>
            <p:nvPr/>
          </p:nvSpPr>
          <p:spPr bwMode="auto">
            <a:xfrm>
              <a:off x="8543975" y="1625668"/>
              <a:ext cx="4449" cy="7415"/>
            </a:xfrm>
            <a:custGeom>
              <a:avLst/>
              <a:gdLst>
                <a:gd name="T0" fmla="*/ 3 w 3"/>
                <a:gd name="T1" fmla="*/ 0 h 5"/>
                <a:gd name="T2" fmla="*/ 3 w 3"/>
                <a:gd name="T3" fmla="*/ 0 h 5"/>
                <a:gd name="T4" fmla="*/ 3 w 3"/>
                <a:gd name="T5" fmla="*/ 2 h 5"/>
                <a:gd name="T6" fmla="*/ 3 w 3"/>
                <a:gd name="T7" fmla="*/ 4 h 5"/>
                <a:gd name="T8" fmla="*/ 0 w 3"/>
                <a:gd name="T9" fmla="*/ 5 h 5"/>
                <a:gd name="T10" fmla="*/ 0 w 3"/>
                <a:gd name="T11" fmla="*/ 5 h 5"/>
                <a:gd name="T12" fmla="*/ 0 w 3"/>
                <a:gd name="T13" fmla="*/ 2 h 5"/>
                <a:gd name="T14" fmla="*/ 0 w 3"/>
                <a:gd name="T15" fmla="*/ 0 h 5"/>
                <a:gd name="T16" fmla="*/ 3 w 3"/>
                <a:gd name="T17" fmla="*/ 0 h 5"/>
                <a:gd name="T18" fmla="*/ 3 w 3"/>
                <a:gd name="T1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" h="5">
                  <a:moveTo>
                    <a:pt x="3" y="0"/>
                  </a:moveTo>
                  <a:lnTo>
                    <a:pt x="3" y="0"/>
                  </a:lnTo>
                  <a:lnTo>
                    <a:pt x="3" y="2"/>
                  </a:lnTo>
                  <a:lnTo>
                    <a:pt x="3" y="4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2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03" name="Freeform 185">
              <a:extLst>
                <a:ext uri="{FF2B5EF4-FFF2-40B4-BE49-F238E27FC236}">
                  <a16:creationId xmlns:a16="http://schemas.microsoft.com/office/drawing/2014/main" id="{58D9D2C7-26ED-4F12-A545-68DF413CE4D8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4241" y="1695369"/>
              <a:ext cx="25212" cy="22246"/>
            </a:xfrm>
            <a:custGeom>
              <a:avLst/>
              <a:gdLst>
                <a:gd name="T0" fmla="*/ 4 w 17"/>
                <a:gd name="T1" fmla="*/ 0 h 15"/>
                <a:gd name="T2" fmla="*/ 0 w 17"/>
                <a:gd name="T3" fmla="*/ 9 h 15"/>
                <a:gd name="T4" fmla="*/ 0 w 17"/>
                <a:gd name="T5" fmla="*/ 9 h 15"/>
                <a:gd name="T6" fmla="*/ 2 w 17"/>
                <a:gd name="T7" fmla="*/ 11 h 15"/>
                <a:gd name="T8" fmla="*/ 4 w 17"/>
                <a:gd name="T9" fmla="*/ 13 h 15"/>
                <a:gd name="T10" fmla="*/ 8 w 17"/>
                <a:gd name="T11" fmla="*/ 15 h 15"/>
                <a:gd name="T12" fmla="*/ 8 w 17"/>
                <a:gd name="T13" fmla="*/ 15 h 15"/>
                <a:gd name="T14" fmla="*/ 9 w 17"/>
                <a:gd name="T15" fmla="*/ 13 h 15"/>
                <a:gd name="T16" fmla="*/ 11 w 17"/>
                <a:gd name="T17" fmla="*/ 13 h 15"/>
                <a:gd name="T18" fmla="*/ 11 w 17"/>
                <a:gd name="T19" fmla="*/ 13 h 15"/>
                <a:gd name="T20" fmla="*/ 15 w 17"/>
                <a:gd name="T21" fmla="*/ 13 h 15"/>
                <a:gd name="T22" fmla="*/ 17 w 17"/>
                <a:gd name="T23" fmla="*/ 11 h 15"/>
                <a:gd name="T24" fmla="*/ 17 w 17"/>
                <a:gd name="T25" fmla="*/ 8 h 15"/>
                <a:gd name="T26" fmla="*/ 17 w 17"/>
                <a:gd name="T27" fmla="*/ 8 h 15"/>
                <a:gd name="T28" fmla="*/ 4 w 17"/>
                <a:gd name="T29" fmla="*/ 0 h 15"/>
                <a:gd name="T30" fmla="*/ 4 w 17"/>
                <a:gd name="T31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" h="15">
                  <a:moveTo>
                    <a:pt x="4" y="0"/>
                  </a:moveTo>
                  <a:lnTo>
                    <a:pt x="0" y="9"/>
                  </a:lnTo>
                  <a:lnTo>
                    <a:pt x="0" y="9"/>
                  </a:lnTo>
                  <a:lnTo>
                    <a:pt x="2" y="11"/>
                  </a:lnTo>
                  <a:lnTo>
                    <a:pt x="4" y="13"/>
                  </a:lnTo>
                  <a:lnTo>
                    <a:pt x="8" y="15"/>
                  </a:lnTo>
                  <a:lnTo>
                    <a:pt x="8" y="15"/>
                  </a:lnTo>
                  <a:lnTo>
                    <a:pt x="9" y="13"/>
                  </a:lnTo>
                  <a:lnTo>
                    <a:pt x="11" y="13"/>
                  </a:lnTo>
                  <a:lnTo>
                    <a:pt x="11" y="13"/>
                  </a:lnTo>
                  <a:lnTo>
                    <a:pt x="15" y="13"/>
                  </a:lnTo>
                  <a:lnTo>
                    <a:pt x="17" y="11"/>
                  </a:lnTo>
                  <a:lnTo>
                    <a:pt x="17" y="8"/>
                  </a:lnTo>
                  <a:lnTo>
                    <a:pt x="17" y="8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04" name="Freeform 186">
              <a:extLst>
                <a:ext uri="{FF2B5EF4-FFF2-40B4-BE49-F238E27FC236}">
                  <a16:creationId xmlns:a16="http://schemas.microsoft.com/office/drawing/2014/main" id="{ED2988D4-EE6E-4BED-B91F-43968F0BCD22}"/>
                </a:ext>
              </a:extLst>
            </p:cNvPr>
            <p:cNvSpPr>
              <a:spLocks/>
            </p:cNvSpPr>
            <p:nvPr/>
          </p:nvSpPr>
          <p:spPr bwMode="auto">
            <a:xfrm>
              <a:off x="9122347" y="2601485"/>
              <a:ext cx="10382" cy="16314"/>
            </a:xfrm>
            <a:custGeom>
              <a:avLst/>
              <a:gdLst>
                <a:gd name="T0" fmla="*/ 3 w 7"/>
                <a:gd name="T1" fmla="*/ 0 h 11"/>
                <a:gd name="T2" fmla="*/ 3 w 7"/>
                <a:gd name="T3" fmla="*/ 0 h 11"/>
                <a:gd name="T4" fmla="*/ 2 w 7"/>
                <a:gd name="T5" fmla="*/ 7 h 11"/>
                <a:gd name="T6" fmla="*/ 0 w 7"/>
                <a:gd name="T7" fmla="*/ 11 h 11"/>
                <a:gd name="T8" fmla="*/ 2 w 7"/>
                <a:gd name="T9" fmla="*/ 11 h 11"/>
                <a:gd name="T10" fmla="*/ 2 w 7"/>
                <a:gd name="T11" fmla="*/ 11 h 11"/>
                <a:gd name="T12" fmla="*/ 2 w 7"/>
                <a:gd name="T13" fmla="*/ 11 h 11"/>
                <a:gd name="T14" fmla="*/ 7 w 7"/>
                <a:gd name="T15" fmla="*/ 1 h 11"/>
                <a:gd name="T16" fmla="*/ 7 w 7"/>
                <a:gd name="T17" fmla="*/ 0 h 11"/>
                <a:gd name="T18" fmla="*/ 3 w 7"/>
                <a:gd name="T19" fmla="*/ 0 h 11"/>
                <a:gd name="T20" fmla="*/ 3 w 7"/>
                <a:gd name="T21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11">
                  <a:moveTo>
                    <a:pt x="3" y="0"/>
                  </a:moveTo>
                  <a:lnTo>
                    <a:pt x="3" y="0"/>
                  </a:lnTo>
                  <a:lnTo>
                    <a:pt x="2" y="7"/>
                  </a:lnTo>
                  <a:lnTo>
                    <a:pt x="0" y="11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7" y="1"/>
                  </a:lnTo>
                  <a:lnTo>
                    <a:pt x="7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05" name="Freeform 187">
              <a:extLst>
                <a:ext uri="{FF2B5EF4-FFF2-40B4-BE49-F238E27FC236}">
                  <a16:creationId xmlns:a16="http://schemas.microsoft.com/office/drawing/2014/main" id="{04E582FF-2946-4502-834C-4B169EA0DA38}"/>
                </a:ext>
              </a:extLst>
            </p:cNvPr>
            <p:cNvSpPr>
              <a:spLocks/>
            </p:cNvSpPr>
            <p:nvPr/>
          </p:nvSpPr>
          <p:spPr bwMode="auto">
            <a:xfrm>
              <a:off x="9076373" y="2631145"/>
              <a:ext cx="13348" cy="23728"/>
            </a:xfrm>
            <a:custGeom>
              <a:avLst/>
              <a:gdLst>
                <a:gd name="T0" fmla="*/ 9 w 9"/>
                <a:gd name="T1" fmla="*/ 0 h 16"/>
                <a:gd name="T2" fmla="*/ 9 w 9"/>
                <a:gd name="T3" fmla="*/ 0 h 16"/>
                <a:gd name="T4" fmla="*/ 3 w 9"/>
                <a:gd name="T5" fmla="*/ 5 h 16"/>
                <a:gd name="T6" fmla="*/ 2 w 9"/>
                <a:gd name="T7" fmla="*/ 12 h 16"/>
                <a:gd name="T8" fmla="*/ 2 w 9"/>
                <a:gd name="T9" fmla="*/ 12 h 16"/>
                <a:gd name="T10" fmla="*/ 0 w 9"/>
                <a:gd name="T11" fmla="*/ 16 h 16"/>
                <a:gd name="T12" fmla="*/ 0 w 9"/>
                <a:gd name="T13" fmla="*/ 16 h 16"/>
                <a:gd name="T14" fmla="*/ 3 w 9"/>
                <a:gd name="T15" fmla="*/ 14 h 16"/>
                <a:gd name="T16" fmla="*/ 9 w 9"/>
                <a:gd name="T17" fmla="*/ 12 h 16"/>
                <a:gd name="T18" fmla="*/ 9 w 9"/>
                <a:gd name="T19" fmla="*/ 12 h 16"/>
                <a:gd name="T20" fmla="*/ 9 w 9"/>
                <a:gd name="T21" fmla="*/ 3 h 16"/>
                <a:gd name="T22" fmla="*/ 9 w 9"/>
                <a:gd name="T23" fmla="*/ 0 h 16"/>
                <a:gd name="T24" fmla="*/ 9 w 9"/>
                <a:gd name="T25" fmla="*/ 0 h 16"/>
                <a:gd name="T26" fmla="*/ 9 w 9"/>
                <a:gd name="T27" fmla="*/ 0 h 16"/>
                <a:gd name="T28" fmla="*/ 9 w 9"/>
                <a:gd name="T29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" h="16">
                  <a:moveTo>
                    <a:pt x="9" y="0"/>
                  </a:moveTo>
                  <a:lnTo>
                    <a:pt x="9" y="0"/>
                  </a:lnTo>
                  <a:lnTo>
                    <a:pt x="3" y="5"/>
                  </a:lnTo>
                  <a:lnTo>
                    <a:pt x="2" y="12"/>
                  </a:lnTo>
                  <a:lnTo>
                    <a:pt x="2" y="12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3" y="14"/>
                  </a:lnTo>
                  <a:lnTo>
                    <a:pt x="9" y="12"/>
                  </a:lnTo>
                  <a:lnTo>
                    <a:pt x="9" y="12"/>
                  </a:lnTo>
                  <a:lnTo>
                    <a:pt x="9" y="3"/>
                  </a:lnTo>
                  <a:lnTo>
                    <a:pt x="9" y="0"/>
                  </a:lnTo>
                  <a:lnTo>
                    <a:pt x="9" y="0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06" name="Freeform 188">
              <a:extLst>
                <a:ext uri="{FF2B5EF4-FFF2-40B4-BE49-F238E27FC236}">
                  <a16:creationId xmlns:a16="http://schemas.microsoft.com/office/drawing/2014/main" id="{F3877FCB-BEE3-4E3E-BE99-FD1A9C312527}"/>
                </a:ext>
              </a:extLst>
            </p:cNvPr>
            <p:cNvSpPr>
              <a:spLocks/>
            </p:cNvSpPr>
            <p:nvPr/>
          </p:nvSpPr>
          <p:spPr bwMode="auto">
            <a:xfrm>
              <a:off x="9046713" y="2651907"/>
              <a:ext cx="7415" cy="25212"/>
            </a:xfrm>
            <a:custGeom>
              <a:avLst/>
              <a:gdLst>
                <a:gd name="T0" fmla="*/ 3 w 5"/>
                <a:gd name="T1" fmla="*/ 0 h 17"/>
                <a:gd name="T2" fmla="*/ 3 w 5"/>
                <a:gd name="T3" fmla="*/ 0 h 17"/>
                <a:gd name="T4" fmla="*/ 2 w 5"/>
                <a:gd name="T5" fmla="*/ 4 h 17"/>
                <a:gd name="T6" fmla="*/ 0 w 5"/>
                <a:gd name="T7" fmla="*/ 11 h 17"/>
                <a:gd name="T8" fmla="*/ 2 w 5"/>
                <a:gd name="T9" fmla="*/ 15 h 17"/>
                <a:gd name="T10" fmla="*/ 2 w 5"/>
                <a:gd name="T11" fmla="*/ 17 h 17"/>
                <a:gd name="T12" fmla="*/ 3 w 5"/>
                <a:gd name="T13" fmla="*/ 15 h 17"/>
                <a:gd name="T14" fmla="*/ 3 w 5"/>
                <a:gd name="T15" fmla="*/ 15 h 17"/>
                <a:gd name="T16" fmla="*/ 5 w 5"/>
                <a:gd name="T17" fmla="*/ 6 h 17"/>
                <a:gd name="T18" fmla="*/ 5 w 5"/>
                <a:gd name="T19" fmla="*/ 2 h 17"/>
                <a:gd name="T20" fmla="*/ 5 w 5"/>
                <a:gd name="T21" fmla="*/ 0 h 17"/>
                <a:gd name="T22" fmla="*/ 3 w 5"/>
                <a:gd name="T23" fmla="*/ 0 h 17"/>
                <a:gd name="T24" fmla="*/ 3 w 5"/>
                <a:gd name="T25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" h="17">
                  <a:moveTo>
                    <a:pt x="3" y="0"/>
                  </a:moveTo>
                  <a:lnTo>
                    <a:pt x="3" y="0"/>
                  </a:lnTo>
                  <a:lnTo>
                    <a:pt x="2" y="4"/>
                  </a:lnTo>
                  <a:lnTo>
                    <a:pt x="0" y="11"/>
                  </a:lnTo>
                  <a:lnTo>
                    <a:pt x="2" y="15"/>
                  </a:lnTo>
                  <a:lnTo>
                    <a:pt x="2" y="17"/>
                  </a:lnTo>
                  <a:lnTo>
                    <a:pt x="3" y="15"/>
                  </a:lnTo>
                  <a:lnTo>
                    <a:pt x="3" y="15"/>
                  </a:lnTo>
                  <a:lnTo>
                    <a:pt x="5" y="6"/>
                  </a:lnTo>
                  <a:lnTo>
                    <a:pt x="5" y="2"/>
                  </a:lnTo>
                  <a:lnTo>
                    <a:pt x="5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07" name="Freeform 189">
              <a:extLst>
                <a:ext uri="{FF2B5EF4-FFF2-40B4-BE49-F238E27FC236}">
                  <a16:creationId xmlns:a16="http://schemas.microsoft.com/office/drawing/2014/main" id="{E6A0CD2C-06EE-473F-B005-6F8597F97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9014087" y="2665254"/>
              <a:ext cx="26694" cy="28178"/>
            </a:xfrm>
            <a:custGeom>
              <a:avLst/>
              <a:gdLst>
                <a:gd name="T0" fmla="*/ 13 w 18"/>
                <a:gd name="T1" fmla="*/ 2 h 19"/>
                <a:gd name="T2" fmla="*/ 5 w 18"/>
                <a:gd name="T3" fmla="*/ 11 h 19"/>
                <a:gd name="T4" fmla="*/ 5 w 18"/>
                <a:gd name="T5" fmla="*/ 11 h 19"/>
                <a:gd name="T6" fmla="*/ 2 w 18"/>
                <a:gd name="T7" fmla="*/ 13 h 19"/>
                <a:gd name="T8" fmla="*/ 2 w 18"/>
                <a:gd name="T9" fmla="*/ 13 h 19"/>
                <a:gd name="T10" fmla="*/ 0 w 18"/>
                <a:gd name="T11" fmla="*/ 17 h 19"/>
                <a:gd name="T12" fmla="*/ 0 w 18"/>
                <a:gd name="T13" fmla="*/ 19 h 19"/>
                <a:gd name="T14" fmla="*/ 4 w 18"/>
                <a:gd name="T15" fmla="*/ 19 h 19"/>
                <a:gd name="T16" fmla="*/ 4 w 18"/>
                <a:gd name="T17" fmla="*/ 19 h 19"/>
                <a:gd name="T18" fmla="*/ 18 w 18"/>
                <a:gd name="T19" fmla="*/ 9 h 19"/>
                <a:gd name="T20" fmla="*/ 18 w 18"/>
                <a:gd name="T21" fmla="*/ 9 h 19"/>
                <a:gd name="T22" fmla="*/ 18 w 18"/>
                <a:gd name="T23" fmla="*/ 4 h 19"/>
                <a:gd name="T24" fmla="*/ 18 w 18"/>
                <a:gd name="T25" fmla="*/ 4 h 19"/>
                <a:gd name="T26" fmla="*/ 16 w 18"/>
                <a:gd name="T27" fmla="*/ 4 h 19"/>
                <a:gd name="T28" fmla="*/ 16 w 18"/>
                <a:gd name="T29" fmla="*/ 4 h 19"/>
                <a:gd name="T30" fmla="*/ 14 w 18"/>
                <a:gd name="T31" fmla="*/ 2 h 19"/>
                <a:gd name="T32" fmla="*/ 16 w 18"/>
                <a:gd name="T33" fmla="*/ 0 h 19"/>
                <a:gd name="T34" fmla="*/ 16 w 18"/>
                <a:gd name="T35" fmla="*/ 0 h 19"/>
                <a:gd name="T36" fmla="*/ 13 w 18"/>
                <a:gd name="T37" fmla="*/ 2 h 19"/>
                <a:gd name="T38" fmla="*/ 13 w 18"/>
                <a:gd name="T39" fmla="*/ 2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8" h="19">
                  <a:moveTo>
                    <a:pt x="13" y="2"/>
                  </a:moveTo>
                  <a:lnTo>
                    <a:pt x="5" y="11"/>
                  </a:lnTo>
                  <a:lnTo>
                    <a:pt x="5" y="11"/>
                  </a:lnTo>
                  <a:lnTo>
                    <a:pt x="2" y="13"/>
                  </a:lnTo>
                  <a:lnTo>
                    <a:pt x="2" y="13"/>
                  </a:lnTo>
                  <a:lnTo>
                    <a:pt x="0" y="17"/>
                  </a:lnTo>
                  <a:lnTo>
                    <a:pt x="0" y="19"/>
                  </a:lnTo>
                  <a:lnTo>
                    <a:pt x="4" y="19"/>
                  </a:lnTo>
                  <a:lnTo>
                    <a:pt x="4" y="19"/>
                  </a:lnTo>
                  <a:lnTo>
                    <a:pt x="18" y="9"/>
                  </a:lnTo>
                  <a:lnTo>
                    <a:pt x="18" y="9"/>
                  </a:lnTo>
                  <a:lnTo>
                    <a:pt x="18" y="4"/>
                  </a:lnTo>
                  <a:lnTo>
                    <a:pt x="18" y="4"/>
                  </a:lnTo>
                  <a:lnTo>
                    <a:pt x="16" y="4"/>
                  </a:lnTo>
                  <a:lnTo>
                    <a:pt x="16" y="4"/>
                  </a:lnTo>
                  <a:lnTo>
                    <a:pt x="14" y="2"/>
                  </a:lnTo>
                  <a:lnTo>
                    <a:pt x="16" y="0"/>
                  </a:lnTo>
                  <a:lnTo>
                    <a:pt x="16" y="0"/>
                  </a:lnTo>
                  <a:lnTo>
                    <a:pt x="13" y="2"/>
                  </a:lnTo>
                  <a:lnTo>
                    <a:pt x="13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08" name="Freeform 190">
              <a:extLst>
                <a:ext uri="{FF2B5EF4-FFF2-40B4-BE49-F238E27FC236}">
                  <a16:creationId xmlns:a16="http://schemas.microsoft.com/office/drawing/2014/main" id="{F96257E2-8C68-4845-8815-46033BE1F2BA}"/>
                </a:ext>
              </a:extLst>
            </p:cNvPr>
            <p:cNvSpPr>
              <a:spLocks/>
            </p:cNvSpPr>
            <p:nvPr/>
          </p:nvSpPr>
          <p:spPr bwMode="auto">
            <a:xfrm>
              <a:off x="8984427" y="2694914"/>
              <a:ext cx="19280" cy="28178"/>
            </a:xfrm>
            <a:custGeom>
              <a:avLst/>
              <a:gdLst>
                <a:gd name="T0" fmla="*/ 9 w 13"/>
                <a:gd name="T1" fmla="*/ 0 h 19"/>
                <a:gd name="T2" fmla="*/ 9 w 13"/>
                <a:gd name="T3" fmla="*/ 0 h 19"/>
                <a:gd name="T4" fmla="*/ 2 w 13"/>
                <a:gd name="T5" fmla="*/ 11 h 19"/>
                <a:gd name="T6" fmla="*/ 0 w 13"/>
                <a:gd name="T7" fmla="*/ 19 h 19"/>
                <a:gd name="T8" fmla="*/ 0 w 13"/>
                <a:gd name="T9" fmla="*/ 19 h 19"/>
                <a:gd name="T10" fmla="*/ 2 w 13"/>
                <a:gd name="T11" fmla="*/ 19 h 19"/>
                <a:gd name="T12" fmla="*/ 2 w 13"/>
                <a:gd name="T13" fmla="*/ 19 h 19"/>
                <a:gd name="T14" fmla="*/ 9 w 13"/>
                <a:gd name="T15" fmla="*/ 9 h 19"/>
                <a:gd name="T16" fmla="*/ 11 w 13"/>
                <a:gd name="T17" fmla="*/ 4 h 19"/>
                <a:gd name="T18" fmla="*/ 13 w 13"/>
                <a:gd name="T19" fmla="*/ 4 h 19"/>
                <a:gd name="T20" fmla="*/ 11 w 13"/>
                <a:gd name="T21" fmla="*/ 4 h 19"/>
                <a:gd name="T22" fmla="*/ 11 w 13"/>
                <a:gd name="T23" fmla="*/ 4 h 19"/>
                <a:gd name="T24" fmla="*/ 11 w 13"/>
                <a:gd name="T25" fmla="*/ 0 h 19"/>
                <a:gd name="T26" fmla="*/ 11 w 13"/>
                <a:gd name="T27" fmla="*/ 0 h 19"/>
                <a:gd name="T28" fmla="*/ 9 w 13"/>
                <a:gd name="T29" fmla="*/ 0 h 19"/>
                <a:gd name="T30" fmla="*/ 9 w 13"/>
                <a:gd name="T31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" h="19">
                  <a:moveTo>
                    <a:pt x="9" y="0"/>
                  </a:moveTo>
                  <a:lnTo>
                    <a:pt x="9" y="0"/>
                  </a:lnTo>
                  <a:lnTo>
                    <a:pt x="2" y="11"/>
                  </a:lnTo>
                  <a:lnTo>
                    <a:pt x="0" y="19"/>
                  </a:lnTo>
                  <a:lnTo>
                    <a:pt x="0" y="19"/>
                  </a:lnTo>
                  <a:lnTo>
                    <a:pt x="2" y="19"/>
                  </a:lnTo>
                  <a:lnTo>
                    <a:pt x="2" y="19"/>
                  </a:lnTo>
                  <a:lnTo>
                    <a:pt x="9" y="9"/>
                  </a:lnTo>
                  <a:lnTo>
                    <a:pt x="11" y="4"/>
                  </a:lnTo>
                  <a:lnTo>
                    <a:pt x="13" y="4"/>
                  </a:lnTo>
                  <a:lnTo>
                    <a:pt x="11" y="4"/>
                  </a:lnTo>
                  <a:lnTo>
                    <a:pt x="11" y="4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09" name="Freeform 191">
              <a:extLst>
                <a:ext uri="{FF2B5EF4-FFF2-40B4-BE49-F238E27FC236}">
                  <a16:creationId xmlns:a16="http://schemas.microsoft.com/office/drawing/2014/main" id="{C7C26191-A50B-4E54-9CD7-B44522FB69E9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2866" y="2309333"/>
              <a:ext cx="83048" cy="53388"/>
            </a:xfrm>
            <a:custGeom>
              <a:avLst/>
              <a:gdLst>
                <a:gd name="T0" fmla="*/ 22 w 56"/>
                <a:gd name="T1" fmla="*/ 2 h 36"/>
                <a:gd name="T2" fmla="*/ 22 w 56"/>
                <a:gd name="T3" fmla="*/ 2 h 36"/>
                <a:gd name="T4" fmla="*/ 12 w 56"/>
                <a:gd name="T5" fmla="*/ 7 h 36"/>
                <a:gd name="T6" fmla="*/ 16 w 56"/>
                <a:gd name="T7" fmla="*/ 0 h 36"/>
                <a:gd name="T8" fmla="*/ 11 w 56"/>
                <a:gd name="T9" fmla="*/ 0 h 36"/>
                <a:gd name="T10" fmla="*/ 11 w 56"/>
                <a:gd name="T11" fmla="*/ 0 h 36"/>
                <a:gd name="T12" fmla="*/ 7 w 56"/>
                <a:gd name="T13" fmla="*/ 4 h 36"/>
                <a:gd name="T14" fmla="*/ 3 w 56"/>
                <a:gd name="T15" fmla="*/ 7 h 36"/>
                <a:gd name="T16" fmla="*/ 3 w 56"/>
                <a:gd name="T17" fmla="*/ 7 h 36"/>
                <a:gd name="T18" fmla="*/ 3 w 56"/>
                <a:gd name="T19" fmla="*/ 9 h 36"/>
                <a:gd name="T20" fmla="*/ 3 w 56"/>
                <a:gd name="T21" fmla="*/ 13 h 36"/>
                <a:gd name="T22" fmla="*/ 3 w 56"/>
                <a:gd name="T23" fmla="*/ 18 h 36"/>
                <a:gd name="T24" fmla="*/ 3 w 56"/>
                <a:gd name="T25" fmla="*/ 18 h 36"/>
                <a:gd name="T26" fmla="*/ 0 w 56"/>
                <a:gd name="T27" fmla="*/ 24 h 36"/>
                <a:gd name="T28" fmla="*/ 0 w 56"/>
                <a:gd name="T29" fmla="*/ 24 h 36"/>
                <a:gd name="T30" fmla="*/ 5 w 56"/>
                <a:gd name="T31" fmla="*/ 27 h 36"/>
                <a:gd name="T32" fmla="*/ 11 w 56"/>
                <a:gd name="T33" fmla="*/ 29 h 36"/>
                <a:gd name="T34" fmla="*/ 18 w 56"/>
                <a:gd name="T35" fmla="*/ 33 h 36"/>
                <a:gd name="T36" fmla="*/ 18 w 56"/>
                <a:gd name="T37" fmla="*/ 33 h 36"/>
                <a:gd name="T38" fmla="*/ 31 w 56"/>
                <a:gd name="T39" fmla="*/ 34 h 36"/>
                <a:gd name="T40" fmla="*/ 40 w 56"/>
                <a:gd name="T41" fmla="*/ 34 h 36"/>
                <a:gd name="T42" fmla="*/ 40 w 56"/>
                <a:gd name="T43" fmla="*/ 34 h 36"/>
                <a:gd name="T44" fmla="*/ 49 w 56"/>
                <a:gd name="T45" fmla="*/ 36 h 36"/>
                <a:gd name="T46" fmla="*/ 56 w 56"/>
                <a:gd name="T47" fmla="*/ 33 h 36"/>
                <a:gd name="T48" fmla="*/ 53 w 56"/>
                <a:gd name="T49" fmla="*/ 18 h 36"/>
                <a:gd name="T50" fmla="*/ 53 w 56"/>
                <a:gd name="T51" fmla="*/ 18 h 36"/>
                <a:gd name="T52" fmla="*/ 43 w 56"/>
                <a:gd name="T53" fmla="*/ 18 h 36"/>
                <a:gd name="T54" fmla="*/ 38 w 56"/>
                <a:gd name="T55" fmla="*/ 16 h 36"/>
                <a:gd name="T56" fmla="*/ 33 w 56"/>
                <a:gd name="T57" fmla="*/ 14 h 36"/>
                <a:gd name="T58" fmla="*/ 33 w 56"/>
                <a:gd name="T59" fmla="*/ 14 h 36"/>
                <a:gd name="T60" fmla="*/ 22 w 56"/>
                <a:gd name="T61" fmla="*/ 2 h 36"/>
                <a:gd name="T62" fmla="*/ 22 w 56"/>
                <a:gd name="T63" fmla="*/ 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56" h="36">
                  <a:moveTo>
                    <a:pt x="22" y="2"/>
                  </a:moveTo>
                  <a:lnTo>
                    <a:pt x="22" y="2"/>
                  </a:lnTo>
                  <a:lnTo>
                    <a:pt x="12" y="7"/>
                  </a:lnTo>
                  <a:lnTo>
                    <a:pt x="16" y="0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7" y="4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lnTo>
                    <a:pt x="3" y="13"/>
                  </a:lnTo>
                  <a:lnTo>
                    <a:pt x="3" y="18"/>
                  </a:lnTo>
                  <a:lnTo>
                    <a:pt x="3" y="18"/>
                  </a:lnTo>
                  <a:lnTo>
                    <a:pt x="0" y="24"/>
                  </a:lnTo>
                  <a:lnTo>
                    <a:pt x="0" y="24"/>
                  </a:lnTo>
                  <a:lnTo>
                    <a:pt x="5" y="27"/>
                  </a:lnTo>
                  <a:lnTo>
                    <a:pt x="11" y="29"/>
                  </a:lnTo>
                  <a:lnTo>
                    <a:pt x="18" y="33"/>
                  </a:lnTo>
                  <a:lnTo>
                    <a:pt x="18" y="33"/>
                  </a:lnTo>
                  <a:lnTo>
                    <a:pt x="31" y="34"/>
                  </a:lnTo>
                  <a:lnTo>
                    <a:pt x="40" y="34"/>
                  </a:lnTo>
                  <a:lnTo>
                    <a:pt x="40" y="34"/>
                  </a:lnTo>
                  <a:lnTo>
                    <a:pt x="49" y="36"/>
                  </a:lnTo>
                  <a:lnTo>
                    <a:pt x="56" y="33"/>
                  </a:lnTo>
                  <a:lnTo>
                    <a:pt x="53" y="18"/>
                  </a:lnTo>
                  <a:lnTo>
                    <a:pt x="53" y="18"/>
                  </a:lnTo>
                  <a:lnTo>
                    <a:pt x="43" y="18"/>
                  </a:lnTo>
                  <a:lnTo>
                    <a:pt x="38" y="16"/>
                  </a:lnTo>
                  <a:lnTo>
                    <a:pt x="33" y="14"/>
                  </a:lnTo>
                  <a:lnTo>
                    <a:pt x="33" y="14"/>
                  </a:lnTo>
                  <a:lnTo>
                    <a:pt x="22" y="2"/>
                  </a:lnTo>
                  <a:lnTo>
                    <a:pt x="22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10" name="Freeform 192">
              <a:extLst>
                <a:ext uri="{FF2B5EF4-FFF2-40B4-BE49-F238E27FC236}">
                  <a16:creationId xmlns:a16="http://schemas.microsoft.com/office/drawing/2014/main" id="{149C06AA-1BC1-4F43-9155-DE0C9C7AF777}"/>
                </a:ext>
              </a:extLst>
            </p:cNvPr>
            <p:cNvSpPr>
              <a:spLocks/>
            </p:cNvSpPr>
            <p:nvPr/>
          </p:nvSpPr>
          <p:spPr bwMode="auto">
            <a:xfrm>
              <a:off x="6059941" y="2555511"/>
              <a:ext cx="200206" cy="158682"/>
            </a:xfrm>
            <a:custGeom>
              <a:avLst/>
              <a:gdLst>
                <a:gd name="T0" fmla="*/ 131 w 135"/>
                <a:gd name="T1" fmla="*/ 71 h 107"/>
                <a:gd name="T2" fmla="*/ 128 w 135"/>
                <a:gd name="T3" fmla="*/ 71 h 107"/>
                <a:gd name="T4" fmla="*/ 122 w 135"/>
                <a:gd name="T5" fmla="*/ 71 h 107"/>
                <a:gd name="T6" fmla="*/ 119 w 135"/>
                <a:gd name="T7" fmla="*/ 69 h 107"/>
                <a:gd name="T8" fmla="*/ 113 w 135"/>
                <a:gd name="T9" fmla="*/ 65 h 107"/>
                <a:gd name="T10" fmla="*/ 113 w 135"/>
                <a:gd name="T11" fmla="*/ 58 h 107"/>
                <a:gd name="T12" fmla="*/ 113 w 135"/>
                <a:gd name="T13" fmla="*/ 54 h 107"/>
                <a:gd name="T14" fmla="*/ 113 w 135"/>
                <a:gd name="T15" fmla="*/ 49 h 107"/>
                <a:gd name="T16" fmla="*/ 115 w 135"/>
                <a:gd name="T17" fmla="*/ 43 h 107"/>
                <a:gd name="T18" fmla="*/ 113 w 135"/>
                <a:gd name="T19" fmla="*/ 40 h 107"/>
                <a:gd name="T20" fmla="*/ 113 w 135"/>
                <a:gd name="T21" fmla="*/ 32 h 107"/>
                <a:gd name="T22" fmla="*/ 106 w 135"/>
                <a:gd name="T23" fmla="*/ 22 h 107"/>
                <a:gd name="T24" fmla="*/ 100 w 135"/>
                <a:gd name="T25" fmla="*/ 11 h 107"/>
                <a:gd name="T26" fmla="*/ 93 w 135"/>
                <a:gd name="T27" fmla="*/ 1 h 107"/>
                <a:gd name="T28" fmla="*/ 86 w 135"/>
                <a:gd name="T29" fmla="*/ 0 h 107"/>
                <a:gd name="T30" fmla="*/ 84 w 135"/>
                <a:gd name="T31" fmla="*/ 3 h 107"/>
                <a:gd name="T32" fmla="*/ 77 w 135"/>
                <a:gd name="T33" fmla="*/ 7 h 107"/>
                <a:gd name="T34" fmla="*/ 71 w 135"/>
                <a:gd name="T35" fmla="*/ 11 h 107"/>
                <a:gd name="T36" fmla="*/ 64 w 135"/>
                <a:gd name="T37" fmla="*/ 14 h 107"/>
                <a:gd name="T38" fmla="*/ 57 w 135"/>
                <a:gd name="T39" fmla="*/ 9 h 107"/>
                <a:gd name="T40" fmla="*/ 44 w 135"/>
                <a:gd name="T41" fmla="*/ 9 h 107"/>
                <a:gd name="T42" fmla="*/ 40 w 135"/>
                <a:gd name="T43" fmla="*/ 5 h 107"/>
                <a:gd name="T44" fmla="*/ 35 w 135"/>
                <a:gd name="T45" fmla="*/ 1 h 107"/>
                <a:gd name="T46" fmla="*/ 33 w 135"/>
                <a:gd name="T47" fmla="*/ 16 h 107"/>
                <a:gd name="T48" fmla="*/ 24 w 135"/>
                <a:gd name="T49" fmla="*/ 25 h 107"/>
                <a:gd name="T50" fmla="*/ 20 w 135"/>
                <a:gd name="T51" fmla="*/ 38 h 107"/>
                <a:gd name="T52" fmla="*/ 17 w 135"/>
                <a:gd name="T53" fmla="*/ 54 h 107"/>
                <a:gd name="T54" fmla="*/ 6 w 135"/>
                <a:gd name="T55" fmla="*/ 63 h 107"/>
                <a:gd name="T56" fmla="*/ 0 w 135"/>
                <a:gd name="T57" fmla="*/ 63 h 107"/>
                <a:gd name="T58" fmla="*/ 8 w 135"/>
                <a:gd name="T59" fmla="*/ 74 h 107"/>
                <a:gd name="T60" fmla="*/ 8 w 135"/>
                <a:gd name="T61" fmla="*/ 80 h 107"/>
                <a:gd name="T62" fmla="*/ 13 w 135"/>
                <a:gd name="T63" fmla="*/ 80 h 107"/>
                <a:gd name="T64" fmla="*/ 18 w 135"/>
                <a:gd name="T65" fmla="*/ 85 h 107"/>
                <a:gd name="T66" fmla="*/ 22 w 135"/>
                <a:gd name="T67" fmla="*/ 82 h 107"/>
                <a:gd name="T68" fmla="*/ 33 w 135"/>
                <a:gd name="T69" fmla="*/ 83 h 107"/>
                <a:gd name="T70" fmla="*/ 35 w 135"/>
                <a:gd name="T71" fmla="*/ 87 h 107"/>
                <a:gd name="T72" fmla="*/ 29 w 135"/>
                <a:gd name="T73" fmla="*/ 87 h 107"/>
                <a:gd name="T74" fmla="*/ 29 w 135"/>
                <a:gd name="T75" fmla="*/ 93 h 107"/>
                <a:gd name="T76" fmla="*/ 38 w 135"/>
                <a:gd name="T77" fmla="*/ 96 h 107"/>
                <a:gd name="T78" fmla="*/ 44 w 135"/>
                <a:gd name="T79" fmla="*/ 102 h 107"/>
                <a:gd name="T80" fmla="*/ 42 w 135"/>
                <a:gd name="T81" fmla="*/ 105 h 107"/>
                <a:gd name="T82" fmla="*/ 49 w 135"/>
                <a:gd name="T83" fmla="*/ 107 h 107"/>
                <a:gd name="T84" fmla="*/ 55 w 135"/>
                <a:gd name="T85" fmla="*/ 105 h 107"/>
                <a:gd name="T86" fmla="*/ 64 w 135"/>
                <a:gd name="T87" fmla="*/ 107 h 107"/>
                <a:gd name="T88" fmla="*/ 79 w 135"/>
                <a:gd name="T89" fmla="*/ 103 h 107"/>
                <a:gd name="T90" fmla="*/ 88 w 135"/>
                <a:gd name="T91" fmla="*/ 96 h 107"/>
                <a:gd name="T92" fmla="*/ 91 w 135"/>
                <a:gd name="T93" fmla="*/ 96 h 107"/>
                <a:gd name="T94" fmla="*/ 99 w 135"/>
                <a:gd name="T95" fmla="*/ 100 h 107"/>
                <a:gd name="T96" fmla="*/ 110 w 135"/>
                <a:gd name="T97" fmla="*/ 96 h 107"/>
                <a:gd name="T98" fmla="*/ 120 w 135"/>
                <a:gd name="T99" fmla="*/ 102 h 107"/>
                <a:gd name="T100" fmla="*/ 126 w 135"/>
                <a:gd name="T101" fmla="*/ 98 h 107"/>
                <a:gd name="T102" fmla="*/ 124 w 135"/>
                <a:gd name="T103" fmla="*/ 94 h 107"/>
                <a:gd name="T104" fmla="*/ 122 w 135"/>
                <a:gd name="T105" fmla="*/ 93 h 107"/>
                <a:gd name="T106" fmla="*/ 131 w 135"/>
                <a:gd name="T107" fmla="*/ 87 h 107"/>
                <a:gd name="T108" fmla="*/ 135 w 135"/>
                <a:gd name="T109" fmla="*/ 73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35" h="107">
                  <a:moveTo>
                    <a:pt x="135" y="71"/>
                  </a:moveTo>
                  <a:lnTo>
                    <a:pt x="135" y="71"/>
                  </a:lnTo>
                  <a:lnTo>
                    <a:pt x="131" y="71"/>
                  </a:lnTo>
                  <a:lnTo>
                    <a:pt x="130" y="71"/>
                  </a:lnTo>
                  <a:lnTo>
                    <a:pt x="128" y="71"/>
                  </a:lnTo>
                  <a:lnTo>
                    <a:pt x="128" y="71"/>
                  </a:lnTo>
                  <a:lnTo>
                    <a:pt x="128" y="73"/>
                  </a:lnTo>
                  <a:lnTo>
                    <a:pt x="126" y="73"/>
                  </a:lnTo>
                  <a:lnTo>
                    <a:pt x="122" y="71"/>
                  </a:lnTo>
                  <a:lnTo>
                    <a:pt x="122" y="71"/>
                  </a:lnTo>
                  <a:lnTo>
                    <a:pt x="119" y="69"/>
                  </a:lnTo>
                  <a:lnTo>
                    <a:pt x="119" y="69"/>
                  </a:lnTo>
                  <a:lnTo>
                    <a:pt x="115" y="67"/>
                  </a:lnTo>
                  <a:lnTo>
                    <a:pt x="115" y="67"/>
                  </a:lnTo>
                  <a:lnTo>
                    <a:pt x="113" y="65"/>
                  </a:lnTo>
                  <a:lnTo>
                    <a:pt x="113" y="62"/>
                  </a:lnTo>
                  <a:lnTo>
                    <a:pt x="115" y="60"/>
                  </a:lnTo>
                  <a:lnTo>
                    <a:pt x="113" y="58"/>
                  </a:lnTo>
                  <a:lnTo>
                    <a:pt x="113" y="58"/>
                  </a:lnTo>
                  <a:lnTo>
                    <a:pt x="113" y="58"/>
                  </a:lnTo>
                  <a:lnTo>
                    <a:pt x="113" y="54"/>
                  </a:lnTo>
                  <a:lnTo>
                    <a:pt x="113" y="52"/>
                  </a:lnTo>
                  <a:lnTo>
                    <a:pt x="113" y="49"/>
                  </a:lnTo>
                  <a:lnTo>
                    <a:pt x="113" y="49"/>
                  </a:lnTo>
                  <a:lnTo>
                    <a:pt x="113" y="47"/>
                  </a:lnTo>
                  <a:lnTo>
                    <a:pt x="115" y="45"/>
                  </a:lnTo>
                  <a:lnTo>
                    <a:pt x="115" y="43"/>
                  </a:lnTo>
                  <a:lnTo>
                    <a:pt x="113" y="42"/>
                  </a:lnTo>
                  <a:lnTo>
                    <a:pt x="113" y="42"/>
                  </a:lnTo>
                  <a:lnTo>
                    <a:pt x="113" y="40"/>
                  </a:lnTo>
                  <a:lnTo>
                    <a:pt x="113" y="38"/>
                  </a:lnTo>
                  <a:lnTo>
                    <a:pt x="113" y="36"/>
                  </a:lnTo>
                  <a:lnTo>
                    <a:pt x="113" y="32"/>
                  </a:lnTo>
                  <a:lnTo>
                    <a:pt x="113" y="32"/>
                  </a:lnTo>
                  <a:lnTo>
                    <a:pt x="111" y="27"/>
                  </a:lnTo>
                  <a:lnTo>
                    <a:pt x="106" y="22"/>
                  </a:lnTo>
                  <a:lnTo>
                    <a:pt x="106" y="22"/>
                  </a:lnTo>
                  <a:lnTo>
                    <a:pt x="102" y="16"/>
                  </a:lnTo>
                  <a:lnTo>
                    <a:pt x="100" y="11"/>
                  </a:lnTo>
                  <a:lnTo>
                    <a:pt x="100" y="11"/>
                  </a:lnTo>
                  <a:lnTo>
                    <a:pt x="97" y="5"/>
                  </a:lnTo>
                  <a:lnTo>
                    <a:pt x="93" y="1"/>
                  </a:lnTo>
                  <a:lnTo>
                    <a:pt x="90" y="0"/>
                  </a:lnTo>
                  <a:lnTo>
                    <a:pt x="90" y="0"/>
                  </a:lnTo>
                  <a:lnTo>
                    <a:pt x="86" y="0"/>
                  </a:lnTo>
                  <a:lnTo>
                    <a:pt x="84" y="1"/>
                  </a:lnTo>
                  <a:lnTo>
                    <a:pt x="84" y="3"/>
                  </a:lnTo>
                  <a:lnTo>
                    <a:pt x="84" y="3"/>
                  </a:lnTo>
                  <a:lnTo>
                    <a:pt x="82" y="7"/>
                  </a:lnTo>
                  <a:lnTo>
                    <a:pt x="80" y="7"/>
                  </a:lnTo>
                  <a:lnTo>
                    <a:pt x="77" y="7"/>
                  </a:lnTo>
                  <a:lnTo>
                    <a:pt x="77" y="7"/>
                  </a:lnTo>
                  <a:lnTo>
                    <a:pt x="73" y="9"/>
                  </a:lnTo>
                  <a:lnTo>
                    <a:pt x="71" y="11"/>
                  </a:lnTo>
                  <a:lnTo>
                    <a:pt x="68" y="14"/>
                  </a:lnTo>
                  <a:lnTo>
                    <a:pt x="68" y="14"/>
                  </a:lnTo>
                  <a:lnTo>
                    <a:pt x="64" y="14"/>
                  </a:lnTo>
                  <a:lnTo>
                    <a:pt x="60" y="12"/>
                  </a:lnTo>
                  <a:lnTo>
                    <a:pt x="60" y="12"/>
                  </a:lnTo>
                  <a:lnTo>
                    <a:pt x="57" y="9"/>
                  </a:lnTo>
                  <a:lnTo>
                    <a:pt x="51" y="9"/>
                  </a:lnTo>
                  <a:lnTo>
                    <a:pt x="51" y="9"/>
                  </a:lnTo>
                  <a:lnTo>
                    <a:pt x="44" y="9"/>
                  </a:lnTo>
                  <a:lnTo>
                    <a:pt x="42" y="7"/>
                  </a:lnTo>
                  <a:lnTo>
                    <a:pt x="40" y="5"/>
                  </a:lnTo>
                  <a:lnTo>
                    <a:pt x="40" y="5"/>
                  </a:lnTo>
                  <a:lnTo>
                    <a:pt x="38" y="3"/>
                  </a:lnTo>
                  <a:lnTo>
                    <a:pt x="37" y="1"/>
                  </a:lnTo>
                  <a:lnTo>
                    <a:pt x="35" y="1"/>
                  </a:lnTo>
                  <a:lnTo>
                    <a:pt x="35" y="1"/>
                  </a:lnTo>
                  <a:lnTo>
                    <a:pt x="33" y="16"/>
                  </a:lnTo>
                  <a:lnTo>
                    <a:pt x="33" y="16"/>
                  </a:lnTo>
                  <a:lnTo>
                    <a:pt x="33" y="20"/>
                  </a:lnTo>
                  <a:lnTo>
                    <a:pt x="31" y="22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20" y="31"/>
                  </a:lnTo>
                  <a:lnTo>
                    <a:pt x="20" y="38"/>
                  </a:lnTo>
                  <a:lnTo>
                    <a:pt x="18" y="45"/>
                  </a:lnTo>
                  <a:lnTo>
                    <a:pt x="17" y="54"/>
                  </a:lnTo>
                  <a:lnTo>
                    <a:pt x="17" y="54"/>
                  </a:lnTo>
                  <a:lnTo>
                    <a:pt x="11" y="60"/>
                  </a:lnTo>
                  <a:lnTo>
                    <a:pt x="8" y="62"/>
                  </a:lnTo>
                  <a:lnTo>
                    <a:pt x="6" y="63"/>
                  </a:lnTo>
                  <a:lnTo>
                    <a:pt x="6" y="63"/>
                  </a:lnTo>
                  <a:lnTo>
                    <a:pt x="0" y="63"/>
                  </a:lnTo>
                  <a:lnTo>
                    <a:pt x="0" y="63"/>
                  </a:lnTo>
                  <a:lnTo>
                    <a:pt x="4" y="67"/>
                  </a:lnTo>
                  <a:lnTo>
                    <a:pt x="8" y="71"/>
                  </a:lnTo>
                  <a:lnTo>
                    <a:pt x="8" y="74"/>
                  </a:lnTo>
                  <a:lnTo>
                    <a:pt x="8" y="74"/>
                  </a:lnTo>
                  <a:lnTo>
                    <a:pt x="8" y="80"/>
                  </a:lnTo>
                  <a:lnTo>
                    <a:pt x="8" y="80"/>
                  </a:lnTo>
                  <a:lnTo>
                    <a:pt x="9" y="80"/>
                  </a:lnTo>
                  <a:lnTo>
                    <a:pt x="9" y="80"/>
                  </a:lnTo>
                  <a:lnTo>
                    <a:pt x="13" y="80"/>
                  </a:lnTo>
                  <a:lnTo>
                    <a:pt x="17" y="83"/>
                  </a:lnTo>
                  <a:lnTo>
                    <a:pt x="17" y="83"/>
                  </a:lnTo>
                  <a:lnTo>
                    <a:pt x="18" y="85"/>
                  </a:lnTo>
                  <a:lnTo>
                    <a:pt x="20" y="85"/>
                  </a:lnTo>
                  <a:lnTo>
                    <a:pt x="22" y="82"/>
                  </a:lnTo>
                  <a:lnTo>
                    <a:pt x="22" y="82"/>
                  </a:lnTo>
                  <a:lnTo>
                    <a:pt x="24" y="80"/>
                  </a:lnTo>
                  <a:lnTo>
                    <a:pt x="26" y="82"/>
                  </a:lnTo>
                  <a:lnTo>
                    <a:pt x="33" y="83"/>
                  </a:lnTo>
                  <a:lnTo>
                    <a:pt x="33" y="83"/>
                  </a:lnTo>
                  <a:lnTo>
                    <a:pt x="35" y="85"/>
                  </a:lnTo>
                  <a:lnTo>
                    <a:pt x="35" y="87"/>
                  </a:lnTo>
                  <a:lnTo>
                    <a:pt x="31" y="87"/>
                  </a:lnTo>
                  <a:lnTo>
                    <a:pt x="31" y="87"/>
                  </a:lnTo>
                  <a:lnTo>
                    <a:pt x="29" y="87"/>
                  </a:lnTo>
                  <a:lnTo>
                    <a:pt x="28" y="89"/>
                  </a:lnTo>
                  <a:lnTo>
                    <a:pt x="29" y="93"/>
                  </a:lnTo>
                  <a:lnTo>
                    <a:pt x="29" y="93"/>
                  </a:lnTo>
                  <a:lnTo>
                    <a:pt x="35" y="96"/>
                  </a:lnTo>
                  <a:lnTo>
                    <a:pt x="38" y="96"/>
                  </a:lnTo>
                  <a:lnTo>
                    <a:pt x="38" y="96"/>
                  </a:lnTo>
                  <a:lnTo>
                    <a:pt x="42" y="98"/>
                  </a:lnTo>
                  <a:lnTo>
                    <a:pt x="46" y="100"/>
                  </a:lnTo>
                  <a:lnTo>
                    <a:pt x="44" y="102"/>
                  </a:lnTo>
                  <a:lnTo>
                    <a:pt x="44" y="102"/>
                  </a:lnTo>
                  <a:lnTo>
                    <a:pt x="42" y="103"/>
                  </a:lnTo>
                  <a:lnTo>
                    <a:pt x="42" y="105"/>
                  </a:lnTo>
                  <a:lnTo>
                    <a:pt x="46" y="107"/>
                  </a:lnTo>
                  <a:lnTo>
                    <a:pt x="49" y="107"/>
                  </a:lnTo>
                  <a:lnTo>
                    <a:pt x="49" y="107"/>
                  </a:lnTo>
                  <a:lnTo>
                    <a:pt x="53" y="107"/>
                  </a:lnTo>
                  <a:lnTo>
                    <a:pt x="55" y="105"/>
                  </a:lnTo>
                  <a:lnTo>
                    <a:pt x="55" y="105"/>
                  </a:lnTo>
                  <a:lnTo>
                    <a:pt x="59" y="105"/>
                  </a:lnTo>
                  <a:lnTo>
                    <a:pt x="59" y="105"/>
                  </a:lnTo>
                  <a:lnTo>
                    <a:pt x="64" y="107"/>
                  </a:lnTo>
                  <a:lnTo>
                    <a:pt x="71" y="105"/>
                  </a:lnTo>
                  <a:lnTo>
                    <a:pt x="71" y="105"/>
                  </a:lnTo>
                  <a:lnTo>
                    <a:pt x="79" y="103"/>
                  </a:lnTo>
                  <a:lnTo>
                    <a:pt x="82" y="102"/>
                  </a:lnTo>
                  <a:lnTo>
                    <a:pt x="82" y="102"/>
                  </a:lnTo>
                  <a:lnTo>
                    <a:pt x="88" y="96"/>
                  </a:lnTo>
                  <a:lnTo>
                    <a:pt x="90" y="96"/>
                  </a:lnTo>
                  <a:lnTo>
                    <a:pt x="91" y="96"/>
                  </a:lnTo>
                  <a:lnTo>
                    <a:pt x="91" y="96"/>
                  </a:lnTo>
                  <a:lnTo>
                    <a:pt x="93" y="96"/>
                  </a:lnTo>
                  <a:lnTo>
                    <a:pt x="97" y="100"/>
                  </a:lnTo>
                  <a:lnTo>
                    <a:pt x="99" y="100"/>
                  </a:lnTo>
                  <a:lnTo>
                    <a:pt x="102" y="100"/>
                  </a:lnTo>
                  <a:lnTo>
                    <a:pt x="102" y="100"/>
                  </a:lnTo>
                  <a:lnTo>
                    <a:pt x="110" y="96"/>
                  </a:lnTo>
                  <a:lnTo>
                    <a:pt x="115" y="98"/>
                  </a:lnTo>
                  <a:lnTo>
                    <a:pt x="115" y="98"/>
                  </a:lnTo>
                  <a:lnTo>
                    <a:pt x="120" y="102"/>
                  </a:lnTo>
                  <a:lnTo>
                    <a:pt x="120" y="102"/>
                  </a:lnTo>
                  <a:lnTo>
                    <a:pt x="122" y="100"/>
                  </a:lnTo>
                  <a:lnTo>
                    <a:pt x="126" y="98"/>
                  </a:lnTo>
                  <a:lnTo>
                    <a:pt x="126" y="98"/>
                  </a:lnTo>
                  <a:lnTo>
                    <a:pt x="126" y="96"/>
                  </a:lnTo>
                  <a:lnTo>
                    <a:pt x="124" y="94"/>
                  </a:lnTo>
                  <a:lnTo>
                    <a:pt x="122" y="94"/>
                  </a:lnTo>
                  <a:lnTo>
                    <a:pt x="122" y="93"/>
                  </a:lnTo>
                  <a:lnTo>
                    <a:pt x="122" y="93"/>
                  </a:lnTo>
                  <a:lnTo>
                    <a:pt x="130" y="93"/>
                  </a:lnTo>
                  <a:lnTo>
                    <a:pt x="130" y="93"/>
                  </a:lnTo>
                  <a:lnTo>
                    <a:pt x="131" y="87"/>
                  </a:lnTo>
                  <a:lnTo>
                    <a:pt x="130" y="82"/>
                  </a:lnTo>
                  <a:lnTo>
                    <a:pt x="130" y="73"/>
                  </a:lnTo>
                  <a:lnTo>
                    <a:pt x="135" y="73"/>
                  </a:lnTo>
                  <a:lnTo>
                    <a:pt x="135" y="71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11" name="Freeform 193">
              <a:extLst>
                <a:ext uri="{FF2B5EF4-FFF2-40B4-BE49-F238E27FC236}">
                  <a16:creationId xmlns:a16="http://schemas.microsoft.com/office/drawing/2014/main" id="{C6E1BC7D-AE6B-4B67-8F56-A20A032A4E5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2505" y="3279218"/>
              <a:ext cx="17796" cy="35592"/>
            </a:xfrm>
            <a:custGeom>
              <a:avLst/>
              <a:gdLst>
                <a:gd name="T0" fmla="*/ 0 w 12"/>
                <a:gd name="T1" fmla="*/ 18 h 24"/>
                <a:gd name="T2" fmla="*/ 5 w 12"/>
                <a:gd name="T3" fmla="*/ 22 h 24"/>
                <a:gd name="T4" fmla="*/ 11 w 12"/>
                <a:gd name="T5" fmla="*/ 24 h 24"/>
                <a:gd name="T6" fmla="*/ 11 w 12"/>
                <a:gd name="T7" fmla="*/ 24 h 24"/>
                <a:gd name="T8" fmla="*/ 12 w 12"/>
                <a:gd name="T9" fmla="*/ 5 h 24"/>
                <a:gd name="T10" fmla="*/ 11 w 12"/>
                <a:gd name="T11" fmla="*/ 2 h 24"/>
                <a:gd name="T12" fmla="*/ 9 w 12"/>
                <a:gd name="T13" fmla="*/ 0 h 24"/>
                <a:gd name="T14" fmla="*/ 7 w 12"/>
                <a:gd name="T15" fmla="*/ 0 h 24"/>
                <a:gd name="T16" fmla="*/ 7 w 12"/>
                <a:gd name="T17" fmla="*/ 0 h 24"/>
                <a:gd name="T18" fmla="*/ 5 w 12"/>
                <a:gd name="T19" fmla="*/ 4 h 24"/>
                <a:gd name="T20" fmla="*/ 3 w 12"/>
                <a:gd name="T21" fmla="*/ 9 h 24"/>
                <a:gd name="T22" fmla="*/ 0 w 12"/>
                <a:gd name="T23" fmla="*/ 18 h 24"/>
                <a:gd name="T24" fmla="*/ 0 w 12"/>
                <a:gd name="T25" fmla="*/ 18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" h="24">
                  <a:moveTo>
                    <a:pt x="0" y="18"/>
                  </a:moveTo>
                  <a:lnTo>
                    <a:pt x="5" y="22"/>
                  </a:lnTo>
                  <a:lnTo>
                    <a:pt x="11" y="24"/>
                  </a:lnTo>
                  <a:lnTo>
                    <a:pt x="11" y="24"/>
                  </a:lnTo>
                  <a:lnTo>
                    <a:pt x="12" y="5"/>
                  </a:lnTo>
                  <a:lnTo>
                    <a:pt x="11" y="2"/>
                  </a:lnTo>
                  <a:lnTo>
                    <a:pt x="9" y="0"/>
                  </a:lnTo>
                  <a:lnTo>
                    <a:pt x="7" y="0"/>
                  </a:lnTo>
                  <a:lnTo>
                    <a:pt x="7" y="0"/>
                  </a:lnTo>
                  <a:lnTo>
                    <a:pt x="5" y="4"/>
                  </a:lnTo>
                  <a:lnTo>
                    <a:pt x="3" y="9"/>
                  </a:lnTo>
                  <a:lnTo>
                    <a:pt x="0" y="18"/>
                  </a:lnTo>
                  <a:lnTo>
                    <a:pt x="0" y="18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12" name="Freeform 194">
              <a:extLst>
                <a:ext uri="{FF2B5EF4-FFF2-40B4-BE49-F238E27FC236}">
                  <a16:creationId xmlns:a16="http://schemas.microsoft.com/office/drawing/2014/main" id="{EC0D2DA4-7FCD-4D6C-984B-923A8F4731B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2252" y="3512050"/>
              <a:ext cx="32626" cy="14830"/>
            </a:xfrm>
            <a:custGeom>
              <a:avLst/>
              <a:gdLst>
                <a:gd name="T0" fmla="*/ 0 w 22"/>
                <a:gd name="T1" fmla="*/ 0 h 10"/>
                <a:gd name="T2" fmla="*/ 2 w 22"/>
                <a:gd name="T3" fmla="*/ 10 h 10"/>
                <a:gd name="T4" fmla="*/ 2 w 22"/>
                <a:gd name="T5" fmla="*/ 10 h 10"/>
                <a:gd name="T6" fmla="*/ 9 w 22"/>
                <a:gd name="T7" fmla="*/ 9 h 10"/>
                <a:gd name="T8" fmla="*/ 18 w 22"/>
                <a:gd name="T9" fmla="*/ 10 h 10"/>
                <a:gd name="T10" fmla="*/ 18 w 22"/>
                <a:gd name="T11" fmla="*/ 10 h 10"/>
                <a:gd name="T12" fmla="*/ 20 w 22"/>
                <a:gd name="T13" fmla="*/ 5 h 10"/>
                <a:gd name="T14" fmla="*/ 20 w 22"/>
                <a:gd name="T15" fmla="*/ 5 h 10"/>
                <a:gd name="T16" fmla="*/ 22 w 22"/>
                <a:gd name="T17" fmla="*/ 5 h 10"/>
                <a:gd name="T18" fmla="*/ 22 w 22"/>
                <a:gd name="T19" fmla="*/ 3 h 10"/>
                <a:gd name="T20" fmla="*/ 15 w 22"/>
                <a:gd name="T21" fmla="*/ 1 h 10"/>
                <a:gd name="T22" fmla="*/ 0 w 22"/>
                <a:gd name="T23" fmla="*/ 0 h 10"/>
                <a:gd name="T24" fmla="*/ 0 w 22"/>
                <a:gd name="T25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" h="10">
                  <a:moveTo>
                    <a:pt x="0" y="0"/>
                  </a:moveTo>
                  <a:lnTo>
                    <a:pt x="2" y="10"/>
                  </a:lnTo>
                  <a:lnTo>
                    <a:pt x="2" y="10"/>
                  </a:lnTo>
                  <a:lnTo>
                    <a:pt x="9" y="9"/>
                  </a:lnTo>
                  <a:lnTo>
                    <a:pt x="18" y="10"/>
                  </a:lnTo>
                  <a:lnTo>
                    <a:pt x="18" y="10"/>
                  </a:lnTo>
                  <a:lnTo>
                    <a:pt x="20" y="5"/>
                  </a:lnTo>
                  <a:lnTo>
                    <a:pt x="20" y="5"/>
                  </a:lnTo>
                  <a:lnTo>
                    <a:pt x="22" y="5"/>
                  </a:lnTo>
                  <a:lnTo>
                    <a:pt x="22" y="3"/>
                  </a:lnTo>
                  <a:lnTo>
                    <a:pt x="15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13" name="Freeform 195">
              <a:extLst>
                <a:ext uri="{FF2B5EF4-FFF2-40B4-BE49-F238E27FC236}">
                  <a16:creationId xmlns:a16="http://schemas.microsoft.com/office/drawing/2014/main" id="{A60B30F7-C96D-48FC-8F6F-EE47E869639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39201" y="2770548"/>
              <a:ext cx="63770" cy="163130"/>
            </a:xfrm>
            <a:custGeom>
              <a:avLst/>
              <a:gdLst>
                <a:gd name="T0" fmla="*/ 38 w 43"/>
                <a:gd name="T1" fmla="*/ 106 h 110"/>
                <a:gd name="T2" fmla="*/ 36 w 43"/>
                <a:gd name="T3" fmla="*/ 101 h 110"/>
                <a:gd name="T4" fmla="*/ 38 w 43"/>
                <a:gd name="T5" fmla="*/ 95 h 110"/>
                <a:gd name="T6" fmla="*/ 36 w 43"/>
                <a:gd name="T7" fmla="*/ 93 h 110"/>
                <a:gd name="T8" fmla="*/ 32 w 43"/>
                <a:gd name="T9" fmla="*/ 91 h 110"/>
                <a:gd name="T10" fmla="*/ 31 w 43"/>
                <a:gd name="T11" fmla="*/ 88 h 110"/>
                <a:gd name="T12" fmla="*/ 34 w 43"/>
                <a:gd name="T13" fmla="*/ 81 h 110"/>
                <a:gd name="T14" fmla="*/ 36 w 43"/>
                <a:gd name="T15" fmla="*/ 77 h 110"/>
                <a:gd name="T16" fmla="*/ 34 w 43"/>
                <a:gd name="T17" fmla="*/ 73 h 110"/>
                <a:gd name="T18" fmla="*/ 31 w 43"/>
                <a:gd name="T19" fmla="*/ 64 h 110"/>
                <a:gd name="T20" fmla="*/ 36 w 43"/>
                <a:gd name="T21" fmla="*/ 61 h 110"/>
                <a:gd name="T22" fmla="*/ 36 w 43"/>
                <a:gd name="T23" fmla="*/ 55 h 110"/>
                <a:gd name="T24" fmla="*/ 36 w 43"/>
                <a:gd name="T25" fmla="*/ 50 h 110"/>
                <a:gd name="T26" fmla="*/ 38 w 43"/>
                <a:gd name="T27" fmla="*/ 40 h 110"/>
                <a:gd name="T28" fmla="*/ 40 w 43"/>
                <a:gd name="T29" fmla="*/ 37 h 110"/>
                <a:gd name="T30" fmla="*/ 36 w 43"/>
                <a:gd name="T31" fmla="*/ 24 h 110"/>
                <a:gd name="T32" fmla="*/ 34 w 43"/>
                <a:gd name="T33" fmla="*/ 20 h 110"/>
                <a:gd name="T34" fmla="*/ 38 w 43"/>
                <a:gd name="T35" fmla="*/ 17 h 110"/>
                <a:gd name="T36" fmla="*/ 42 w 43"/>
                <a:gd name="T37" fmla="*/ 13 h 110"/>
                <a:gd name="T38" fmla="*/ 40 w 43"/>
                <a:gd name="T39" fmla="*/ 6 h 110"/>
                <a:gd name="T40" fmla="*/ 38 w 43"/>
                <a:gd name="T41" fmla="*/ 6 h 110"/>
                <a:gd name="T42" fmla="*/ 38 w 43"/>
                <a:gd name="T43" fmla="*/ 4 h 110"/>
                <a:gd name="T44" fmla="*/ 34 w 43"/>
                <a:gd name="T45" fmla="*/ 2 h 110"/>
                <a:gd name="T46" fmla="*/ 23 w 43"/>
                <a:gd name="T47" fmla="*/ 4 h 110"/>
                <a:gd name="T48" fmla="*/ 20 w 43"/>
                <a:gd name="T49" fmla="*/ 4 h 110"/>
                <a:gd name="T50" fmla="*/ 20 w 43"/>
                <a:gd name="T51" fmla="*/ 0 h 110"/>
                <a:gd name="T52" fmla="*/ 12 w 43"/>
                <a:gd name="T53" fmla="*/ 0 h 110"/>
                <a:gd name="T54" fmla="*/ 7 w 43"/>
                <a:gd name="T55" fmla="*/ 4 h 110"/>
                <a:gd name="T56" fmla="*/ 12 w 43"/>
                <a:gd name="T57" fmla="*/ 26 h 110"/>
                <a:gd name="T58" fmla="*/ 7 w 43"/>
                <a:gd name="T59" fmla="*/ 39 h 110"/>
                <a:gd name="T60" fmla="*/ 3 w 43"/>
                <a:gd name="T61" fmla="*/ 48 h 110"/>
                <a:gd name="T62" fmla="*/ 2 w 43"/>
                <a:gd name="T63" fmla="*/ 57 h 110"/>
                <a:gd name="T64" fmla="*/ 0 w 43"/>
                <a:gd name="T65" fmla="*/ 57 h 110"/>
                <a:gd name="T66" fmla="*/ 0 w 43"/>
                <a:gd name="T67" fmla="*/ 71 h 110"/>
                <a:gd name="T68" fmla="*/ 5 w 43"/>
                <a:gd name="T69" fmla="*/ 70 h 110"/>
                <a:gd name="T70" fmla="*/ 5 w 43"/>
                <a:gd name="T71" fmla="*/ 73 h 110"/>
                <a:gd name="T72" fmla="*/ 2 w 43"/>
                <a:gd name="T73" fmla="*/ 77 h 110"/>
                <a:gd name="T74" fmla="*/ 7 w 43"/>
                <a:gd name="T75" fmla="*/ 84 h 110"/>
                <a:gd name="T76" fmla="*/ 7 w 43"/>
                <a:gd name="T77" fmla="*/ 90 h 110"/>
                <a:gd name="T78" fmla="*/ 5 w 43"/>
                <a:gd name="T79" fmla="*/ 110 h 110"/>
                <a:gd name="T80" fmla="*/ 20 w 43"/>
                <a:gd name="T81" fmla="*/ 110 h 110"/>
                <a:gd name="T82" fmla="*/ 38 w 43"/>
                <a:gd name="T83" fmla="*/ 106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43" h="110">
                  <a:moveTo>
                    <a:pt x="38" y="106"/>
                  </a:moveTo>
                  <a:lnTo>
                    <a:pt x="38" y="106"/>
                  </a:lnTo>
                  <a:lnTo>
                    <a:pt x="36" y="102"/>
                  </a:lnTo>
                  <a:lnTo>
                    <a:pt x="36" y="101"/>
                  </a:lnTo>
                  <a:lnTo>
                    <a:pt x="38" y="95"/>
                  </a:lnTo>
                  <a:lnTo>
                    <a:pt x="38" y="95"/>
                  </a:lnTo>
                  <a:lnTo>
                    <a:pt x="38" y="93"/>
                  </a:lnTo>
                  <a:lnTo>
                    <a:pt x="36" y="93"/>
                  </a:lnTo>
                  <a:lnTo>
                    <a:pt x="34" y="93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1" y="88"/>
                  </a:lnTo>
                  <a:lnTo>
                    <a:pt x="31" y="86"/>
                  </a:lnTo>
                  <a:lnTo>
                    <a:pt x="34" y="81"/>
                  </a:lnTo>
                  <a:lnTo>
                    <a:pt x="34" y="81"/>
                  </a:lnTo>
                  <a:lnTo>
                    <a:pt x="36" y="77"/>
                  </a:lnTo>
                  <a:lnTo>
                    <a:pt x="34" y="73"/>
                  </a:lnTo>
                  <a:lnTo>
                    <a:pt x="34" y="73"/>
                  </a:lnTo>
                  <a:lnTo>
                    <a:pt x="31" y="68"/>
                  </a:lnTo>
                  <a:lnTo>
                    <a:pt x="31" y="64"/>
                  </a:lnTo>
                  <a:lnTo>
                    <a:pt x="36" y="61"/>
                  </a:lnTo>
                  <a:lnTo>
                    <a:pt x="36" y="61"/>
                  </a:lnTo>
                  <a:lnTo>
                    <a:pt x="36" y="59"/>
                  </a:lnTo>
                  <a:lnTo>
                    <a:pt x="36" y="55"/>
                  </a:lnTo>
                  <a:lnTo>
                    <a:pt x="36" y="50"/>
                  </a:lnTo>
                  <a:lnTo>
                    <a:pt x="36" y="50"/>
                  </a:lnTo>
                  <a:lnTo>
                    <a:pt x="34" y="44"/>
                  </a:lnTo>
                  <a:lnTo>
                    <a:pt x="38" y="40"/>
                  </a:lnTo>
                  <a:lnTo>
                    <a:pt x="38" y="40"/>
                  </a:lnTo>
                  <a:lnTo>
                    <a:pt x="40" y="37"/>
                  </a:lnTo>
                  <a:lnTo>
                    <a:pt x="40" y="33"/>
                  </a:lnTo>
                  <a:lnTo>
                    <a:pt x="36" y="24"/>
                  </a:lnTo>
                  <a:lnTo>
                    <a:pt x="36" y="24"/>
                  </a:lnTo>
                  <a:lnTo>
                    <a:pt x="34" y="20"/>
                  </a:lnTo>
                  <a:lnTo>
                    <a:pt x="36" y="19"/>
                  </a:lnTo>
                  <a:lnTo>
                    <a:pt x="38" y="17"/>
                  </a:lnTo>
                  <a:lnTo>
                    <a:pt x="42" y="13"/>
                  </a:lnTo>
                  <a:lnTo>
                    <a:pt x="42" y="13"/>
                  </a:lnTo>
                  <a:lnTo>
                    <a:pt x="43" y="8"/>
                  </a:lnTo>
                  <a:lnTo>
                    <a:pt x="40" y="6"/>
                  </a:lnTo>
                  <a:lnTo>
                    <a:pt x="40" y="6"/>
                  </a:lnTo>
                  <a:lnTo>
                    <a:pt x="38" y="6"/>
                  </a:lnTo>
                  <a:lnTo>
                    <a:pt x="38" y="4"/>
                  </a:lnTo>
                  <a:lnTo>
                    <a:pt x="38" y="4"/>
                  </a:lnTo>
                  <a:lnTo>
                    <a:pt x="34" y="2"/>
                  </a:lnTo>
                  <a:lnTo>
                    <a:pt x="34" y="2"/>
                  </a:lnTo>
                  <a:lnTo>
                    <a:pt x="23" y="4"/>
                  </a:lnTo>
                  <a:lnTo>
                    <a:pt x="23" y="4"/>
                  </a:lnTo>
                  <a:lnTo>
                    <a:pt x="18" y="4"/>
                  </a:lnTo>
                  <a:lnTo>
                    <a:pt x="20" y="4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16" y="0"/>
                  </a:lnTo>
                  <a:lnTo>
                    <a:pt x="12" y="0"/>
                  </a:lnTo>
                  <a:lnTo>
                    <a:pt x="7" y="4"/>
                  </a:lnTo>
                  <a:lnTo>
                    <a:pt x="7" y="4"/>
                  </a:lnTo>
                  <a:lnTo>
                    <a:pt x="11" y="19"/>
                  </a:lnTo>
                  <a:lnTo>
                    <a:pt x="12" y="26"/>
                  </a:lnTo>
                  <a:lnTo>
                    <a:pt x="12" y="35"/>
                  </a:lnTo>
                  <a:lnTo>
                    <a:pt x="7" y="39"/>
                  </a:lnTo>
                  <a:lnTo>
                    <a:pt x="7" y="39"/>
                  </a:lnTo>
                  <a:lnTo>
                    <a:pt x="3" y="48"/>
                  </a:lnTo>
                  <a:lnTo>
                    <a:pt x="2" y="57"/>
                  </a:lnTo>
                  <a:lnTo>
                    <a:pt x="2" y="57"/>
                  </a:lnTo>
                  <a:lnTo>
                    <a:pt x="0" y="57"/>
                  </a:lnTo>
                  <a:lnTo>
                    <a:pt x="0" y="57"/>
                  </a:lnTo>
                  <a:lnTo>
                    <a:pt x="0" y="64"/>
                  </a:lnTo>
                  <a:lnTo>
                    <a:pt x="0" y="71"/>
                  </a:lnTo>
                  <a:lnTo>
                    <a:pt x="0" y="71"/>
                  </a:lnTo>
                  <a:lnTo>
                    <a:pt x="5" y="70"/>
                  </a:lnTo>
                  <a:lnTo>
                    <a:pt x="5" y="70"/>
                  </a:lnTo>
                  <a:lnTo>
                    <a:pt x="5" y="73"/>
                  </a:lnTo>
                  <a:lnTo>
                    <a:pt x="3" y="75"/>
                  </a:lnTo>
                  <a:lnTo>
                    <a:pt x="2" y="77"/>
                  </a:lnTo>
                  <a:lnTo>
                    <a:pt x="2" y="79"/>
                  </a:lnTo>
                  <a:lnTo>
                    <a:pt x="7" y="84"/>
                  </a:lnTo>
                  <a:lnTo>
                    <a:pt x="7" y="84"/>
                  </a:lnTo>
                  <a:lnTo>
                    <a:pt x="7" y="90"/>
                  </a:lnTo>
                  <a:lnTo>
                    <a:pt x="7" y="97"/>
                  </a:lnTo>
                  <a:lnTo>
                    <a:pt x="5" y="110"/>
                  </a:lnTo>
                  <a:lnTo>
                    <a:pt x="5" y="110"/>
                  </a:lnTo>
                  <a:lnTo>
                    <a:pt x="20" y="110"/>
                  </a:lnTo>
                  <a:lnTo>
                    <a:pt x="38" y="106"/>
                  </a:lnTo>
                  <a:lnTo>
                    <a:pt x="38" y="10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14" name="Freeform 196">
              <a:extLst>
                <a:ext uri="{FF2B5EF4-FFF2-40B4-BE49-F238E27FC236}">
                  <a16:creationId xmlns:a16="http://schemas.microsoft.com/office/drawing/2014/main" id="{F56B121C-17FC-40A9-81B3-D73C6AB95B7D}"/>
                </a:ext>
              </a:extLst>
            </p:cNvPr>
            <p:cNvSpPr>
              <a:spLocks/>
            </p:cNvSpPr>
            <p:nvPr/>
          </p:nvSpPr>
          <p:spPr bwMode="auto">
            <a:xfrm>
              <a:off x="5892362" y="2333061"/>
              <a:ext cx="256560" cy="210587"/>
            </a:xfrm>
            <a:custGeom>
              <a:avLst/>
              <a:gdLst>
                <a:gd name="T0" fmla="*/ 84 w 173"/>
                <a:gd name="T1" fmla="*/ 8 h 142"/>
                <a:gd name="T2" fmla="*/ 82 w 173"/>
                <a:gd name="T3" fmla="*/ 6 h 142"/>
                <a:gd name="T4" fmla="*/ 69 w 173"/>
                <a:gd name="T5" fmla="*/ 13 h 142"/>
                <a:gd name="T6" fmla="*/ 68 w 173"/>
                <a:gd name="T7" fmla="*/ 6 h 142"/>
                <a:gd name="T8" fmla="*/ 68 w 173"/>
                <a:gd name="T9" fmla="*/ 0 h 142"/>
                <a:gd name="T10" fmla="*/ 51 w 173"/>
                <a:gd name="T11" fmla="*/ 4 h 142"/>
                <a:gd name="T12" fmla="*/ 18 w 173"/>
                <a:gd name="T13" fmla="*/ 18 h 142"/>
                <a:gd name="T14" fmla="*/ 6 w 173"/>
                <a:gd name="T15" fmla="*/ 20 h 142"/>
                <a:gd name="T16" fmla="*/ 2 w 173"/>
                <a:gd name="T17" fmla="*/ 26 h 142"/>
                <a:gd name="T18" fmla="*/ 0 w 173"/>
                <a:gd name="T19" fmla="*/ 39 h 142"/>
                <a:gd name="T20" fmla="*/ 4 w 173"/>
                <a:gd name="T21" fmla="*/ 46 h 142"/>
                <a:gd name="T22" fmla="*/ 4 w 173"/>
                <a:gd name="T23" fmla="*/ 60 h 142"/>
                <a:gd name="T24" fmla="*/ 6 w 173"/>
                <a:gd name="T25" fmla="*/ 66 h 142"/>
                <a:gd name="T26" fmla="*/ 13 w 173"/>
                <a:gd name="T27" fmla="*/ 90 h 142"/>
                <a:gd name="T28" fmla="*/ 20 w 173"/>
                <a:gd name="T29" fmla="*/ 91 h 142"/>
                <a:gd name="T30" fmla="*/ 26 w 173"/>
                <a:gd name="T31" fmla="*/ 93 h 142"/>
                <a:gd name="T32" fmla="*/ 29 w 173"/>
                <a:gd name="T33" fmla="*/ 95 h 142"/>
                <a:gd name="T34" fmla="*/ 40 w 173"/>
                <a:gd name="T35" fmla="*/ 102 h 142"/>
                <a:gd name="T36" fmla="*/ 49 w 173"/>
                <a:gd name="T37" fmla="*/ 102 h 142"/>
                <a:gd name="T38" fmla="*/ 55 w 173"/>
                <a:gd name="T39" fmla="*/ 106 h 142"/>
                <a:gd name="T40" fmla="*/ 59 w 173"/>
                <a:gd name="T41" fmla="*/ 111 h 142"/>
                <a:gd name="T42" fmla="*/ 64 w 173"/>
                <a:gd name="T43" fmla="*/ 119 h 142"/>
                <a:gd name="T44" fmla="*/ 71 w 173"/>
                <a:gd name="T45" fmla="*/ 121 h 142"/>
                <a:gd name="T46" fmla="*/ 80 w 173"/>
                <a:gd name="T47" fmla="*/ 121 h 142"/>
                <a:gd name="T48" fmla="*/ 97 w 173"/>
                <a:gd name="T49" fmla="*/ 128 h 142"/>
                <a:gd name="T50" fmla="*/ 100 w 173"/>
                <a:gd name="T51" fmla="*/ 126 h 142"/>
                <a:gd name="T52" fmla="*/ 111 w 173"/>
                <a:gd name="T53" fmla="*/ 122 h 142"/>
                <a:gd name="T54" fmla="*/ 119 w 173"/>
                <a:gd name="T55" fmla="*/ 115 h 142"/>
                <a:gd name="T56" fmla="*/ 126 w 173"/>
                <a:gd name="T57" fmla="*/ 115 h 142"/>
                <a:gd name="T58" fmla="*/ 137 w 173"/>
                <a:gd name="T59" fmla="*/ 121 h 142"/>
                <a:gd name="T60" fmla="*/ 144 w 173"/>
                <a:gd name="T61" fmla="*/ 128 h 142"/>
                <a:gd name="T62" fmla="*/ 148 w 173"/>
                <a:gd name="T63" fmla="*/ 135 h 142"/>
                <a:gd name="T64" fmla="*/ 155 w 173"/>
                <a:gd name="T65" fmla="*/ 142 h 142"/>
                <a:gd name="T66" fmla="*/ 164 w 173"/>
                <a:gd name="T67" fmla="*/ 137 h 142"/>
                <a:gd name="T68" fmla="*/ 162 w 173"/>
                <a:gd name="T69" fmla="*/ 130 h 142"/>
                <a:gd name="T70" fmla="*/ 162 w 173"/>
                <a:gd name="T71" fmla="*/ 124 h 142"/>
                <a:gd name="T72" fmla="*/ 172 w 173"/>
                <a:gd name="T73" fmla="*/ 104 h 142"/>
                <a:gd name="T74" fmla="*/ 166 w 173"/>
                <a:gd name="T75" fmla="*/ 95 h 142"/>
                <a:gd name="T76" fmla="*/ 168 w 173"/>
                <a:gd name="T77" fmla="*/ 88 h 142"/>
                <a:gd name="T78" fmla="*/ 168 w 173"/>
                <a:gd name="T79" fmla="*/ 80 h 142"/>
                <a:gd name="T80" fmla="*/ 170 w 173"/>
                <a:gd name="T81" fmla="*/ 77 h 142"/>
                <a:gd name="T82" fmla="*/ 166 w 173"/>
                <a:gd name="T83" fmla="*/ 69 h 142"/>
                <a:gd name="T84" fmla="*/ 168 w 173"/>
                <a:gd name="T85" fmla="*/ 64 h 142"/>
                <a:gd name="T86" fmla="*/ 170 w 173"/>
                <a:gd name="T87" fmla="*/ 48 h 142"/>
                <a:gd name="T88" fmla="*/ 172 w 173"/>
                <a:gd name="T89" fmla="*/ 37 h 142"/>
                <a:gd name="T90" fmla="*/ 168 w 173"/>
                <a:gd name="T91" fmla="*/ 29 h 142"/>
                <a:gd name="T92" fmla="*/ 168 w 173"/>
                <a:gd name="T93" fmla="*/ 22 h 142"/>
                <a:gd name="T94" fmla="*/ 164 w 173"/>
                <a:gd name="T95" fmla="*/ 18 h 142"/>
                <a:gd name="T96" fmla="*/ 137 w 173"/>
                <a:gd name="T97" fmla="*/ 20 h 142"/>
                <a:gd name="T98" fmla="*/ 128 w 173"/>
                <a:gd name="T99" fmla="*/ 18 h 142"/>
                <a:gd name="T100" fmla="*/ 106 w 173"/>
                <a:gd name="T101" fmla="*/ 17 h 142"/>
                <a:gd name="T102" fmla="*/ 88 w 173"/>
                <a:gd name="T103" fmla="*/ 8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73" h="142">
                  <a:moveTo>
                    <a:pt x="88" y="9"/>
                  </a:moveTo>
                  <a:lnTo>
                    <a:pt x="88" y="9"/>
                  </a:lnTo>
                  <a:lnTo>
                    <a:pt x="84" y="8"/>
                  </a:lnTo>
                  <a:lnTo>
                    <a:pt x="84" y="8"/>
                  </a:lnTo>
                  <a:lnTo>
                    <a:pt x="84" y="6"/>
                  </a:lnTo>
                  <a:lnTo>
                    <a:pt x="82" y="6"/>
                  </a:lnTo>
                  <a:lnTo>
                    <a:pt x="77" y="9"/>
                  </a:lnTo>
                  <a:lnTo>
                    <a:pt x="77" y="9"/>
                  </a:lnTo>
                  <a:lnTo>
                    <a:pt x="69" y="13"/>
                  </a:lnTo>
                  <a:lnTo>
                    <a:pt x="69" y="13"/>
                  </a:lnTo>
                  <a:lnTo>
                    <a:pt x="68" y="6"/>
                  </a:lnTo>
                  <a:lnTo>
                    <a:pt x="68" y="6"/>
                  </a:lnTo>
                  <a:lnTo>
                    <a:pt x="69" y="6"/>
                  </a:lnTo>
                  <a:lnTo>
                    <a:pt x="69" y="4"/>
                  </a:lnTo>
                  <a:lnTo>
                    <a:pt x="68" y="0"/>
                  </a:lnTo>
                  <a:lnTo>
                    <a:pt x="62" y="0"/>
                  </a:lnTo>
                  <a:lnTo>
                    <a:pt x="62" y="0"/>
                  </a:lnTo>
                  <a:lnTo>
                    <a:pt x="51" y="4"/>
                  </a:lnTo>
                  <a:lnTo>
                    <a:pt x="39" y="11"/>
                  </a:lnTo>
                  <a:lnTo>
                    <a:pt x="26" y="17"/>
                  </a:lnTo>
                  <a:lnTo>
                    <a:pt x="18" y="18"/>
                  </a:lnTo>
                  <a:lnTo>
                    <a:pt x="11" y="20"/>
                  </a:lnTo>
                  <a:lnTo>
                    <a:pt x="11" y="20"/>
                  </a:lnTo>
                  <a:lnTo>
                    <a:pt x="6" y="20"/>
                  </a:lnTo>
                  <a:lnTo>
                    <a:pt x="2" y="20"/>
                  </a:lnTo>
                  <a:lnTo>
                    <a:pt x="2" y="20"/>
                  </a:lnTo>
                  <a:lnTo>
                    <a:pt x="2" y="26"/>
                  </a:lnTo>
                  <a:lnTo>
                    <a:pt x="0" y="35"/>
                  </a:lnTo>
                  <a:lnTo>
                    <a:pt x="0" y="35"/>
                  </a:lnTo>
                  <a:lnTo>
                    <a:pt x="0" y="39"/>
                  </a:lnTo>
                  <a:lnTo>
                    <a:pt x="2" y="42"/>
                  </a:lnTo>
                  <a:lnTo>
                    <a:pt x="4" y="46"/>
                  </a:lnTo>
                  <a:lnTo>
                    <a:pt x="4" y="46"/>
                  </a:lnTo>
                  <a:lnTo>
                    <a:pt x="4" y="57"/>
                  </a:lnTo>
                  <a:lnTo>
                    <a:pt x="4" y="57"/>
                  </a:lnTo>
                  <a:lnTo>
                    <a:pt x="4" y="60"/>
                  </a:lnTo>
                  <a:lnTo>
                    <a:pt x="6" y="62"/>
                  </a:lnTo>
                  <a:lnTo>
                    <a:pt x="6" y="64"/>
                  </a:lnTo>
                  <a:lnTo>
                    <a:pt x="6" y="66"/>
                  </a:lnTo>
                  <a:lnTo>
                    <a:pt x="6" y="66"/>
                  </a:lnTo>
                  <a:lnTo>
                    <a:pt x="8" y="86"/>
                  </a:lnTo>
                  <a:lnTo>
                    <a:pt x="13" y="90"/>
                  </a:lnTo>
                  <a:lnTo>
                    <a:pt x="13" y="90"/>
                  </a:lnTo>
                  <a:lnTo>
                    <a:pt x="15" y="90"/>
                  </a:lnTo>
                  <a:lnTo>
                    <a:pt x="20" y="91"/>
                  </a:lnTo>
                  <a:lnTo>
                    <a:pt x="20" y="91"/>
                  </a:lnTo>
                  <a:lnTo>
                    <a:pt x="24" y="91"/>
                  </a:lnTo>
                  <a:lnTo>
                    <a:pt x="26" y="93"/>
                  </a:lnTo>
                  <a:lnTo>
                    <a:pt x="26" y="95"/>
                  </a:lnTo>
                  <a:lnTo>
                    <a:pt x="29" y="95"/>
                  </a:lnTo>
                  <a:lnTo>
                    <a:pt x="29" y="95"/>
                  </a:lnTo>
                  <a:lnTo>
                    <a:pt x="31" y="95"/>
                  </a:lnTo>
                  <a:lnTo>
                    <a:pt x="33" y="97"/>
                  </a:lnTo>
                  <a:lnTo>
                    <a:pt x="40" y="102"/>
                  </a:lnTo>
                  <a:lnTo>
                    <a:pt x="40" y="102"/>
                  </a:lnTo>
                  <a:lnTo>
                    <a:pt x="46" y="104"/>
                  </a:lnTo>
                  <a:lnTo>
                    <a:pt x="49" y="102"/>
                  </a:lnTo>
                  <a:lnTo>
                    <a:pt x="49" y="102"/>
                  </a:lnTo>
                  <a:lnTo>
                    <a:pt x="53" y="104"/>
                  </a:lnTo>
                  <a:lnTo>
                    <a:pt x="55" y="106"/>
                  </a:lnTo>
                  <a:lnTo>
                    <a:pt x="57" y="110"/>
                  </a:lnTo>
                  <a:lnTo>
                    <a:pt x="59" y="111"/>
                  </a:lnTo>
                  <a:lnTo>
                    <a:pt x="59" y="111"/>
                  </a:lnTo>
                  <a:lnTo>
                    <a:pt x="60" y="111"/>
                  </a:lnTo>
                  <a:lnTo>
                    <a:pt x="62" y="115"/>
                  </a:lnTo>
                  <a:lnTo>
                    <a:pt x="64" y="119"/>
                  </a:lnTo>
                  <a:lnTo>
                    <a:pt x="64" y="119"/>
                  </a:lnTo>
                  <a:lnTo>
                    <a:pt x="71" y="121"/>
                  </a:lnTo>
                  <a:lnTo>
                    <a:pt x="71" y="121"/>
                  </a:lnTo>
                  <a:lnTo>
                    <a:pt x="75" y="119"/>
                  </a:lnTo>
                  <a:lnTo>
                    <a:pt x="80" y="121"/>
                  </a:lnTo>
                  <a:lnTo>
                    <a:pt x="80" y="121"/>
                  </a:lnTo>
                  <a:lnTo>
                    <a:pt x="90" y="126"/>
                  </a:lnTo>
                  <a:lnTo>
                    <a:pt x="90" y="126"/>
                  </a:lnTo>
                  <a:lnTo>
                    <a:pt x="97" y="128"/>
                  </a:lnTo>
                  <a:lnTo>
                    <a:pt x="99" y="128"/>
                  </a:lnTo>
                  <a:lnTo>
                    <a:pt x="100" y="126"/>
                  </a:lnTo>
                  <a:lnTo>
                    <a:pt x="100" y="126"/>
                  </a:lnTo>
                  <a:lnTo>
                    <a:pt x="102" y="122"/>
                  </a:lnTo>
                  <a:lnTo>
                    <a:pt x="104" y="122"/>
                  </a:lnTo>
                  <a:lnTo>
                    <a:pt x="111" y="122"/>
                  </a:lnTo>
                  <a:lnTo>
                    <a:pt x="111" y="122"/>
                  </a:lnTo>
                  <a:lnTo>
                    <a:pt x="115" y="119"/>
                  </a:lnTo>
                  <a:lnTo>
                    <a:pt x="119" y="115"/>
                  </a:lnTo>
                  <a:lnTo>
                    <a:pt x="122" y="113"/>
                  </a:lnTo>
                  <a:lnTo>
                    <a:pt x="126" y="115"/>
                  </a:lnTo>
                  <a:lnTo>
                    <a:pt x="126" y="115"/>
                  </a:lnTo>
                  <a:lnTo>
                    <a:pt x="131" y="119"/>
                  </a:lnTo>
                  <a:lnTo>
                    <a:pt x="137" y="121"/>
                  </a:lnTo>
                  <a:lnTo>
                    <a:pt x="137" y="121"/>
                  </a:lnTo>
                  <a:lnTo>
                    <a:pt x="139" y="122"/>
                  </a:lnTo>
                  <a:lnTo>
                    <a:pt x="141" y="122"/>
                  </a:lnTo>
                  <a:lnTo>
                    <a:pt x="144" y="128"/>
                  </a:lnTo>
                  <a:lnTo>
                    <a:pt x="144" y="128"/>
                  </a:lnTo>
                  <a:lnTo>
                    <a:pt x="148" y="130"/>
                  </a:lnTo>
                  <a:lnTo>
                    <a:pt x="148" y="135"/>
                  </a:lnTo>
                  <a:lnTo>
                    <a:pt x="148" y="135"/>
                  </a:lnTo>
                  <a:lnTo>
                    <a:pt x="153" y="141"/>
                  </a:lnTo>
                  <a:lnTo>
                    <a:pt x="155" y="142"/>
                  </a:lnTo>
                  <a:lnTo>
                    <a:pt x="155" y="142"/>
                  </a:lnTo>
                  <a:lnTo>
                    <a:pt x="161" y="141"/>
                  </a:lnTo>
                  <a:lnTo>
                    <a:pt x="164" y="137"/>
                  </a:lnTo>
                  <a:lnTo>
                    <a:pt x="164" y="135"/>
                  </a:lnTo>
                  <a:lnTo>
                    <a:pt x="164" y="135"/>
                  </a:lnTo>
                  <a:lnTo>
                    <a:pt x="162" y="130"/>
                  </a:lnTo>
                  <a:lnTo>
                    <a:pt x="162" y="126"/>
                  </a:lnTo>
                  <a:lnTo>
                    <a:pt x="162" y="124"/>
                  </a:lnTo>
                  <a:lnTo>
                    <a:pt x="162" y="124"/>
                  </a:lnTo>
                  <a:lnTo>
                    <a:pt x="168" y="115"/>
                  </a:lnTo>
                  <a:lnTo>
                    <a:pt x="168" y="115"/>
                  </a:lnTo>
                  <a:lnTo>
                    <a:pt x="172" y="104"/>
                  </a:lnTo>
                  <a:lnTo>
                    <a:pt x="172" y="104"/>
                  </a:lnTo>
                  <a:lnTo>
                    <a:pt x="168" y="100"/>
                  </a:lnTo>
                  <a:lnTo>
                    <a:pt x="166" y="95"/>
                  </a:lnTo>
                  <a:lnTo>
                    <a:pt x="166" y="91"/>
                  </a:lnTo>
                  <a:lnTo>
                    <a:pt x="166" y="91"/>
                  </a:lnTo>
                  <a:lnTo>
                    <a:pt x="168" y="88"/>
                  </a:lnTo>
                  <a:lnTo>
                    <a:pt x="168" y="84"/>
                  </a:lnTo>
                  <a:lnTo>
                    <a:pt x="168" y="80"/>
                  </a:lnTo>
                  <a:lnTo>
                    <a:pt x="168" y="80"/>
                  </a:lnTo>
                  <a:lnTo>
                    <a:pt x="168" y="79"/>
                  </a:lnTo>
                  <a:lnTo>
                    <a:pt x="170" y="77"/>
                  </a:lnTo>
                  <a:lnTo>
                    <a:pt x="170" y="77"/>
                  </a:lnTo>
                  <a:lnTo>
                    <a:pt x="170" y="75"/>
                  </a:lnTo>
                  <a:lnTo>
                    <a:pt x="170" y="75"/>
                  </a:lnTo>
                  <a:lnTo>
                    <a:pt x="166" y="69"/>
                  </a:lnTo>
                  <a:lnTo>
                    <a:pt x="166" y="66"/>
                  </a:lnTo>
                  <a:lnTo>
                    <a:pt x="168" y="64"/>
                  </a:lnTo>
                  <a:lnTo>
                    <a:pt x="168" y="64"/>
                  </a:lnTo>
                  <a:lnTo>
                    <a:pt x="168" y="51"/>
                  </a:lnTo>
                  <a:lnTo>
                    <a:pt x="168" y="51"/>
                  </a:lnTo>
                  <a:lnTo>
                    <a:pt x="170" y="48"/>
                  </a:lnTo>
                  <a:lnTo>
                    <a:pt x="172" y="44"/>
                  </a:lnTo>
                  <a:lnTo>
                    <a:pt x="173" y="40"/>
                  </a:lnTo>
                  <a:lnTo>
                    <a:pt x="172" y="37"/>
                  </a:lnTo>
                  <a:lnTo>
                    <a:pt x="172" y="37"/>
                  </a:lnTo>
                  <a:lnTo>
                    <a:pt x="170" y="33"/>
                  </a:lnTo>
                  <a:lnTo>
                    <a:pt x="168" y="29"/>
                  </a:lnTo>
                  <a:lnTo>
                    <a:pt x="168" y="24"/>
                  </a:lnTo>
                  <a:lnTo>
                    <a:pt x="168" y="24"/>
                  </a:lnTo>
                  <a:lnTo>
                    <a:pt x="168" y="22"/>
                  </a:lnTo>
                  <a:lnTo>
                    <a:pt x="166" y="20"/>
                  </a:lnTo>
                  <a:lnTo>
                    <a:pt x="164" y="18"/>
                  </a:lnTo>
                  <a:lnTo>
                    <a:pt x="164" y="18"/>
                  </a:lnTo>
                  <a:lnTo>
                    <a:pt x="151" y="17"/>
                  </a:lnTo>
                  <a:lnTo>
                    <a:pt x="144" y="17"/>
                  </a:lnTo>
                  <a:lnTo>
                    <a:pt x="137" y="20"/>
                  </a:lnTo>
                  <a:lnTo>
                    <a:pt x="137" y="20"/>
                  </a:lnTo>
                  <a:lnTo>
                    <a:pt x="128" y="18"/>
                  </a:lnTo>
                  <a:lnTo>
                    <a:pt x="128" y="18"/>
                  </a:lnTo>
                  <a:lnTo>
                    <a:pt x="119" y="18"/>
                  </a:lnTo>
                  <a:lnTo>
                    <a:pt x="106" y="17"/>
                  </a:lnTo>
                  <a:lnTo>
                    <a:pt x="106" y="17"/>
                  </a:lnTo>
                  <a:lnTo>
                    <a:pt x="95" y="11"/>
                  </a:lnTo>
                  <a:lnTo>
                    <a:pt x="88" y="8"/>
                  </a:lnTo>
                  <a:lnTo>
                    <a:pt x="88" y="8"/>
                  </a:lnTo>
                  <a:lnTo>
                    <a:pt x="88" y="9"/>
                  </a:lnTo>
                  <a:lnTo>
                    <a:pt x="88" y="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15" name="Freeform 197">
              <a:extLst>
                <a:ext uri="{FF2B5EF4-FFF2-40B4-BE49-F238E27FC236}">
                  <a16:creationId xmlns:a16="http://schemas.microsoft.com/office/drawing/2014/main" id="{0174122D-EA13-400F-83D2-49521BCBA97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311143" y="3512050"/>
              <a:ext cx="223934" cy="388547"/>
            </a:xfrm>
            <a:custGeom>
              <a:avLst/>
              <a:gdLst>
                <a:gd name="T0" fmla="*/ 124 w 151"/>
                <a:gd name="T1" fmla="*/ 198 h 262"/>
                <a:gd name="T2" fmla="*/ 104 w 151"/>
                <a:gd name="T3" fmla="*/ 209 h 262"/>
                <a:gd name="T4" fmla="*/ 93 w 151"/>
                <a:gd name="T5" fmla="*/ 204 h 262"/>
                <a:gd name="T6" fmla="*/ 78 w 151"/>
                <a:gd name="T7" fmla="*/ 218 h 262"/>
                <a:gd name="T8" fmla="*/ 78 w 151"/>
                <a:gd name="T9" fmla="*/ 233 h 262"/>
                <a:gd name="T10" fmla="*/ 91 w 151"/>
                <a:gd name="T11" fmla="*/ 224 h 262"/>
                <a:gd name="T12" fmla="*/ 106 w 151"/>
                <a:gd name="T13" fmla="*/ 233 h 262"/>
                <a:gd name="T14" fmla="*/ 119 w 151"/>
                <a:gd name="T15" fmla="*/ 253 h 262"/>
                <a:gd name="T16" fmla="*/ 135 w 151"/>
                <a:gd name="T17" fmla="*/ 256 h 262"/>
                <a:gd name="T18" fmla="*/ 137 w 151"/>
                <a:gd name="T19" fmla="*/ 235 h 262"/>
                <a:gd name="T20" fmla="*/ 151 w 151"/>
                <a:gd name="T21" fmla="*/ 211 h 262"/>
                <a:gd name="T22" fmla="*/ 142 w 151"/>
                <a:gd name="T23" fmla="*/ 185 h 262"/>
                <a:gd name="T24" fmla="*/ 115 w 151"/>
                <a:gd name="T25" fmla="*/ 171 h 262"/>
                <a:gd name="T26" fmla="*/ 122 w 151"/>
                <a:gd name="T27" fmla="*/ 178 h 262"/>
                <a:gd name="T28" fmla="*/ 100 w 151"/>
                <a:gd name="T29" fmla="*/ 169 h 262"/>
                <a:gd name="T30" fmla="*/ 100 w 151"/>
                <a:gd name="T31" fmla="*/ 169 h 262"/>
                <a:gd name="T32" fmla="*/ 82 w 151"/>
                <a:gd name="T33" fmla="*/ 171 h 262"/>
                <a:gd name="T34" fmla="*/ 91 w 151"/>
                <a:gd name="T35" fmla="*/ 184 h 262"/>
                <a:gd name="T36" fmla="*/ 97 w 151"/>
                <a:gd name="T37" fmla="*/ 178 h 262"/>
                <a:gd name="T38" fmla="*/ 113 w 151"/>
                <a:gd name="T39" fmla="*/ 167 h 262"/>
                <a:gd name="T40" fmla="*/ 104 w 151"/>
                <a:gd name="T41" fmla="*/ 165 h 262"/>
                <a:gd name="T42" fmla="*/ 93 w 151"/>
                <a:gd name="T43" fmla="*/ 156 h 262"/>
                <a:gd name="T44" fmla="*/ 126 w 151"/>
                <a:gd name="T45" fmla="*/ 158 h 262"/>
                <a:gd name="T46" fmla="*/ 133 w 151"/>
                <a:gd name="T47" fmla="*/ 167 h 262"/>
                <a:gd name="T48" fmla="*/ 38 w 151"/>
                <a:gd name="T49" fmla="*/ 147 h 262"/>
                <a:gd name="T50" fmla="*/ 26 w 151"/>
                <a:gd name="T51" fmla="*/ 174 h 262"/>
                <a:gd name="T52" fmla="*/ 4 w 151"/>
                <a:gd name="T53" fmla="*/ 196 h 262"/>
                <a:gd name="T54" fmla="*/ 22 w 151"/>
                <a:gd name="T55" fmla="*/ 193 h 262"/>
                <a:gd name="T56" fmla="*/ 40 w 151"/>
                <a:gd name="T57" fmla="*/ 167 h 262"/>
                <a:gd name="T58" fmla="*/ 78 w 151"/>
                <a:gd name="T59" fmla="*/ 142 h 262"/>
                <a:gd name="T60" fmla="*/ 91 w 151"/>
                <a:gd name="T61" fmla="*/ 153 h 262"/>
                <a:gd name="T62" fmla="*/ 99 w 151"/>
                <a:gd name="T63" fmla="*/ 129 h 262"/>
                <a:gd name="T64" fmla="*/ 111 w 151"/>
                <a:gd name="T65" fmla="*/ 138 h 262"/>
                <a:gd name="T66" fmla="*/ 47 w 151"/>
                <a:gd name="T67" fmla="*/ 136 h 262"/>
                <a:gd name="T68" fmla="*/ 42 w 151"/>
                <a:gd name="T69" fmla="*/ 129 h 262"/>
                <a:gd name="T70" fmla="*/ 77 w 151"/>
                <a:gd name="T71" fmla="*/ 125 h 262"/>
                <a:gd name="T72" fmla="*/ 126 w 151"/>
                <a:gd name="T73" fmla="*/ 136 h 262"/>
                <a:gd name="T74" fmla="*/ 131 w 151"/>
                <a:gd name="T75" fmla="*/ 140 h 262"/>
                <a:gd name="T76" fmla="*/ 126 w 151"/>
                <a:gd name="T77" fmla="*/ 120 h 262"/>
                <a:gd name="T78" fmla="*/ 53 w 151"/>
                <a:gd name="T79" fmla="*/ 107 h 262"/>
                <a:gd name="T80" fmla="*/ 71 w 151"/>
                <a:gd name="T81" fmla="*/ 114 h 262"/>
                <a:gd name="T82" fmla="*/ 55 w 151"/>
                <a:gd name="T83" fmla="*/ 103 h 262"/>
                <a:gd name="T84" fmla="*/ 115 w 151"/>
                <a:gd name="T85" fmla="*/ 96 h 262"/>
                <a:gd name="T86" fmla="*/ 53 w 151"/>
                <a:gd name="T87" fmla="*/ 40 h 262"/>
                <a:gd name="T88" fmla="*/ 55 w 151"/>
                <a:gd name="T89" fmla="*/ 51 h 262"/>
                <a:gd name="T90" fmla="*/ 44 w 151"/>
                <a:gd name="T91" fmla="*/ 49 h 262"/>
                <a:gd name="T92" fmla="*/ 51 w 151"/>
                <a:gd name="T93" fmla="*/ 71 h 262"/>
                <a:gd name="T94" fmla="*/ 60 w 151"/>
                <a:gd name="T95" fmla="*/ 85 h 262"/>
                <a:gd name="T96" fmla="*/ 84 w 151"/>
                <a:gd name="T97" fmla="*/ 102 h 262"/>
                <a:gd name="T98" fmla="*/ 95 w 151"/>
                <a:gd name="T99" fmla="*/ 102 h 262"/>
                <a:gd name="T100" fmla="*/ 111 w 151"/>
                <a:gd name="T101" fmla="*/ 114 h 262"/>
                <a:gd name="T102" fmla="*/ 97 w 151"/>
                <a:gd name="T103" fmla="*/ 92 h 262"/>
                <a:gd name="T104" fmla="*/ 71 w 151"/>
                <a:gd name="T105" fmla="*/ 78 h 262"/>
                <a:gd name="T106" fmla="*/ 71 w 151"/>
                <a:gd name="T107" fmla="*/ 65 h 262"/>
                <a:gd name="T108" fmla="*/ 89 w 151"/>
                <a:gd name="T109" fmla="*/ 34 h 262"/>
                <a:gd name="T110" fmla="*/ 84 w 151"/>
                <a:gd name="T111" fmla="*/ 0 h 262"/>
                <a:gd name="T112" fmla="*/ 60 w 151"/>
                <a:gd name="T113" fmla="*/ 0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51" h="262">
                  <a:moveTo>
                    <a:pt x="133" y="185"/>
                  </a:moveTo>
                  <a:lnTo>
                    <a:pt x="133" y="185"/>
                  </a:lnTo>
                  <a:lnTo>
                    <a:pt x="133" y="191"/>
                  </a:lnTo>
                  <a:lnTo>
                    <a:pt x="133" y="198"/>
                  </a:lnTo>
                  <a:lnTo>
                    <a:pt x="133" y="198"/>
                  </a:lnTo>
                  <a:lnTo>
                    <a:pt x="128" y="198"/>
                  </a:lnTo>
                  <a:lnTo>
                    <a:pt x="124" y="198"/>
                  </a:lnTo>
                  <a:lnTo>
                    <a:pt x="124" y="198"/>
                  </a:lnTo>
                  <a:lnTo>
                    <a:pt x="124" y="205"/>
                  </a:lnTo>
                  <a:lnTo>
                    <a:pt x="124" y="205"/>
                  </a:lnTo>
                  <a:lnTo>
                    <a:pt x="115" y="205"/>
                  </a:lnTo>
                  <a:lnTo>
                    <a:pt x="106" y="207"/>
                  </a:lnTo>
                  <a:lnTo>
                    <a:pt x="106" y="207"/>
                  </a:lnTo>
                  <a:lnTo>
                    <a:pt x="104" y="209"/>
                  </a:lnTo>
                  <a:lnTo>
                    <a:pt x="106" y="211"/>
                  </a:lnTo>
                  <a:lnTo>
                    <a:pt x="106" y="211"/>
                  </a:lnTo>
                  <a:lnTo>
                    <a:pt x="104" y="211"/>
                  </a:lnTo>
                  <a:lnTo>
                    <a:pt x="104" y="211"/>
                  </a:lnTo>
                  <a:lnTo>
                    <a:pt x="102" y="205"/>
                  </a:lnTo>
                  <a:lnTo>
                    <a:pt x="100" y="204"/>
                  </a:lnTo>
                  <a:lnTo>
                    <a:pt x="93" y="204"/>
                  </a:lnTo>
                  <a:lnTo>
                    <a:pt x="93" y="204"/>
                  </a:lnTo>
                  <a:lnTo>
                    <a:pt x="91" y="205"/>
                  </a:lnTo>
                  <a:lnTo>
                    <a:pt x="89" y="209"/>
                  </a:lnTo>
                  <a:lnTo>
                    <a:pt x="84" y="211"/>
                  </a:lnTo>
                  <a:lnTo>
                    <a:pt x="78" y="213"/>
                  </a:lnTo>
                  <a:lnTo>
                    <a:pt x="78" y="213"/>
                  </a:lnTo>
                  <a:lnTo>
                    <a:pt x="78" y="218"/>
                  </a:lnTo>
                  <a:lnTo>
                    <a:pt x="78" y="225"/>
                  </a:lnTo>
                  <a:lnTo>
                    <a:pt x="78" y="225"/>
                  </a:lnTo>
                  <a:lnTo>
                    <a:pt x="75" y="225"/>
                  </a:lnTo>
                  <a:lnTo>
                    <a:pt x="75" y="229"/>
                  </a:lnTo>
                  <a:lnTo>
                    <a:pt x="77" y="233"/>
                  </a:lnTo>
                  <a:lnTo>
                    <a:pt x="78" y="233"/>
                  </a:lnTo>
                  <a:lnTo>
                    <a:pt x="78" y="233"/>
                  </a:lnTo>
                  <a:lnTo>
                    <a:pt x="86" y="222"/>
                  </a:lnTo>
                  <a:lnTo>
                    <a:pt x="86" y="222"/>
                  </a:lnTo>
                  <a:lnTo>
                    <a:pt x="86" y="222"/>
                  </a:lnTo>
                  <a:lnTo>
                    <a:pt x="86" y="222"/>
                  </a:lnTo>
                  <a:lnTo>
                    <a:pt x="88" y="222"/>
                  </a:lnTo>
                  <a:lnTo>
                    <a:pt x="91" y="222"/>
                  </a:lnTo>
                  <a:lnTo>
                    <a:pt x="91" y="224"/>
                  </a:lnTo>
                  <a:lnTo>
                    <a:pt x="89" y="225"/>
                  </a:lnTo>
                  <a:lnTo>
                    <a:pt x="89" y="225"/>
                  </a:lnTo>
                  <a:lnTo>
                    <a:pt x="100" y="225"/>
                  </a:lnTo>
                  <a:lnTo>
                    <a:pt x="111" y="225"/>
                  </a:lnTo>
                  <a:lnTo>
                    <a:pt x="111" y="229"/>
                  </a:lnTo>
                  <a:lnTo>
                    <a:pt x="111" y="229"/>
                  </a:lnTo>
                  <a:lnTo>
                    <a:pt x="106" y="233"/>
                  </a:lnTo>
                  <a:lnTo>
                    <a:pt x="106" y="233"/>
                  </a:lnTo>
                  <a:lnTo>
                    <a:pt x="108" y="238"/>
                  </a:lnTo>
                  <a:lnTo>
                    <a:pt x="108" y="244"/>
                  </a:lnTo>
                  <a:lnTo>
                    <a:pt x="109" y="246"/>
                  </a:lnTo>
                  <a:lnTo>
                    <a:pt x="113" y="249"/>
                  </a:lnTo>
                  <a:lnTo>
                    <a:pt x="113" y="249"/>
                  </a:lnTo>
                  <a:lnTo>
                    <a:pt x="119" y="253"/>
                  </a:lnTo>
                  <a:lnTo>
                    <a:pt x="128" y="255"/>
                  </a:lnTo>
                  <a:lnTo>
                    <a:pt x="128" y="255"/>
                  </a:lnTo>
                  <a:lnTo>
                    <a:pt x="128" y="262"/>
                  </a:lnTo>
                  <a:lnTo>
                    <a:pt x="128" y="262"/>
                  </a:lnTo>
                  <a:lnTo>
                    <a:pt x="131" y="258"/>
                  </a:lnTo>
                  <a:lnTo>
                    <a:pt x="135" y="256"/>
                  </a:lnTo>
                  <a:lnTo>
                    <a:pt x="135" y="256"/>
                  </a:lnTo>
                  <a:lnTo>
                    <a:pt x="133" y="240"/>
                  </a:lnTo>
                  <a:lnTo>
                    <a:pt x="133" y="240"/>
                  </a:lnTo>
                  <a:lnTo>
                    <a:pt x="139" y="242"/>
                  </a:lnTo>
                  <a:lnTo>
                    <a:pt x="139" y="242"/>
                  </a:lnTo>
                  <a:lnTo>
                    <a:pt x="140" y="242"/>
                  </a:lnTo>
                  <a:lnTo>
                    <a:pt x="139" y="240"/>
                  </a:lnTo>
                  <a:lnTo>
                    <a:pt x="137" y="235"/>
                  </a:lnTo>
                  <a:lnTo>
                    <a:pt x="135" y="229"/>
                  </a:lnTo>
                  <a:lnTo>
                    <a:pt x="140" y="229"/>
                  </a:lnTo>
                  <a:lnTo>
                    <a:pt x="140" y="229"/>
                  </a:lnTo>
                  <a:lnTo>
                    <a:pt x="146" y="220"/>
                  </a:lnTo>
                  <a:lnTo>
                    <a:pt x="146" y="220"/>
                  </a:lnTo>
                  <a:lnTo>
                    <a:pt x="150" y="215"/>
                  </a:lnTo>
                  <a:lnTo>
                    <a:pt x="151" y="211"/>
                  </a:lnTo>
                  <a:lnTo>
                    <a:pt x="151" y="209"/>
                  </a:lnTo>
                  <a:lnTo>
                    <a:pt x="150" y="207"/>
                  </a:lnTo>
                  <a:lnTo>
                    <a:pt x="150" y="207"/>
                  </a:lnTo>
                  <a:lnTo>
                    <a:pt x="146" y="204"/>
                  </a:lnTo>
                  <a:lnTo>
                    <a:pt x="144" y="198"/>
                  </a:lnTo>
                  <a:lnTo>
                    <a:pt x="142" y="185"/>
                  </a:lnTo>
                  <a:lnTo>
                    <a:pt x="142" y="185"/>
                  </a:lnTo>
                  <a:lnTo>
                    <a:pt x="137" y="187"/>
                  </a:lnTo>
                  <a:lnTo>
                    <a:pt x="133" y="185"/>
                  </a:lnTo>
                  <a:lnTo>
                    <a:pt x="133" y="185"/>
                  </a:lnTo>
                  <a:close/>
                  <a:moveTo>
                    <a:pt x="115" y="169"/>
                  </a:moveTo>
                  <a:lnTo>
                    <a:pt x="115" y="169"/>
                  </a:lnTo>
                  <a:lnTo>
                    <a:pt x="117" y="169"/>
                  </a:lnTo>
                  <a:lnTo>
                    <a:pt x="115" y="171"/>
                  </a:lnTo>
                  <a:lnTo>
                    <a:pt x="111" y="171"/>
                  </a:lnTo>
                  <a:lnTo>
                    <a:pt x="111" y="171"/>
                  </a:lnTo>
                  <a:lnTo>
                    <a:pt x="111" y="178"/>
                  </a:lnTo>
                  <a:lnTo>
                    <a:pt x="111" y="178"/>
                  </a:lnTo>
                  <a:lnTo>
                    <a:pt x="117" y="178"/>
                  </a:lnTo>
                  <a:lnTo>
                    <a:pt x="120" y="178"/>
                  </a:lnTo>
                  <a:lnTo>
                    <a:pt x="122" y="178"/>
                  </a:lnTo>
                  <a:lnTo>
                    <a:pt x="120" y="174"/>
                  </a:lnTo>
                  <a:lnTo>
                    <a:pt x="120" y="174"/>
                  </a:lnTo>
                  <a:lnTo>
                    <a:pt x="119" y="171"/>
                  </a:lnTo>
                  <a:lnTo>
                    <a:pt x="115" y="169"/>
                  </a:lnTo>
                  <a:lnTo>
                    <a:pt x="115" y="169"/>
                  </a:lnTo>
                  <a:close/>
                  <a:moveTo>
                    <a:pt x="100" y="169"/>
                  </a:moveTo>
                  <a:lnTo>
                    <a:pt x="100" y="169"/>
                  </a:lnTo>
                  <a:lnTo>
                    <a:pt x="100" y="173"/>
                  </a:lnTo>
                  <a:lnTo>
                    <a:pt x="99" y="176"/>
                  </a:lnTo>
                  <a:lnTo>
                    <a:pt x="99" y="176"/>
                  </a:lnTo>
                  <a:lnTo>
                    <a:pt x="97" y="176"/>
                  </a:lnTo>
                  <a:lnTo>
                    <a:pt x="97" y="174"/>
                  </a:lnTo>
                  <a:lnTo>
                    <a:pt x="100" y="169"/>
                  </a:lnTo>
                  <a:lnTo>
                    <a:pt x="100" y="169"/>
                  </a:lnTo>
                  <a:close/>
                  <a:moveTo>
                    <a:pt x="93" y="156"/>
                  </a:moveTo>
                  <a:lnTo>
                    <a:pt x="93" y="156"/>
                  </a:lnTo>
                  <a:lnTo>
                    <a:pt x="91" y="165"/>
                  </a:lnTo>
                  <a:lnTo>
                    <a:pt x="91" y="171"/>
                  </a:lnTo>
                  <a:lnTo>
                    <a:pt x="91" y="171"/>
                  </a:lnTo>
                  <a:lnTo>
                    <a:pt x="86" y="171"/>
                  </a:lnTo>
                  <a:lnTo>
                    <a:pt x="82" y="171"/>
                  </a:lnTo>
                  <a:lnTo>
                    <a:pt x="82" y="171"/>
                  </a:lnTo>
                  <a:lnTo>
                    <a:pt x="82" y="176"/>
                  </a:lnTo>
                  <a:lnTo>
                    <a:pt x="82" y="178"/>
                  </a:lnTo>
                  <a:lnTo>
                    <a:pt x="84" y="182"/>
                  </a:lnTo>
                  <a:lnTo>
                    <a:pt x="84" y="182"/>
                  </a:lnTo>
                  <a:lnTo>
                    <a:pt x="91" y="184"/>
                  </a:lnTo>
                  <a:lnTo>
                    <a:pt x="91" y="184"/>
                  </a:lnTo>
                  <a:lnTo>
                    <a:pt x="91" y="184"/>
                  </a:lnTo>
                  <a:lnTo>
                    <a:pt x="93" y="185"/>
                  </a:lnTo>
                  <a:lnTo>
                    <a:pt x="99" y="189"/>
                  </a:lnTo>
                  <a:lnTo>
                    <a:pt x="99" y="189"/>
                  </a:lnTo>
                  <a:lnTo>
                    <a:pt x="97" y="184"/>
                  </a:lnTo>
                  <a:lnTo>
                    <a:pt x="97" y="180"/>
                  </a:lnTo>
                  <a:lnTo>
                    <a:pt x="97" y="178"/>
                  </a:lnTo>
                  <a:lnTo>
                    <a:pt x="97" y="178"/>
                  </a:lnTo>
                  <a:lnTo>
                    <a:pt x="99" y="180"/>
                  </a:lnTo>
                  <a:lnTo>
                    <a:pt x="100" y="182"/>
                  </a:lnTo>
                  <a:lnTo>
                    <a:pt x="100" y="182"/>
                  </a:lnTo>
                  <a:lnTo>
                    <a:pt x="108" y="173"/>
                  </a:lnTo>
                  <a:lnTo>
                    <a:pt x="113" y="167"/>
                  </a:lnTo>
                  <a:lnTo>
                    <a:pt x="113" y="167"/>
                  </a:lnTo>
                  <a:lnTo>
                    <a:pt x="113" y="164"/>
                  </a:lnTo>
                  <a:lnTo>
                    <a:pt x="113" y="160"/>
                  </a:lnTo>
                  <a:lnTo>
                    <a:pt x="113" y="160"/>
                  </a:lnTo>
                  <a:lnTo>
                    <a:pt x="111" y="158"/>
                  </a:lnTo>
                  <a:lnTo>
                    <a:pt x="108" y="156"/>
                  </a:lnTo>
                  <a:lnTo>
                    <a:pt x="108" y="156"/>
                  </a:lnTo>
                  <a:lnTo>
                    <a:pt x="104" y="165"/>
                  </a:lnTo>
                  <a:lnTo>
                    <a:pt x="102" y="167"/>
                  </a:lnTo>
                  <a:lnTo>
                    <a:pt x="104" y="164"/>
                  </a:lnTo>
                  <a:lnTo>
                    <a:pt x="104" y="164"/>
                  </a:lnTo>
                  <a:lnTo>
                    <a:pt x="104" y="156"/>
                  </a:lnTo>
                  <a:lnTo>
                    <a:pt x="104" y="156"/>
                  </a:lnTo>
                  <a:lnTo>
                    <a:pt x="99" y="156"/>
                  </a:lnTo>
                  <a:lnTo>
                    <a:pt x="93" y="156"/>
                  </a:lnTo>
                  <a:lnTo>
                    <a:pt x="93" y="156"/>
                  </a:lnTo>
                  <a:close/>
                  <a:moveTo>
                    <a:pt x="120" y="147"/>
                  </a:moveTo>
                  <a:lnTo>
                    <a:pt x="120" y="147"/>
                  </a:lnTo>
                  <a:lnTo>
                    <a:pt x="122" y="151"/>
                  </a:lnTo>
                  <a:lnTo>
                    <a:pt x="126" y="153"/>
                  </a:lnTo>
                  <a:lnTo>
                    <a:pt x="126" y="153"/>
                  </a:lnTo>
                  <a:lnTo>
                    <a:pt x="126" y="158"/>
                  </a:lnTo>
                  <a:lnTo>
                    <a:pt x="126" y="164"/>
                  </a:lnTo>
                  <a:lnTo>
                    <a:pt x="126" y="164"/>
                  </a:lnTo>
                  <a:lnTo>
                    <a:pt x="129" y="167"/>
                  </a:lnTo>
                  <a:lnTo>
                    <a:pt x="135" y="171"/>
                  </a:lnTo>
                  <a:lnTo>
                    <a:pt x="135" y="171"/>
                  </a:lnTo>
                  <a:lnTo>
                    <a:pt x="135" y="167"/>
                  </a:lnTo>
                  <a:lnTo>
                    <a:pt x="133" y="167"/>
                  </a:lnTo>
                  <a:lnTo>
                    <a:pt x="133" y="167"/>
                  </a:lnTo>
                  <a:lnTo>
                    <a:pt x="133" y="149"/>
                  </a:lnTo>
                  <a:lnTo>
                    <a:pt x="133" y="149"/>
                  </a:lnTo>
                  <a:lnTo>
                    <a:pt x="128" y="149"/>
                  </a:lnTo>
                  <a:lnTo>
                    <a:pt x="120" y="147"/>
                  </a:lnTo>
                  <a:lnTo>
                    <a:pt x="120" y="147"/>
                  </a:lnTo>
                  <a:close/>
                  <a:moveTo>
                    <a:pt x="38" y="147"/>
                  </a:moveTo>
                  <a:lnTo>
                    <a:pt x="38" y="147"/>
                  </a:lnTo>
                  <a:lnTo>
                    <a:pt x="37" y="151"/>
                  </a:lnTo>
                  <a:lnTo>
                    <a:pt x="37" y="153"/>
                  </a:lnTo>
                  <a:lnTo>
                    <a:pt x="38" y="156"/>
                  </a:lnTo>
                  <a:lnTo>
                    <a:pt x="33" y="156"/>
                  </a:lnTo>
                  <a:lnTo>
                    <a:pt x="33" y="156"/>
                  </a:lnTo>
                  <a:lnTo>
                    <a:pt x="26" y="174"/>
                  </a:lnTo>
                  <a:lnTo>
                    <a:pt x="22" y="182"/>
                  </a:lnTo>
                  <a:lnTo>
                    <a:pt x="18" y="189"/>
                  </a:lnTo>
                  <a:lnTo>
                    <a:pt x="18" y="189"/>
                  </a:lnTo>
                  <a:lnTo>
                    <a:pt x="15" y="191"/>
                  </a:lnTo>
                  <a:lnTo>
                    <a:pt x="11" y="193"/>
                  </a:lnTo>
                  <a:lnTo>
                    <a:pt x="6" y="193"/>
                  </a:lnTo>
                  <a:lnTo>
                    <a:pt x="4" y="196"/>
                  </a:lnTo>
                  <a:lnTo>
                    <a:pt x="4" y="196"/>
                  </a:lnTo>
                  <a:lnTo>
                    <a:pt x="0" y="202"/>
                  </a:lnTo>
                  <a:lnTo>
                    <a:pt x="2" y="204"/>
                  </a:lnTo>
                  <a:lnTo>
                    <a:pt x="4" y="204"/>
                  </a:lnTo>
                  <a:lnTo>
                    <a:pt x="4" y="204"/>
                  </a:lnTo>
                  <a:lnTo>
                    <a:pt x="13" y="198"/>
                  </a:lnTo>
                  <a:lnTo>
                    <a:pt x="22" y="193"/>
                  </a:lnTo>
                  <a:lnTo>
                    <a:pt x="22" y="193"/>
                  </a:lnTo>
                  <a:lnTo>
                    <a:pt x="24" y="191"/>
                  </a:lnTo>
                  <a:lnTo>
                    <a:pt x="26" y="185"/>
                  </a:lnTo>
                  <a:lnTo>
                    <a:pt x="27" y="178"/>
                  </a:lnTo>
                  <a:lnTo>
                    <a:pt x="27" y="178"/>
                  </a:lnTo>
                  <a:lnTo>
                    <a:pt x="37" y="173"/>
                  </a:lnTo>
                  <a:lnTo>
                    <a:pt x="40" y="167"/>
                  </a:lnTo>
                  <a:lnTo>
                    <a:pt x="42" y="164"/>
                  </a:lnTo>
                  <a:lnTo>
                    <a:pt x="42" y="164"/>
                  </a:lnTo>
                  <a:lnTo>
                    <a:pt x="40" y="154"/>
                  </a:lnTo>
                  <a:lnTo>
                    <a:pt x="38" y="147"/>
                  </a:lnTo>
                  <a:lnTo>
                    <a:pt x="38" y="147"/>
                  </a:lnTo>
                  <a:close/>
                  <a:moveTo>
                    <a:pt x="78" y="142"/>
                  </a:moveTo>
                  <a:lnTo>
                    <a:pt x="78" y="142"/>
                  </a:lnTo>
                  <a:lnTo>
                    <a:pt x="77" y="156"/>
                  </a:lnTo>
                  <a:lnTo>
                    <a:pt x="77" y="162"/>
                  </a:lnTo>
                  <a:lnTo>
                    <a:pt x="78" y="162"/>
                  </a:lnTo>
                  <a:lnTo>
                    <a:pt x="82" y="162"/>
                  </a:lnTo>
                  <a:lnTo>
                    <a:pt x="91" y="160"/>
                  </a:lnTo>
                  <a:lnTo>
                    <a:pt x="91" y="160"/>
                  </a:lnTo>
                  <a:lnTo>
                    <a:pt x="91" y="153"/>
                  </a:lnTo>
                  <a:lnTo>
                    <a:pt x="93" y="147"/>
                  </a:lnTo>
                  <a:lnTo>
                    <a:pt x="93" y="147"/>
                  </a:lnTo>
                  <a:lnTo>
                    <a:pt x="86" y="145"/>
                  </a:lnTo>
                  <a:lnTo>
                    <a:pt x="78" y="142"/>
                  </a:lnTo>
                  <a:lnTo>
                    <a:pt x="78" y="142"/>
                  </a:lnTo>
                  <a:close/>
                  <a:moveTo>
                    <a:pt x="99" y="129"/>
                  </a:moveTo>
                  <a:lnTo>
                    <a:pt x="99" y="129"/>
                  </a:lnTo>
                  <a:lnTo>
                    <a:pt x="99" y="131"/>
                  </a:lnTo>
                  <a:lnTo>
                    <a:pt x="99" y="134"/>
                  </a:lnTo>
                  <a:lnTo>
                    <a:pt x="97" y="136"/>
                  </a:lnTo>
                  <a:lnTo>
                    <a:pt x="97" y="136"/>
                  </a:lnTo>
                  <a:lnTo>
                    <a:pt x="109" y="140"/>
                  </a:lnTo>
                  <a:lnTo>
                    <a:pt x="111" y="140"/>
                  </a:lnTo>
                  <a:lnTo>
                    <a:pt x="111" y="138"/>
                  </a:lnTo>
                  <a:lnTo>
                    <a:pt x="106" y="134"/>
                  </a:lnTo>
                  <a:lnTo>
                    <a:pt x="106" y="134"/>
                  </a:lnTo>
                  <a:lnTo>
                    <a:pt x="99" y="129"/>
                  </a:lnTo>
                  <a:lnTo>
                    <a:pt x="99" y="129"/>
                  </a:lnTo>
                  <a:close/>
                  <a:moveTo>
                    <a:pt x="42" y="129"/>
                  </a:moveTo>
                  <a:lnTo>
                    <a:pt x="42" y="129"/>
                  </a:lnTo>
                  <a:lnTo>
                    <a:pt x="47" y="136"/>
                  </a:lnTo>
                  <a:lnTo>
                    <a:pt x="47" y="136"/>
                  </a:lnTo>
                  <a:lnTo>
                    <a:pt x="49" y="138"/>
                  </a:lnTo>
                  <a:lnTo>
                    <a:pt x="49" y="138"/>
                  </a:lnTo>
                  <a:lnTo>
                    <a:pt x="49" y="136"/>
                  </a:lnTo>
                  <a:lnTo>
                    <a:pt x="49" y="134"/>
                  </a:lnTo>
                  <a:lnTo>
                    <a:pt x="49" y="134"/>
                  </a:lnTo>
                  <a:lnTo>
                    <a:pt x="42" y="129"/>
                  </a:lnTo>
                  <a:lnTo>
                    <a:pt x="42" y="129"/>
                  </a:lnTo>
                  <a:close/>
                  <a:moveTo>
                    <a:pt x="77" y="125"/>
                  </a:moveTo>
                  <a:lnTo>
                    <a:pt x="78" y="129"/>
                  </a:lnTo>
                  <a:lnTo>
                    <a:pt x="78" y="129"/>
                  </a:lnTo>
                  <a:lnTo>
                    <a:pt x="82" y="129"/>
                  </a:lnTo>
                  <a:lnTo>
                    <a:pt x="82" y="127"/>
                  </a:lnTo>
                  <a:lnTo>
                    <a:pt x="77" y="125"/>
                  </a:lnTo>
                  <a:lnTo>
                    <a:pt x="77" y="125"/>
                  </a:lnTo>
                  <a:close/>
                  <a:moveTo>
                    <a:pt x="120" y="120"/>
                  </a:moveTo>
                  <a:lnTo>
                    <a:pt x="120" y="120"/>
                  </a:lnTo>
                  <a:lnTo>
                    <a:pt x="120" y="125"/>
                  </a:lnTo>
                  <a:lnTo>
                    <a:pt x="120" y="129"/>
                  </a:lnTo>
                  <a:lnTo>
                    <a:pt x="126" y="136"/>
                  </a:lnTo>
                  <a:lnTo>
                    <a:pt x="126" y="136"/>
                  </a:lnTo>
                  <a:lnTo>
                    <a:pt x="128" y="140"/>
                  </a:lnTo>
                  <a:lnTo>
                    <a:pt x="126" y="142"/>
                  </a:lnTo>
                  <a:lnTo>
                    <a:pt x="131" y="143"/>
                  </a:lnTo>
                  <a:lnTo>
                    <a:pt x="131" y="143"/>
                  </a:lnTo>
                  <a:lnTo>
                    <a:pt x="135" y="145"/>
                  </a:lnTo>
                  <a:lnTo>
                    <a:pt x="135" y="145"/>
                  </a:lnTo>
                  <a:lnTo>
                    <a:pt x="131" y="140"/>
                  </a:lnTo>
                  <a:lnTo>
                    <a:pt x="131" y="140"/>
                  </a:lnTo>
                  <a:lnTo>
                    <a:pt x="133" y="131"/>
                  </a:lnTo>
                  <a:lnTo>
                    <a:pt x="133" y="123"/>
                  </a:lnTo>
                  <a:lnTo>
                    <a:pt x="131" y="122"/>
                  </a:lnTo>
                  <a:lnTo>
                    <a:pt x="131" y="120"/>
                  </a:lnTo>
                  <a:lnTo>
                    <a:pt x="131" y="120"/>
                  </a:lnTo>
                  <a:lnTo>
                    <a:pt x="126" y="120"/>
                  </a:lnTo>
                  <a:lnTo>
                    <a:pt x="122" y="120"/>
                  </a:lnTo>
                  <a:lnTo>
                    <a:pt x="120" y="120"/>
                  </a:lnTo>
                  <a:lnTo>
                    <a:pt x="120" y="120"/>
                  </a:lnTo>
                  <a:close/>
                  <a:moveTo>
                    <a:pt x="55" y="103"/>
                  </a:moveTo>
                  <a:lnTo>
                    <a:pt x="55" y="103"/>
                  </a:lnTo>
                  <a:lnTo>
                    <a:pt x="55" y="105"/>
                  </a:lnTo>
                  <a:lnTo>
                    <a:pt x="53" y="107"/>
                  </a:lnTo>
                  <a:lnTo>
                    <a:pt x="68" y="118"/>
                  </a:lnTo>
                  <a:lnTo>
                    <a:pt x="68" y="118"/>
                  </a:lnTo>
                  <a:lnTo>
                    <a:pt x="68" y="122"/>
                  </a:lnTo>
                  <a:lnTo>
                    <a:pt x="68" y="127"/>
                  </a:lnTo>
                  <a:lnTo>
                    <a:pt x="71" y="127"/>
                  </a:lnTo>
                  <a:lnTo>
                    <a:pt x="71" y="127"/>
                  </a:lnTo>
                  <a:lnTo>
                    <a:pt x="71" y="114"/>
                  </a:lnTo>
                  <a:lnTo>
                    <a:pt x="69" y="109"/>
                  </a:lnTo>
                  <a:lnTo>
                    <a:pt x="68" y="105"/>
                  </a:lnTo>
                  <a:lnTo>
                    <a:pt x="68" y="105"/>
                  </a:lnTo>
                  <a:lnTo>
                    <a:pt x="64" y="103"/>
                  </a:lnTo>
                  <a:lnTo>
                    <a:pt x="60" y="103"/>
                  </a:lnTo>
                  <a:lnTo>
                    <a:pt x="58" y="103"/>
                  </a:lnTo>
                  <a:lnTo>
                    <a:pt x="55" y="103"/>
                  </a:lnTo>
                  <a:lnTo>
                    <a:pt x="55" y="103"/>
                  </a:lnTo>
                  <a:close/>
                  <a:moveTo>
                    <a:pt x="115" y="96"/>
                  </a:moveTo>
                  <a:lnTo>
                    <a:pt x="119" y="100"/>
                  </a:lnTo>
                  <a:lnTo>
                    <a:pt x="119" y="100"/>
                  </a:lnTo>
                  <a:lnTo>
                    <a:pt x="119" y="96"/>
                  </a:lnTo>
                  <a:lnTo>
                    <a:pt x="119" y="96"/>
                  </a:lnTo>
                  <a:lnTo>
                    <a:pt x="115" y="96"/>
                  </a:lnTo>
                  <a:lnTo>
                    <a:pt x="115" y="96"/>
                  </a:lnTo>
                  <a:close/>
                  <a:moveTo>
                    <a:pt x="60" y="0"/>
                  </a:moveTo>
                  <a:lnTo>
                    <a:pt x="60" y="0"/>
                  </a:lnTo>
                  <a:lnTo>
                    <a:pt x="58" y="10"/>
                  </a:lnTo>
                  <a:lnTo>
                    <a:pt x="57" y="20"/>
                  </a:lnTo>
                  <a:lnTo>
                    <a:pt x="57" y="36"/>
                  </a:lnTo>
                  <a:lnTo>
                    <a:pt x="53" y="40"/>
                  </a:lnTo>
                  <a:lnTo>
                    <a:pt x="53" y="40"/>
                  </a:lnTo>
                  <a:lnTo>
                    <a:pt x="51" y="43"/>
                  </a:lnTo>
                  <a:lnTo>
                    <a:pt x="53" y="47"/>
                  </a:lnTo>
                  <a:lnTo>
                    <a:pt x="53" y="47"/>
                  </a:lnTo>
                  <a:lnTo>
                    <a:pt x="55" y="45"/>
                  </a:lnTo>
                  <a:lnTo>
                    <a:pt x="55" y="47"/>
                  </a:lnTo>
                  <a:lnTo>
                    <a:pt x="55" y="51"/>
                  </a:lnTo>
                  <a:lnTo>
                    <a:pt x="55" y="51"/>
                  </a:lnTo>
                  <a:lnTo>
                    <a:pt x="51" y="52"/>
                  </a:lnTo>
                  <a:lnTo>
                    <a:pt x="49" y="52"/>
                  </a:lnTo>
                  <a:lnTo>
                    <a:pt x="49" y="51"/>
                  </a:lnTo>
                  <a:lnTo>
                    <a:pt x="49" y="51"/>
                  </a:lnTo>
                  <a:lnTo>
                    <a:pt x="46" y="51"/>
                  </a:lnTo>
                  <a:lnTo>
                    <a:pt x="44" y="49"/>
                  </a:lnTo>
                  <a:lnTo>
                    <a:pt x="46" y="49"/>
                  </a:lnTo>
                  <a:lnTo>
                    <a:pt x="46" y="49"/>
                  </a:lnTo>
                  <a:lnTo>
                    <a:pt x="42" y="54"/>
                  </a:lnTo>
                  <a:lnTo>
                    <a:pt x="44" y="56"/>
                  </a:lnTo>
                  <a:lnTo>
                    <a:pt x="47" y="60"/>
                  </a:lnTo>
                  <a:lnTo>
                    <a:pt x="47" y="60"/>
                  </a:lnTo>
                  <a:lnTo>
                    <a:pt x="51" y="71"/>
                  </a:lnTo>
                  <a:lnTo>
                    <a:pt x="55" y="82"/>
                  </a:lnTo>
                  <a:lnTo>
                    <a:pt x="55" y="82"/>
                  </a:lnTo>
                  <a:lnTo>
                    <a:pt x="57" y="78"/>
                  </a:lnTo>
                  <a:lnTo>
                    <a:pt x="58" y="76"/>
                  </a:lnTo>
                  <a:lnTo>
                    <a:pt x="62" y="76"/>
                  </a:lnTo>
                  <a:lnTo>
                    <a:pt x="62" y="76"/>
                  </a:lnTo>
                  <a:lnTo>
                    <a:pt x="60" y="85"/>
                  </a:lnTo>
                  <a:lnTo>
                    <a:pt x="60" y="91"/>
                  </a:lnTo>
                  <a:lnTo>
                    <a:pt x="60" y="96"/>
                  </a:lnTo>
                  <a:lnTo>
                    <a:pt x="64" y="103"/>
                  </a:lnTo>
                  <a:lnTo>
                    <a:pt x="64" y="103"/>
                  </a:lnTo>
                  <a:lnTo>
                    <a:pt x="75" y="100"/>
                  </a:lnTo>
                  <a:lnTo>
                    <a:pt x="78" y="100"/>
                  </a:lnTo>
                  <a:lnTo>
                    <a:pt x="84" y="102"/>
                  </a:lnTo>
                  <a:lnTo>
                    <a:pt x="91" y="107"/>
                  </a:lnTo>
                  <a:lnTo>
                    <a:pt x="91" y="107"/>
                  </a:lnTo>
                  <a:lnTo>
                    <a:pt x="89" y="100"/>
                  </a:lnTo>
                  <a:lnTo>
                    <a:pt x="89" y="98"/>
                  </a:lnTo>
                  <a:lnTo>
                    <a:pt x="91" y="98"/>
                  </a:lnTo>
                  <a:lnTo>
                    <a:pt x="91" y="98"/>
                  </a:lnTo>
                  <a:lnTo>
                    <a:pt x="95" y="102"/>
                  </a:lnTo>
                  <a:lnTo>
                    <a:pt x="99" y="107"/>
                  </a:lnTo>
                  <a:lnTo>
                    <a:pt x="106" y="118"/>
                  </a:lnTo>
                  <a:lnTo>
                    <a:pt x="106" y="118"/>
                  </a:lnTo>
                  <a:lnTo>
                    <a:pt x="108" y="118"/>
                  </a:lnTo>
                  <a:lnTo>
                    <a:pt x="111" y="120"/>
                  </a:lnTo>
                  <a:lnTo>
                    <a:pt x="111" y="120"/>
                  </a:lnTo>
                  <a:lnTo>
                    <a:pt x="111" y="114"/>
                  </a:lnTo>
                  <a:lnTo>
                    <a:pt x="113" y="113"/>
                  </a:lnTo>
                  <a:lnTo>
                    <a:pt x="113" y="113"/>
                  </a:lnTo>
                  <a:lnTo>
                    <a:pt x="108" y="102"/>
                  </a:lnTo>
                  <a:lnTo>
                    <a:pt x="106" y="91"/>
                  </a:lnTo>
                  <a:lnTo>
                    <a:pt x="106" y="91"/>
                  </a:lnTo>
                  <a:lnTo>
                    <a:pt x="97" y="92"/>
                  </a:lnTo>
                  <a:lnTo>
                    <a:pt x="97" y="92"/>
                  </a:lnTo>
                  <a:lnTo>
                    <a:pt x="97" y="85"/>
                  </a:lnTo>
                  <a:lnTo>
                    <a:pt x="97" y="85"/>
                  </a:lnTo>
                  <a:lnTo>
                    <a:pt x="84" y="89"/>
                  </a:lnTo>
                  <a:lnTo>
                    <a:pt x="75" y="91"/>
                  </a:lnTo>
                  <a:lnTo>
                    <a:pt x="75" y="91"/>
                  </a:lnTo>
                  <a:lnTo>
                    <a:pt x="73" y="83"/>
                  </a:lnTo>
                  <a:lnTo>
                    <a:pt x="71" y="78"/>
                  </a:lnTo>
                  <a:lnTo>
                    <a:pt x="71" y="78"/>
                  </a:lnTo>
                  <a:lnTo>
                    <a:pt x="71" y="78"/>
                  </a:lnTo>
                  <a:lnTo>
                    <a:pt x="71" y="76"/>
                  </a:lnTo>
                  <a:lnTo>
                    <a:pt x="69" y="71"/>
                  </a:lnTo>
                  <a:lnTo>
                    <a:pt x="69" y="71"/>
                  </a:lnTo>
                  <a:lnTo>
                    <a:pt x="71" y="69"/>
                  </a:lnTo>
                  <a:lnTo>
                    <a:pt x="71" y="65"/>
                  </a:lnTo>
                  <a:lnTo>
                    <a:pt x="69" y="62"/>
                  </a:lnTo>
                  <a:lnTo>
                    <a:pt x="69" y="60"/>
                  </a:lnTo>
                  <a:lnTo>
                    <a:pt x="71" y="60"/>
                  </a:lnTo>
                  <a:lnTo>
                    <a:pt x="71" y="60"/>
                  </a:lnTo>
                  <a:lnTo>
                    <a:pt x="80" y="45"/>
                  </a:lnTo>
                  <a:lnTo>
                    <a:pt x="89" y="34"/>
                  </a:lnTo>
                  <a:lnTo>
                    <a:pt x="89" y="34"/>
                  </a:lnTo>
                  <a:lnTo>
                    <a:pt x="89" y="32"/>
                  </a:lnTo>
                  <a:lnTo>
                    <a:pt x="86" y="27"/>
                  </a:lnTo>
                  <a:lnTo>
                    <a:pt x="82" y="21"/>
                  </a:lnTo>
                  <a:lnTo>
                    <a:pt x="82" y="21"/>
                  </a:lnTo>
                  <a:lnTo>
                    <a:pt x="80" y="16"/>
                  </a:lnTo>
                  <a:lnTo>
                    <a:pt x="82" y="10"/>
                  </a:lnTo>
                  <a:lnTo>
                    <a:pt x="84" y="0"/>
                  </a:lnTo>
                  <a:lnTo>
                    <a:pt x="84" y="0"/>
                  </a:lnTo>
                  <a:lnTo>
                    <a:pt x="80" y="3"/>
                  </a:lnTo>
                  <a:lnTo>
                    <a:pt x="78" y="5"/>
                  </a:lnTo>
                  <a:lnTo>
                    <a:pt x="78" y="5"/>
                  </a:lnTo>
                  <a:lnTo>
                    <a:pt x="73" y="5"/>
                  </a:lnTo>
                  <a:lnTo>
                    <a:pt x="69" y="5"/>
                  </a:lnTo>
                  <a:lnTo>
                    <a:pt x="60" y="0"/>
                  </a:lnTo>
                  <a:lnTo>
                    <a:pt x="6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16" name="Freeform 198">
              <a:extLst>
                <a:ext uri="{FF2B5EF4-FFF2-40B4-BE49-F238E27FC236}">
                  <a16:creationId xmlns:a16="http://schemas.microsoft.com/office/drawing/2014/main" id="{2203F273-AA04-49CB-9A13-C19BB1C7D75E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1161" y="4062244"/>
              <a:ext cx="286220" cy="519052"/>
            </a:xfrm>
            <a:custGeom>
              <a:avLst/>
              <a:gdLst>
                <a:gd name="T0" fmla="*/ 88 w 193"/>
                <a:gd name="T1" fmla="*/ 7 h 350"/>
                <a:gd name="T2" fmla="*/ 91 w 193"/>
                <a:gd name="T3" fmla="*/ 29 h 350"/>
                <a:gd name="T4" fmla="*/ 84 w 193"/>
                <a:gd name="T5" fmla="*/ 42 h 350"/>
                <a:gd name="T6" fmla="*/ 57 w 193"/>
                <a:gd name="T7" fmla="*/ 62 h 350"/>
                <a:gd name="T8" fmla="*/ 44 w 193"/>
                <a:gd name="T9" fmla="*/ 79 h 350"/>
                <a:gd name="T10" fmla="*/ 35 w 193"/>
                <a:gd name="T11" fmla="*/ 95 h 350"/>
                <a:gd name="T12" fmla="*/ 28 w 193"/>
                <a:gd name="T13" fmla="*/ 97 h 350"/>
                <a:gd name="T14" fmla="*/ 22 w 193"/>
                <a:gd name="T15" fmla="*/ 84 h 350"/>
                <a:gd name="T16" fmla="*/ 15 w 193"/>
                <a:gd name="T17" fmla="*/ 89 h 350"/>
                <a:gd name="T18" fmla="*/ 15 w 193"/>
                <a:gd name="T19" fmla="*/ 79 h 350"/>
                <a:gd name="T20" fmla="*/ 11 w 193"/>
                <a:gd name="T21" fmla="*/ 73 h 350"/>
                <a:gd name="T22" fmla="*/ 0 w 193"/>
                <a:gd name="T23" fmla="*/ 89 h 350"/>
                <a:gd name="T24" fmla="*/ 2 w 193"/>
                <a:gd name="T25" fmla="*/ 100 h 350"/>
                <a:gd name="T26" fmla="*/ 8 w 193"/>
                <a:gd name="T27" fmla="*/ 106 h 350"/>
                <a:gd name="T28" fmla="*/ 4 w 193"/>
                <a:gd name="T29" fmla="*/ 115 h 350"/>
                <a:gd name="T30" fmla="*/ 13 w 193"/>
                <a:gd name="T31" fmla="*/ 124 h 350"/>
                <a:gd name="T32" fmla="*/ 28 w 193"/>
                <a:gd name="T33" fmla="*/ 142 h 350"/>
                <a:gd name="T34" fmla="*/ 37 w 193"/>
                <a:gd name="T35" fmla="*/ 148 h 350"/>
                <a:gd name="T36" fmla="*/ 46 w 193"/>
                <a:gd name="T37" fmla="*/ 164 h 350"/>
                <a:gd name="T38" fmla="*/ 59 w 193"/>
                <a:gd name="T39" fmla="*/ 186 h 350"/>
                <a:gd name="T40" fmla="*/ 79 w 193"/>
                <a:gd name="T41" fmla="*/ 241 h 350"/>
                <a:gd name="T42" fmla="*/ 86 w 193"/>
                <a:gd name="T43" fmla="*/ 277 h 350"/>
                <a:gd name="T44" fmla="*/ 95 w 193"/>
                <a:gd name="T45" fmla="*/ 286 h 350"/>
                <a:gd name="T46" fmla="*/ 101 w 193"/>
                <a:gd name="T47" fmla="*/ 301 h 350"/>
                <a:gd name="T48" fmla="*/ 121 w 193"/>
                <a:gd name="T49" fmla="*/ 315 h 350"/>
                <a:gd name="T50" fmla="*/ 159 w 193"/>
                <a:gd name="T51" fmla="*/ 341 h 350"/>
                <a:gd name="T52" fmla="*/ 170 w 193"/>
                <a:gd name="T53" fmla="*/ 348 h 350"/>
                <a:gd name="T54" fmla="*/ 179 w 193"/>
                <a:gd name="T55" fmla="*/ 337 h 350"/>
                <a:gd name="T56" fmla="*/ 192 w 193"/>
                <a:gd name="T57" fmla="*/ 321 h 350"/>
                <a:gd name="T58" fmla="*/ 181 w 193"/>
                <a:gd name="T59" fmla="*/ 308 h 350"/>
                <a:gd name="T60" fmla="*/ 183 w 193"/>
                <a:gd name="T61" fmla="*/ 303 h 350"/>
                <a:gd name="T62" fmla="*/ 184 w 193"/>
                <a:gd name="T63" fmla="*/ 299 h 350"/>
                <a:gd name="T64" fmla="*/ 188 w 193"/>
                <a:gd name="T65" fmla="*/ 299 h 350"/>
                <a:gd name="T66" fmla="*/ 188 w 193"/>
                <a:gd name="T67" fmla="*/ 292 h 350"/>
                <a:gd name="T68" fmla="*/ 184 w 193"/>
                <a:gd name="T69" fmla="*/ 273 h 350"/>
                <a:gd name="T70" fmla="*/ 163 w 193"/>
                <a:gd name="T71" fmla="*/ 232 h 350"/>
                <a:gd name="T72" fmla="*/ 164 w 193"/>
                <a:gd name="T73" fmla="*/ 179 h 350"/>
                <a:gd name="T74" fmla="*/ 135 w 193"/>
                <a:gd name="T75" fmla="*/ 186 h 350"/>
                <a:gd name="T76" fmla="*/ 133 w 193"/>
                <a:gd name="T77" fmla="*/ 181 h 350"/>
                <a:gd name="T78" fmla="*/ 122 w 193"/>
                <a:gd name="T79" fmla="*/ 170 h 350"/>
                <a:gd name="T80" fmla="*/ 111 w 193"/>
                <a:gd name="T81" fmla="*/ 161 h 350"/>
                <a:gd name="T82" fmla="*/ 113 w 193"/>
                <a:gd name="T83" fmla="*/ 148 h 350"/>
                <a:gd name="T84" fmla="*/ 110 w 193"/>
                <a:gd name="T85" fmla="*/ 140 h 350"/>
                <a:gd name="T86" fmla="*/ 111 w 193"/>
                <a:gd name="T87" fmla="*/ 133 h 350"/>
                <a:gd name="T88" fmla="*/ 117 w 193"/>
                <a:gd name="T89" fmla="*/ 126 h 350"/>
                <a:gd name="T90" fmla="*/ 124 w 193"/>
                <a:gd name="T91" fmla="*/ 108 h 350"/>
                <a:gd name="T92" fmla="*/ 132 w 193"/>
                <a:gd name="T93" fmla="*/ 95 h 350"/>
                <a:gd name="T94" fmla="*/ 146 w 193"/>
                <a:gd name="T95" fmla="*/ 88 h 350"/>
                <a:gd name="T96" fmla="*/ 164 w 193"/>
                <a:gd name="T97" fmla="*/ 84 h 350"/>
                <a:gd name="T98" fmla="*/ 170 w 193"/>
                <a:gd name="T99" fmla="*/ 79 h 350"/>
                <a:gd name="T100" fmla="*/ 173 w 193"/>
                <a:gd name="T101" fmla="*/ 44 h 350"/>
                <a:gd name="T102" fmla="*/ 166 w 193"/>
                <a:gd name="T103" fmla="*/ 38 h 350"/>
                <a:gd name="T104" fmla="*/ 152 w 193"/>
                <a:gd name="T105" fmla="*/ 33 h 350"/>
                <a:gd name="T106" fmla="*/ 141 w 193"/>
                <a:gd name="T107" fmla="*/ 38 h 350"/>
                <a:gd name="T108" fmla="*/ 130 w 193"/>
                <a:gd name="T109" fmla="*/ 35 h 350"/>
                <a:gd name="T110" fmla="*/ 117 w 193"/>
                <a:gd name="T111" fmla="*/ 24 h 350"/>
                <a:gd name="T112" fmla="*/ 110 w 193"/>
                <a:gd name="T113" fmla="*/ 17 h 350"/>
                <a:gd name="T114" fmla="*/ 106 w 193"/>
                <a:gd name="T115" fmla="*/ 9 h 350"/>
                <a:gd name="T116" fmla="*/ 101 w 193"/>
                <a:gd name="T117" fmla="*/ 4 h 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93" h="350">
                  <a:moveTo>
                    <a:pt x="90" y="0"/>
                  </a:moveTo>
                  <a:lnTo>
                    <a:pt x="84" y="4"/>
                  </a:lnTo>
                  <a:lnTo>
                    <a:pt x="88" y="7"/>
                  </a:lnTo>
                  <a:lnTo>
                    <a:pt x="88" y="7"/>
                  </a:lnTo>
                  <a:lnTo>
                    <a:pt x="91" y="17"/>
                  </a:lnTo>
                  <a:lnTo>
                    <a:pt x="91" y="17"/>
                  </a:lnTo>
                  <a:lnTo>
                    <a:pt x="91" y="26"/>
                  </a:lnTo>
                  <a:lnTo>
                    <a:pt x="91" y="29"/>
                  </a:lnTo>
                  <a:lnTo>
                    <a:pt x="88" y="29"/>
                  </a:lnTo>
                  <a:lnTo>
                    <a:pt x="88" y="29"/>
                  </a:lnTo>
                  <a:lnTo>
                    <a:pt x="88" y="37"/>
                  </a:lnTo>
                  <a:lnTo>
                    <a:pt x="84" y="42"/>
                  </a:lnTo>
                  <a:lnTo>
                    <a:pt x="77" y="49"/>
                  </a:lnTo>
                  <a:lnTo>
                    <a:pt x="77" y="49"/>
                  </a:lnTo>
                  <a:lnTo>
                    <a:pt x="62" y="57"/>
                  </a:lnTo>
                  <a:lnTo>
                    <a:pt x="57" y="62"/>
                  </a:lnTo>
                  <a:lnTo>
                    <a:pt x="57" y="62"/>
                  </a:lnTo>
                  <a:lnTo>
                    <a:pt x="50" y="71"/>
                  </a:lnTo>
                  <a:lnTo>
                    <a:pt x="50" y="71"/>
                  </a:lnTo>
                  <a:lnTo>
                    <a:pt x="44" y="79"/>
                  </a:lnTo>
                  <a:lnTo>
                    <a:pt x="40" y="89"/>
                  </a:lnTo>
                  <a:lnTo>
                    <a:pt x="40" y="89"/>
                  </a:lnTo>
                  <a:lnTo>
                    <a:pt x="37" y="93"/>
                  </a:lnTo>
                  <a:lnTo>
                    <a:pt x="35" y="95"/>
                  </a:lnTo>
                  <a:lnTo>
                    <a:pt x="31" y="97"/>
                  </a:lnTo>
                  <a:lnTo>
                    <a:pt x="31" y="97"/>
                  </a:lnTo>
                  <a:lnTo>
                    <a:pt x="30" y="97"/>
                  </a:lnTo>
                  <a:lnTo>
                    <a:pt x="28" y="97"/>
                  </a:lnTo>
                  <a:lnTo>
                    <a:pt x="26" y="93"/>
                  </a:lnTo>
                  <a:lnTo>
                    <a:pt x="26" y="93"/>
                  </a:lnTo>
                  <a:lnTo>
                    <a:pt x="24" y="88"/>
                  </a:lnTo>
                  <a:lnTo>
                    <a:pt x="22" y="84"/>
                  </a:lnTo>
                  <a:lnTo>
                    <a:pt x="22" y="84"/>
                  </a:lnTo>
                  <a:lnTo>
                    <a:pt x="20" y="86"/>
                  </a:lnTo>
                  <a:lnTo>
                    <a:pt x="15" y="89"/>
                  </a:lnTo>
                  <a:lnTo>
                    <a:pt x="15" y="89"/>
                  </a:lnTo>
                  <a:lnTo>
                    <a:pt x="13" y="88"/>
                  </a:lnTo>
                  <a:lnTo>
                    <a:pt x="11" y="86"/>
                  </a:lnTo>
                  <a:lnTo>
                    <a:pt x="8" y="84"/>
                  </a:lnTo>
                  <a:lnTo>
                    <a:pt x="15" y="79"/>
                  </a:lnTo>
                  <a:lnTo>
                    <a:pt x="13" y="75"/>
                  </a:lnTo>
                  <a:lnTo>
                    <a:pt x="11" y="71"/>
                  </a:lnTo>
                  <a:lnTo>
                    <a:pt x="11" y="73"/>
                  </a:lnTo>
                  <a:lnTo>
                    <a:pt x="11" y="73"/>
                  </a:lnTo>
                  <a:lnTo>
                    <a:pt x="4" y="80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0" y="89"/>
                  </a:lnTo>
                  <a:lnTo>
                    <a:pt x="2" y="95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2" y="100"/>
                  </a:lnTo>
                  <a:lnTo>
                    <a:pt x="2" y="102"/>
                  </a:lnTo>
                  <a:lnTo>
                    <a:pt x="2" y="104"/>
                  </a:lnTo>
                  <a:lnTo>
                    <a:pt x="2" y="104"/>
                  </a:lnTo>
                  <a:lnTo>
                    <a:pt x="8" y="106"/>
                  </a:lnTo>
                  <a:lnTo>
                    <a:pt x="8" y="106"/>
                  </a:lnTo>
                  <a:lnTo>
                    <a:pt x="8" y="110"/>
                  </a:lnTo>
                  <a:lnTo>
                    <a:pt x="6" y="113"/>
                  </a:lnTo>
                  <a:lnTo>
                    <a:pt x="4" y="115"/>
                  </a:lnTo>
                  <a:lnTo>
                    <a:pt x="6" y="119"/>
                  </a:lnTo>
                  <a:lnTo>
                    <a:pt x="6" y="119"/>
                  </a:lnTo>
                  <a:lnTo>
                    <a:pt x="8" y="120"/>
                  </a:lnTo>
                  <a:lnTo>
                    <a:pt x="13" y="124"/>
                  </a:lnTo>
                  <a:lnTo>
                    <a:pt x="22" y="130"/>
                  </a:lnTo>
                  <a:lnTo>
                    <a:pt x="22" y="130"/>
                  </a:lnTo>
                  <a:lnTo>
                    <a:pt x="24" y="137"/>
                  </a:lnTo>
                  <a:lnTo>
                    <a:pt x="28" y="142"/>
                  </a:lnTo>
                  <a:lnTo>
                    <a:pt x="28" y="142"/>
                  </a:lnTo>
                  <a:lnTo>
                    <a:pt x="31" y="146"/>
                  </a:lnTo>
                  <a:lnTo>
                    <a:pt x="37" y="148"/>
                  </a:lnTo>
                  <a:lnTo>
                    <a:pt x="37" y="148"/>
                  </a:lnTo>
                  <a:lnTo>
                    <a:pt x="40" y="153"/>
                  </a:lnTo>
                  <a:lnTo>
                    <a:pt x="42" y="161"/>
                  </a:lnTo>
                  <a:lnTo>
                    <a:pt x="42" y="161"/>
                  </a:lnTo>
                  <a:lnTo>
                    <a:pt x="46" y="164"/>
                  </a:lnTo>
                  <a:lnTo>
                    <a:pt x="51" y="168"/>
                  </a:lnTo>
                  <a:lnTo>
                    <a:pt x="51" y="168"/>
                  </a:lnTo>
                  <a:lnTo>
                    <a:pt x="57" y="177"/>
                  </a:lnTo>
                  <a:lnTo>
                    <a:pt x="59" y="186"/>
                  </a:lnTo>
                  <a:lnTo>
                    <a:pt x="64" y="208"/>
                  </a:lnTo>
                  <a:lnTo>
                    <a:pt x="64" y="208"/>
                  </a:lnTo>
                  <a:lnTo>
                    <a:pt x="70" y="222"/>
                  </a:lnTo>
                  <a:lnTo>
                    <a:pt x="79" y="241"/>
                  </a:lnTo>
                  <a:lnTo>
                    <a:pt x="86" y="259"/>
                  </a:lnTo>
                  <a:lnTo>
                    <a:pt x="88" y="266"/>
                  </a:lnTo>
                  <a:lnTo>
                    <a:pt x="88" y="272"/>
                  </a:lnTo>
                  <a:lnTo>
                    <a:pt x="86" y="277"/>
                  </a:lnTo>
                  <a:lnTo>
                    <a:pt x="86" y="277"/>
                  </a:lnTo>
                  <a:lnTo>
                    <a:pt x="91" y="283"/>
                  </a:lnTo>
                  <a:lnTo>
                    <a:pt x="95" y="286"/>
                  </a:lnTo>
                  <a:lnTo>
                    <a:pt x="95" y="286"/>
                  </a:lnTo>
                  <a:lnTo>
                    <a:pt x="99" y="295"/>
                  </a:lnTo>
                  <a:lnTo>
                    <a:pt x="99" y="299"/>
                  </a:lnTo>
                  <a:lnTo>
                    <a:pt x="101" y="301"/>
                  </a:lnTo>
                  <a:lnTo>
                    <a:pt x="101" y="301"/>
                  </a:lnTo>
                  <a:lnTo>
                    <a:pt x="108" y="306"/>
                  </a:lnTo>
                  <a:lnTo>
                    <a:pt x="117" y="312"/>
                  </a:lnTo>
                  <a:lnTo>
                    <a:pt x="117" y="312"/>
                  </a:lnTo>
                  <a:lnTo>
                    <a:pt x="121" y="315"/>
                  </a:lnTo>
                  <a:lnTo>
                    <a:pt x="122" y="319"/>
                  </a:lnTo>
                  <a:lnTo>
                    <a:pt x="122" y="319"/>
                  </a:lnTo>
                  <a:lnTo>
                    <a:pt x="146" y="332"/>
                  </a:lnTo>
                  <a:lnTo>
                    <a:pt x="159" y="341"/>
                  </a:lnTo>
                  <a:lnTo>
                    <a:pt x="168" y="350"/>
                  </a:lnTo>
                  <a:lnTo>
                    <a:pt x="168" y="350"/>
                  </a:lnTo>
                  <a:lnTo>
                    <a:pt x="168" y="350"/>
                  </a:lnTo>
                  <a:lnTo>
                    <a:pt x="170" y="348"/>
                  </a:lnTo>
                  <a:lnTo>
                    <a:pt x="173" y="343"/>
                  </a:lnTo>
                  <a:lnTo>
                    <a:pt x="173" y="343"/>
                  </a:lnTo>
                  <a:lnTo>
                    <a:pt x="175" y="339"/>
                  </a:lnTo>
                  <a:lnTo>
                    <a:pt x="179" y="337"/>
                  </a:lnTo>
                  <a:lnTo>
                    <a:pt x="183" y="334"/>
                  </a:lnTo>
                  <a:lnTo>
                    <a:pt x="183" y="334"/>
                  </a:lnTo>
                  <a:lnTo>
                    <a:pt x="192" y="321"/>
                  </a:lnTo>
                  <a:lnTo>
                    <a:pt x="192" y="321"/>
                  </a:lnTo>
                  <a:lnTo>
                    <a:pt x="193" y="315"/>
                  </a:lnTo>
                  <a:lnTo>
                    <a:pt x="192" y="314"/>
                  </a:lnTo>
                  <a:lnTo>
                    <a:pt x="192" y="314"/>
                  </a:lnTo>
                  <a:lnTo>
                    <a:pt x="181" y="308"/>
                  </a:lnTo>
                  <a:lnTo>
                    <a:pt x="181" y="308"/>
                  </a:lnTo>
                  <a:lnTo>
                    <a:pt x="184" y="304"/>
                  </a:lnTo>
                  <a:lnTo>
                    <a:pt x="184" y="304"/>
                  </a:lnTo>
                  <a:lnTo>
                    <a:pt x="183" y="303"/>
                  </a:lnTo>
                  <a:lnTo>
                    <a:pt x="181" y="301"/>
                  </a:lnTo>
                  <a:lnTo>
                    <a:pt x="181" y="299"/>
                  </a:lnTo>
                  <a:lnTo>
                    <a:pt x="184" y="299"/>
                  </a:lnTo>
                  <a:lnTo>
                    <a:pt x="184" y="299"/>
                  </a:lnTo>
                  <a:lnTo>
                    <a:pt x="190" y="303"/>
                  </a:lnTo>
                  <a:lnTo>
                    <a:pt x="190" y="303"/>
                  </a:lnTo>
                  <a:lnTo>
                    <a:pt x="188" y="299"/>
                  </a:lnTo>
                  <a:lnTo>
                    <a:pt x="188" y="299"/>
                  </a:lnTo>
                  <a:lnTo>
                    <a:pt x="186" y="297"/>
                  </a:lnTo>
                  <a:lnTo>
                    <a:pt x="188" y="294"/>
                  </a:lnTo>
                  <a:lnTo>
                    <a:pt x="188" y="292"/>
                  </a:lnTo>
                  <a:lnTo>
                    <a:pt x="188" y="292"/>
                  </a:lnTo>
                  <a:lnTo>
                    <a:pt x="184" y="283"/>
                  </a:lnTo>
                  <a:lnTo>
                    <a:pt x="184" y="283"/>
                  </a:lnTo>
                  <a:lnTo>
                    <a:pt x="184" y="279"/>
                  </a:lnTo>
                  <a:lnTo>
                    <a:pt x="184" y="273"/>
                  </a:lnTo>
                  <a:lnTo>
                    <a:pt x="186" y="270"/>
                  </a:lnTo>
                  <a:lnTo>
                    <a:pt x="190" y="257"/>
                  </a:lnTo>
                  <a:lnTo>
                    <a:pt x="179" y="237"/>
                  </a:lnTo>
                  <a:lnTo>
                    <a:pt x="163" y="232"/>
                  </a:lnTo>
                  <a:lnTo>
                    <a:pt x="164" y="182"/>
                  </a:lnTo>
                  <a:lnTo>
                    <a:pt x="164" y="182"/>
                  </a:lnTo>
                  <a:lnTo>
                    <a:pt x="166" y="181"/>
                  </a:lnTo>
                  <a:lnTo>
                    <a:pt x="164" y="179"/>
                  </a:lnTo>
                  <a:lnTo>
                    <a:pt x="163" y="179"/>
                  </a:lnTo>
                  <a:lnTo>
                    <a:pt x="163" y="179"/>
                  </a:lnTo>
                  <a:lnTo>
                    <a:pt x="150" y="186"/>
                  </a:lnTo>
                  <a:lnTo>
                    <a:pt x="135" y="186"/>
                  </a:lnTo>
                  <a:lnTo>
                    <a:pt x="135" y="186"/>
                  </a:lnTo>
                  <a:lnTo>
                    <a:pt x="133" y="184"/>
                  </a:lnTo>
                  <a:lnTo>
                    <a:pt x="133" y="181"/>
                  </a:lnTo>
                  <a:lnTo>
                    <a:pt x="133" y="181"/>
                  </a:lnTo>
                  <a:lnTo>
                    <a:pt x="132" y="177"/>
                  </a:lnTo>
                  <a:lnTo>
                    <a:pt x="128" y="175"/>
                  </a:lnTo>
                  <a:lnTo>
                    <a:pt x="124" y="17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21" y="166"/>
                  </a:lnTo>
                  <a:lnTo>
                    <a:pt x="117" y="164"/>
                  </a:lnTo>
                  <a:lnTo>
                    <a:pt x="111" y="161"/>
                  </a:lnTo>
                  <a:lnTo>
                    <a:pt x="115" y="153"/>
                  </a:lnTo>
                  <a:lnTo>
                    <a:pt x="115" y="153"/>
                  </a:lnTo>
                  <a:lnTo>
                    <a:pt x="115" y="150"/>
                  </a:lnTo>
                  <a:lnTo>
                    <a:pt x="113" y="148"/>
                  </a:lnTo>
                  <a:lnTo>
                    <a:pt x="111" y="146"/>
                  </a:lnTo>
                  <a:lnTo>
                    <a:pt x="111" y="146"/>
                  </a:lnTo>
                  <a:lnTo>
                    <a:pt x="111" y="144"/>
                  </a:lnTo>
                  <a:lnTo>
                    <a:pt x="110" y="140"/>
                  </a:lnTo>
                  <a:lnTo>
                    <a:pt x="110" y="133"/>
                  </a:lnTo>
                  <a:lnTo>
                    <a:pt x="110" y="133"/>
                  </a:lnTo>
                  <a:lnTo>
                    <a:pt x="110" y="133"/>
                  </a:lnTo>
                  <a:lnTo>
                    <a:pt x="111" y="133"/>
                  </a:lnTo>
                  <a:lnTo>
                    <a:pt x="117" y="133"/>
                  </a:lnTo>
                  <a:lnTo>
                    <a:pt x="117" y="133"/>
                  </a:lnTo>
                  <a:lnTo>
                    <a:pt x="117" y="126"/>
                  </a:lnTo>
                  <a:lnTo>
                    <a:pt x="117" y="126"/>
                  </a:lnTo>
                  <a:lnTo>
                    <a:pt x="119" y="120"/>
                  </a:lnTo>
                  <a:lnTo>
                    <a:pt x="121" y="115"/>
                  </a:lnTo>
                  <a:lnTo>
                    <a:pt x="121" y="115"/>
                  </a:lnTo>
                  <a:lnTo>
                    <a:pt x="124" y="108"/>
                  </a:lnTo>
                  <a:lnTo>
                    <a:pt x="124" y="100"/>
                  </a:lnTo>
                  <a:lnTo>
                    <a:pt x="124" y="100"/>
                  </a:lnTo>
                  <a:lnTo>
                    <a:pt x="128" y="99"/>
                  </a:lnTo>
                  <a:lnTo>
                    <a:pt x="132" y="95"/>
                  </a:lnTo>
                  <a:lnTo>
                    <a:pt x="139" y="91"/>
                  </a:lnTo>
                  <a:lnTo>
                    <a:pt x="139" y="91"/>
                  </a:lnTo>
                  <a:lnTo>
                    <a:pt x="142" y="88"/>
                  </a:lnTo>
                  <a:lnTo>
                    <a:pt x="146" y="88"/>
                  </a:lnTo>
                  <a:lnTo>
                    <a:pt x="152" y="86"/>
                  </a:lnTo>
                  <a:lnTo>
                    <a:pt x="152" y="86"/>
                  </a:lnTo>
                  <a:lnTo>
                    <a:pt x="159" y="84"/>
                  </a:lnTo>
                  <a:lnTo>
                    <a:pt x="164" y="84"/>
                  </a:lnTo>
                  <a:lnTo>
                    <a:pt x="164" y="84"/>
                  </a:lnTo>
                  <a:lnTo>
                    <a:pt x="168" y="82"/>
                  </a:lnTo>
                  <a:lnTo>
                    <a:pt x="170" y="80"/>
                  </a:lnTo>
                  <a:lnTo>
                    <a:pt x="170" y="79"/>
                  </a:lnTo>
                  <a:lnTo>
                    <a:pt x="164" y="75"/>
                  </a:lnTo>
                  <a:lnTo>
                    <a:pt x="157" y="75"/>
                  </a:lnTo>
                  <a:lnTo>
                    <a:pt x="173" y="44"/>
                  </a:lnTo>
                  <a:lnTo>
                    <a:pt x="173" y="44"/>
                  </a:lnTo>
                  <a:lnTo>
                    <a:pt x="172" y="42"/>
                  </a:lnTo>
                  <a:lnTo>
                    <a:pt x="168" y="40"/>
                  </a:lnTo>
                  <a:lnTo>
                    <a:pt x="166" y="38"/>
                  </a:lnTo>
                  <a:lnTo>
                    <a:pt x="166" y="38"/>
                  </a:lnTo>
                  <a:lnTo>
                    <a:pt x="159" y="38"/>
                  </a:lnTo>
                  <a:lnTo>
                    <a:pt x="153" y="35"/>
                  </a:lnTo>
                  <a:lnTo>
                    <a:pt x="153" y="35"/>
                  </a:lnTo>
                  <a:lnTo>
                    <a:pt x="152" y="33"/>
                  </a:lnTo>
                  <a:lnTo>
                    <a:pt x="148" y="33"/>
                  </a:lnTo>
                  <a:lnTo>
                    <a:pt x="142" y="33"/>
                  </a:lnTo>
                  <a:lnTo>
                    <a:pt x="141" y="38"/>
                  </a:lnTo>
                  <a:lnTo>
                    <a:pt x="141" y="38"/>
                  </a:lnTo>
                  <a:lnTo>
                    <a:pt x="137" y="37"/>
                  </a:lnTo>
                  <a:lnTo>
                    <a:pt x="132" y="37"/>
                  </a:lnTo>
                  <a:lnTo>
                    <a:pt x="132" y="37"/>
                  </a:lnTo>
                  <a:lnTo>
                    <a:pt x="130" y="35"/>
                  </a:lnTo>
                  <a:lnTo>
                    <a:pt x="128" y="33"/>
                  </a:lnTo>
                  <a:lnTo>
                    <a:pt x="126" y="29"/>
                  </a:lnTo>
                  <a:lnTo>
                    <a:pt x="126" y="24"/>
                  </a:lnTo>
                  <a:lnTo>
                    <a:pt x="117" y="24"/>
                  </a:lnTo>
                  <a:lnTo>
                    <a:pt x="117" y="24"/>
                  </a:lnTo>
                  <a:lnTo>
                    <a:pt x="113" y="22"/>
                  </a:lnTo>
                  <a:lnTo>
                    <a:pt x="111" y="18"/>
                  </a:lnTo>
                  <a:lnTo>
                    <a:pt x="110" y="17"/>
                  </a:lnTo>
                  <a:lnTo>
                    <a:pt x="110" y="17"/>
                  </a:lnTo>
                  <a:lnTo>
                    <a:pt x="110" y="15"/>
                  </a:lnTo>
                  <a:lnTo>
                    <a:pt x="108" y="11"/>
                  </a:lnTo>
                  <a:lnTo>
                    <a:pt x="106" y="9"/>
                  </a:lnTo>
                  <a:lnTo>
                    <a:pt x="102" y="7"/>
                  </a:lnTo>
                  <a:lnTo>
                    <a:pt x="102" y="7"/>
                  </a:lnTo>
                  <a:lnTo>
                    <a:pt x="101" y="7"/>
                  </a:lnTo>
                  <a:lnTo>
                    <a:pt x="101" y="4"/>
                  </a:lnTo>
                  <a:lnTo>
                    <a:pt x="99" y="0"/>
                  </a:lnTo>
                  <a:lnTo>
                    <a:pt x="9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17" name="Freeform 199">
              <a:extLst>
                <a:ext uri="{FF2B5EF4-FFF2-40B4-BE49-F238E27FC236}">
                  <a16:creationId xmlns:a16="http://schemas.microsoft.com/office/drawing/2014/main" id="{2F568DA0-5300-410B-A7DA-CF62382D85F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4579" y="4616887"/>
              <a:ext cx="186859" cy="250628"/>
            </a:xfrm>
            <a:custGeom>
              <a:avLst/>
              <a:gdLst>
                <a:gd name="T0" fmla="*/ 44 w 126"/>
                <a:gd name="T1" fmla="*/ 0 h 169"/>
                <a:gd name="T2" fmla="*/ 20 w 126"/>
                <a:gd name="T3" fmla="*/ 7 h 169"/>
                <a:gd name="T4" fmla="*/ 13 w 126"/>
                <a:gd name="T5" fmla="*/ 23 h 169"/>
                <a:gd name="T6" fmla="*/ 0 w 126"/>
                <a:gd name="T7" fmla="*/ 56 h 169"/>
                <a:gd name="T8" fmla="*/ 15 w 126"/>
                <a:gd name="T9" fmla="*/ 69 h 169"/>
                <a:gd name="T10" fmla="*/ 18 w 126"/>
                <a:gd name="T11" fmla="*/ 76 h 169"/>
                <a:gd name="T12" fmla="*/ 22 w 126"/>
                <a:gd name="T13" fmla="*/ 78 h 169"/>
                <a:gd name="T14" fmla="*/ 28 w 126"/>
                <a:gd name="T15" fmla="*/ 83 h 169"/>
                <a:gd name="T16" fmla="*/ 33 w 126"/>
                <a:gd name="T17" fmla="*/ 94 h 169"/>
                <a:gd name="T18" fmla="*/ 38 w 126"/>
                <a:gd name="T19" fmla="*/ 96 h 169"/>
                <a:gd name="T20" fmla="*/ 46 w 126"/>
                <a:gd name="T21" fmla="*/ 105 h 169"/>
                <a:gd name="T22" fmla="*/ 55 w 126"/>
                <a:gd name="T23" fmla="*/ 107 h 169"/>
                <a:gd name="T24" fmla="*/ 60 w 126"/>
                <a:gd name="T25" fmla="*/ 113 h 169"/>
                <a:gd name="T26" fmla="*/ 68 w 126"/>
                <a:gd name="T27" fmla="*/ 122 h 169"/>
                <a:gd name="T28" fmla="*/ 73 w 126"/>
                <a:gd name="T29" fmla="*/ 127 h 169"/>
                <a:gd name="T30" fmla="*/ 71 w 126"/>
                <a:gd name="T31" fmla="*/ 136 h 169"/>
                <a:gd name="T32" fmla="*/ 64 w 126"/>
                <a:gd name="T33" fmla="*/ 153 h 169"/>
                <a:gd name="T34" fmla="*/ 58 w 126"/>
                <a:gd name="T35" fmla="*/ 164 h 169"/>
                <a:gd name="T36" fmla="*/ 64 w 126"/>
                <a:gd name="T37" fmla="*/ 164 h 169"/>
                <a:gd name="T38" fmla="*/ 75 w 126"/>
                <a:gd name="T39" fmla="*/ 167 h 169"/>
                <a:gd name="T40" fmla="*/ 86 w 126"/>
                <a:gd name="T41" fmla="*/ 167 h 169"/>
                <a:gd name="T42" fmla="*/ 99 w 126"/>
                <a:gd name="T43" fmla="*/ 169 h 169"/>
                <a:gd name="T44" fmla="*/ 108 w 126"/>
                <a:gd name="T45" fmla="*/ 167 h 169"/>
                <a:gd name="T46" fmla="*/ 110 w 126"/>
                <a:gd name="T47" fmla="*/ 165 h 169"/>
                <a:gd name="T48" fmla="*/ 119 w 126"/>
                <a:gd name="T49" fmla="*/ 155 h 169"/>
                <a:gd name="T50" fmla="*/ 120 w 126"/>
                <a:gd name="T51" fmla="*/ 144 h 169"/>
                <a:gd name="T52" fmla="*/ 119 w 126"/>
                <a:gd name="T53" fmla="*/ 138 h 169"/>
                <a:gd name="T54" fmla="*/ 122 w 126"/>
                <a:gd name="T55" fmla="*/ 131 h 169"/>
                <a:gd name="T56" fmla="*/ 124 w 126"/>
                <a:gd name="T57" fmla="*/ 113 h 169"/>
                <a:gd name="T58" fmla="*/ 126 w 126"/>
                <a:gd name="T59" fmla="*/ 104 h 169"/>
                <a:gd name="T60" fmla="*/ 126 w 126"/>
                <a:gd name="T61" fmla="*/ 96 h 169"/>
                <a:gd name="T62" fmla="*/ 119 w 126"/>
                <a:gd name="T63" fmla="*/ 98 h 169"/>
                <a:gd name="T64" fmla="*/ 113 w 126"/>
                <a:gd name="T65" fmla="*/ 89 h 169"/>
                <a:gd name="T66" fmla="*/ 113 w 126"/>
                <a:gd name="T67" fmla="*/ 71 h 169"/>
                <a:gd name="T68" fmla="*/ 111 w 126"/>
                <a:gd name="T69" fmla="*/ 65 h 169"/>
                <a:gd name="T70" fmla="*/ 102 w 126"/>
                <a:gd name="T71" fmla="*/ 62 h 169"/>
                <a:gd name="T72" fmla="*/ 99 w 126"/>
                <a:gd name="T73" fmla="*/ 52 h 169"/>
                <a:gd name="T74" fmla="*/ 86 w 126"/>
                <a:gd name="T75" fmla="*/ 54 h 169"/>
                <a:gd name="T76" fmla="*/ 77 w 126"/>
                <a:gd name="T77" fmla="*/ 51 h 169"/>
                <a:gd name="T78" fmla="*/ 75 w 126"/>
                <a:gd name="T79" fmla="*/ 45 h 169"/>
                <a:gd name="T80" fmla="*/ 73 w 126"/>
                <a:gd name="T81" fmla="*/ 38 h 169"/>
                <a:gd name="T82" fmla="*/ 73 w 126"/>
                <a:gd name="T83" fmla="*/ 23 h 169"/>
                <a:gd name="T84" fmla="*/ 66 w 126"/>
                <a:gd name="T85" fmla="*/ 11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26" h="169">
                  <a:moveTo>
                    <a:pt x="66" y="11"/>
                  </a:moveTo>
                  <a:lnTo>
                    <a:pt x="58" y="3"/>
                  </a:lnTo>
                  <a:lnTo>
                    <a:pt x="44" y="0"/>
                  </a:lnTo>
                  <a:lnTo>
                    <a:pt x="24" y="1"/>
                  </a:lnTo>
                  <a:lnTo>
                    <a:pt x="24" y="1"/>
                  </a:lnTo>
                  <a:lnTo>
                    <a:pt x="20" y="7"/>
                  </a:lnTo>
                  <a:lnTo>
                    <a:pt x="17" y="16"/>
                  </a:lnTo>
                  <a:lnTo>
                    <a:pt x="17" y="16"/>
                  </a:lnTo>
                  <a:lnTo>
                    <a:pt x="13" y="23"/>
                  </a:lnTo>
                  <a:lnTo>
                    <a:pt x="9" y="27"/>
                  </a:lnTo>
                  <a:lnTo>
                    <a:pt x="9" y="32"/>
                  </a:lnTo>
                  <a:lnTo>
                    <a:pt x="0" y="56"/>
                  </a:lnTo>
                  <a:lnTo>
                    <a:pt x="9" y="62"/>
                  </a:lnTo>
                  <a:lnTo>
                    <a:pt x="9" y="62"/>
                  </a:lnTo>
                  <a:lnTo>
                    <a:pt x="15" y="69"/>
                  </a:lnTo>
                  <a:lnTo>
                    <a:pt x="15" y="69"/>
                  </a:lnTo>
                  <a:lnTo>
                    <a:pt x="17" y="74"/>
                  </a:lnTo>
                  <a:lnTo>
                    <a:pt x="18" y="76"/>
                  </a:lnTo>
                  <a:lnTo>
                    <a:pt x="20" y="76"/>
                  </a:lnTo>
                  <a:lnTo>
                    <a:pt x="20" y="76"/>
                  </a:lnTo>
                  <a:lnTo>
                    <a:pt x="22" y="78"/>
                  </a:lnTo>
                  <a:lnTo>
                    <a:pt x="24" y="80"/>
                  </a:lnTo>
                  <a:lnTo>
                    <a:pt x="28" y="83"/>
                  </a:lnTo>
                  <a:lnTo>
                    <a:pt x="28" y="83"/>
                  </a:lnTo>
                  <a:lnTo>
                    <a:pt x="29" y="91"/>
                  </a:lnTo>
                  <a:lnTo>
                    <a:pt x="31" y="94"/>
                  </a:lnTo>
                  <a:lnTo>
                    <a:pt x="33" y="94"/>
                  </a:lnTo>
                  <a:lnTo>
                    <a:pt x="33" y="94"/>
                  </a:lnTo>
                  <a:lnTo>
                    <a:pt x="37" y="96"/>
                  </a:lnTo>
                  <a:lnTo>
                    <a:pt x="38" y="96"/>
                  </a:lnTo>
                  <a:lnTo>
                    <a:pt x="44" y="104"/>
                  </a:lnTo>
                  <a:lnTo>
                    <a:pt x="44" y="104"/>
                  </a:lnTo>
                  <a:lnTo>
                    <a:pt x="46" y="105"/>
                  </a:lnTo>
                  <a:lnTo>
                    <a:pt x="49" y="105"/>
                  </a:lnTo>
                  <a:lnTo>
                    <a:pt x="51" y="105"/>
                  </a:lnTo>
                  <a:lnTo>
                    <a:pt x="55" y="107"/>
                  </a:lnTo>
                  <a:lnTo>
                    <a:pt x="55" y="107"/>
                  </a:lnTo>
                  <a:lnTo>
                    <a:pt x="57" y="111"/>
                  </a:lnTo>
                  <a:lnTo>
                    <a:pt x="60" y="113"/>
                  </a:lnTo>
                  <a:lnTo>
                    <a:pt x="60" y="113"/>
                  </a:lnTo>
                  <a:lnTo>
                    <a:pt x="64" y="118"/>
                  </a:lnTo>
                  <a:lnTo>
                    <a:pt x="68" y="122"/>
                  </a:lnTo>
                  <a:lnTo>
                    <a:pt x="71" y="124"/>
                  </a:lnTo>
                  <a:lnTo>
                    <a:pt x="71" y="124"/>
                  </a:lnTo>
                  <a:lnTo>
                    <a:pt x="73" y="127"/>
                  </a:lnTo>
                  <a:lnTo>
                    <a:pt x="73" y="129"/>
                  </a:lnTo>
                  <a:lnTo>
                    <a:pt x="71" y="136"/>
                  </a:lnTo>
                  <a:lnTo>
                    <a:pt x="71" y="136"/>
                  </a:lnTo>
                  <a:lnTo>
                    <a:pt x="69" y="145"/>
                  </a:lnTo>
                  <a:lnTo>
                    <a:pt x="64" y="153"/>
                  </a:lnTo>
                  <a:lnTo>
                    <a:pt x="64" y="153"/>
                  </a:lnTo>
                  <a:lnTo>
                    <a:pt x="60" y="160"/>
                  </a:lnTo>
                  <a:lnTo>
                    <a:pt x="58" y="164"/>
                  </a:lnTo>
                  <a:lnTo>
                    <a:pt x="58" y="164"/>
                  </a:lnTo>
                  <a:lnTo>
                    <a:pt x="60" y="165"/>
                  </a:lnTo>
                  <a:lnTo>
                    <a:pt x="64" y="164"/>
                  </a:lnTo>
                  <a:lnTo>
                    <a:pt x="64" y="164"/>
                  </a:lnTo>
                  <a:lnTo>
                    <a:pt x="69" y="164"/>
                  </a:lnTo>
                  <a:lnTo>
                    <a:pt x="75" y="167"/>
                  </a:lnTo>
                  <a:lnTo>
                    <a:pt x="75" y="167"/>
                  </a:lnTo>
                  <a:lnTo>
                    <a:pt x="80" y="169"/>
                  </a:lnTo>
                  <a:lnTo>
                    <a:pt x="86" y="167"/>
                  </a:lnTo>
                  <a:lnTo>
                    <a:pt x="86" y="167"/>
                  </a:lnTo>
                  <a:lnTo>
                    <a:pt x="93" y="167"/>
                  </a:lnTo>
                  <a:lnTo>
                    <a:pt x="99" y="169"/>
                  </a:lnTo>
                  <a:lnTo>
                    <a:pt x="99" y="169"/>
                  </a:lnTo>
                  <a:lnTo>
                    <a:pt x="106" y="169"/>
                  </a:lnTo>
                  <a:lnTo>
                    <a:pt x="108" y="167"/>
                  </a:lnTo>
                  <a:lnTo>
                    <a:pt x="108" y="167"/>
                  </a:lnTo>
                  <a:lnTo>
                    <a:pt x="110" y="167"/>
                  </a:lnTo>
                  <a:lnTo>
                    <a:pt x="110" y="165"/>
                  </a:lnTo>
                  <a:lnTo>
                    <a:pt x="110" y="165"/>
                  </a:lnTo>
                  <a:lnTo>
                    <a:pt x="113" y="160"/>
                  </a:lnTo>
                  <a:lnTo>
                    <a:pt x="119" y="155"/>
                  </a:lnTo>
                  <a:lnTo>
                    <a:pt x="119" y="155"/>
                  </a:lnTo>
                  <a:lnTo>
                    <a:pt x="120" y="153"/>
                  </a:lnTo>
                  <a:lnTo>
                    <a:pt x="120" y="147"/>
                  </a:lnTo>
                  <a:lnTo>
                    <a:pt x="120" y="144"/>
                  </a:lnTo>
                  <a:lnTo>
                    <a:pt x="120" y="140"/>
                  </a:lnTo>
                  <a:lnTo>
                    <a:pt x="120" y="140"/>
                  </a:lnTo>
                  <a:lnTo>
                    <a:pt x="119" y="138"/>
                  </a:lnTo>
                  <a:lnTo>
                    <a:pt x="120" y="134"/>
                  </a:lnTo>
                  <a:lnTo>
                    <a:pt x="122" y="131"/>
                  </a:lnTo>
                  <a:lnTo>
                    <a:pt x="122" y="131"/>
                  </a:lnTo>
                  <a:lnTo>
                    <a:pt x="122" y="124"/>
                  </a:lnTo>
                  <a:lnTo>
                    <a:pt x="122" y="116"/>
                  </a:lnTo>
                  <a:lnTo>
                    <a:pt x="124" y="113"/>
                  </a:lnTo>
                  <a:lnTo>
                    <a:pt x="124" y="113"/>
                  </a:lnTo>
                  <a:lnTo>
                    <a:pt x="126" y="109"/>
                  </a:lnTo>
                  <a:lnTo>
                    <a:pt x="126" y="104"/>
                  </a:lnTo>
                  <a:lnTo>
                    <a:pt x="126" y="96"/>
                  </a:lnTo>
                  <a:lnTo>
                    <a:pt x="126" y="96"/>
                  </a:lnTo>
                  <a:lnTo>
                    <a:pt x="126" y="96"/>
                  </a:lnTo>
                  <a:lnTo>
                    <a:pt x="124" y="96"/>
                  </a:lnTo>
                  <a:lnTo>
                    <a:pt x="119" y="98"/>
                  </a:lnTo>
                  <a:lnTo>
                    <a:pt x="119" y="98"/>
                  </a:lnTo>
                  <a:lnTo>
                    <a:pt x="115" y="98"/>
                  </a:lnTo>
                  <a:lnTo>
                    <a:pt x="115" y="96"/>
                  </a:lnTo>
                  <a:lnTo>
                    <a:pt x="113" y="89"/>
                  </a:lnTo>
                  <a:lnTo>
                    <a:pt x="113" y="89"/>
                  </a:lnTo>
                  <a:lnTo>
                    <a:pt x="113" y="80"/>
                  </a:lnTo>
                  <a:lnTo>
                    <a:pt x="113" y="71"/>
                  </a:lnTo>
                  <a:lnTo>
                    <a:pt x="113" y="71"/>
                  </a:lnTo>
                  <a:lnTo>
                    <a:pt x="113" y="67"/>
                  </a:lnTo>
                  <a:lnTo>
                    <a:pt x="111" y="65"/>
                  </a:lnTo>
                  <a:lnTo>
                    <a:pt x="106" y="63"/>
                  </a:lnTo>
                  <a:lnTo>
                    <a:pt x="106" y="63"/>
                  </a:lnTo>
                  <a:lnTo>
                    <a:pt x="102" y="62"/>
                  </a:lnTo>
                  <a:lnTo>
                    <a:pt x="102" y="60"/>
                  </a:lnTo>
                  <a:lnTo>
                    <a:pt x="100" y="56"/>
                  </a:lnTo>
                  <a:lnTo>
                    <a:pt x="99" y="52"/>
                  </a:lnTo>
                  <a:lnTo>
                    <a:pt x="95" y="56"/>
                  </a:lnTo>
                  <a:lnTo>
                    <a:pt x="95" y="56"/>
                  </a:lnTo>
                  <a:lnTo>
                    <a:pt x="86" y="54"/>
                  </a:lnTo>
                  <a:lnTo>
                    <a:pt x="79" y="54"/>
                  </a:lnTo>
                  <a:lnTo>
                    <a:pt x="77" y="52"/>
                  </a:lnTo>
                  <a:lnTo>
                    <a:pt x="77" y="51"/>
                  </a:lnTo>
                  <a:lnTo>
                    <a:pt x="77" y="51"/>
                  </a:lnTo>
                  <a:lnTo>
                    <a:pt x="77" y="49"/>
                  </a:lnTo>
                  <a:lnTo>
                    <a:pt x="75" y="45"/>
                  </a:lnTo>
                  <a:lnTo>
                    <a:pt x="73" y="42"/>
                  </a:lnTo>
                  <a:lnTo>
                    <a:pt x="73" y="38"/>
                  </a:lnTo>
                  <a:lnTo>
                    <a:pt x="73" y="38"/>
                  </a:lnTo>
                  <a:lnTo>
                    <a:pt x="75" y="29"/>
                  </a:lnTo>
                  <a:lnTo>
                    <a:pt x="75" y="25"/>
                  </a:lnTo>
                  <a:lnTo>
                    <a:pt x="73" y="23"/>
                  </a:lnTo>
                  <a:lnTo>
                    <a:pt x="73" y="23"/>
                  </a:lnTo>
                  <a:lnTo>
                    <a:pt x="69" y="16"/>
                  </a:lnTo>
                  <a:lnTo>
                    <a:pt x="66" y="1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18" name="Freeform 200">
              <a:extLst>
                <a:ext uri="{FF2B5EF4-FFF2-40B4-BE49-F238E27FC236}">
                  <a16:creationId xmlns:a16="http://schemas.microsoft.com/office/drawing/2014/main" id="{6D031C77-F972-4484-9E64-8D51CB8D3AD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856888" y="4124530"/>
              <a:ext cx="360371" cy="252111"/>
            </a:xfrm>
            <a:custGeom>
              <a:avLst/>
              <a:gdLst>
                <a:gd name="T0" fmla="*/ 40 w 243"/>
                <a:gd name="T1" fmla="*/ 135 h 170"/>
                <a:gd name="T2" fmla="*/ 46 w 243"/>
                <a:gd name="T3" fmla="*/ 122 h 170"/>
                <a:gd name="T4" fmla="*/ 69 w 243"/>
                <a:gd name="T5" fmla="*/ 117 h 170"/>
                <a:gd name="T6" fmla="*/ 89 w 243"/>
                <a:gd name="T7" fmla="*/ 128 h 170"/>
                <a:gd name="T8" fmla="*/ 95 w 243"/>
                <a:gd name="T9" fmla="*/ 142 h 170"/>
                <a:gd name="T10" fmla="*/ 111 w 243"/>
                <a:gd name="T11" fmla="*/ 159 h 170"/>
                <a:gd name="T12" fmla="*/ 144 w 243"/>
                <a:gd name="T13" fmla="*/ 166 h 170"/>
                <a:gd name="T14" fmla="*/ 153 w 243"/>
                <a:gd name="T15" fmla="*/ 162 h 170"/>
                <a:gd name="T16" fmla="*/ 146 w 243"/>
                <a:gd name="T17" fmla="*/ 155 h 170"/>
                <a:gd name="T18" fmla="*/ 144 w 243"/>
                <a:gd name="T19" fmla="*/ 151 h 170"/>
                <a:gd name="T20" fmla="*/ 135 w 243"/>
                <a:gd name="T21" fmla="*/ 149 h 170"/>
                <a:gd name="T22" fmla="*/ 135 w 243"/>
                <a:gd name="T23" fmla="*/ 140 h 170"/>
                <a:gd name="T24" fmla="*/ 124 w 243"/>
                <a:gd name="T25" fmla="*/ 137 h 170"/>
                <a:gd name="T26" fmla="*/ 120 w 243"/>
                <a:gd name="T27" fmla="*/ 124 h 170"/>
                <a:gd name="T28" fmla="*/ 115 w 243"/>
                <a:gd name="T29" fmla="*/ 119 h 170"/>
                <a:gd name="T30" fmla="*/ 104 w 243"/>
                <a:gd name="T31" fmla="*/ 108 h 170"/>
                <a:gd name="T32" fmla="*/ 115 w 243"/>
                <a:gd name="T33" fmla="*/ 91 h 170"/>
                <a:gd name="T34" fmla="*/ 106 w 243"/>
                <a:gd name="T35" fmla="*/ 77 h 170"/>
                <a:gd name="T36" fmla="*/ 99 w 243"/>
                <a:gd name="T37" fmla="*/ 75 h 170"/>
                <a:gd name="T38" fmla="*/ 91 w 243"/>
                <a:gd name="T39" fmla="*/ 66 h 170"/>
                <a:gd name="T40" fmla="*/ 80 w 243"/>
                <a:gd name="T41" fmla="*/ 64 h 170"/>
                <a:gd name="T42" fmla="*/ 71 w 243"/>
                <a:gd name="T43" fmla="*/ 42 h 170"/>
                <a:gd name="T44" fmla="*/ 64 w 243"/>
                <a:gd name="T45" fmla="*/ 42 h 170"/>
                <a:gd name="T46" fmla="*/ 48 w 243"/>
                <a:gd name="T47" fmla="*/ 29 h 170"/>
                <a:gd name="T48" fmla="*/ 17 w 243"/>
                <a:gd name="T49" fmla="*/ 20 h 170"/>
                <a:gd name="T50" fmla="*/ 4 w 243"/>
                <a:gd name="T51" fmla="*/ 97 h 170"/>
                <a:gd name="T52" fmla="*/ 159 w 243"/>
                <a:gd name="T53" fmla="*/ 151 h 170"/>
                <a:gd name="T54" fmla="*/ 157 w 243"/>
                <a:gd name="T55" fmla="*/ 148 h 170"/>
                <a:gd name="T56" fmla="*/ 223 w 243"/>
                <a:gd name="T57" fmla="*/ 80 h 170"/>
                <a:gd name="T58" fmla="*/ 237 w 243"/>
                <a:gd name="T59" fmla="*/ 95 h 170"/>
                <a:gd name="T60" fmla="*/ 241 w 243"/>
                <a:gd name="T61" fmla="*/ 93 h 170"/>
                <a:gd name="T62" fmla="*/ 230 w 243"/>
                <a:gd name="T63" fmla="*/ 73 h 170"/>
                <a:gd name="T64" fmla="*/ 179 w 243"/>
                <a:gd name="T65" fmla="*/ 44 h 170"/>
                <a:gd name="T66" fmla="*/ 173 w 243"/>
                <a:gd name="T67" fmla="*/ 47 h 170"/>
                <a:gd name="T68" fmla="*/ 171 w 243"/>
                <a:gd name="T69" fmla="*/ 55 h 170"/>
                <a:gd name="T70" fmla="*/ 166 w 243"/>
                <a:gd name="T71" fmla="*/ 64 h 170"/>
                <a:gd name="T72" fmla="*/ 161 w 243"/>
                <a:gd name="T73" fmla="*/ 66 h 170"/>
                <a:gd name="T74" fmla="*/ 153 w 243"/>
                <a:gd name="T75" fmla="*/ 62 h 170"/>
                <a:gd name="T76" fmla="*/ 150 w 243"/>
                <a:gd name="T77" fmla="*/ 62 h 170"/>
                <a:gd name="T78" fmla="*/ 126 w 243"/>
                <a:gd name="T79" fmla="*/ 69 h 170"/>
                <a:gd name="T80" fmla="*/ 139 w 243"/>
                <a:gd name="T81" fmla="*/ 80 h 170"/>
                <a:gd name="T82" fmla="*/ 168 w 243"/>
                <a:gd name="T83" fmla="*/ 75 h 170"/>
                <a:gd name="T84" fmla="*/ 175 w 243"/>
                <a:gd name="T85" fmla="*/ 66 h 170"/>
                <a:gd name="T86" fmla="*/ 182 w 243"/>
                <a:gd name="T87" fmla="*/ 64 h 170"/>
                <a:gd name="T88" fmla="*/ 186 w 243"/>
                <a:gd name="T89" fmla="*/ 47 h 170"/>
                <a:gd name="T90" fmla="*/ 186 w 243"/>
                <a:gd name="T91" fmla="*/ 38 h 170"/>
                <a:gd name="T92" fmla="*/ 195 w 243"/>
                <a:gd name="T93" fmla="*/ 47 h 170"/>
                <a:gd name="T94" fmla="*/ 195 w 243"/>
                <a:gd name="T95" fmla="*/ 46 h 170"/>
                <a:gd name="T96" fmla="*/ 181 w 243"/>
                <a:gd name="T97" fmla="*/ 27 h 170"/>
                <a:gd name="T98" fmla="*/ 161 w 243"/>
                <a:gd name="T99" fmla="*/ 20 h 170"/>
                <a:gd name="T100" fmla="*/ 177 w 243"/>
                <a:gd name="T101" fmla="*/ 26 h 170"/>
                <a:gd name="T102" fmla="*/ 161 w 243"/>
                <a:gd name="T103" fmla="*/ 15 h 170"/>
                <a:gd name="T104" fmla="*/ 151 w 243"/>
                <a:gd name="T105" fmla="*/ 18 h 170"/>
                <a:gd name="T106" fmla="*/ 157 w 243"/>
                <a:gd name="T107" fmla="*/ 15 h 170"/>
                <a:gd name="T108" fmla="*/ 150 w 243"/>
                <a:gd name="T109" fmla="*/ 11 h 170"/>
                <a:gd name="T110" fmla="*/ 93 w 243"/>
                <a:gd name="T111" fmla="*/ 6 h 170"/>
                <a:gd name="T112" fmla="*/ 100 w 243"/>
                <a:gd name="T113" fmla="*/ 4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43" h="170">
                  <a:moveTo>
                    <a:pt x="4" y="140"/>
                  </a:moveTo>
                  <a:lnTo>
                    <a:pt x="4" y="140"/>
                  </a:lnTo>
                  <a:lnTo>
                    <a:pt x="29" y="139"/>
                  </a:lnTo>
                  <a:lnTo>
                    <a:pt x="40" y="135"/>
                  </a:lnTo>
                  <a:lnTo>
                    <a:pt x="44" y="131"/>
                  </a:lnTo>
                  <a:lnTo>
                    <a:pt x="46" y="128"/>
                  </a:lnTo>
                  <a:lnTo>
                    <a:pt x="46" y="128"/>
                  </a:lnTo>
                  <a:lnTo>
                    <a:pt x="46" y="122"/>
                  </a:lnTo>
                  <a:lnTo>
                    <a:pt x="46" y="115"/>
                  </a:lnTo>
                  <a:lnTo>
                    <a:pt x="46" y="115"/>
                  </a:lnTo>
                  <a:lnTo>
                    <a:pt x="57" y="117"/>
                  </a:lnTo>
                  <a:lnTo>
                    <a:pt x="69" y="117"/>
                  </a:lnTo>
                  <a:lnTo>
                    <a:pt x="82" y="120"/>
                  </a:lnTo>
                  <a:lnTo>
                    <a:pt x="86" y="124"/>
                  </a:lnTo>
                  <a:lnTo>
                    <a:pt x="89" y="128"/>
                  </a:lnTo>
                  <a:lnTo>
                    <a:pt x="89" y="128"/>
                  </a:lnTo>
                  <a:lnTo>
                    <a:pt x="91" y="131"/>
                  </a:lnTo>
                  <a:lnTo>
                    <a:pt x="91" y="135"/>
                  </a:lnTo>
                  <a:lnTo>
                    <a:pt x="93" y="139"/>
                  </a:lnTo>
                  <a:lnTo>
                    <a:pt x="95" y="142"/>
                  </a:lnTo>
                  <a:lnTo>
                    <a:pt x="95" y="142"/>
                  </a:lnTo>
                  <a:lnTo>
                    <a:pt x="100" y="144"/>
                  </a:lnTo>
                  <a:lnTo>
                    <a:pt x="104" y="144"/>
                  </a:lnTo>
                  <a:lnTo>
                    <a:pt x="111" y="159"/>
                  </a:lnTo>
                  <a:lnTo>
                    <a:pt x="111" y="159"/>
                  </a:lnTo>
                  <a:lnTo>
                    <a:pt x="120" y="162"/>
                  </a:lnTo>
                  <a:lnTo>
                    <a:pt x="131" y="164"/>
                  </a:lnTo>
                  <a:lnTo>
                    <a:pt x="144" y="166"/>
                  </a:lnTo>
                  <a:lnTo>
                    <a:pt x="153" y="170"/>
                  </a:lnTo>
                  <a:lnTo>
                    <a:pt x="153" y="170"/>
                  </a:lnTo>
                  <a:lnTo>
                    <a:pt x="153" y="162"/>
                  </a:lnTo>
                  <a:lnTo>
                    <a:pt x="153" y="162"/>
                  </a:lnTo>
                  <a:lnTo>
                    <a:pt x="148" y="160"/>
                  </a:lnTo>
                  <a:lnTo>
                    <a:pt x="144" y="157"/>
                  </a:lnTo>
                  <a:lnTo>
                    <a:pt x="144" y="157"/>
                  </a:lnTo>
                  <a:lnTo>
                    <a:pt x="146" y="155"/>
                  </a:lnTo>
                  <a:lnTo>
                    <a:pt x="146" y="153"/>
                  </a:lnTo>
                  <a:lnTo>
                    <a:pt x="146" y="151"/>
                  </a:lnTo>
                  <a:lnTo>
                    <a:pt x="146" y="151"/>
                  </a:lnTo>
                  <a:lnTo>
                    <a:pt x="144" y="151"/>
                  </a:lnTo>
                  <a:lnTo>
                    <a:pt x="141" y="151"/>
                  </a:lnTo>
                  <a:lnTo>
                    <a:pt x="137" y="151"/>
                  </a:lnTo>
                  <a:lnTo>
                    <a:pt x="135" y="149"/>
                  </a:lnTo>
                  <a:lnTo>
                    <a:pt x="135" y="149"/>
                  </a:lnTo>
                  <a:lnTo>
                    <a:pt x="133" y="148"/>
                  </a:lnTo>
                  <a:lnTo>
                    <a:pt x="133" y="144"/>
                  </a:lnTo>
                  <a:lnTo>
                    <a:pt x="135" y="140"/>
                  </a:lnTo>
                  <a:lnTo>
                    <a:pt x="135" y="140"/>
                  </a:lnTo>
                  <a:lnTo>
                    <a:pt x="131" y="139"/>
                  </a:lnTo>
                  <a:lnTo>
                    <a:pt x="130" y="139"/>
                  </a:lnTo>
                  <a:lnTo>
                    <a:pt x="126" y="139"/>
                  </a:lnTo>
                  <a:lnTo>
                    <a:pt x="124" y="137"/>
                  </a:lnTo>
                  <a:lnTo>
                    <a:pt x="124" y="137"/>
                  </a:lnTo>
                  <a:lnTo>
                    <a:pt x="122" y="133"/>
                  </a:lnTo>
                  <a:lnTo>
                    <a:pt x="122" y="129"/>
                  </a:lnTo>
                  <a:lnTo>
                    <a:pt x="120" y="124"/>
                  </a:lnTo>
                  <a:lnTo>
                    <a:pt x="119" y="120"/>
                  </a:lnTo>
                  <a:lnTo>
                    <a:pt x="119" y="120"/>
                  </a:lnTo>
                  <a:lnTo>
                    <a:pt x="117" y="119"/>
                  </a:lnTo>
                  <a:lnTo>
                    <a:pt x="115" y="119"/>
                  </a:lnTo>
                  <a:lnTo>
                    <a:pt x="110" y="119"/>
                  </a:lnTo>
                  <a:lnTo>
                    <a:pt x="110" y="119"/>
                  </a:lnTo>
                  <a:lnTo>
                    <a:pt x="108" y="113"/>
                  </a:lnTo>
                  <a:lnTo>
                    <a:pt x="104" y="108"/>
                  </a:lnTo>
                  <a:lnTo>
                    <a:pt x="102" y="95"/>
                  </a:lnTo>
                  <a:lnTo>
                    <a:pt x="102" y="95"/>
                  </a:lnTo>
                  <a:lnTo>
                    <a:pt x="115" y="91"/>
                  </a:lnTo>
                  <a:lnTo>
                    <a:pt x="115" y="91"/>
                  </a:lnTo>
                  <a:lnTo>
                    <a:pt x="111" y="77"/>
                  </a:lnTo>
                  <a:lnTo>
                    <a:pt x="111" y="77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2" y="77"/>
                  </a:lnTo>
                  <a:lnTo>
                    <a:pt x="100" y="77"/>
                  </a:lnTo>
                  <a:lnTo>
                    <a:pt x="100" y="77"/>
                  </a:lnTo>
                  <a:lnTo>
                    <a:pt x="99" y="75"/>
                  </a:lnTo>
                  <a:lnTo>
                    <a:pt x="97" y="71"/>
                  </a:lnTo>
                  <a:lnTo>
                    <a:pt x="95" y="66"/>
                  </a:lnTo>
                  <a:lnTo>
                    <a:pt x="95" y="66"/>
                  </a:lnTo>
                  <a:lnTo>
                    <a:pt x="91" y="66"/>
                  </a:lnTo>
                  <a:lnTo>
                    <a:pt x="88" y="66"/>
                  </a:lnTo>
                  <a:lnTo>
                    <a:pt x="84" y="66"/>
                  </a:lnTo>
                  <a:lnTo>
                    <a:pt x="80" y="64"/>
                  </a:lnTo>
                  <a:lnTo>
                    <a:pt x="80" y="64"/>
                  </a:lnTo>
                  <a:lnTo>
                    <a:pt x="80" y="58"/>
                  </a:lnTo>
                  <a:lnTo>
                    <a:pt x="80" y="55"/>
                  </a:lnTo>
                  <a:lnTo>
                    <a:pt x="80" y="55"/>
                  </a:lnTo>
                  <a:lnTo>
                    <a:pt x="71" y="42"/>
                  </a:lnTo>
                  <a:lnTo>
                    <a:pt x="71" y="42"/>
                  </a:lnTo>
                  <a:lnTo>
                    <a:pt x="68" y="42"/>
                  </a:lnTo>
                  <a:lnTo>
                    <a:pt x="64" y="42"/>
                  </a:lnTo>
                  <a:lnTo>
                    <a:pt x="64" y="42"/>
                  </a:lnTo>
                  <a:lnTo>
                    <a:pt x="60" y="37"/>
                  </a:lnTo>
                  <a:lnTo>
                    <a:pt x="57" y="33"/>
                  </a:lnTo>
                  <a:lnTo>
                    <a:pt x="57" y="33"/>
                  </a:lnTo>
                  <a:lnTo>
                    <a:pt x="48" y="29"/>
                  </a:lnTo>
                  <a:lnTo>
                    <a:pt x="37" y="26"/>
                  </a:lnTo>
                  <a:lnTo>
                    <a:pt x="26" y="24"/>
                  </a:lnTo>
                  <a:lnTo>
                    <a:pt x="17" y="20"/>
                  </a:lnTo>
                  <a:lnTo>
                    <a:pt x="17" y="20"/>
                  </a:lnTo>
                  <a:lnTo>
                    <a:pt x="2" y="11"/>
                  </a:lnTo>
                  <a:lnTo>
                    <a:pt x="4" y="84"/>
                  </a:lnTo>
                  <a:lnTo>
                    <a:pt x="0" y="89"/>
                  </a:lnTo>
                  <a:lnTo>
                    <a:pt x="4" y="97"/>
                  </a:lnTo>
                  <a:lnTo>
                    <a:pt x="4" y="140"/>
                  </a:lnTo>
                  <a:close/>
                  <a:moveTo>
                    <a:pt x="157" y="148"/>
                  </a:moveTo>
                  <a:lnTo>
                    <a:pt x="159" y="151"/>
                  </a:lnTo>
                  <a:lnTo>
                    <a:pt x="159" y="151"/>
                  </a:lnTo>
                  <a:lnTo>
                    <a:pt x="161" y="151"/>
                  </a:lnTo>
                  <a:lnTo>
                    <a:pt x="161" y="149"/>
                  </a:lnTo>
                  <a:lnTo>
                    <a:pt x="157" y="148"/>
                  </a:lnTo>
                  <a:lnTo>
                    <a:pt x="157" y="148"/>
                  </a:lnTo>
                  <a:close/>
                  <a:moveTo>
                    <a:pt x="217" y="57"/>
                  </a:moveTo>
                  <a:lnTo>
                    <a:pt x="217" y="57"/>
                  </a:lnTo>
                  <a:lnTo>
                    <a:pt x="219" y="69"/>
                  </a:lnTo>
                  <a:lnTo>
                    <a:pt x="223" y="80"/>
                  </a:lnTo>
                  <a:lnTo>
                    <a:pt x="226" y="88"/>
                  </a:lnTo>
                  <a:lnTo>
                    <a:pt x="232" y="95"/>
                  </a:lnTo>
                  <a:lnTo>
                    <a:pt x="232" y="95"/>
                  </a:lnTo>
                  <a:lnTo>
                    <a:pt x="237" y="95"/>
                  </a:lnTo>
                  <a:lnTo>
                    <a:pt x="241" y="95"/>
                  </a:lnTo>
                  <a:lnTo>
                    <a:pt x="239" y="93"/>
                  </a:lnTo>
                  <a:lnTo>
                    <a:pt x="239" y="93"/>
                  </a:lnTo>
                  <a:lnTo>
                    <a:pt x="241" y="93"/>
                  </a:lnTo>
                  <a:lnTo>
                    <a:pt x="241" y="91"/>
                  </a:lnTo>
                  <a:lnTo>
                    <a:pt x="243" y="86"/>
                  </a:lnTo>
                  <a:lnTo>
                    <a:pt x="243" y="86"/>
                  </a:lnTo>
                  <a:lnTo>
                    <a:pt x="230" y="73"/>
                  </a:lnTo>
                  <a:lnTo>
                    <a:pt x="217" y="57"/>
                  </a:lnTo>
                  <a:lnTo>
                    <a:pt x="217" y="57"/>
                  </a:lnTo>
                  <a:close/>
                  <a:moveTo>
                    <a:pt x="179" y="44"/>
                  </a:moveTo>
                  <a:lnTo>
                    <a:pt x="179" y="44"/>
                  </a:lnTo>
                  <a:lnTo>
                    <a:pt x="177" y="47"/>
                  </a:lnTo>
                  <a:lnTo>
                    <a:pt x="175" y="46"/>
                  </a:lnTo>
                  <a:lnTo>
                    <a:pt x="173" y="47"/>
                  </a:lnTo>
                  <a:lnTo>
                    <a:pt x="173" y="47"/>
                  </a:lnTo>
                  <a:lnTo>
                    <a:pt x="175" y="49"/>
                  </a:lnTo>
                  <a:lnTo>
                    <a:pt x="175" y="51"/>
                  </a:lnTo>
                  <a:lnTo>
                    <a:pt x="175" y="55"/>
                  </a:lnTo>
                  <a:lnTo>
                    <a:pt x="171" y="55"/>
                  </a:lnTo>
                  <a:lnTo>
                    <a:pt x="171" y="55"/>
                  </a:lnTo>
                  <a:lnTo>
                    <a:pt x="170" y="58"/>
                  </a:lnTo>
                  <a:lnTo>
                    <a:pt x="168" y="64"/>
                  </a:lnTo>
                  <a:lnTo>
                    <a:pt x="166" y="64"/>
                  </a:lnTo>
                  <a:lnTo>
                    <a:pt x="166" y="66"/>
                  </a:lnTo>
                  <a:lnTo>
                    <a:pt x="166" y="66"/>
                  </a:lnTo>
                  <a:lnTo>
                    <a:pt x="162" y="68"/>
                  </a:lnTo>
                  <a:lnTo>
                    <a:pt x="161" y="66"/>
                  </a:lnTo>
                  <a:lnTo>
                    <a:pt x="157" y="66"/>
                  </a:lnTo>
                  <a:lnTo>
                    <a:pt x="153" y="66"/>
                  </a:lnTo>
                  <a:lnTo>
                    <a:pt x="153" y="66"/>
                  </a:lnTo>
                  <a:lnTo>
                    <a:pt x="153" y="62"/>
                  </a:lnTo>
                  <a:lnTo>
                    <a:pt x="153" y="62"/>
                  </a:lnTo>
                  <a:lnTo>
                    <a:pt x="151" y="62"/>
                  </a:lnTo>
                  <a:lnTo>
                    <a:pt x="151" y="62"/>
                  </a:lnTo>
                  <a:lnTo>
                    <a:pt x="150" y="62"/>
                  </a:lnTo>
                  <a:lnTo>
                    <a:pt x="150" y="64"/>
                  </a:lnTo>
                  <a:lnTo>
                    <a:pt x="150" y="69"/>
                  </a:lnTo>
                  <a:lnTo>
                    <a:pt x="150" y="69"/>
                  </a:lnTo>
                  <a:lnTo>
                    <a:pt x="126" y="69"/>
                  </a:lnTo>
                  <a:lnTo>
                    <a:pt x="126" y="69"/>
                  </a:lnTo>
                  <a:lnTo>
                    <a:pt x="131" y="75"/>
                  </a:lnTo>
                  <a:lnTo>
                    <a:pt x="135" y="78"/>
                  </a:lnTo>
                  <a:lnTo>
                    <a:pt x="139" y="80"/>
                  </a:lnTo>
                  <a:lnTo>
                    <a:pt x="139" y="80"/>
                  </a:lnTo>
                  <a:lnTo>
                    <a:pt x="148" y="82"/>
                  </a:lnTo>
                  <a:lnTo>
                    <a:pt x="159" y="78"/>
                  </a:lnTo>
                  <a:lnTo>
                    <a:pt x="168" y="75"/>
                  </a:lnTo>
                  <a:lnTo>
                    <a:pt x="173" y="71"/>
                  </a:lnTo>
                  <a:lnTo>
                    <a:pt x="173" y="71"/>
                  </a:lnTo>
                  <a:lnTo>
                    <a:pt x="173" y="68"/>
                  </a:lnTo>
                  <a:lnTo>
                    <a:pt x="175" y="66"/>
                  </a:lnTo>
                  <a:lnTo>
                    <a:pt x="175" y="64"/>
                  </a:lnTo>
                  <a:lnTo>
                    <a:pt x="175" y="64"/>
                  </a:lnTo>
                  <a:lnTo>
                    <a:pt x="179" y="64"/>
                  </a:lnTo>
                  <a:lnTo>
                    <a:pt x="182" y="64"/>
                  </a:lnTo>
                  <a:lnTo>
                    <a:pt x="182" y="64"/>
                  </a:lnTo>
                  <a:lnTo>
                    <a:pt x="184" y="60"/>
                  </a:lnTo>
                  <a:lnTo>
                    <a:pt x="184" y="57"/>
                  </a:lnTo>
                  <a:lnTo>
                    <a:pt x="186" y="47"/>
                  </a:lnTo>
                  <a:lnTo>
                    <a:pt x="179" y="44"/>
                  </a:lnTo>
                  <a:close/>
                  <a:moveTo>
                    <a:pt x="181" y="27"/>
                  </a:moveTo>
                  <a:lnTo>
                    <a:pt x="181" y="27"/>
                  </a:lnTo>
                  <a:lnTo>
                    <a:pt x="186" y="38"/>
                  </a:lnTo>
                  <a:lnTo>
                    <a:pt x="188" y="51"/>
                  </a:lnTo>
                  <a:lnTo>
                    <a:pt x="188" y="51"/>
                  </a:lnTo>
                  <a:lnTo>
                    <a:pt x="193" y="49"/>
                  </a:lnTo>
                  <a:lnTo>
                    <a:pt x="195" y="47"/>
                  </a:lnTo>
                  <a:lnTo>
                    <a:pt x="195" y="46"/>
                  </a:lnTo>
                  <a:lnTo>
                    <a:pt x="193" y="44"/>
                  </a:lnTo>
                  <a:lnTo>
                    <a:pt x="193" y="44"/>
                  </a:lnTo>
                  <a:lnTo>
                    <a:pt x="195" y="46"/>
                  </a:lnTo>
                  <a:lnTo>
                    <a:pt x="195" y="44"/>
                  </a:lnTo>
                  <a:lnTo>
                    <a:pt x="195" y="40"/>
                  </a:lnTo>
                  <a:lnTo>
                    <a:pt x="195" y="40"/>
                  </a:lnTo>
                  <a:lnTo>
                    <a:pt x="181" y="27"/>
                  </a:lnTo>
                  <a:lnTo>
                    <a:pt x="181" y="27"/>
                  </a:lnTo>
                  <a:close/>
                  <a:moveTo>
                    <a:pt x="161" y="15"/>
                  </a:moveTo>
                  <a:lnTo>
                    <a:pt x="161" y="20"/>
                  </a:lnTo>
                  <a:lnTo>
                    <a:pt x="161" y="20"/>
                  </a:lnTo>
                  <a:lnTo>
                    <a:pt x="173" y="27"/>
                  </a:lnTo>
                  <a:lnTo>
                    <a:pt x="173" y="27"/>
                  </a:lnTo>
                  <a:lnTo>
                    <a:pt x="177" y="27"/>
                  </a:lnTo>
                  <a:lnTo>
                    <a:pt x="177" y="26"/>
                  </a:lnTo>
                  <a:lnTo>
                    <a:pt x="177" y="24"/>
                  </a:lnTo>
                  <a:lnTo>
                    <a:pt x="179" y="22"/>
                  </a:lnTo>
                  <a:lnTo>
                    <a:pt x="179" y="22"/>
                  </a:lnTo>
                  <a:lnTo>
                    <a:pt x="161" y="15"/>
                  </a:lnTo>
                  <a:lnTo>
                    <a:pt x="161" y="15"/>
                  </a:lnTo>
                  <a:close/>
                  <a:moveTo>
                    <a:pt x="150" y="11"/>
                  </a:moveTo>
                  <a:lnTo>
                    <a:pt x="150" y="11"/>
                  </a:lnTo>
                  <a:lnTo>
                    <a:pt x="151" y="18"/>
                  </a:lnTo>
                  <a:lnTo>
                    <a:pt x="151" y="18"/>
                  </a:lnTo>
                  <a:lnTo>
                    <a:pt x="153" y="18"/>
                  </a:lnTo>
                  <a:lnTo>
                    <a:pt x="155" y="17"/>
                  </a:lnTo>
                  <a:lnTo>
                    <a:pt x="157" y="15"/>
                  </a:lnTo>
                  <a:lnTo>
                    <a:pt x="157" y="15"/>
                  </a:lnTo>
                  <a:lnTo>
                    <a:pt x="157" y="13"/>
                  </a:lnTo>
                  <a:lnTo>
                    <a:pt x="155" y="13"/>
                  </a:lnTo>
                  <a:lnTo>
                    <a:pt x="150" y="11"/>
                  </a:lnTo>
                  <a:lnTo>
                    <a:pt x="150" y="11"/>
                  </a:lnTo>
                  <a:close/>
                  <a:moveTo>
                    <a:pt x="93" y="0"/>
                  </a:moveTo>
                  <a:lnTo>
                    <a:pt x="93" y="6"/>
                  </a:lnTo>
                  <a:lnTo>
                    <a:pt x="93" y="6"/>
                  </a:lnTo>
                  <a:lnTo>
                    <a:pt x="102" y="6"/>
                  </a:lnTo>
                  <a:lnTo>
                    <a:pt x="102" y="6"/>
                  </a:lnTo>
                  <a:lnTo>
                    <a:pt x="104" y="6"/>
                  </a:lnTo>
                  <a:lnTo>
                    <a:pt x="100" y="4"/>
                  </a:lnTo>
                  <a:lnTo>
                    <a:pt x="93" y="0"/>
                  </a:lnTo>
                  <a:lnTo>
                    <a:pt x="9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19" name="Freeform 201">
              <a:extLst>
                <a:ext uri="{FF2B5EF4-FFF2-40B4-BE49-F238E27FC236}">
                  <a16:creationId xmlns:a16="http://schemas.microsoft.com/office/drawing/2014/main" id="{40DD43D1-20E0-4410-8CCF-9F56E328E25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04085" y="3768609"/>
              <a:ext cx="140886" cy="80082"/>
            </a:xfrm>
            <a:custGeom>
              <a:avLst/>
              <a:gdLst>
                <a:gd name="T0" fmla="*/ 3 w 95"/>
                <a:gd name="T1" fmla="*/ 1 h 54"/>
                <a:gd name="T2" fmla="*/ 0 w 95"/>
                <a:gd name="T3" fmla="*/ 1 h 54"/>
                <a:gd name="T4" fmla="*/ 0 w 95"/>
                <a:gd name="T5" fmla="*/ 9 h 54"/>
                <a:gd name="T6" fmla="*/ 0 w 95"/>
                <a:gd name="T7" fmla="*/ 12 h 54"/>
                <a:gd name="T8" fmla="*/ 2 w 95"/>
                <a:gd name="T9" fmla="*/ 16 h 54"/>
                <a:gd name="T10" fmla="*/ 3 w 95"/>
                <a:gd name="T11" fmla="*/ 20 h 54"/>
                <a:gd name="T12" fmla="*/ 2 w 95"/>
                <a:gd name="T13" fmla="*/ 27 h 54"/>
                <a:gd name="T14" fmla="*/ 16 w 95"/>
                <a:gd name="T15" fmla="*/ 27 h 54"/>
                <a:gd name="T16" fmla="*/ 24 w 95"/>
                <a:gd name="T17" fmla="*/ 31 h 54"/>
                <a:gd name="T18" fmla="*/ 24 w 95"/>
                <a:gd name="T19" fmla="*/ 38 h 54"/>
                <a:gd name="T20" fmla="*/ 33 w 95"/>
                <a:gd name="T21" fmla="*/ 38 h 54"/>
                <a:gd name="T22" fmla="*/ 33 w 95"/>
                <a:gd name="T23" fmla="*/ 42 h 54"/>
                <a:gd name="T24" fmla="*/ 49 w 95"/>
                <a:gd name="T25" fmla="*/ 45 h 54"/>
                <a:gd name="T26" fmla="*/ 51 w 95"/>
                <a:gd name="T27" fmla="*/ 43 h 54"/>
                <a:gd name="T28" fmla="*/ 45 w 95"/>
                <a:gd name="T29" fmla="*/ 42 h 54"/>
                <a:gd name="T30" fmla="*/ 44 w 95"/>
                <a:gd name="T31" fmla="*/ 43 h 54"/>
                <a:gd name="T32" fmla="*/ 44 w 95"/>
                <a:gd name="T33" fmla="*/ 42 h 54"/>
                <a:gd name="T34" fmla="*/ 47 w 95"/>
                <a:gd name="T35" fmla="*/ 40 h 54"/>
                <a:gd name="T36" fmla="*/ 40 w 95"/>
                <a:gd name="T37" fmla="*/ 32 h 54"/>
                <a:gd name="T38" fmla="*/ 40 w 95"/>
                <a:gd name="T39" fmla="*/ 27 h 54"/>
                <a:gd name="T40" fmla="*/ 53 w 95"/>
                <a:gd name="T41" fmla="*/ 20 h 54"/>
                <a:gd name="T42" fmla="*/ 51 w 95"/>
                <a:gd name="T43" fmla="*/ 20 h 54"/>
                <a:gd name="T44" fmla="*/ 55 w 95"/>
                <a:gd name="T45" fmla="*/ 16 h 54"/>
                <a:gd name="T46" fmla="*/ 60 w 95"/>
                <a:gd name="T47" fmla="*/ 12 h 54"/>
                <a:gd name="T48" fmla="*/ 69 w 95"/>
                <a:gd name="T49" fmla="*/ 31 h 54"/>
                <a:gd name="T50" fmla="*/ 80 w 95"/>
                <a:gd name="T51" fmla="*/ 27 h 54"/>
                <a:gd name="T52" fmla="*/ 76 w 95"/>
                <a:gd name="T53" fmla="*/ 32 h 54"/>
                <a:gd name="T54" fmla="*/ 75 w 95"/>
                <a:gd name="T55" fmla="*/ 47 h 54"/>
                <a:gd name="T56" fmla="*/ 78 w 95"/>
                <a:gd name="T57" fmla="*/ 51 h 54"/>
                <a:gd name="T58" fmla="*/ 82 w 95"/>
                <a:gd name="T59" fmla="*/ 54 h 54"/>
                <a:gd name="T60" fmla="*/ 89 w 95"/>
                <a:gd name="T61" fmla="*/ 54 h 54"/>
                <a:gd name="T62" fmla="*/ 91 w 95"/>
                <a:gd name="T63" fmla="*/ 49 h 54"/>
                <a:gd name="T64" fmla="*/ 95 w 95"/>
                <a:gd name="T65" fmla="*/ 42 h 54"/>
                <a:gd name="T66" fmla="*/ 95 w 95"/>
                <a:gd name="T67" fmla="*/ 38 h 54"/>
                <a:gd name="T68" fmla="*/ 91 w 95"/>
                <a:gd name="T69" fmla="*/ 34 h 54"/>
                <a:gd name="T70" fmla="*/ 91 w 95"/>
                <a:gd name="T71" fmla="*/ 29 h 54"/>
                <a:gd name="T72" fmla="*/ 69 w 95"/>
                <a:gd name="T73" fmla="*/ 3 h 54"/>
                <a:gd name="T74" fmla="*/ 60 w 95"/>
                <a:gd name="T75" fmla="*/ 1 h 54"/>
                <a:gd name="T76" fmla="*/ 55 w 95"/>
                <a:gd name="T77" fmla="*/ 1 h 54"/>
                <a:gd name="T78" fmla="*/ 53 w 95"/>
                <a:gd name="T79" fmla="*/ 9 h 54"/>
                <a:gd name="T80" fmla="*/ 38 w 95"/>
                <a:gd name="T81" fmla="*/ 12 h 54"/>
                <a:gd name="T82" fmla="*/ 25 w 95"/>
                <a:gd name="T83" fmla="*/ 16 h 54"/>
                <a:gd name="T84" fmla="*/ 24 w 95"/>
                <a:gd name="T85" fmla="*/ 12 h 54"/>
                <a:gd name="T86" fmla="*/ 20 w 95"/>
                <a:gd name="T87" fmla="*/ 11 h 54"/>
                <a:gd name="T88" fmla="*/ 18 w 95"/>
                <a:gd name="T89" fmla="*/ 12 h 54"/>
                <a:gd name="T90" fmla="*/ 13 w 95"/>
                <a:gd name="T91" fmla="*/ 12 h 54"/>
                <a:gd name="T92" fmla="*/ 7 w 95"/>
                <a:gd name="T93" fmla="*/ 0 h 54"/>
                <a:gd name="T94" fmla="*/ 20 w 95"/>
                <a:gd name="T95" fmla="*/ 42 h 54"/>
                <a:gd name="T96" fmla="*/ 24 w 95"/>
                <a:gd name="T97" fmla="*/ 47 h 54"/>
                <a:gd name="T98" fmla="*/ 24 w 95"/>
                <a:gd name="T99" fmla="*/ 45 h 54"/>
                <a:gd name="T100" fmla="*/ 20 w 95"/>
                <a:gd name="T101" fmla="*/ 4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95" h="54">
                  <a:moveTo>
                    <a:pt x="7" y="0"/>
                  </a:moveTo>
                  <a:lnTo>
                    <a:pt x="3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3"/>
                  </a:lnTo>
                  <a:lnTo>
                    <a:pt x="0" y="9"/>
                  </a:lnTo>
                  <a:lnTo>
                    <a:pt x="0" y="9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2" y="16"/>
                  </a:lnTo>
                  <a:lnTo>
                    <a:pt x="3" y="20"/>
                  </a:lnTo>
                  <a:lnTo>
                    <a:pt x="3" y="20"/>
                  </a:lnTo>
                  <a:lnTo>
                    <a:pt x="2" y="27"/>
                  </a:lnTo>
                  <a:lnTo>
                    <a:pt x="2" y="27"/>
                  </a:lnTo>
                  <a:lnTo>
                    <a:pt x="11" y="27"/>
                  </a:lnTo>
                  <a:lnTo>
                    <a:pt x="16" y="27"/>
                  </a:lnTo>
                  <a:lnTo>
                    <a:pt x="24" y="31"/>
                  </a:lnTo>
                  <a:lnTo>
                    <a:pt x="24" y="31"/>
                  </a:lnTo>
                  <a:lnTo>
                    <a:pt x="24" y="38"/>
                  </a:lnTo>
                  <a:lnTo>
                    <a:pt x="24" y="38"/>
                  </a:lnTo>
                  <a:lnTo>
                    <a:pt x="27" y="38"/>
                  </a:lnTo>
                  <a:lnTo>
                    <a:pt x="33" y="38"/>
                  </a:lnTo>
                  <a:lnTo>
                    <a:pt x="33" y="42"/>
                  </a:lnTo>
                  <a:lnTo>
                    <a:pt x="33" y="42"/>
                  </a:lnTo>
                  <a:lnTo>
                    <a:pt x="42" y="43"/>
                  </a:lnTo>
                  <a:lnTo>
                    <a:pt x="49" y="45"/>
                  </a:lnTo>
                  <a:lnTo>
                    <a:pt x="49" y="45"/>
                  </a:lnTo>
                  <a:lnTo>
                    <a:pt x="51" y="43"/>
                  </a:lnTo>
                  <a:lnTo>
                    <a:pt x="49" y="43"/>
                  </a:lnTo>
                  <a:lnTo>
                    <a:pt x="45" y="42"/>
                  </a:lnTo>
                  <a:lnTo>
                    <a:pt x="45" y="42"/>
                  </a:lnTo>
                  <a:lnTo>
                    <a:pt x="44" y="43"/>
                  </a:lnTo>
                  <a:lnTo>
                    <a:pt x="44" y="43"/>
                  </a:lnTo>
                  <a:lnTo>
                    <a:pt x="44" y="42"/>
                  </a:lnTo>
                  <a:lnTo>
                    <a:pt x="47" y="40"/>
                  </a:lnTo>
                  <a:lnTo>
                    <a:pt x="47" y="40"/>
                  </a:lnTo>
                  <a:lnTo>
                    <a:pt x="45" y="32"/>
                  </a:lnTo>
                  <a:lnTo>
                    <a:pt x="40" y="32"/>
                  </a:lnTo>
                  <a:lnTo>
                    <a:pt x="40" y="27"/>
                  </a:lnTo>
                  <a:lnTo>
                    <a:pt x="40" y="27"/>
                  </a:lnTo>
                  <a:lnTo>
                    <a:pt x="53" y="20"/>
                  </a:lnTo>
                  <a:lnTo>
                    <a:pt x="53" y="20"/>
                  </a:lnTo>
                  <a:lnTo>
                    <a:pt x="51" y="21"/>
                  </a:lnTo>
                  <a:lnTo>
                    <a:pt x="51" y="20"/>
                  </a:lnTo>
                  <a:lnTo>
                    <a:pt x="55" y="16"/>
                  </a:lnTo>
                  <a:lnTo>
                    <a:pt x="55" y="16"/>
                  </a:lnTo>
                  <a:lnTo>
                    <a:pt x="56" y="14"/>
                  </a:lnTo>
                  <a:lnTo>
                    <a:pt x="60" y="12"/>
                  </a:lnTo>
                  <a:lnTo>
                    <a:pt x="60" y="12"/>
                  </a:lnTo>
                  <a:lnTo>
                    <a:pt x="69" y="31"/>
                  </a:lnTo>
                  <a:lnTo>
                    <a:pt x="69" y="31"/>
                  </a:lnTo>
                  <a:lnTo>
                    <a:pt x="80" y="27"/>
                  </a:lnTo>
                  <a:lnTo>
                    <a:pt x="80" y="27"/>
                  </a:lnTo>
                  <a:lnTo>
                    <a:pt x="76" y="32"/>
                  </a:lnTo>
                  <a:lnTo>
                    <a:pt x="76" y="32"/>
                  </a:lnTo>
                  <a:lnTo>
                    <a:pt x="75" y="47"/>
                  </a:lnTo>
                  <a:lnTo>
                    <a:pt x="75" y="47"/>
                  </a:lnTo>
                  <a:lnTo>
                    <a:pt x="78" y="51"/>
                  </a:lnTo>
                  <a:lnTo>
                    <a:pt x="82" y="54"/>
                  </a:lnTo>
                  <a:lnTo>
                    <a:pt x="82" y="54"/>
                  </a:lnTo>
                  <a:lnTo>
                    <a:pt x="85" y="54"/>
                  </a:lnTo>
                  <a:lnTo>
                    <a:pt x="89" y="54"/>
                  </a:lnTo>
                  <a:lnTo>
                    <a:pt x="91" y="49"/>
                  </a:lnTo>
                  <a:lnTo>
                    <a:pt x="91" y="49"/>
                  </a:lnTo>
                  <a:lnTo>
                    <a:pt x="93" y="47"/>
                  </a:lnTo>
                  <a:lnTo>
                    <a:pt x="95" y="42"/>
                  </a:lnTo>
                  <a:lnTo>
                    <a:pt x="95" y="42"/>
                  </a:lnTo>
                  <a:lnTo>
                    <a:pt x="95" y="38"/>
                  </a:lnTo>
                  <a:lnTo>
                    <a:pt x="93" y="36"/>
                  </a:lnTo>
                  <a:lnTo>
                    <a:pt x="91" y="34"/>
                  </a:lnTo>
                  <a:lnTo>
                    <a:pt x="91" y="29"/>
                  </a:lnTo>
                  <a:lnTo>
                    <a:pt x="91" y="29"/>
                  </a:lnTo>
                  <a:lnTo>
                    <a:pt x="80" y="16"/>
                  </a:lnTo>
                  <a:lnTo>
                    <a:pt x="69" y="3"/>
                  </a:lnTo>
                  <a:lnTo>
                    <a:pt x="69" y="3"/>
                  </a:lnTo>
                  <a:lnTo>
                    <a:pt x="60" y="1"/>
                  </a:lnTo>
                  <a:lnTo>
                    <a:pt x="55" y="1"/>
                  </a:lnTo>
                  <a:lnTo>
                    <a:pt x="55" y="1"/>
                  </a:lnTo>
                  <a:lnTo>
                    <a:pt x="53" y="9"/>
                  </a:lnTo>
                  <a:lnTo>
                    <a:pt x="53" y="9"/>
                  </a:lnTo>
                  <a:lnTo>
                    <a:pt x="45" y="11"/>
                  </a:lnTo>
                  <a:lnTo>
                    <a:pt x="38" y="12"/>
                  </a:lnTo>
                  <a:lnTo>
                    <a:pt x="33" y="12"/>
                  </a:lnTo>
                  <a:lnTo>
                    <a:pt x="25" y="16"/>
                  </a:lnTo>
                  <a:lnTo>
                    <a:pt x="25" y="16"/>
                  </a:lnTo>
                  <a:lnTo>
                    <a:pt x="24" y="12"/>
                  </a:lnTo>
                  <a:lnTo>
                    <a:pt x="22" y="11"/>
                  </a:lnTo>
                  <a:lnTo>
                    <a:pt x="20" y="11"/>
                  </a:lnTo>
                  <a:lnTo>
                    <a:pt x="20" y="11"/>
                  </a:lnTo>
                  <a:lnTo>
                    <a:pt x="18" y="12"/>
                  </a:lnTo>
                  <a:lnTo>
                    <a:pt x="16" y="14"/>
                  </a:lnTo>
                  <a:lnTo>
                    <a:pt x="13" y="12"/>
                  </a:lnTo>
                  <a:lnTo>
                    <a:pt x="13" y="12"/>
                  </a:lnTo>
                  <a:lnTo>
                    <a:pt x="7" y="0"/>
                  </a:lnTo>
                  <a:lnTo>
                    <a:pt x="7" y="0"/>
                  </a:lnTo>
                  <a:close/>
                  <a:moveTo>
                    <a:pt x="20" y="42"/>
                  </a:moveTo>
                  <a:lnTo>
                    <a:pt x="24" y="47"/>
                  </a:lnTo>
                  <a:lnTo>
                    <a:pt x="24" y="47"/>
                  </a:lnTo>
                  <a:lnTo>
                    <a:pt x="25" y="47"/>
                  </a:lnTo>
                  <a:lnTo>
                    <a:pt x="24" y="45"/>
                  </a:lnTo>
                  <a:lnTo>
                    <a:pt x="20" y="42"/>
                  </a:lnTo>
                  <a:lnTo>
                    <a:pt x="20" y="4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20" name="Freeform 202">
              <a:extLst>
                <a:ext uri="{FF2B5EF4-FFF2-40B4-BE49-F238E27FC236}">
                  <a16:creationId xmlns:a16="http://schemas.microsoft.com/office/drawing/2014/main" id="{EF608CC1-A07F-420A-876C-B48849280C4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75843" y="1207461"/>
              <a:ext cx="619896" cy="1001028"/>
            </a:xfrm>
            <a:custGeom>
              <a:avLst/>
              <a:gdLst>
                <a:gd name="T0" fmla="*/ 115 w 418"/>
                <a:gd name="T1" fmla="*/ 619 h 675"/>
                <a:gd name="T2" fmla="*/ 119 w 418"/>
                <a:gd name="T3" fmla="*/ 572 h 675"/>
                <a:gd name="T4" fmla="*/ 126 w 418"/>
                <a:gd name="T5" fmla="*/ 510 h 675"/>
                <a:gd name="T6" fmla="*/ 161 w 418"/>
                <a:gd name="T7" fmla="*/ 471 h 675"/>
                <a:gd name="T8" fmla="*/ 197 w 418"/>
                <a:gd name="T9" fmla="*/ 420 h 675"/>
                <a:gd name="T10" fmla="*/ 225 w 418"/>
                <a:gd name="T11" fmla="*/ 391 h 675"/>
                <a:gd name="T12" fmla="*/ 287 w 418"/>
                <a:gd name="T13" fmla="*/ 379 h 675"/>
                <a:gd name="T14" fmla="*/ 336 w 418"/>
                <a:gd name="T15" fmla="*/ 368 h 675"/>
                <a:gd name="T16" fmla="*/ 372 w 418"/>
                <a:gd name="T17" fmla="*/ 335 h 675"/>
                <a:gd name="T18" fmla="*/ 405 w 418"/>
                <a:gd name="T19" fmla="*/ 349 h 675"/>
                <a:gd name="T20" fmla="*/ 398 w 418"/>
                <a:gd name="T21" fmla="*/ 333 h 675"/>
                <a:gd name="T22" fmla="*/ 407 w 418"/>
                <a:gd name="T23" fmla="*/ 315 h 675"/>
                <a:gd name="T24" fmla="*/ 387 w 418"/>
                <a:gd name="T25" fmla="*/ 311 h 675"/>
                <a:gd name="T26" fmla="*/ 352 w 418"/>
                <a:gd name="T27" fmla="*/ 320 h 675"/>
                <a:gd name="T28" fmla="*/ 332 w 418"/>
                <a:gd name="T29" fmla="*/ 333 h 675"/>
                <a:gd name="T30" fmla="*/ 318 w 418"/>
                <a:gd name="T31" fmla="*/ 302 h 675"/>
                <a:gd name="T32" fmla="*/ 272 w 418"/>
                <a:gd name="T33" fmla="*/ 324 h 675"/>
                <a:gd name="T34" fmla="*/ 246 w 418"/>
                <a:gd name="T35" fmla="*/ 333 h 675"/>
                <a:gd name="T36" fmla="*/ 225 w 418"/>
                <a:gd name="T37" fmla="*/ 351 h 675"/>
                <a:gd name="T38" fmla="*/ 199 w 418"/>
                <a:gd name="T39" fmla="*/ 364 h 675"/>
                <a:gd name="T40" fmla="*/ 190 w 418"/>
                <a:gd name="T41" fmla="*/ 417 h 675"/>
                <a:gd name="T42" fmla="*/ 154 w 418"/>
                <a:gd name="T43" fmla="*/ 440 h 675"/>
                <a:gd name="T44" fmla="*/ 117 w 418"/>
                <a:gd name="T45" fmla="*/ 479 h 675"/>
                <a:gd name="T46" fmla="*/ 108 w 418"/>
                <a:gd name="T47" fmla="*/ 510 h 675"/>
                <a:gd name="T48" fmla="*/ 66 w 418"/>
                <a:gd name="T49" fmla="*/ 510 h 675"/>
                <a:gd name="T50" fmla="*/ 48 w 418"/>
                <a:gd name="T51" fmla="*/ 539 h 675"/>
                <a:gd name="T52" fmla="*/ 8 w 418"/>
                <a:gd name="T53" fmla="*/ 566 h 675"/>
                <a:gd name="T54" fmla="*/ 2 w 418"/>
                <a:gd name="T55" fmla="*/ 604 h 675"/>
                <a:gd name="T56" fmla="*/ 28 w 418"/>
                <a:gd name="T57" fmla="*/ 614 h 675"/>
                <a:gd name="T58" fmla="*/ 17 w 418"/>
                <a:gd name="T59" fmla="*/ 652 h 675"/>
                <a:gd name="T60" fmla="*/ 72 w 418"/>
                <a:gd name="T61" fmla="*/ 661 h 675"/>
                <a:gd name="T62" fmla="*/ 37 w 418"/>
                <a:gd name="T63" fmla="*/ 586 h 675"/>
                <a:gd name="T64" fmla="*/ 37 w 418"/>
                <a:gd name="T65" fmla="*/ 566 h 675"/>
                <a:gd name="T66" fmla="*/ 199 w 418"/>
                <a:gd name="T67" fmla="*/ 391 h 675"/>
                <a:gd name="T68" fmla="*/ 164 w 418"/>
                <a:gd name="T69" fmla="*/ 371 h 675"/>
                <a:gd name="T70" fmla="*/ 194 w 418"/>
                <a:gd name="T71" fmla="*/ 369 h 675"/>
                <a:gd name="T72" fmla="*/ 215 w 418"/>
                <a:gd name="T73" fmla="*/ 342 h 675"/>
                <a:gd name="T74" fmla="*/ 250 w 418"/>
                <a:gd name="T75" fmla="*/ 317 h 675"/>
                <a:gd name="T76" fmla="*/ 387 w 418"/>
                <a:gd name="T77" fmla="*/ 318 h 675"/>
                <a:gd name="T78" fmla="*/ 288 w 418"/>
                <a:gd name="T79" fmla="*/ 313 h 675"/>
                <a:gd name="T80" fmla="*/ 274 w 418"/>
                <a:gd name="T81" fmla="*/ 304 h 675"/>
                <a:gd name="T82" fmla="*/ 332 w 418"/>
                <a:gd name="T83" fmla="*/ 293 h 675"/>
                <a:gd name="T84" fmla="*/ 305 w 418"/>
                <a:gd name="T85" fmla="*/ 111 h 675"/>
                <a:gd name="T86" fmla="*/ 267 w 418"/>
                <a:gd name="T87" fmla="*/ 89 h 675"/>
                <a:gd name="T88" fmla="*/ 394 w 418"/>
                <a:gd name="T89" fmla="*/ 67 h 675"/>
                <a:gd name="T90" fmla="*/ 113 w 418"/>
                <a:gd name="T91" fmla="*/ 74 h 675"/>
                <a:gd name="T92" fmla="*/ 144 w 418"/>
                <a:gd name="T93" fmla="*/ 43 h 675"/>
                <a:gd name="T94" fmla="*/ 113 w 418"/>
                <a:gd name="T95" fmla="*/ 36 h 675"/>
                <a:gd name="T96" fmla="*/ 126 w 418"/>
                <a:gd name="T97" fmla="*/ 72 h 675"/>
                <a:gd name="T98" fmla="*/ 164 w 418"/>
                <a:gd name="T99" fmla="*/ 65 h 675"/>
                <a:gd name="T100" fmla="*/ 139 w 418"/>
                <a:gd name="T101" fmla="*/ 102 h 675"/>
                <a:gd name="T102" fmla="*/ 143 w 418"/>
                <a:gd name="T103" fmla="*/ 120 h 675"/>
                <a:gd name="T104" fmla="*/ 190 w 418"/>
                <a:gd name="T105" fmla="*/ 144 h 675"/>
                <a:gd name="T106" fmla="*/ 221 w 418"/>
                <a:gd name="T107" fmla="*/ 103 h 675"/>
                <a:gd name="T108" fmla="*/ 225 w 418"/>
                <a:gd name="T109" fmla="*/ 65 h 675"/>
                <a:gd name="T110" fmla="*/ 190 w 418"/>
                <a:gd name="T111" fmla="*/ 29 h 675"/>
                <a:gd name="T112" fmla="*/ 223 w 418"/>
                <a:gd name="T113" fmla="*/ 20 h 675"/>
                <a:gd name="T114" fmla="*/ 236 w 418"/>
                <a:gd name="T115" fmla="*/ 47 h 675"/>
                <a:gd name="T116" fmla="*/ 338 w 418"/>
                <a:gd name="T117" fmla="*/ 49 h 675"/>
                <a:gd name="T118" fmla="*/ 339 w 418"/>
                <a:gd name="T119" fmla="*/ 14 h 675"/>
                <a:gd name="T120" fmla="*/ 308 w 418"/>
                <a:gd name="T121" fmla="*/ 18 h 6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18" h="675">
                  <a:moveTo>
                    <a:pt x="104" y="650"/>
                  </a:moveTo>
                  <a:lnTo>
                    <a:pt x="104" y="650"/>
                  </a:lnTo>
                  <a:lnTo>
                    <a:pt x="106" y="650"/>
                  </a:lnTo>
                  <a:lnTo>
                    <a:pt x="110" y="650"/>
                  </a:lnTo>
                  <a:lnTo>
                    <a:pt x="110" y="650"/>
                  </a:lnTo>
                  <a:lnTo>
                    <a:pt x="112" y="650"/>
                  </a:lnTo>
                  <a:lnTo>
                    <a:pt x="112" y="648"/>
                  </a:lnTo>
                  <a:lnTo>
                    <a:pt x="113" y="641"/>
                  </a:lnTo>
                  <a:lnTo>
                    <a:pt x="113" y="641"/>
                  </a:lnTo>
                  <a:lnTo>
                    <a:pt x="112" y="637"/>
                  </a:lnTo>
                  <a:lnTo>
                    <a:pt x="110" y="632"/>
                  </a:lnTo>
                  <a:lnTo>
                    <a:pt x="110" y="632"/>
                  </a:lnTo>
                  <a:lnTo>
                    <a:pt x="108" y="628"/>
                  </a:lnTo>
                  <a:lnTo>
                    <a:pt x="110" y="626"/>
                  </a:lnTo>
                  <a:lnTo>
                    <a:pt x="110" y="626"/>
                  </a:lnTo>
                  <a:lnTo>
                    <a:pt x="112" y="624"/>
                  </a:lnTo>
                  <a:lnTo>
                    <a:pt x="113" y="623"/>
                  </a:lnTo>
                  <a:lnTo>
                    <a:pt x="113" y="621"/>
                  </a:lnTo>
                  <a:lnTo>
                    <a:pt x="115" y="619"/>
                  </a:lnTo>
                  <a:lnTo>
                    <a:pt x="115" y="619"/>
                  </a:lnTo>
                  <a:lnTo>
                    <a:pt x="117" y="617"/>
                  </a:lnTo>
                  <a:lnTo>
                    <a:pt x="117" y="615"/>
                  </a:lnTo>
                  <a:lnTo>
                    <a:pt x="115" y="612"/>
                  </a:lnTo>
                  <a:lnTo>
                    <a:pt x="115" y="612"/>
                  </a:lnTo>
                  <a:lnTo>
                    <a:pt x="113" y="610"/>
                  </a:lnTo>
                  <a:lnTo>
                    <a:pt x="113" y="606"/>
                  </a:lnTo>
                  <a:lnTo>
                    <a:pt x="115" y="603"/>
                  </a:lnTo>
                  <a:lnTo>
                    <a:pt x="115" y="603"/>
                  </a:lnTo>
                  <a:lnTo>
                    <a:pt x="115" y="592"/>
                  </a:lnTo>
                  <a:lnTo>
                    <a:pt x="115" y="592"/>
                  </a:lnTo>
                  <a:lnTo>
                    <a:pt x="117" y="592"/>
                  </a:lnTo>
                  <a:lnTo>
                    <a:pt x="121" y="590"/>
                  </a:lnTo>
                  <a:lnTo>
                    <a:pt x="121" y="590"/>
                  </a:lnTo>
                  <a:lnTo>
                    <a:pt x="123" y="588"/>
                  </a:lnTo>
                  <a:lnTo>
                    <a:pt x="123" y="586"/>
                  </a:lnTo>
                  <a:lnTo>
                    <a:pt x="123" y="579"/>
                  </a:lnTo>
                  <a:lnTo>
                    <a:pt x="123" y="579"/>
                  </a:lnTo>
                  <a:lnTo>
                    <a:pt x="121" y="573"/>
                  </a:lnTo>
                  <a:lnTo>
                    <a:pt x="119" y="572"/>
                  </a:lnTo>
                  <a:lnTo>
                    <a:pt x="119" y="572"/>
                  </a:lnTo>
                  <a:lnTo>
                    <a:pt x="117" y="572"/>
                  </a:lnTo>
                  <a:lnTo>
                    <a:pt x="115" y="570"/>
                  </a:lnTo>
                  <a:lnTo>
                    <a:pt x="117" y="563"/>
                  </a:lnTo>
                  <a:lnTo>
                    <a:pt x="117" y="563"/>
                  </a:lnTo>
                  <a:lnTo>
                    <a:pt x="119" y="561"/>
                  </a:lnTo>
                  <a:lnTo>
                    <a:pt x="119" y="557"/>
                  </a:lnTo>
                  <a:lnTo>
                    <a:pt x="119" y="550"/>
                  </a:lnTo>
                  <a:lnTo>
                    <a:pt x="119" y="550"/>
                  </a:lnTo>
                  <a:lnTo>
                    <a:pt x="117" y="542"/>
                  </a:lnTo>
                  <a:lnTo>
                    <a:pt x="119" y="535"/>
                  </a:lnTo>
                  <a:lnTo>
                    <a:pt x="119" y="535"/>
                  </a:lnTo>
                  <a:lnTo>
                    <a:pt x="119" y="532"/>
                  </a:lnTo>
                  <a:lnTo>
                    <a:pt x="117" y="524"/>
                  </a:lnTo>
                  <a:lnTo>
                    <a:pt x="117" y="524"/>
                  </a:lnTo>
                  <a:lnTo>
                    <a:pt x="117" y="522"/>
                  </a:lnTo>
                  <a:lnTo>
                    <a:pt x="121" y="519"/>
                  </a:lnTo>
                  <a:lnTo>
                    <a:pt x="124" y="517"/>
                  </a:lnTo>
                  <a:lnTo>
                    <a:pt x="124" y="513"/>
                  </a:lnTo>
                  <a:lnTo>
                    <a:pt x="124" y="513"/>
                  </a:lnTo>
                  <a:lnTo>
                    <a:pt x="126" y="510"/>
                  </a:lnTo>
                  <a:lnTo>
                    <a:pt x="130" y="506"/>
                  </a:lnTo>
                  <a:lnTo>
                    <a:pt x="132" y="502"/>
                  </a:lnTo>
                  <a:lnTo>
                    <a:pt x="133" y="499"/>
                  </a:lnTo>
                  <a:lnTo>
                    <a:pt x="133" y="499"/>
                  </a:lnTo>
                  <a:lnTo>
                    <a:pt x="135" y="497"/>
                  </a:lnTo>
                  <a:lnTo>
                    <a:pt x="137" y="493"/>
                  </a:lnTo>
                  <a:lnTo>
                    <a:pt x="146" y="490"/>
                  </a:lnTo>
                  <a:lnTo>
                    <a:pt x="146" y="490"/>
                  </a:lnTo>
                  <a:lnTo>
                    <a:pt x="148" y="490"/>
                  </a:lnTo>
                  <a:lnTo>
                    <a:pt x="152" y="491"/>
                  </a:lnTo>
                  <a:lnTo>
                    <a:pt x="157" y="497"/>
                  </a:lnTo>
                  <a:lnTo>
                    <a:pt x="157" y="497"/>
                  </a:lnTo>
                  <a:lnTo>
                    <a:pt x="159" y="497"/>
                  </a:lnTo>
                  <a:lnTo>
                    <a:pt x="161" y="495"/>
                  </a:lnTo>
                  <a:lnTo>
                    <a:pt x="163" y="488"/>
                  </a:lnTo>
                  <a:lnTo>
                    <a:pt x="163" y="488"/>
                  </a:lnTo>
                  <a:lnTo>
                    <a:pt x="163" y="482"/>
                  </a:lnTo>
                  <a:lnTo>
                    <a:pt x="163" y="479"/>
                  </a:lnTo>
                  <a:lnTo>
                    <a:pt x="161" y="471"/>
                  </a:lnTo>
                  <a:lnTo>
                    <a:pt x="161" y="471"/>
                  </a:lnTo>
                  <a:lnTo>
                    <a:pt x="163" y="468"/>
                  </a:lnTo>
                  <a:lnTo>
                    <a:pt x="164" y="466"/>
                  </a:lnTo>
                  <a:lnTo>
                    <a:pt x="172" y="462"/>
                  </a:lnTo>
                  <a:lnTo>
                    <a:pt x="172" y="462"/>
                  </a:lnTo>
                  <a:lnTo>
                    <a:pt x="174" y="459"/>
                  </a:lnTo>
                  <a:lnTo>
                    <a:pt x="177" y="453"/>
                  </a:lnTo>
                  <a:lnTo>
                    <a:pt x="179" y="442"/>
                  </a:lnTo>
                  <a:lnTo>
                    <a:pt x="179" y="442"/>
                  </a:lnTo>
                  <a:lnTo>
                    <a:pt x="181" y="435"/>
                  </a:lnTo>
                  <a:lnTo>
                    <a:pt x="181" y="431"/>
                  </a:lnTo>
                  <a:lnTo>
                    <a:pt x="185" y="431"/>
                  </a:lnTo>
                  <a:lnTo>
                    <a:pt x="185" y="431"/>
                  </a:lnTo>
                  <a:lnTo>
                    <a:pt x="188" y="431"/>
                  </a:lnTo>
                  <a:lnTo>
                    <a:pt x="190" y="430"/>
                  </a:lnTo>
                  <a:lnTo>
                    <a:pt x="190" y="428"/>
                  </a:lnTo>
                  <a:lnTo>
                    <a:pt x="190" y="428"/>
                  </a:lnTo>
                  <a:lnTo>
                    <a:pt x="192" y="426"/>
                  </a:lnTo>
                  <a:lnTo>
                    <a:pt x="194" y="424"/>
                  </a:lnTo>
                  <a:lnTo>
                    <a:pt x="197" y="420"/>
                  </a:lnTo>
                  <a:lnTo>
                    <a:pt x="197" y="420"/>
                  </a:lnTo>
                  <a:lnTo>
                    <a:pt x="201" y="417"/>
                  </a:lnTo>
                  <a:lnTo>
                    <a:pt x="203" y="413"/>
                  </a:lnTo>
                  <a:lnTo>
                    <a:pt x="203" y="413"/>
                  </a:lnTo>
                  <a:lnTo>
                    <a:pt x="205" y="406"/>
                  </a:lnTo>
                  <a:lnTo>
                    <a:pt x="206" y="400"/>
                  </a:lnTo>
                  <a:lnTo>
                    <a:pt x="206" y="400"/>
                  </a:lnTo>
                  <a:lnTo>
                    <a:pt x="210" y="395"/>
                  </a:lnTo>
                  <a:lnTo>
                    <a:pt x="212" y="393"/>
                  </a:lnTo>
                  <a:lnTo>
                    <a:pt x="212" y="393"/>
                  </a:lnTo>
                  <a:lnTo>
                    <a:pt x="219" y="400"/>
                  </a:lnTo>
                  <a:lnTo>
                    <a:pt x="225" y="404"/>
                  </a:lnTo>
                  <a:lnTo>
                    <a:pt x="225" y="404"/>
                  </a:lnTo>
                  <a:lnTo>
                    <a:pt x="225" y="402"/>
                  </a:lnTo>
                  <a:lnTo>
                    <a:pt x="225" y="402"/>
                  </a:lnTo>
                  <a:lnTo>
                    <a:pt x="223" y="400"/>
                  </a:lnTo>
                  <a:lnTo>
                    <a:pt x="225" y="399"/>
                  </a:lnTo>
                  <a:lnTo>
                    <a:pt x="225" y="397"/>
                  </a:lnTo>
                  <a:lnTo>
                    <a:pt x="225" y="393"/>
                  </a:lnTo>
                  <a:lnTo>
                    <a:pt x="225" y="393"/>
                  </a:lnTo>
                  <a:lnTo>
                    <a:pt x="225" y="391"/>
                  </a:lnTo>
                  <a:lnTo>
                    <a:pt x="226" y="391"/>
                  </a:lnTo>
                  <a:lnTo>
                    <a:pt x="230" y="389"/>
                  </a:lnTo>
                  <a:lnTo>
                    <a:pt x="230" y="389"/>
                  </a:lnTo>
                  <a:lnTo>
                    <a:pt x="236" y="389"/>
                  </a:lnTo>
                  <a:lnTo>
                    <a:pt x="241" y="391"/>
                  </a:lnTo>
                  <a:lnTo>
                    <a:pt x="241" y="391"/>
                  </a:lnTo>
                  <a:lnTo>
                    <a:pt x="243" y="391"/>
                  </a:lnTo>
                  <a:lnTo>
                    <a:pt x="245" y="388"/>
                  </a:lnTo>
                  <a:lnTo>
                    <a:pt x="246" y="384"/>
                  </a:lnTo>
                  <a:lnTo>
                    <a:pt x="248" y="375"/>
                  </a:lnTo>
                  <a:lnTo>
                    <a:pt x="246" y="368"/>
                  </a:lnTo>
                  <a:lnTo>
                    <a:pt x="254" y="369"/>
                  </a:lnTo>
                  <a:lnTo>
                    <a:pt x="261" y="364"/>
                  </a:lnTo>
                  <a:lnTo>
                    <a:pt x="261" y="360"/>
                  </a:lnTo>
                  <a:lnTo>
                    <a:pt x="261" y="360"/>
                  </a:lnTo>
                  <a:lnTo>
                    <a:pt x="263" y="358"/>
                  </a:lnTo>
                  <a:lnTo>
                    <a:pt x="267" y="358"/>
                  </a:lnTo>
                  <a:lnTo>
                    <a:pt x="268" y="358"/>
                  </a:lnTo>
                  <a:lnTo>
                    <a:pt x="287" y="379"/>
                  </a:lnTo>
                  <a:lnTo>
                    <a:pt x="287" y="379"/>
                  </a:lnTo>
                  <a:lnTo>
                    <a:pt x="294" y="377"/>
                  </a:lnTo>
                  <a:lnTo>
                    <a:pt x="299" y="377"/>
                  </a:lnTo>
                  <a:lnTo>
                    <a:pt x="303" y="377"/>
                  </a:lnTo>
                  <a:lnTo>
                    <a:pt x="303" y="377"/>
                  </a:lnTo>
                  <a:lnTo>
                    <a:pt x="307" y="379"/>
                  </a:lnTo>
                  <a:lnTo>
                    <a:pt x="308" y="379"/>
                  </a:lnTo>
                  <a:lnTo>
                    <a:pt x="308" y="377"/>
                  </a:lnTo>
                  <a:lnTo>
                    <a:pt x="310" y="377"/>
                  </a:lnTo>
                  <a:lnTo>
                    <a:pt x="310" y="377"/>
                  </a:lnTo>
                  <a:lnTo>
                    <a:pt x="314" y="377"/>
                  </a:lnTo>
                  <a:lnTo>
                    <a:pt x="316" y="377"/>
                  </a:lnTo>
                  <a:lnTo>
                    <a:pt x="316" y="379"/>
                  </a:lnTo>
                  <a:lnTo>
                    <a:pt x="325" y="386"/>
                  </a:lnTo>
                  <a:lnTo>
                    <a:pt x="325" y="386"/>
                  </a:lnTo>
                  <a:lnTo>
                    <a:pt x="325" y="382"/>
                  </a:lnTo>
                  <a:lnTo>
                    <a:pt x="327" y="380"/>
                  </a:lnTo>
                  <a:lnTo>
                    <a:pt x="328" y="379"/>
                  </a:lnTo>
                  <a:lnTo>
                    <a:pt x="328" y="379"/>
                  </a:lnTo>
                  <a:lnTo>
                    <a:pt x="334" y="375"/>
                  </a:lnTo>
                  <a:lnTo>
                    <a:pt x="336" y="368"/>
                  </a:lnTo>
                  <a:lnTo>
                    <a:pt x="336" y="368"/>
                  </a:lnTo>
                  <a:lnTo>
                    <a:pt x="336" y="366"/>
                  </a:lnTo>
                  <a:lnTo>
                    <a:pt x="336" y="362"/>
                  </a:lnTo>
                  <a:lnTo>
                    <a:pt x="334" y="358"/>
                  </a:lnTo>
                  <a:lnTo>
                    <a:pt x="334" y="358"/>
                  </a:lnTo>
                  <a:lnTo>
                    <a:pt x="336" y="357"/>
                  </a:lnTo>
                  <a:lnTo>
                    <a:pt x="338" y="353"/>
                  </a:lnTo>
                  <a:lnTo>
                    <a:pt x="338" y="353"/>
                  </a:lnTo>
                  <a:lnTo>
                    <a:pt x="339" y="349"/>
                  </a:lnTo>
                  <a:lnTo>
                    <a:pt x="345" y="348"/>
                  </a:lnTo>
                  <a:lnTo>
                    <a:pt x="345" y="348"/>
                  </a:lnTo>
                  <a:lnTo>
                    <a:pt x="347" y="346"/>
                  </a:lnTo>
                  <a:lnTo>
                    <a:pt x="349" y="344"/>
                  </a:lnTo>
                  <a:lnTo>
                    <a:pt x="350" y="340"/>
                  </a:lnTo>
                  <a:lnTo>
                    <a:pt x="350" y="340"/>
                  </a:lnTo>
                  <a:lnTo>
                    <a:pt x="361" y="342"/>
                  </a:lnTo>
                  <a:lnTo>
                    <a:pt x="361" y="342"/>
                  </a:lnTo>
                  <a:lnTo>
                    <a:pt x="363" y="342"/>
                  </a:lnTo>
                  <a:lnTo>
                    <a:pt x="369" y="338"/>
                  </a:lnTo>
                  <a:lnTo>
                    <a:pt x="372" y="335"/>
                  </a:lnTo>
                  <a:lnTo>
                    <a:pt x="372" y="335"/>
                  </a:lnTo>
                  <a:lnTo>
                    <a:pt x="376" y="342"/>
                  </a:lnTo>
                  <a:lnTo>
                    <a:pt x="378" y="346"/>
                  </a:lnTo>
                  <a:lnTo>
                    <a:pt x="381" y="349"/>
                  </a:lnTo>
                  <a:lnTo>
                    <a:pt x="381" y="349"/>
                  </a:lnTo>
                  <a:lnTo>
                    <a:pt x="392" y="357"/>
                  </a:lnTo>
                  <a:lnTo>
                    <a:pt x="392" y="357"/>
                  </a:lnTo>
                  <a:lnTo>
                    <a:pt x="396" y="358"/>
                  </a:lnTo>
                  <a:lnTo>
                    <a:pt x="398" y="358"/>
                  </a:lnTo>
                  <a:lnTo>
                    <a:pt x="400" y="358"/>
                  </a:lnTo>
                  <a:lnTo>
                    <a:pt x="400" y="362"/>
                  </a:lnTo>
                  <a:lnTo>
                    <a:pt x="400" y="362"/>
                  </a:lnTo>
                  <a:lnTo>
                    <a:pt x="400" y="364"/>
                  </a:lnTo>
                  <a:lnTo>
                    <a:pt x="401" y="366"/>
                  </a:lnTo>
                  <a:lnTo>
                    <a:pt x="403" y="364"/>
                  </a:lnTo>
                  <a:lnTo>
                    <a:pt x="403" y="364"/>
                  </a:lnTo>
                  <a:lnTo>
                    <a:pt x="405" y="358"/>
                  </a:lnTo>
                  <a:lnTo>
                    <a:pt x="405" y="351"/>
                  </a:lnTo>
                  <a:lnTo>
                    <a:pt x="405" y="351"/>
                  </a:lnTo>
                  <a:lnTo>
                    <a:pt x="405" y="349"/>
                  </a:lnTo>
                  <a:lnTo>
                    <a:pt x="405" y="348"/>
                  </a:lnTo>
                  <a:lnTo>
                    <a:pt x="405" y="348"/>
                  </a:lnTo>
                  <a:lnTo>
                    <a:pt x="409" y="348"/>
                  </a:lnTo>
                  <a:lnTo>
                    <a:pt x="410" y="346"/>
                  </a:lnTo>
                  <a:lnTo>
                    <a:pt x="412" y="344"/>
                  </a:lnTo>
                  <a:lnTo>
                    <a:pt x="412" y="344"/>
                  </a:lnTo>
                  <a:lnTo>
                    <a:pt x="416" y="340"/>
                  </a:lnTo>
                  <a:lnTo>
                    <a:pt x="418" y="337"/>
                  </a:lnTo>
                  <a:lnTo>
                    <a:pt x="418" y="337"/>
                  </a:lnTo>
                  <a:lnTo>
                    <a:pt x="410" y="337"/>
                  </a:lnTo>
                  <a:lnTo>
                    <a:pt x="409" y="342"/>
                  </a:lnTo>
                  <a:lnTo>
                    <a:pt x="409" y="342"/>
                  </a:lnTo>
                  <a:lnTo>
                    <a:pt x="403" y="342"/>
                  </a:lnTo>
                  <a:lnTo>
                    <a:pt x="396" y="344"/>
                  </a:lnTo>
                  <a:lnTo>
                    <a:pt x="396" y="344"/>
                  </a:lnTo>
                  <a:lnTo>
                    <a:pt x="394" y="338"/>
                  </a:lnTo>
                  <a:lnTo>
                    <a:pt x="394" y="335"/>
                  </a:lnTo>
                  <a:lnTo>
                    <a:pt x="392" y="333"/>
                  </a:lnTo>
                  <a:lnTo>
                    <a:pt x="392" y="333"/>
                  </a:lnTo>
                  <a:lnTo>
                    <a:pt x="398" y="333"/>
                  </a:lnTo>
                  <a:lnTo>
                    <a:pt x="403" y="333"/>
                  </a:lnTo>
                  <a:lnTo>
                    <a:pt x="403" y="333"/>
                  </a:lnTo>
                  <a:lnTo>
                    <a:pt x="407" y="329"/>
                  </a:lnTo>
                  <a:lnTo>
                    <a:pt x="409" y="326"/>
                  </a:lnTo>
                  <a:lnTo>
                    <a:pt x="409" y="326"/>
                  </a:lnTo>
                  <a:lnTo>
                    <a:pt x="412" y="326"/>
                  </a:lnTo>
                  <a:lnTo>
                    <a:pt x="414" y="328"/>
                  </a:lnTo>
                  <a:lnTo>
                    <a:pt x="416" y="329"/>
                  </a:lnTo>
                  <a:lnTo>
                    <a:pt x="418" y="329"/>
                  </a:lnTo>
                  <a:lnTo>
                    <a:pt x="418" y="329"/>
                  </a:lnTo>
                  <a:lnTo>
                    <a:pt x="416" y="324"/>
                  </a:lnTo>
                  <a:lnTo>
                    <a:pt x="414" y="317"/>
                  </a:lnTo>
                  <a:lnTo>
                    <a:pt x="414" y="317"/>
                  </a:lnTo>
                  <a:lnTo>
                    <a:pt x="410" y="317"/>
                  </a:lnTo>
                  <a:lnTo>
                    <a:pt x="410" y="317"/>
                  </a:lnTo>
                  <a:lnTo>
                    <a:pt x="410" y="318"/>
                  </a:lnTo>
                  <a:lnTo>
                    <a:pt x="410" y="318"/>
                  </a:lnTo>
                  <a:lnTo>
                    <a:pt x="403" y="318"/>
                  </a:lnTo>
                  <a:lnTo>
                    <a:pt x="403" y="318"/>
                  </a:lnTo>
                  <a:lnTo>
                    <a:pt x="407" y="315"/>
                  </a:lnTo>
                  <a:lnTo>
                    <a:pt x="407" y="315"/>
                  </a:lnTo>
                  <a:lnTo>
                    <a:pt x="407" y="311"/>
                  </a:lnTo>
                  <a:lnTo>
                    <a:pt x="405" y="313"/>
                  </a:lnTo>
                  <a:lnTo>
                    <a:pt x="401" y="315"/>
                  </a:lnTo>
                  <a:lnTo>
                    <a:pt x="400" y="317"/>
                  </a:lnTo>
                  <a:lnTo>
                    <a:pt x="400" y="311"/>
                  </a:lnTo>
                  <a:lnTo>
                    <a:pt x="394" y="311"/>
                  </a:lnTo>
                  <a:lnTo>
                    <a:pt x="394" y="311"/>
                  </a:lnTo>
                  <a:lnTo>
                    <a:pt x="394" y="309"/>
                  </a:lnTo>
                  <a:lnTo>
                    <a:pt x="396" y="307"/>
                  </a:lnTo>
                  <a:lnTo>
                    <a:pt x="396" y="307"/>
                  </a:lnTo>
                  <a:lnTo>
                    <a:pt x="394" y="307"/>
                  </a:lnTo>
                  <a:lnTo>
                    <a:pt x="394" y="306"/>
                  </a:lnTo>
                  <a:lnTo>
                    <a:pt x="392" y="304"/>
                  </a:lnTo>
                  <a:lnTo>
                    <a:pt x="389" y="304"/>
                  </a:lnTo>
                  <a:lnTo>
                    <a:pt x="389" y="304"/>
                  </a:lnTo>
                  <a:lnTo>
                    <a:pt x="389" y="306"/>
                  </a:lnTo>
                  <a:lnTo>
                    <a:pt x="387" y="307"/>
                  </a:lnTo>
                  <a:lnTo>
                    <a:pt x="387" y="311"/>
                  </a:lnTo>
                  <a:lnTo>
                    <a:pt x="387" y="311"/>
                  </a:lnTo>
                  <a:lnTo>
                    <a:pt x="376" y="315"/>
                  </a:lnTo>
                  <a:lnTo>
                    <a:pt x="376" y="315"/>
                  </a:lnTo>
                  <a:lnTo>
                    <a:pt x="376" y="304"/>
                  </a:lnTo>
                  <a:lnTo>
                    <a:pt x="376" y="304"/>
                  </a:lnTo>
                  <a:lnTo>
                    <a:pt x="381" y="304"/>
                  </a:lnTo>
                  <a:lnTo>
                    <a:pt x="383" y="302"/>
                  </a:lnTo>
                  <a:lnTo>
                    <a:pt x="381" y="300"/>
                  </a:lnTo>
                  <a:lnTo>
                    <a:pt x="379" y="300"/>
                  </a:lnTo>
                  <a:lnTo>
                    <a:pt x="379" y="300"/>
                  </a:lnTo>
                  <a:lnTo>
                    <a:pt x="378" y="298"/>
                  </a:lnTo>
                  <a:lnTo>
                    <a:pt x="369" y="295"/>
                  </a:lnTo>
                  <a:lnTo>
                    <a:pt x="367" y="302"/>
                  </a:lnTo>
                  <a:lnTo>
                    <a:pt x="367" y="302"/>
                  </a:lnTo>
                  <a:lnTo>
                    <a:pt x="361" y="304"/>
                  </a:lnTo>
                  <a:lnTo>
                    <a:pt x="365" y="311"/>
                  </a:lnTo>
                  <a:lnTo>
                    <a:pt x="365" y="311"/>
                  </a:lnTo>
                  <a:lnTo>
                    <a:pt x="354" y="318"/>
                  </a:lnTo>
                  <a:lnTo>
                    <a:pt x="354" y="322"/>
                  </a:lnTo>
                  <a:lnTo>
                    <a:pt x="354" y="322"/>
                  </a:lnTo>
                  <a:lnTo>
                    <a:pt x="352" y="320"/>
                  </a:lnTo>
                  <a:lnTo>
                    <a:pt x="352" y="318"/>
                  </a:lnTo>
                  <a:lnTo>
                    <a:pt x="352" y="311"/>
                  </a:lnTo>
                  <a:lnTo>
                    <a:pt x="352" y="311"/>
                  </a:lnTo>
                  <a:lnTo>
                    <a:pt x="354" y="311"/>
                  </a:lnTo>
                  <a:lnTo>
                    <a:pt x="354" y="309"/>
                  </a:lnTo>
                  <a:lnTo>
                    <a:pt x="352" y="304"/>
                  </a:lnTo>
                  <a:lnTo>
                    <a:pt x="352" y="304"/>
                  </a:lnTo>
                  <a:lnTo>
                    <a:pt x="349" y="307"/>
                  </a:lnTo>
                  <a:lnTo>
                    <a:pt x="347" y="311"/>
                  </a:lnTo>
                  <a:lnTo>
                    <a:pt x="347" y="311"/>
                  </a:lnTo>
                  <a:lnTo>
                    <a:pt x="347" y="311"/>
                  </a:lnTo>
                  <a:lnTo>
                    <a:pt x="347" y="311"/>
                  </a:lnTo>
                  <a:lnTo>
                    <a:pt x="341" y="318"/>
                  </a:lnTo>
                  <a:lnTo>
                    <a:pt x="338" y="320"/>
                  </a:lnTo>
                  <a:lnTo>
                    <a:pt x="336" y="324"/>
                  </a:lnTo>
                  <a:lnTo>
                    <a:pt x="336" y="324"/>
                  </a:lnTo>
                  <a:lnTo>
                    <a:pt x="336" y="328"/>
                  </a:lnTo>
                  <a:lnTo>
                    <a:pt x="336" y="331"/>
                  </a:lnTo>
                  <a:lnTo>
                    <a:pt x="336" y="331"/>
                  </a:lnTo>
                  <a:lnTo>
                    <a:pt x="332" y="333"/>
                  </a:lnTo>
                  <a:lnTo>
                    <a:pt x="328" y="337"/>
                  </a:lnTo>
                  <a:lnTo>
                    <a:pt x="328" y="337"/>
                  </a:lnTo>
                  <a:lnTo>
                    <a:pt x="328" y="328"/>
                  </a:lnTo>
                  <a:lnTo>
                    <a:pt x="330" y="318"/>
                  </a:lnTo>
                  <a:lnTo>
                    <a:pt x="330" y="318"/>
                  </a:lnTo>
                  <a:lnTo>
                    <a:pt x="334" y="318"/>
                  </a:lnTo>
                  <a:lnTo>
                    <a:pt x="338" y="317"/>
                  </a:lnTo>
                  <a:lnTo>
                    <a:pt x="332" y="304"/>
                  </a:lnTo>
                  <a:lnTo>
                    <a:pt x="332" y="304"/>
                  </a:lnTo>
                  <a:lnTo>
                    <a:pt x="330" y="306"/>
                  </a:lnTo>
                  <a:lnTo>
                    <a:pt x="328" y="307"/>
                  </a:lnTo>
                  <a:lnTo>
                    <a:pt x="330" y="309"/>
                  </a:lnTo>
                  <a:lnTo>
                    <a:pt x="330" y="309"/>
                  </a:lnTo>
                  <a:lnTo>
                    <a:pt x="327" y="307"/>
                  </a:lnTo>
                  <a:lnTo>
                    <a:pt x="325" y="304"/>
                  </a:lnTo>
                  <a:lnTo>
                    <a:pt x="325" y="304"/>
                  </a:lnTo>
                  <a:lnTo>
                    <a:pt x="323" y="306"/>
                  </a:lnTo>
                  <a:lnTo>
                    <a:pt x="321" y="304"/>
                  </a:lnTo>
                  <a:lnTo>
                    <a:pt x="318" y="302"/>
                  </a:lnTo>
                  <a:lnTo>
                    <a:pt x="318" y="302"/>
                  </a:lnTo>
                  <a:lnTo>
                    <a:pt x="319" y="309"/>
                  </a:lnTo>
                  <a:lnTo>
                    <a:pt x="318" y="317"/>
                  </a:lnTo>
                  <a:lnTo>
                    <a:pt x="318" y="317"/>
                  </a:lnTo>
                  <a:lnTo>
                    <a:pt x="314" y="315"/>
                  </a:lnTo>
                  <a:lnTo>
                    <a:pt x="314" y="315"/>
                  </a:lnTo>
                  <a:lnTo>
                    <a:pt x="314" y="311"/>
                  </a:lnTo>
                  <a:lnTo>
                    <a:pt x="312" y="311"/>
                  </a:lnTo>
                  <a:lnTo>
                    <a:pt x="308" y="309"/>
                  </a:lnTo>
                  <a:lnTo>
                    <a:pt x="308" y="309"/>
                  </a:lnTo>
                  <a:lnTo>
                    <a:pt x="308" y="313"/>
                  </a:lnTo>
                  <a:lnTo>
                    <a:pt x="308" y="317"/>
                  </a:lnTo>
                  <a:lnTo>
                    <a:pt x="294" y="329"/>
                  </a:lnTo>
                  <a:lnTo>
                    <a:pt x="294" y="329"/>
                  </a:lnTo>
                  <a:lnTo>
                    <a:pt x="281" y="320"/>
                  </a:lnTo>
                  <a:lnTo>
                    <a:pt x="274" y="318"/>
                  </a:lnTo>
                  <a:lnTo>
                    <a:pt x="268" y="317"/>
                  </a:lnTo>
                  <a:lnTo>
                    <a:pt x="268" y="317"/>
                  </a:lnTo>
                  <a:lnTo>
                    <a:pt x="265" y="324"/>
                  </a:lnTo>
                  <a:lnTo>
                    <a:pt x="265" y="324"/>
                  </a:lnTo>
                  <a:lnTo>
                    <a:pt x="272" y="324"/>
                  </a:lnTo>
                  <a:lnTo>
                    <a:pt x="272" y="324"/>
                  </a:lnTo>
                  <a:lnTo>
                    <a:pt x="272" y="329"/>
                  </a:lnTo>
                  <a:lnTo>
                    <a:pt x="274" y="333"/>
                  </a:lnTo>
                  <a:lnTo>
                    <a:pt x="274" y="333"/>
                  </a:lnTo>
                  <a:lnTo>
                    <a:pt x="261" y="329"/>
                  </a:lnTo>
                  <a:lnTo>
                    <a:pt x="265" y="338"/>
                  </a:lnTo>
                  <a:lnTo>
                    <a:pt x="265" y="338"/>
                  </a:lnTo>
                  <a:lnTo>
                    <a:pt x="257" y="338"/>
                  </a:lnTo>
                  <a:lnTo>
                    <a:pt x="257" y="338"/>
                  </a:lnTo>
                  <a:lnTo>
                    <a:pt x="257" y="333"/>
                  </a:lnTo>
                  <a:lnTo>
                    <a:pt x="257" y="331"/>
                  </a:lnTo>
                  <a:lnTo>
                    <a:pt x="257" y="329"/>
                  </a:lnTo>
                  <a:lnTo>
                    <a:pt x="257" y="329"/>
                  </a:lnTo>
                  <a:lnTo>
                    <a:pt x="252" y="340"/>
                  </a:lnTo>
                  <a:lnTo>
                    <a:pt x="250" y="340"/>
                  </a:lnTo>
                  <a:lnTo>
                    <a:pt x="250" y="338"/>
                  </a:lnTo>
                  <a:lnTo>
                    <a:pt x="246" y="329"/>
                  </a:lnTo>
                  <a:lnTo>
                    <a:pt x="246" y="329"/>
                  </a:lnTo>
                  <a:lnTo>
                    <a:pt x="246" y="331"/>
                  </a:lnTo>
                  <a:lnTo>
                    <a:pt x="246" y="333"/>
                  </a:lnTo>
                  <a:lnTo>
                    <a:pt x="246" y="337"/>
                  </a:lnTo>
                  <a:lnTo>
                    <a:pt x="245" y="338"/>
                  </a:lnTo>
                  <a:lnTo>
                    <a:pt x="245" y="338"/>
                  </a:lnTo>
                  <a:lnTo>
                    <a:pt x="239" y="342"/>
                  </a:lnTo>
                  <a:lnTo>
                    <a:pt x="236" y="344"/>
                  </a:lnTo>
                  <a:lnTo>
                    <a:pt x="236" y="344"/>
                  </a:lnTo>
                  <a:lnTo>
                    <a:pt x="234" y="342"/>
                  </a:lnTo>
                  <a:lnTo>
                    <a:pt x="234" y="340"/>
                  </a:lnTo>
                  <a:lnTo>
                    <a:pt x="234" y="338"/>
                  </a:lnTo>
                  <a:lnTo>
                    <a:pt x="230" y="337"/>
                  </a:lnTo>
                  <a:lnTo>
                    <a:pt x="230" y="337"/>
                  </a:lnTo>
                  <a:lnTo>
                    <a:pt x="228" y="346"/>
                  </a:lnTo>
                  <a:lnTo>
                    <a:pt x="228" y="346"/>
                  </a:lnTo>
                  <a:lnTo>
                    <a:pt x="232" y="346"/>
                  </a:lnTo>
                  <a:lnTo>
                    <a:pt x="232" y="348"/>
                  </a:lnTo>
                  <a:lnTo>
                    <a:pt x="230" y="349"/>
                  </a:lnTo>
                  <a:lnTo>
                    <a:pt x="230" y="349"/>
                  </a:lnTo>
                  <a:lnTo>
                    <a:pt x="225" y="349"/>
                  </a:lnTo>
                  <a:lnTo>
                    <a:pt x="223" y="351"/>
                  </a:lnTo>
                  <a:lnTo>
                    <a:pt x="225" y="351"/>
                  </a:lnTo>
                  <a:lnTo>
                    <a:pt x="225" y="357"/>
                  </a:lnTo>
                  <a:lnTo>
                    <a:pt x="225" y="357"/>
                  </a:lnTo>
                  <a:lnTo>
                    <a:pt x="223" y="357"/>
                  </a:lnTo>
                  <a:lnTo>
                    <a:pt x="221" y="355"/>
                  </a:lnTo>
                  <a:lnTo>
                    <a:pt x="219" y="353"/>
                  </a:lnTo>
                  <a:lnTo>
                    <a:pt x="215" y="353"/>
                  </a:lnTo>
                  <a:lnTo>
                    <a:pt x="215" y="360"/>
                  </a:lnTo>
                  <a:lnTo>
                    <a:pt x="215" y="360"/>
                  </a:lnTo>
                  <a:lnTo>
                    <a:pt x="212" y="360"/>
                  </a:lnTo>
                  <a:lnTo>
                    <a:pt x="212" y="357"/>
                  </a:lnTo>
                  <a:lnTo>
                    <a:pt x="212" y="351"/>
                  </a:lnTo>
                  <a:lnTo>
                    <a:pt x="214" y="348"/>
                  </a:lnTo>
                  <a:lnTo>
                    <a:pt x="212" y="346"/>
                  </a:lnTo>
                  <a:lnTo>
                    <a:pt x="210" y="344"/>
                  </a:lnTo>
                  <a:lnTo>
                    <a:pt x="206" y="346"/>
                  </a:lnTo>
                  <a:lnTo>
                    <a:pt x="206" y="346"/>
                  </a:lnTo>
                  <a:lnTo>
                    <a:pt x="199" y="351"/>
                  </a:lnTo>
                  <a:lnTo>
                    <a:pt x="199" y="351"/>
                  </a:lnTo>
                  <a:lnTo>
                    <a:pt x="199" y="360"/>
                  </a:lnTo>
                  <a:lnTo>
                    <a:pt x="199" y="364"/>
                  </a:lnTo>
                  <a:lnTo>
                    <a:pt x="203" y="362"/>
                  </a:lnTo>
                  <a:lnTo>
                    <a:pt x="210" y="360"/>
                  </a:lnTo>
                  <a:lnTo>
                    <a:pt x="210" y="360"/>
                  </a:lnTo>
                  <a:lnTo>
                    <a:pt x="208" y="371"/>
                  </a:lnTo>
                  <a:lnTo>
                    <a:pt x="206" y="379"/>
                  </a:lnTo>
                  <a:lnTo>
                    <a:pt x="201" y="382"/>
                  </a:lnTo>
                  <a:lnTo>
                    <a:pt x="190" y="388"/>
                  </a:lnTo>
                  <a:lnTo>
                    <a:pt x="190" y="388"/>
                  </a:lnTo>
                  <a:lnTo>
                    <a:pt x="192" y="391"/>
                  </a:lnTo>
                  <a:lnTo>
                    <a:pt x="195" y="393"/>
                  </a:lnTo>
                  <a:lnTo>
                    <a:pt x="195" y="393"/>
                  </a:lnTo>
                  <a:lnTo>
                    <a:pt x="195" y="402"/>
                  </a:lnTo>
                  <a:lnTo>
                    <a:pt x="195" y="402"/>
                  </a:lnTo>
                  <a:lnTo>
                    <a:pt x="181" y="395"/>
                  </a:lnTo>
                  <a:lnTo>
                    <a:pt x="181" y="395"/>
                  </a:lnTo>
                  <a:lnTo>
                    <a:pt x="185" y="402"/>
                  </a:lnTo>
                  <a:lnTo>
                    <a:pt x="186" y="406"/>
                  </a:lnTo>
                  <a:lnTo>
                    <a:pt x="188" y="409"/>
                  </a:lnTo>
                  <a:lnTo>
                    <a:pt x="190" y="417"/>
                  </a:lnTo>
                  <a:lnTo>
                    <a:pt x="190" y="417"/>
                  </a:lnTo>
                  <a:lnTo>
                    <a:pt x="188" y="417"/>
                  </a:lnTo>
                  <a:lnTo>
                    <a:pt x="185" y="417"/>
                  </a:lnTo>
                  <a:lnTo>
                    <a:pt x="181" y="417"/>
                  </a:lnTo>
                  <a:lnTo>
                    <a:pt x="179" y="417"/>
                  </a:lnTo>
                  <a:lnTo>
                    <a:pt x="179" y="417"/>
                  </a:lnTo>
                  <a:lnTo>
                    <a:pt x="179" y="422"/>
                  </a:lnTo>
                  <a:lnTo>
                    <a:pt x="179" y="426"/>
                  </a:lnTo>
                  <a:lnTo>
                    <a:pt x="179" y="426"/>
                  </a:lnTo>
                  <a:lnTo>
                    <a:pt x="172" y="431"/>
                  </a:lnTo>
                  <a:lnTo>
                    <a:pt x="166" y="433"/>
                  </a:lnTo>
                  <a:lnTo>
                    <a:pt x="164" y="435"/>
                  </a:lnTo>
                  <a:lnTo>
                    <a:pt x="164" y="435"/>
                  </a:lnTo>
                  <a:lnTo>
                    <a:pt x="164" y="431"/>
                  </a:lnTo>
                  <a:lnTo>
                    <a:pt x="164" y="431"/>
                  </a:lnTo>
                  <a:lnTo>
                    <a:pt x="161" y="431"/>
                  </a:lnTo>
                  <a:lnTo>
                    <a:pt x="161" y="431"/>
                  </a:lnTo>
                  <a:lnTo>
                    <a:pt x="159" y="437"/>
                  </a:lnTo>
                  <a:lnTo>
                    <a:pt x="157" y="442"/>
                  </a:lnTo>
                  <a:lnTo>
                    <a:pt x="157" y="442"/>
                  </a:lnTo>
                  <a:lnTo>
                    <a:pt x="154" y="440"/>
                  </a:lnTo>
                  <a:lnTo>
                    <a:pt x="150" y="442"/>
                  </a:lnTo>
                  <a:lnTo>
                    <a:pt x="150" y="446"/>
                  </a:lnTo>
                  <a:lnTo>
                    <a:pt x="154" y="446"/>
                  </a:lnTo>
                  <a:lnTo>
                    <a:pt x="154" y="446"/>
                  </a:lnTo>
                  <a:lnTo>
                    <a:pt x="150" y="450"/>
                  </a:lnTo>
                  <a:lnTo>
                    <a:pt x="152" y="451"/>
                  </a:lnTo>
                  <a:lnTo>
                    <a:pt x="152" y="455"/>
                  </a:lnTo>
                  <a:lnTo>
                    <a:pt x="152" y="459"/>
                  </a:lnTo>
                  <a:lnTo>
                    <a:pt x="152" y="459"/>
                  </a:lnTo>
                  <a:lnTo>
                    <a:pt x="150" y="461"/>
                  </a:lnTo>
                  <a:lnTo>
                    <a:pt x="148" y="461"/>
                  </a:lnTo>
                  <a:lnTo>
                    <a:pt x="144" y="461"/>
                  </a:lnTo>
                  <a:lnTo>
                    <a:pt x="144" y="461"/>
                  </a:lnTo>
                  <a:lnTo>
                    <a:pt x="137" y="466"/>
                  </a:lnTo>
                  <a:lnTo>
                    <a:pt x="132" y="468"/>
                  </a:lnTo>
                  <a:lnTo>
                    <a:pt x="130" y="473"/>
                  </a:lnTo>
                  <a:lnTo>
                    <a:pt x="128" y="482"/>
                  </a:lnTo>
                  <a:lnTo>
                    <a:pt x="128" y="482"/>
                  </a:lnTo>
                  <a:lnTo>
                    <a:pt x="123" y="481"/>
                  </a:lnTo>
                  <a:lnTo>
                    <a:pt x="117" y="479"/>
                  </a:lnTo>
                  <a:lnTo>
                    <a:pt x="117" y="479"/>
                  </a:lnTo>
                  <a:lnTo>
                    <a:pt x="106" y="495"/>
                  </a:lnTo>
                  <a:lnTo>
                    <a:pt x="106" y="495"/>
                  </a:lnTo>
                  <a:lnTo>
                    <a:pt x="101" y="497"/>
                  </a:lnTo>
                  <a:lnTo>
                    <a:pt x="99" y="497"/>
                  </a:lnTo>
                  <a:lnTo>
                    <a:pt x="97" y="497"/>
                  </a:lnTo>
                  <a:lnTo>
                    <a:pt x="97" y="497"/>
                  </a:lnTo>
                  <a:lnTo>
                    <a:pt x="95" y="504"/>
                  </a:lnTo>
                  <a:lnTo>
                    <a:pt x="93" y="510"/>
                  </a:lnTo>
                  <a:lnTo>
                    <a:pt x="93" y="510"/>
                  </a:lnTo>
                  <a:lnTo>
                    <a:pt x="88" y="512"/>
                  </a:lnTo>
                  <a:lnTo>
                    <a:pt x="88" y="513"/>
                  </a:lnTo>
                  <a:lnTo>
                    <a:pt x="92" y="515"/>
                  </a:lnTo>
                  <a:lnTo>
                    <a:pt x="95" y="515"/>
                  </a:lnTo>
                  <a:lnTo>
                    <a:pt x="95" y="515"/>
                  </a:lnTo>
                  <a:lnTo>
                    <a:pt x="99" y="512"/>
                  </a:lnTo>
                  <a:lnTo>
                    <a:pt x="103" y="508"/>
                  </a:lnTo>
                  <a:lnTo>
                    <a:pt x="103" y="508"/>
                  </a:lnTo>
                  <a:lnTo>
                    <a:pt x="108" y="508"/>
                  </a:lnTo>
                  <a:lnTo>
                    <a:pt x="108" y="510"/>
                  </a:lnTo>
                  <a:lnTo>
                    <a:pt x="108" y="512"/>
                  </a:lnTo>
                  <a:lnTo>
                    <a:pt x="108" y="512"/>
                  </a:lnTo>
                  <a:lnTo>
                    <a:pt x="103" y="515"/>
                  </a:lnTo>
                  <a:lnTo>
                    <a:pt x="97" y="517"/>
                  </a:lnTo>
                  <a:lnTo>
                    <a:pt x="97" y="522"/>
                  </a:lnTo>
                  <a:lnTo>
                    <a:pt x="97" y="522"/>
                  </a:lnTo>
                  <a:lnTo>
                    <a:pt x="93" y="521"/>
                  </a:lnTo>
                  <a:lnTo>
                    <a:pt x="90" y="521"/>
                  </a:lnTo>
                  <a:lnTo>
                    <a:pt x="86" y="522"/>
                  </a:lnTo>
                  <a:lnTo>
                    <a:pt x="86" y="522"/>
                  </a:lnTo>
                  <a:lnTo>
                    <a:pt x="84" y="517"/>
                  </a:lnTo>
                  <a:lnTo>
                    <a:pt x="84" y="513"/>
                  </a:lnTo>
                  <a:lnTo>
                    <a:pt x="82" y="512"/>
                  </a:lnTo>
                  <a:lnTo>
                    <a:pt x="82" y="512"/>
                  </a:lnTo>
                  <a:lnTo>
                    <a:pt x="81" y="513"/>
                  </a:lnTo>
                  <a:lnTo>
                    <a:pt x="81" y="513"/>
                  </a:lnTo>
                  <a:lnTo>
                    <a:pt x="79" y="517"/>
                  </a:lnTo>
                  <a:lnTo>
                    <a:pt x="79" y="517"/>
                  </a:lnTo>
                  <a:lnTo>
                    <a:pt x="66" y="510"/>
                  </a:lnTo>
                  <a:lnTo>
                    <a:pt x="66" y="510"/>
                  </a:lnTo>
                  <a:lnTo>
                    <a:pt x="64" y="513"/>
                  </a:lnTo>
                  <a:lnTo>
                    <a:pt x="61" y="517"/>
                  </a:lnTo>
                  <a:lnTo>
                    <a:pt x="61" y="517"/>
                  </a:lnTo>
                  <a:lnTo>
                    <a:pt x="64" y="517"/>
                  </a:lnTo>
                  <a:lnTo>
                    <a:pt x="66" y="517"/>
                  </a:lnTo>
                  <a:lnTo>
                    <a:pt x="68" y="515"/>
                  </a:lnTo>
                  <a:lnTo>
                    <a:pt x="68" y="515"/>
                  </a:lnTo>
                  <a:lnTo>
                    <a:pt x="68" y="519"/>
                  </a:lnTo>
                  <a:lnTo>
                    <a:pt x="70" y="521"/>
                  </a:lnTo>
                  <a:lnTo>
                    <a:pt x="72" y="524"/>
                  </a:lnTo>
                  <a:lnTo>
                    <a:pt x="72" y="524"/>
                  </a:lnTo>
                  <a:lnTo>
                    <a:pt x="70" y="526"/>
                  </a:lnTo>
                  <a:lnTo>
                    <a:pt x="68" y="530"/>
                  </a:lnTo>
                  <a:lnTo>
                    <a:pt x="68" y="530"/>
                  </a:lnTo>
                  <a:lnTo>
                    <a:pt x="61" y="530"/>
                  </a:lnTo>
                  <a:lnTo>
                    <a:pt x="61" y="530"/>
                  </a:lnTo>
                  <a:lnTo>
                    <a:pt x="57" y="539"/>
                  </a:lnTo>
                  <a:lnTo>
                    <a:pt x="57" y="539"/>
                  </a:lnTo>
                  <a:lnTo>
                    <a:pt x="51" y="541"/>
                  </a:lnTo>
                  <a:lnTo>
                    <a:pt x="48" y="539"/>
                  </a:lnTo>
                  <a:lnTo>
                    <a:pt x="39" y="539"/>
                  </a:lnTo>
                  <a:lnTo>
                    <a:pt x="39" y="544"/>
                  </a:lnTo>
                  <a:lnTo>
                    <a:pt x="39" y="544"/>
                  </a:lnTo>
                  <a:lnTo>
                    <a:pt x="42" y="542"/>
                  </a:lnTo>
                  <a:lnTo>
                    <a:pt x="44" y="544"/>
                  </a:lnTo>
                  <a:lnTo>
                    <a:pt x="44" y="550"/>
                  </a:lnTo>
                  <a:lnTo>
                    <a:pt x="44" y="550"/>
                  </a:lnTo>
                  <a:lnTo>
                    <a:pt x="39" y="552"/>
                  </a:lnTo>
                  <a:lnTo>
                    <a:pt x="37" y="552"/>
                  </a:lnTo>
                  <a:lnTo>
                    <a:pt x="37" y="552"/>
                  </a:lnTo>
                  <a:lnTo>
                    <a:pt x="37" y="552"/>
                  </a:lnTo>
                  <a:lnTo>
                    <a:pt x="28" y="552"/>
                  </a:lnTo>
                  <a:lnTo>
                    <a:pt x="28" y="552"/>
                  </a:lnTo>
                  <a:lnTo>
                    <a:pt x="28" y="559"/>
                  </a:lnTo>
                  <a:lnTo>
                    <a:pt x="28" y="559"/>
                  </a:lnTo>
                  <a:lnTo>
                    <a:pt x="35" y="559"/>
                  </a:lnTo>
                  <a:lnTo>
                    <a:pt x="30" y="561"/>
                  </a:lnTo>
                  <a:lnTo>
                    <a:pt x="30" y="561"/>
                  </a:lnTo>
                  <a:lnTo>
                    <a:pt x="21" y="564"/>
                  </a:lnTo>
                  <a:lnTo>
                    <a:pt x="8" y="566"/>
                  </a:lnTo>
                  <a:lnTo>
                    <a:pt x="8" y="572"/>
                  </a:lnTo>
                  <a:lnTo>
                    <a:pt x="17" y="573"/>
                  </a:lnTo>
                  <a:lnTo>
                    <a:pt x="17" y="573"/>
                  </a:lnTo>
                  <a:lnTo>
                    <a:pt x="24" y="575"/>
                  </a:lnTo>
                  <a:lnTo>
                    <a:pt x="19" y="575"/>
                  </a:lnTo>
                  <a:lnTo>
                    <a:pt x="4" y="573"/>
                  </a:lnTo>
                  <a:lnTo>
                    <a:pt x="0" y="579"/>
                  </a:lnTo>
                  <a:lnTo>
                    <a:pt x="0" y="579"/>
                  </a:lnTo>
                  <a:lnTo>
                    <a:pt x="2" y="586"/>
                  </a:lnTo>
                  <a:lnTo>
                    <a:pt x="4" y="588"/>
                  </a:lnTo>
                  <a:lnTo>
                    <a:pt x="8" y="590"/>
                  </a:lnTo>
                  <a:lnTo>
                    <a:pt x="15" y="588"/>
                  </a:lnTo>
                  <a:lnTo>
                    <a:pt x="15" y="588"/>
                  </a:lnTo>
                  <a:lnTo>
                    <a:pt x="2" y="593"/>
                  </a:lnTo>
                  <a:lnTo>
                    <a:pt x="2" y="593"/>
                  </a:lnTo>
                  <a:lnTo>
                    <a:pt x="4" y="597"/>
                  </a:lnTo>
                  <a:lnTo>
                    <a:pt x="10" y="597"/>
                  </a:lnTo>
                  <a:lnTo>
                    <a:pt x="10" y="603"/>
                  </a:lnTo>
                  <a:lnTo>
                    <a:pt x="10" y="603"/>
                  </a:lnTo>
                  <a:lnTo>
                    <a:pt x="2" y="604"/>
                  </a:lnTo>
                  <a:lnTo>
                    <a:pt x="10" y="608"/>
                  </a:lnTo>
                  <a:lnTo>
                    <a:pt x="13" y="608"/>
                  </a:lnTo>
                  <a:lnTo>
                    <a:pt x="13" y="608"/>
                  </a:lnTo>
                  <a:lnTo>
                    <a:pt x="13" y="610"/>
                  </a:lnTo>
                  <a:lnTo>
                    <a:pt x="11" y="612"/>
                  </a:lnTo>
                  <a:lnTo>
                    <a:pt x="10" y="615"/>
                  </a:lnTo>
                  <a:lnTo>
                    <a:pt x="10" y="615"/>
                  </a:lnTo>
                  <a:lnTo>
                    <a:pt x="15" y="617"/>
                  </a:lnTo>
                  <a:lnTo>
                    <a:pt x="15" y="617"/>
                  </a:lnTo>
                  <a:lnTo>
                    <a:pt x="15" y="617"/>
                  </a:lnTo>
                  <a:lnTo>
                    <a:pt x="17" y="621"/>
                  </a:lnTo>
                  <a:lnTo>
                    <a:pt x="17" y="621"/>
                  </a:lnTo>
                  <a:lnTo>
                    <a:pt x="21" y="615"/>
                  </a:lnTo>
                  <a:lnTo>
                    <a:pt x="24" y="610"/>
                  </a:lnTo>
                  <a:lnTo>
                    <a:pt x="24" y="610"/>
                  </a:lnTo>
                  <a:lnTo>
                    <a:pt x="30" y="612"/>
                  </a:lnTo>
                  <a:lnTo>
                    <a:pt x="31" y="612"/>
                  </a:lnTo>
                  <a:lnTo>
                    <a:pt x="31" y="614"/>
                  </a:lnTo>
                  <a:lnTo>
                    <a:pt x="28" y="614"/>
                  </a:lnTo>
                  <a:lnTo>
                    <a:pt x="28" y="614"/>
                  </a:lnTo>
                  <a:lnTo>
                    <a:pt x="17" y="632"/>
                  </a:lnTo>
                  <a:lnTo>
                    <a:pt x="17" y="632"/>
                  </a:lnTo>
                  <a:lnTo>
                    <a:pt x="11" y="632"/>
                  </a:lnTo>
                  <a:lnTo>
                    <a:pt x="8" y="632"/>
                  </a:lnTo>
                  <a:lnTo>
                    <a:pt x="8" y="632"/>
                  </a:lnTo>
                  <a:lnTo>
                    <a:pt x="8" y="635"/>
                  </a:lnTo>
                  <a:lnTo>
                    <a:pt x="8" y="639"/>
                  </a:lnTo>
                  <a:lnTo>
                    <a:pt x="8" y="639"/>
                  </a:lnTo>
                  <a:lnTo>
                    <a:pt x="11" y="641"/>
                  </a:lnTo>
                  <a:lnTo>
                    <a:pt x="15" y="645"/>
                  </a:lnTo>
                  <a:lnTo>
                    <a:pt x="15" y="645"/>
                  </a:lnTo>
                  <a:lnTo>
                    <a:pt x="17" y="639"/>
                  </a:lnTo>
                  <a:lnTo>
                    <a:pt x="17" y="639"/>
                  </a:lnTo>
                  <a:lnTo>
                    <a:pt x="22" y="639"/>
                  </a:lnTo>
                  <a:lnTo>
                    <a:pt x="22" y="639"/>
                  </a:lnTo>
                  <a:lnTo>
                    <a:pt x="24" y="645"/>
                  </a:lnTo>
                  <a:lnTo>
                    <a:pt x="24" y="646"/>
                  </a:lnTo>
                  <a:lnTo>
                    <a:pt x="22" y="646"/>
                  </a:lnTo>
                  <a:lnTo>
                    <a:pt x="22" y="646"/>
                  </a:lnTo>
                  <a:lnTo>
                    <a:pt x="17" y="652"/>
                  </a:lnTo>
                  <a:lnTo>
                    <a:pt x="15" y="654"/>
                  </a:lnTo>
                  <a:lnTo>
                    <a:pt x="15" y="654"/>
                  </a:lnTo>
                  <a:lnTo>
                    <a:pt x="15" y="659"/>
                  </a:lnTo>
                  <a:lnTo>
                    <a:pt x="15" y="665"/>
                  </a:lnTo>
                  <a:lnTo>
                    <a:pt x="21" y="665"/>
                  </a:lnTo>
                  <a:lnTo>
                    <a:pt x="22" y="672"/>
                  </a:lnTo>
                  <a:lnTo>
                    <a:pt x="22" y="672"/>
                  </a:lnTo>
                  <a:lnTo>
                    <a:pt x="26" y="672"/>
                  </a:lnTo>
                  <a:lnTo>
                    <a:pt x="28" y="672"/>
                  </a:lnTo>
                  <a:lnTo>
                    <a:pt x="31" y="670"/>
                  </a:lnTo>
                  <a:lnTo>
                    <a:pt x="31" y="670"/>
                  </a:lnTo>
                  <a:lnTo>
                    <a:pt x="35" y="668"/>
                  </a:lnTo>
                  <a:lnTo>
                    <a:pt x="35" y="668"/>
                  </a:lnTo>
                  <a:lnTo>
                    <a:pt x="35" y="675"/>
                  </a:lnTo>
                  <a:lnTo>
                    <a:pt x="35" y="675"/>
                  </a:lnTo>
                  <a:lnTo>
                    <a:pt x="42" y="675"/>
                  </a:lnTo>
                  <a:lnTo>
                    <a:pt x="53" y="672"/>
                  </a:lnTo>
                  <a:lnTo>
                    <a:pt x="68" y="665"/>
                  </a:lnTo>
                  <a:lnTo>
                    <a:pt x="68" y="665"/>
                  </a:lnTo>
                  <a:lnTo>
                    <a:pt x="72" y="661"/>
                  </a:lnTo>
                  <a:lnTo>
                    <a:pt x="73" y="657"/>
                  </a:lnTo>
                  <a:lnTo>
                    <a:pt x="73" y="657"/>
                  </a:lnTo>
                  <a:lnTo>
                    <a:pt x="79" y="657"/>
                  </a:lnTo>
                  <a:lnTo>
                    <a:pt x="82" y="657"/>
                  </a:lnTo>
                  <a:lnTo>
                    <a:pt x="82" y="657"/>
                  </a:lnTo>
                  <a:lnTo>
                    <a:pt x="93" y="652"/>
                  </a:lnTo>
                  <a:lnTo>
                    <a:pt x="103" y="645"/>
                  </a:lnTo>
                  <a:lnTo>
                    <a:pt x="103" y="645"/>
                  </a:lnTo>
                  <a:lnTo>
                    <a:pt x="104" y="648"/>
                  </a:lnTo>
                  <a:lnTo>
                    <a:pt x="104" y="650"/>
                  </a:lnTo>
                  <a:lnTo>
                    <a:pt x="104" y="650"/>
                  </a:lnTo>
                  <a:close/>
                  <a:moveTo>
                    <a:pt x="37" y="586"/>
                  </a:moveTo>
                  <a:lnTo>
                    <a:pt x="37" y="586"/>
                  </a:lnTo>
                  <a:lnTo>
                    <a:pt x="39" y="588"/>
                  </a:lnTo>
                  <a:lnTo>
                    <a:pt x="37" y="588"/>
                  </a:lnTo>
                  <a:lnTo>
                    <a:pt x="35" y="590"/>
                  </a:lnTo>
                  <a:lnTo>
                    <a:pt x="35" y="590"/>
                  </a:lnTo>
                  <a:lnTo>
                    <a:pt x="33" y="586"/>
                  </a:lnTo>
                  <a:lnTo>
                    <a:pt x="35" y="586"/>
                  </a:lnTo>
                  <a:lnTo>
                    <a:pt x="37" y="586"/>
                  </a:lnTo>
                  <a:lnTo>
                    <a:pt x="37" y="586"/>
                  </a:lnTo>
                  <a:close/>
                  <a:moveTo>
                    <a:pt x="24" y="586"/>
                  </a:moveTo>
                  <a:lnTo>
                    <a:pt x="24" y="586"/>
                  </a:lnTo>
                  <a:lnTo>
                    <a:pt x="28" y="588"/>
                  </a:lnTo>
                  <a:lnTo>
                    <a:pt x="30" y="590"/>
                  </a:lnTo>
                  <a:lnTo>
                    <a:pt x="30" y="595"/>
                  </a:lnTo>
                  <a:lnTo>
                    <a:pt x="30" y="595"/>
                  </a:lnTo>
                  <a:lnTo>
                    <a:pt x="19" y="592"/>
                  </a:lnTo>
                  <a:lnTo>
                    <a:pt x="15" y="590"/>
                  </a:lnTo>
                  <a:lnTo>
                    <a:pt x="22" y="590"/>
                  </a:lnTo>
                  <a:lnTo>
                    <a:pt x="22" y="590"/>
                  </a:lnTo>
                  <a:lnTo>
                    <a:pt x="22" y="586"/>
                  </a:lnTo>
                  <a:lnTo>
                    <a:pt x="22" y="586"/>
                  </a:lnTo>
                  <a:lnTo>
                    <a:pt x="24" y="586"/>
                  </a:lnTo>
                  <a:lnTo>
                    <a:pt x="24" y="586"/>
                  </a:lnTo>
                  <a:close/>
                  <a:moveTo>
                    <a:pt x="39" y="561"/>
                  </a:moveTo>
                  <a:lnTo>
                    <a:pt x="39" y="561"/>
                  </a:lnTo>
                  <a:lnTo>
                    <a:pt x="41" y="563"/>
                  </a:lnTo>
                  <a:lnTo>
                    <a:pt x="39" y="564"/>
                  </a:lnTo>
                  <a:lnTo>
                    <a:pt x="37" y="566"/>
                  </a:lnTo>
                  <a:lnTo>
                    <a:pt x="37" y="566"/>
                  </a:lnTo>
                  <a:lnTo>
                    <a:pt x="37" y="563"/>
                  </a:lnTo>
                  <a:lnTo>
                    <a:pt x="37" y="561"/>
                  </a:lnTo>
                  <a:lnTo>
                    <a:pt x="39" y="561"/>
                  </a:lnTo>
                  <a:lnTo>
                    <a:pt x="39" y="561"/>
                  </a:lnTo>
                  <a:close/>
                  <a:moveTo>
                    <a:pt x="144" y="389"/>
                  </a:moveTo>
                  <a:lnTo>
                    <a:pt x="144" y="395"/>
                  </a:lnTo>
                  <a:lnTo>
                    <a:pt x="144" y="395"/>
                  </a:lnTo>
                  <a:lnTo>
                    <a:pt x="148" y="395"/>
                  </a:lnTo>
                  <a:lnTo>
                    <a:pt x="148" y="393"/>
                  </a:lnTo>
                  <a:lnTo>
                    <a:pt x="146" y="391"/>
                  </a:lnTo>
                  <a:lnTo>
                    <a:pt x="144" y="389"/>
                  </a:lnTo>
                  <a:lnTo>
                    <a:pt x="144" y="389"/>
                  </a:lnTo>
                  <a:close/>
                  <a:moveTo>
                    <a:pt x="203" y="388"/>
                  </a:moveTo>
                  <a:lnTo>
                    <a:pt x="203" y="388"/>
                  </a:lnTo>
                  <a:lnTo>
                    <a:pt x="205" y="388"/>
                  </a:lnTo>
                  <a:lnTo>
                    <a:pt x="206" y="389"/>
                  </a:lnTo>
                  <a:lnTo>
                    <a:pt x="206" y="393"/>
                  </a:lnTo>
                  <a:lnTo>
                    <a:pt x="206" y="393"/>
                  </a:lnTo>
                  <a:lnTo>
                    <a:pt x="199" y="391"/>
                  </a:lnTo>
                  <a:lnTo>
                    <a:pt x="197" y="391"/>
                  </a:lnTo>
                  <a:lnTo>
                    <a:pt x="199" y="389"/>
                  </a:lnTo>
                  <a:lnTo>
                    <a:pt x="203" y="388"/>
                  </a:lnTo>
                  <a:lnTo>
                    <a:pt x="203" y="388"/>
                  </a:lnTo>
                  <a:close/>
                  <a:moveTo>
                    <a:pt x="161" y="382"/>
                  </a:moveTo>
                  <a:lnTo>
                    <a:pt x="161" y="382"/>
                  </a:lnTo>
                  <a:lnTo>
                    <a:pt x="157" y="386"/>
                  </a:lnTo>
                  <a:lnTo>
                    <a:pt x="154" y="389"/>
                  </a:lnTo>
                  <a:lnTo>
                    <a:pt x="155" y="389"/>
                  </a:lnTo>
                  <a:lnTo>
                    <a:pt x="157" y="389"/>
                  </a:lnTo>
                  <a:lnTo>
                    <a:pt x="164" y="388"/>
                  </a:lnTo>
                  <a:lnTo>
                    <a:pt x="164" y="388"/>
                  </a:lnTo>
                  <a:lnTo>
                    <a:pt x="164" y="384"/>
                  </a:lnTo>
                  <a:lnTo>
                    <a:pt x="163" y="382"/>
                  </a:lnTo>
                  <a:lnTo>
                    <a:pt x="161" y="382"/>
                  </a:lnTo>
                  <a:lnTo>
                    <a:pt x="161" y="382"/>
                  </a:lnTo>
                  <a:close/>
                  <a:moveTo>
                    <a:pt x="166" y="368"/>
                  </a:moveTo>
                  <a:lnTo>
                    <a:pt x="166" y="368"/>
                  </a:lnTo>
                  <a:lnTo>
                    <a:pt x="164" y="369"/>
                  </a:lnTo>
                  <a:lnTo>
                    <a:pt x="164" y="371"/>
                  </a:lnTo>
                  <a:lnTo>
                    <a:pt x="168" y="375"/>
                  </a:lnTo>
                  <a:lnTo>
                    <a:pt x="168" y="375"/>
                  </a:lnTo>
                  <a:lnTo>
                    <a:pt x="172" y="371"/>
                  </a:lnTo>
                  <a:lnTo>
                    <a:pt x="170" y="368"/>
                  </a:lnTo>
                  <a:lnTo>
                    <a:pt x="166" y="368"/>
                  </a:lnTo>
                  <a:lnTo>
                    <a:pt x="166" y="368"/>
                  </a:lnTo>
                  <a:close/>
                  <a:moveTo>
                    <a:pt x="179" y="366"/>
                  </a:moveTo>
                  <a:lnTo>
                    <a:pt x="179" y="366"/>
                  </a:lnTo>
                  <a:lnTo>
                    <a:pt x="175" y="371"/>
                  </a:lnTo>
                  <a:lnTo>
                    <a:pt x="174" y="379"/>
                  </a:lnTo>
                  <a:lnTo>
                    <a:pt x="168" y="379"/>
                  </a:lnTo>
                  <a:lnTo>
                    <a:pt x="168" y="379"/>
                  </a:lnTo>
                  <a:lnTo>
                    <a:pt x="174" y="389"/>
                  </a:lnTo>
                  <a:lnTo>
                    <a:pt x="174" y="389"/>
                  </a:lnTo>
                  <a:lnTo>
                    <a:pt x="183" y="384"/>
                  </a:lnTo>
                  <a:lnTo>
                    <a:pt x="188" y="380"/>
                  </a:lnTo>
                  <a:lnTo>
                    <a:pt x="190" y="379"/>
                  </a:lnTo>
                  <a:lnTo>
                    <a:pt x="190" y="373"/>
                  </a:lnTo>
                  <a:lnTo>
                    <a:pt x="190" y="373"/>
                  </a:lnTo>
                  <a:lnTo>
                    <a:pt x="194" y="369"/>
                  </a:lnTo>
                  <a:lnTo>
                    <a:pt x="190" y="369"/>
                  </a:lnTo>
                  <a:lnTo>
                    <a:pt x="181" y="373"/>
                  </a:lnTo>
                  <a:lnTo>
                    <a:pt x="181" y="373"/>
                  </a:lnTo>
                  <a:lnTo>
                    <a:pt x="181" y="368"/>
                  </a:lnTo>
                  <a:lnTo>
                    <a:pt x="181" y="366"/>
                  </a:lnTo>
                  <a:lnTo>
                    <a:pt x="179" y="366"/>
                  </a:lnTo>
                  <a:lnTo>
                    <a:pt x="179" y="366"/>
                  </a:lnTo>
                  <a:close/>
                  <a:moveTo>
                    <a:pt x="190" y="357"/>
                  </a:moveTo>
                  <a:lnTo>
                    <a:pt x="190" y="357"/>
                  </a:lnTo>
                  <a:lnTo>
                    <a:pt x="188" y="358"/>
                  </a:lnTo>
                  <a:lnTo>
                    <a:pt x="188" y="360"/>
                  </a:lnTo>
                  <a:lnTo>
                    <a:pt x="190" y="360"/>
                  </a:lnTo>
                  <a:lnTo>
                    <a:pt x="190" y="360"/>
                  </a:lnTo>
                  <a:lnTo>
                    <a:pt x="194" y="357"/>
                  </a:lnTo>
                  <a:lnTo>
                    <a:pt x="194" y="355"/>
                  </a:lnTo>
                  <a:lnTo>
                    <a:pt x="190" y="357"/>
                  </a:lnTo>
                  <a:lnTo>
                    <a:pt x="190" y="357"/>
                  </a:lnTo>
                  <a:close/>
                  <a:moveTo>
                    <a:pt x="217" y="331"/>
                  </a:moveTo>
                  <a:lnTo>
                    <a:pt x="217" y="331"/>
                  </a:lnTo>
                  <a:lnTo>
                    <a:pt x="215" y="342"/>
                  </a:lnTo>
                  <a:lnTo>
                    <a:pt x="215" y="342"/>
                  </a:lnTo>
                  <a:lnTo>
                    <a:pt x="219" y="340"/>
                  </a:lnTo>
                  <a:lnTo>
                    <a:pt x="225" y="338"/>
                  </a:lnTo>
                  <a:lnTo>
                    <a:pt x="225" y="338"/>
                  </a:lnTo>
                  <a:lnTo>
                    <a:pt x="225" y="337"/>
                  </a:lnTo>
                  <a:lnTo>
                    <a:pt x="225" y="333"/>
                  </a:lnTo>
                  <a:lnTo>
                    <a:pt x="223" y="331"/>
                  </a:lnTo>
                  <a:lnTo>
                    <a:pt x="217" y="331"/>
                  </a:lnTo>
                  <a:lnTo>
                    <a:pt x="217" y="331"/>
                  </a:lnTo>
                  <a:close/>
                  <a:moveTo>
                    <a:pt x="225" y="322"/>
                  </a:moveTo>
                  <a:lnTo>
                    <a:pt x="225" y="322"/>
                  </a:lnTo>
                  <a:lnTo>
                    <a:pt x="226" y="326"/>
                  </a:lnTo>
                  <a:lnTo>
                    <a:pt x="228" y="331"/>
                  </a:lnTo>
                  <a:lnTo>
                    <a:pt x="228" y="331"/>
                  </a:lnTo>
                  <a:lnTo>
                    <a:pt x="232" y="331"/>
                  </a:lnTo>
                  <a:lnTo>
                    <a:pt x="234" y="328"/>
                  </a:lnTo>
                  <a:lnTo>
                    <a:pt x="232" y="324"/>
                  </a:lnTo>
                  <a:lnTo>
                    <a:pt x="225" y="322"/>
                  </a:lnTo>
                  <a:lnTo>
                    <a:pt x="225" y="322"/>
                  </a:lnTo>
                  <a:close/>
                  <a:moveTo>
                    <a:pt x="250" y="317"/>
                  </a:moveTo>
                  <a:lnTo>
                    <a:pt x="252" y="322"/>
                  </a:lnTo>
                  <a:lnTo>
                    <a:pt x="252" y="322"/>
                  </a:lnTo>
                  <a:lnTo>
                    <a:pt x="252" y="318"/>
                  </a:lnTo>
                  <a:lnTo>
                    <a:pt x="252" y="317"/>
                  </a:lnTo>
                  <a:lnTo>
                    <a:pt x="250" y="317"/>
                  </a:lnTo>
                  <a:lnTo>
                    <a:pt x="250" y="317"/>
                  </a:lnTo>
                  <a:close/>
                  <a:moveTo>
                    <a:pt x="237" y="315"/>
                  </a:moveTo>
                  <a:lnTo>
                    <a:pt x="237" y="315"/>
                  </a:lnTo>
                  <a:lnTo>
                    <a:pt x="239" y="318"/>
                  </a:lnTo>
                  <a:lnTo>
                    <a:pt x="239" y="322"/>
                  </a:lnTo>
                  <a:lnTo>
                    <a:pt x="239" y="322"/>
                  </a:lnTo>
                  <a:lnTo>
                    <a:pt x="243" y="322"/>
                  </a:lnTo>
                  <a:lnTo>
                    <a:pt x="243" y="320"/>
                  </a:lnTo>
                  <a:lnTo>
                    <a:pt x="241" y="317"/>
                  </a:lnTo>
                  <a:lnTo>
                    <a:pt x="237" y="315"/>
                  </a:lnTo>
                  <a:lnTo>
                    <a:pt x="237" y="315"/>
                  </a:lnTo>
                  <a:close/>
                  <a:moveTo>
                    <a:pt x="385" y="311"/>
                  </a:moveTo>
                  <a:lnTo>
                    <a:pt x="385" y="311"/>
                  </a:lnTo>
                  <a:lnTo>
                    <a:pt x="387" y="318"/>
                  </a:lnTo>
                  <a:lnTo>
                    <a:pt x="387" y="318"/>
                  </a:lnTo>
                  <a:lnTo>
                    <a:pt x="383" y="320"/>
                  </a:lnTo>
                  <a:lnTo>
                    <a:pt x="381" y="322"/>
                  </a:lnTo>
                  <a:lnTo>
                    <a:pt x="381" y="322"/>
                  </a:lnTo>
                  <a:lnTo>
                    <a:pt x="381" y="315"/>
                  </a:lnTo>
                  <a:lnTo>
                    <a:pt x="381" y="313"/>
                  </a:lnTo>
                  <a:lnTo>
                    <a:pt x="385" y="311"/>
                  </a:lnTo>
                  <a:lnTo>
                    <a:pt x="385" y="311"/>
                  </a:lnTo>
                  <a:close/>
                  <a:moveTo>
                    <a:pt x="279" y="311"/>
                  </a:moveTo>
                  <a:lnTo>
                    <a:pt x="279" y="317"/>
                  </a:lnTo>
                  <a:lnTo>
                    <a:pt x="283" y="317"/>
                  </a:lnTo>
                  <a:lnTo>
                    <a:pt x="283" y="317"/>
                  </a:lnTo>
                  <a:lnTo>
                    <a:pt x="283" y="315"/>
                  </a:lnTo>
                  <a:lnTo>
                    <a:pt x="283" y="313"/>
                  </a:lnTo>
                  <a:lnTo>
                    <a:pt x="283" y="313"/>
                  </a:lnTo>
                  <a:lnTo>
                    <a:pt x="279" y="311"/>
                  </a:lnTo>
                  <a:lnTo>
                    <a:pt x="279" y="311"/>
                  </a:lnTo>
                  <a:close/>
                  <a:moveTo>
                    <a:pt x="296" y="307"/>
                  </a:moveTo>
                  <a:lnTo>
                    <a:pt x="296" y="307"/>
                  </a:lnTo>
                  <a:lnTo>
                    <a:pt x="290" y="309"/>
                  </a:lnTo>
                  <a:lnTo>
                    <a:pt x="288" y="313"/>
                  </a:lnTo>
                  <a:lnTo>
                    <a:pt x="290" y="317"/>
                  </a:lnTo>
                  <a:lnTo>
                    <a:pt x="296" y="318"/>
                  </a:lnTo>
                  <a:lnTo>
                    <a:pt x="296" y="318"/>
                  </a:lnTo>
                  <a:lnTo>
                    <a:pt x="297" y="311"/>
                  </a:lnTo>
                  <a:lnTo>
                    <a:pt x="299" y="307"/>
                  </a:lnTo>
                  <a:lnTo>
                    <a:pt x="297" y="307"/>
                  </a:lnTo>
                  <a:lnTo>
                    <a:pt x="296" y="307"/>
                  </a:lnTo>
                  <a:lnTo>
                    <a:pt x="296" y="307"/>
                  </a:lnTo>
                  <a:close/>
                  <a:moveTo>
                    <a:pt x="307" y="295"/>
                  </a:moveTo>
                  <a:lnTo>
                    <a:pt x="308" y="300"/>
                  </a:lnTo>
                  <a:lnTo>
                    <a:pt x="308" y="300"/>
                  </a:lnTo>
                  <a:lnTo>
                    <a:pt x="308" y="297"/>
                  </a:lnTo>
                  <a:lnTo>
                    <a:pt x="308" y="295"/>
                  </a:lnTo>
                  <a:lnTo>
                    <a:pt x="307" y="295"/>
                  </a:lnTo>
                  <a:lnTo>
                    <a:pt x="307" y="295"/>
                  </a:lnTo>
                  <a:close/>
                  <a:moveTo>
                    <a:pt x="287" y="295"/>
                  </a:moveTo>
                  <a:lnTo>
                    <a:pt x="287" y="295"/>
                  </a:lnTo>
                  <a:lnTo>
                    <a:pt x="281" y="302"/>
                  </a:lnTo>
                  <a:lnTo>
                    <a:pt x="281" y="302"/>
                  </a:lnTo>
                  <a:lnTo>
                    <a:pt x="274" y="304"/>
                  </a:lnTo>
                  <a:lnTo>
                    <a:pt x="268" y="304"/>
                  </a:lnTo>
                  <a:lnTo>
                    <a:pt x="268" y="304"/>
                  </a:lnTo>
                  <a:lnTo>
                    <a:pt x="268" y="311"/>
                  </a:lnTo>
                  <a:lnTo>
                    <a:pt x="272" y="311"/>
                  </a:lnTo>
                  <a:lnTo>
                    <a:pt x="272" y="311"/>
                  </a:lnTo>
                  <a:lnTo>
                    <a:pt x="279" y="307"/>
                  </a:lnTo>
                  <a:lnTo>
                    <a:pt x="287" y="300"/>
                  </a:lnTo>
                  <a:lnTo>
                    <a:pt x="290" y="295"/>
                  </a:lnTo>
                  <a:lnTo>
                    <a:pt x="290" y="295"/>
                  </a:lnTo>
                  <a:lnTo>
                    <a:pt x="287" y="295"/>
                  </a:lnTo>
                  <a:lnTo>
                    <a:pt x="287" y="295"/>
                  </a:lnTo>
                  <a:close/>
                  <a:moveTo>
                    <a:pt x="332" y="293"/>
                  </a:moveTo>
                  <a:lnTo>
                    <a:pt x="332" y="302"/>
                  </a:lnTo>
                  <a:lnTo>
                    <a:pt x="332" y="302"/>
                  </a:lnTo>
                  <a:lnTo>
                    <a:pt x="338" y="300"/>
                  </a:lnTo>
                  <a:lnTo>
                    <a:pt x="339" y="297"/>
                  </a:lnTo>
                  <a:lnTo>
                    <a:pt x="339" y="295"/>
                  </a:lnTo>
                  <a:lnTo>
                    <a:pt x="338" y="293"/>
                  </a:lnTo>
                  <a:lnTo>
                    <a:pt x="336" y="293"/>
                  </a:lnTo>
                  <a:lnTo>
                    <a:pt x="332" y="293"/>
                  </a:lnTo>
                  <a:lnTo>
                    <a:pt x="332" y="293"/>
                  </a:lnTo>
                  <a:close/>
                  <a:moveTo>
                    <a:pt x="259" y="100"/>
                  </a:moveTo>
                  <a:lnTo>
                    <a:pt x="259" y="100"/>
                  </a:lnTo>
                  <a:lnTo>
                    <a:pt x="256" y="102"/>
                  </a:lnTo>
                  <a:lnTo>
                    <a:pt x="254" y="107"/>
                  </a:lnTo>
                  <a:lnTo>
                    <a:pt x="254" y="111"/>
                  </a:lnTo>
                  <a:lnTo>
                    <a:pt x="257" y="116"/>
                  </a:lnTo>
                  <a:lnTo>
                    <a:pt x="257" y="116"/>
                  </a:lnTo>
                  <a:lnTo>
                    <a:pt x="254" y="116"/>
                  </a:lnTo>
                  <a:lnTo>
                    <a:pt x="254" y="118"/>
                  </a:lnTo>
                  <a:lnTo>
                    <a:pt x="252" y="123"/>
                  </a:lnTo>
                  <a:lnTo>
                    <a:pt x="252" y="123"/>
                  </a:lnTo>
                  <a:lnTo>
                    <a:pt x="265" y="122"/>
                  </a:lnTo>
                  <a:lnTo>
                    <a:pt x="277" y="120"/>
                  </a:lnTo>
                  <a:lnTo>
                    <a:pt x="292" y="120"/>
                  </a:lnTo>
                  <a:lnTo>
                    <a:pt x="308" y="118"/>
                  </a:lnTo>
                  <a:lnTo>
                    <a:pt x="310" y="109"/>
                  </a:lnTo>
                  <a:lnTo>
                    <a:pt x="310" y="109"/>
                  </a:lnTo>
                  <a:lnTo>
                    <a:pt x="307" y="109"/>
                  </a:lnTo>
                  <a:lnTo>
                    <a:pt x="305" y="111"/>
                  </a:lnTo>
                  <a:lnTo>
                    <a:pt x="303" y="111"/>
                  </a:lnTo>
                  <a:lnTo>
                    <a:pt x="299" y="111"/>
                  </a:lnTo>
                  <a:lnTo>
                    <a:pt x="299" y="111"/>
                  </a:lnTo>
                  <a:lnTo>
                    <a:pt x="294" y="109"/>
                  </a:lnTo>
                  <a:lnTo>
                    <a:pt x="290" y="105"/>
                  </a:lnTo>
                  <a:lnTo>
                    <a:pt x="287" y="102"/>
                  </a:lnTo>
                  <a:lnTo>
                    <a:pt x="283" y="100"/>
                  </a:lnTo>
                  <a:lnTo>
                    <a:pt x="259" y="100"/>
                  </a:lnTo>
                  <a:close/>
                  <a:moveTo>
                    <a:pt x="254" y="80"/>
                  </a:moveTo>
                  <a:lnTo>
                    <a:pt x="254" y="80"/>
                  </a:lnTo>
                  <a:lnTo>
                    <a:pt x="245" y="82"/>
                  </a:lnTo>
                  <a:lnTo>
                    <a:pt x="241" y="83"/>
                  </a:lnTo>
                  <a:lnTo>
                    <a:pt x="239" y="87"/>
                  </a:lnTo>
                  <a:lnTo>
                    <a:pt x="243" y="91"/>
                  </a:lnTo>
                  <a:lnTo>
                    <a:pt x="246" y="94"/>
                  </a:lnTo>
                  <a:lnTo>
                    <a:pt x="254" y="96"/>
                  </a:lnTo>
                  <a:lnTo>
                    <a:pt x="261" y="98"/>
                  </a:lnTo>
                  <a:lnTo>
                    <a:pt x="267" y="96"/>
                  </a:lnTo>
                  <a:lnTo>
                    <a:pt x="267" y="96"/>
                  </a:lnTo>
                  <a:lnTo>
                    <a:pt x="267" y="89"/>
                  </a:lnTo>
                  <a:lnTo>
                    <a:pt x="267" y="89"/>
                  </a:lnTo>
                  <a:lnTo>
                    <a:pt x="268" y="91"/>
                  </a:lnTo>
                  <a:lnTo>
                    <a:pt x="270" y="89"/>
                  </a:lnTo>
                  <a:lnTo>
                    <a:pt x="268" y="85"/>
                  </a:lnTo>
                  <a:lnTo>
                    <a:pt x="263" y="82"/>
                  </a:lnTo>
                  <a:lnTo>
                    <a:pt x="259" y="80"/>
                  </a:lnTo>
                  <a:lnTo>
                    <a:pt x="254" y="80"/>
                  </a:lnTo>
                  <a:lnTo>
                    <a:pt x="254" y="80"/>
                  </a:lnTo>
                  <a:close/>
                  <a:moveTo>
                    <a:pt x="354" y="71"/>
                  </a:moveTo>
                  <a:lnTo>
                    <a:pt x="358" y="78"/>
                  </a:lnTo>
                  <a:lnTo>
                    <a:pt x="358" y="78"/>
                  </a:lnTo>
                  <a:lnTo>
                    <a:pt x="361" y="78"/>
                  </a:lnTo>
                  <a:lnTo>
                    <a:pt x="359" y="76"/>
                  </a:lnTo>
                  <a:lnTo>
                    <a:pt x="358" y="72"/>
                  </a:lnTo>
                  <a:lnTo>
                    <a:pt x="354" y="71"/>
                  </a:lnTo>
                  <a:lnTo>
                    <a:pt x="354" y="71"/>
                  </a:lnTo>
                  <a:close/>
                  <a:moveTo>
                    <a:pt x="381" y="60"/>
                  </a:moveTo>
                  <a:lnTo>
                    <a:pt x="379" y="67"/>
                  </a:lnTo>
                  <a:lnTo>
                    <a:pt x="379" y="67"/>
                  </a:lnTo>
                  <a:lnTo>
                    <a:pt x="394" y="67"/>
                  </a:lnTo>
                  <a:lnTo>
                    <a:pt x="401" y="65"/>
                  </a:lnTo>
                  <a:lnTo>
                    <a:pt x="401" y="63"/>
                  </a:lnTo>
                  <a:lnTo>
                    <a:pt x="400" y="62"/>
                  </a:lnTo>
                  <a:lnTo>
                    <a:pt x="400" y="62"/>
                  </a:lnTo>
                  <a:lnTo>
                    <a:pt x="390" y="62"/>
                  </a:lnTo>
                  <a:lnTo>
                    <a:pt x="381" y="60"/>
                  </a:lnTo>
                  <a:lnTo>
                    <a:pt x="381" y="60"/>
                  </a:lnTo>
                  <a:close/>
                  <a:moveTo>
                    <a:pt x="175" y="58"/>
                  </a:moveTo>
                  <a:lnTo>
                    <a:pt x="175" y="58"/>
                  </a:lnTo>
                  <a:lnTo>
                    <a:pt x="177" y="60"/>
                  </a:lnTo>
                  <a:lnTo>
                    <a:pt x="177" y="62"/>
                  </a:lnTo>
                  <a:lnTo>
                    <a:pt x="174" y="62"/>
                  </a:lnTo>
                  <a:lnTo>
                    <a:pt x="174" y="62"/>
                  </a:lnTo>
                  <a:lnTo>
                    <a:pt x="174" y="58"/>
                  </a:lnTo>
                  <a:lnTo>
                    <a:pt x="174" y="58"/>
                  </a:lnTo>
                  <a:lnTo>
                    <a:pt x="175" y="58"/>
                  </a:lnTo>
                  <a:lnTo>
                    <a:pt x="175" y="58"/>
                  </a:lnTo>
                  <a:close/>
                  <a:moveTo>
                    <a:pt x="108" y="52"/>
                  </a:moveTo>
                  <a:lnTo>
                    <a:pt x="108" y="52"/>
                  </a:lnTo>
                  <a:lnTo>
                    <a:pt x="113" y="74"/>
                  </a:lnTo>
                  <a:lnTo>
                    <a:pt x="113" y="74"/>
                  </a:lnTo>
                  <a:lnTo>
                    <a:pt x="117" y="74"/>
                  </a:lnTo>
                  <a:lnTo>
                    <a:pt x="117" y="74"/>
                  </a:lnTo>
                  <a:lnTo>
                    <a:pt x="117" y="72"/>
                  </a:lnTo>
                  <a:lnTo>
                    <a:pt x="117" y="72"/>
                  </a:lnTo>
                  <a:lnTo>
                    <a:pt x="113" y="63"/>
                  </a:lnTo>
                  <a:lnTo>
                    <a:pt x="108" y="52"/>
                  </a:lnTo>
                  <a:lnTo>
                    <a:pt x="108" y="52"/>
                  </a:lnTo>
                  <a:close/>
                  <a:moveTo>
                    <a:pt x="183" y="18"/>
                  </a:moveTo>
                  <a:lnTo>
                    <a:pt x="183" y="18"/>
                  </a:lnTo>
                  <a:lnTo>
                    <a:pt x="175" y="27"/>
                  </a:lnTo>
                  <a:lnTo>
                    <a:pt x="172" y="34"/>
                  </a:lnTo>
                  <a:lnTo>
                    <a:pt x="172" y="43"/>
                  </a:lnTo>
                  <a:lnTo>
                    <a:pt x="174" y="58"/>
                  </a:lnTo>
                  <a:lnTo>
                    <a:pt x="174" y="58"/>
                  </a:lnTo>
                  <a:lnTo>
                    <a:pt x="163" y="43"/>
                  </a:lnTo>
                  <a:lnTo>
                    <a:pt x="152" y="29"/>
                  </a:lnTo>
                  <a:lnTo>
                    <a:pt x="152" y="29"/>
                  </a:lnTo>
                  <a:lnTo>
                    <a:pt x="144" y="38"/>
                  </a:lnTo>
                  <a:lnTo>
                    <a:pt x="144" y="43"/>
                  </a:lnTo>
                  <a:lnTo>
                    <a:pt x="144" y="43"/>
                  </a:lnTo>
                  <a:lnTo>
                    <a:pt x="139" y="38"/>
                  </a:lnTo>
                  <a:lnTo>
                    <a:pt x="137" y="36"/>
                  </a:lnTo>
                  <a:lnTo>
                    <a:pt x="139" y="32"/>
                  </a:lnTo>
                  <a:lnTo>
                    <a:pt x="144" y="29"/>
                  </a:lnTo>
                  <a:lnTo>
                    <a:pt x="144" y="29"/>
                  </a:lnTo>
                  <a:lnTo>
                    <a:pt x="141" y="29"/>
                  </a:lnTo>
                  <a:lnTo>
                    <a:pt x="141" y="27"/>
                  </a:lnTo>
                  <a:lnTo>
                    <a:pt x="143" y="25"/>
                  </a:lnTo>
                  <a:lnTo>
                    <a:pt x="143" y="25"/>
                  </a:lnTo>
                  <a:lnTo>
                    <a:pt x="124" y="25"/>
                  </a:lnTo>
                  <a:lnTo>
                    <a:pt x="124" y="25"/>
                  </a:lnTo>
                  <a:lnTo>
                    <a:pt x="123" y="31"/>
                  </a:lnTo>
                  <a:lnTo>
                    <a:pt x="123" y="31"/>
                  </a:lnTo>
                  <a:lnTo>
                    <a:pt x="119" y="31"/>
                  </a:lnTo>
                  <a:lnTo>
                    <a:pt x="119" y="29"/>
                  </a:lnTo>
                  <a:lnTo>
                    <a:pt x="117" y="29"/>
                  </a:lnTo>
                  <a:lnTo>
                    <a:pt x="115" y="29"/>
                  </a:lnTo>
                  <a:lnTo>
                    <a:pt x="115" y="29"/>
                  </a:lnTo>
                  <a:lnTo>
                    <a:pt x="113" y="36"/>
                  </a:lnTo>
                  <a:lnTo>
                    <a:pt x="113" y="43"/>
                  </a:lnTo>
                  <a:lnTo>
                    <a:pt x="113" y="43"/>
                  </a:lnTo>
                  <a:lnTo>
                    <a:pt x="115" y="41"/>
                  </a:lnTo>
                  <a:lnTo>
                    <a:pt x="117" y="40"/>
                  </a:lnTo>
                  <a:lnTo>
                    <a:pt x="121" y="40"/>
                  </a:lnTo>
                  <a:lnTo>
                    <a:pt x="121" y="40"/>
                  </a:lnTo>
                  <a:lnTo>
                    <a:pt x="119" y="45"/>
                  </a:lnTo>
                  <a:lnTo>
                    <a:pt x="119" y="49"/>
                  </a:lnTo>
                  <a:lnTo>
                    <a:pt x="121" y="51"/>
                  </a:lnTo>
                  <a:lnTo>
                    <a:pt x="121" y="51"/>
                  </a:lnTo>
                  <a:lnTo>
                    <a:pt x="117" y="49"/>
                  </a:lnTo>
                  <a:lnTo>
                    <a:pt x="115" y="51"/>
                  </a:lnTo>
                  <a:lnTo>
                    <a:pt x="115" y="58"/>
                  </a:lnTo>
                  <a:lnTo>
                    <a:pt x="115" y="58"/>
                  </a:lnTo>
                  <a:lnTo>
                    <a:pt x="121" y="60"/>
                  </a:lnTo>
                  <a:lnTo>
                    <a:pt x="123" y="62"/>
                  </a:lnTo>
                  <a:lnTo>
                    <a:pt x="124" y="62"/>
                  </a:lnTo>
                  <a:lnTo>
                    <a:pt x="124" y="62"/>
                  </a:lnTo>
                  <a:lnTo>
                    <a:pt x="126" y="67"/>
                  </a:lnTo>
                  <a:lnTo>
                    <a:pt x="126" y="72"/>
                  </a:lnTo>
                  <a:lnTo>
                    <a:pt x="128" y="80"/>
                  </a:lnTo>
                  <a:lnTo>
                    <a:pt x="128" y="80"/>
                  </a:lnTo>
                  <a:lnTo>
                    <a:pt x="130" y="80"/>
                  </a:lnTo>
                  <a:lnTo>
                    <a:pt x="133" y="80"/>
                  </a:lnTo>
                  <a:lnTo>
                    <a:pt x="137" y="80"/>
                  </a:lnTo>
                  <a:lnTo>
                    <a:pt x="139" y="80"/>
                  </a:lnTo>
                  <a:lnTo>
                    <a:pt x="139" y="80"/>
                  </a:lnTo>
                  <a:lnTo>
                    <a:pt x="141" y="76"/>
                  </a:lnTo>
                  <a:lnTo>
                    <a:pt x="143" y="72"/>
                  </a:lnTo>
                  <a:lnTo>
                    <a:pt x="143" y="72"/>
                  </a:lnTo>
                  <a:lnTo>
                    <a:pt x="144" y="72"/>
                  </a:lnTo>
                  <a:lnTo>
                    <a:pt x="146" y="74"/>
                  </a:lnTo>
                  <a:lnTo>
                    <a:pt x="148" y="74"/>
                  </a:lnTo>
                  <a:lnTo>
                    <a:pt x="152" y="74"/>
                  </a:lnTo>
                  <a:lnTo>
                    <a:pt x="154" y="65"/>
                  </a:lnTo>
                  <a:lnTo>
                    <a:pt x="154" y="65"/>
                  </a:lnTo>
                  <a:lnTo>
                    <a:pt x="159" y="65"/>
                  </a:lnTo>
                  <a:lnTo>
                    <a:pt x="161" y="65"/>
                  </a:lnTo>
                  <a:lnTo>
                    <a:pt x="164" y="65"/>
                  </a:lnTo>
                  <a:lnTo>
                    <a:pt x="164" y="65"/>
                  </a:lnTo>
                  <a:lnTo>
                    <a:pt x="164" y="74"/>
                  </a:lnTo>
                  <a:lnTo>
                    <a:pt x="164" y="74"/>
                  </a:lnTo>
                  <a:lnTo>
                    <a:pt x="185" y="78"/>
                  </a:lnTo>
                  <a:lnTo>
                    <a:pt x="194" y="80"/>
                  </a:lnTo>
                  <a:lnTo>
                    <a:pt x="194" y="82"/>
                  </a:lnTo>
                  <a:lnTo>
                    <a:pt x="190" y="82"/>
                  </a:lnTo>
                  <a:lnTo>
                    <a:pt x="190" y="82"/>
                  </a:lnTo>
                  <a:lnTo>
                    <a:pt x="175" y="85"/>
                  </a:lnTo>
                  <a:lnTo>
                    <a:pt x="175" y="85"/>
                  </a:lnTo>
                  <a:lnTo>
                    <a:pt x="168" y="85"/>
                  </a:lnTo>
                  <a:lnTo>
                    <a:pt x="157" y="87"/>
                  </a:lnTo>
                  <a:lnTo>
                    <a:pt x="157" y="87"/>
                  </a:lnTo>
                  <a:lnTo>
                    <a:pt x="152" y="89"/>
                  </a:lnTo>
                  <a:lnTo>
                    <a:pt x="150" y="89"/>
                  </a:lnTo>
                  <a:lnTo>
                    <a:pt x="146" y="85"/>
                  </a:lnTo>
                  <a:lnTo>
                    <a:pt x="146" y="85"/>
                  </a:lnTo>
                  <a:lnTo>
                    <a:pt x="143" y="85"/>
                  </a:lnTo>
                  <a:lnTo>
                    <a:pt x="141" y="87"/>
                  </a:lnTo>
                  <a:lnTo>
                    <a:pt x="137" y="87"/>
                  </a:lnTo>
                  <a:lnTo>
                    <a:pt x="139" y="102"/>
                  </a:lnTo>
                  <a:lnTo>
                    <a:pt x="139" y="102"/>
                  </a:lnTo>
                  <a:lnTo>
                    <a:pt x="141" y="100"/>
                  </a:lnTo>
                  <a:lnTo>
                    <a:pt x="143" y="100"/>
                  </a:lnTo>
                  <a:lnTo>
                    <a:pt x="144" y="96"/>
                  </a:lnTo>
                  <a:lnTo>
                    <a:pt x="144" y="96"/>
                  </a:lnTo>
                  <a:lnTo>
                    <a:pt x="157" y="96"/>
                  </a:lnTo>
                  <a:lnTo>
                    <a:pt x="172" y="96"/>
                  </a:lnTo>
                  <a:lnTo>
                    <a:pt x="172" y="96"/>
                  </a:lnTo>
                  <a:lnTo>
                    <a:pt x="166" y="100"/>
                  </a:lnTo>
                  <a:lnTo>
                    <a:pt x="161" y="103"/>
                  </a:lnTo>
                  <a:lnTo>
                    <a:pt x="159" y="105"/>
                  </a:lnTo>
                  <a:lnTo>
                    <a:pt x="159" y="109"/>
                  </a:lnTo>
                  <a:lnTo>
                    <a:pt x="161" y="111"/>
                  </a:lnTo>
                  <a:lnTo>
                    <a:pt x="164" y="114"/>
                  </a:lnTo>
                  <a:lnTo>
                    <a:pt x="164" y="114"/>
                  </a:lnTo>
                  <a:lnTo>
                    <a:pt x="150" y="113"/>
                  </a:lnTo>
                  <a:lnTo>
                    <a:pt x="143" y="111"/>
                  </a:lnTo>
                  <a:lnTo>
                    <a:pt x="143" y="111"/>
                  </a:lnTo>
                  <a:lnTo>
                    <a:pt x="143" y="116"/>
                  </a:lnTo>
                  <a:lnTo>
                    <a:pt x="143" y="120"/>
                  </a:lnTo>
                  <a:lnTo>
                    <a:pt x="144" y="123"/>
                  </a:lnTo>
                  <a:lnTo>
                    <a:pt x="144" y="123"/>
                  </a:lnTo>
                  <a:lnTo>
                    <a:pt x="148" y="125"/>
                  </a:lnTo>
                  <a:lnTo>
                    <a:pt x="154" y="125"/>
                  </a:lnTo>
                  <a:lnTo>
                    <a:pt x="157" y="125"/>
                  </a:lnTo>
                  <a:lnTo>
                    <a:pt x="161" y="125"/>
                  </a:lnTo>
                  <a:lnTo>
                    <a:pt x="161" y="131"/>
                  </a:lnTo>
                  <a:lnTo>
                    <a:pt x="161" y="131"/>
                  </a:lnTo>
                  <a:lnTo>
                    <a:pt x="168" y="133"/>
                  </a:lnTo>
                  <a:lnTo>
                    <a:pt x="168" y="133"/>
                  </a:lnTo>
                  <a:lnTo>
                    <a:pt x="174" y="133"/>
                  </a:lnTo>
                  <a:lnTo>
                    <a:pt x="175" y="131"/>
                  </a:lnTo>
                  <a:lnTo>
                    <a:pt x="175" y="131"/>
                  </a:lnTo>
                  <a:lnTo>
                    <a:pt x="177" y="136"/>
                  </a:lnTo>
                  <a:lnTo>
                    <a:pt x="179" y="144"/>
                  </a:lnTo>
                  <a:lnTo>
                    <a:pt x="179" y="144"/>
                  </a:lnTo>
                  <a:lnTo>
                    <a:pt x="183" y="145"/>
                  </a:lnTo>
                  <a:lnTo>
                    <a:pt x="183" y="145"/>
                  </a:lnTo>
                  <a:lnTo>
                    <a:pt x="186" y="144"/>
                  </a:lnTo>
                  <a:lnTo>
                    <a:pt x="190" y="144"/>
                  </a:lnTo>
                  <a:lnTo>
                    <a:pt x="190" y="144"/>
                  </a:lnTo>
                  <a:lnTo>
                    <a:pt x="192" y="138"/>
                  </a:lnTo>
                  <a:lnTo>
                    <a:pt x="190" y="136"/>
                  </a:lnTo>
                  <a:lnTo>
                    <a:pt x="188" y="136"/>
                  </a:lnTo>
                  <a:lnTo>
                    <a:pt x="188" y="131"/>
                  </a:lnTo>
                  <a:lnTo>
                    <a:pt x="188" y="131"/>
                  </a:lnTo>
                  <a:lnTo>
                    <a:pt x="192" y="129"/>
                  </a:lnTo>
                  <a:lnTo>
                    <a:pt x="194" y="129"/>
                  </a:lnTo>
                  <a:lnTo>
                    <a:pt x="197" y="131"/>
                  </a:lnTo>
                  <a:lnTo>
                    <a:pt x="201" y="131"/>
                  </a:lnTo>
                  <a:lnTo>
                    <a:pt x="201" y="131"/>
                  </a:lnTo>
                  <a:lnTo>
                    <a:pt x="208" y="123"/>
                  </a:lnTo>
                  <a:lnTo>
                    <a:pt x="208" y="123"/>
                  </a:lnTo>
                  <a:lnTo>
                    <a:pt x="210" y="120"/>
                  </a:lnTo>
                  <a:lnTo>
                    <a:pt x="210" y="116"/>
                  </a:lnTo>
                  <a:lnTo>
                    <a:pt x="210" y="116"/>
                  </a:lnTo>
                  <a:lnTo>
                    <a:pt x="221" y="116"/>
                  </a:lnTo>
                  <a:lnTo>
                    <a:pt x="221" y="116"/>
                  </a:lnTo>
                  <a:lnTo>
                    <a:pt x="221" y="111"/>
                  </a:lnTo>
                  <a:lnTo>
                    <a:pt x="221" y="103"/>
                  </a:lnTo>
                  <a:lnTo>
                    <a:pt x="228" y="102"/>
                  </a:lnTo>
                  <a:lnTo>
                    <a:pt x="228" y="102"/>
                  </a:lnTo>
                  <a:lnTo>
                    <a:pt x="226" y="98"/>
                  </a:lnTo>
                  <a:lnTo>
                    <a:pt x="226" y="98"/>
                  </a:lnTo>
                  <a:lnTo>
                    <a:pt x="225" y="100"/>
                  </a:lnTo>
                  <a:lnTo>
                    <a:pt x="225" y="100"/>
                  </a:lnTo>
                  <a:lnTo>
                    <a:pt x="225" y="91"/>
                  </a:lnTo>
                  <a:lnTo>
                    <a:pt x="225" y="82"/>
                  </a:lnTo>
                  <a:lnTo>
                    <a:pt x="225" y="82"/>
                  </a:lnTo>
                  <a:lnTo>
                    <a:pt x="232" y="80"/>
                  </a:lnTo>
                  <a:lnTo>
                    <a:pt x="237" y="78"/>
                  </a:lnTo>
                  <a:lnTo>
                    <a:pt x="250" y="78"/>
                  </a:lnTo>
                  <a:lnTo>
                    <a:pt x="250" y="78"/>
                  </a:lnTo>
                  <a:lnTo>
                    <a:pt x="248" y="74"/>
                  </a:lnTo>
                  <a:lnTo>
                    <a:pt x="246" y="71"/>
                  </a:lnTo>
                  <a:lnTo>
                    <a:pt x="246" y="71"/>
                  </a:lnTo>
                  <a:lnTo>
                    <a:pt x="241" y="69"/>
                  </a:lnTo>
                  <a:lnTo>
                    <a:pt x="236" y="67"/>
                  </a:lnTo>
                  <a:lnTo>
                    <a:pt x="230" y="67"/>
                  </a:lnTo>
                  <a:lnTo>
                    <a:pt x="225" y="65"/>
                  </a:lnTo>
                  <a:lnTo>
                    <a:pt x="225" y="65"/>
                  </a:lnTo>
                  <a:lnTo>
                    <a:pt x="223" y="62"/>
                  </a:lnTo>
                  <a:lnTo>
                    <a:pt x="221" y="56"/>
                  </a:lnTo>
                  <a:lnTo>
                    <a:pt x="221" y="47"/>
                  </a:lnTo>
                  <a:lnTo>
                    <a:pt x="221" y="47"/>
                  </a:lnTo>
                  <a:lnTo>
                    <a:pt x="215" y="49"/>
                  </a:lnTo>
                  <a:lnTo>
                    <a:pt x="210" y="47"/>
                  </a:lnTo>
                  <a:lnTo>
                    <a:pt x="210" y="47"/>
                  </a:lnTo>
                  <a:lnTo>
                    <a:pt x="212" y="43"/>
                  </a:lnTo>
                  <a:lnTo>
                    <a:pt x="214" y="40"/>
                  </a:lnTo>
                  <a:lnTo>
                    <a:pt x="214" y="36"/>
                  </a:lnTo>
                  <a:lnTo>
                    <a:pt x="206" y="32"/>
                  </a:lnTo>
                  <a:lnTo>
                    <a:pt x="206" y="32"/>
                  </a:lnTo>
                  <a:lnTo>
                    <a:pt x="201" y="27"/>
                  </a:lnTo>
                  <a:lnTo>
                    <a:pt x="197" y="25"/>
                  </a:lnTo>
                  <a:lnTo>
                    <a:pt x="199" y="25"/>
                  </a:lnTo>
                  <a:lnTo>
                    <a:pt x="199" y="25"/>
                  </a:lnTo>
                  <a:lnTo>
                    <a:pt x="194" y="27"/>
                  </a:lnTo>
                  <a:lnTo>
                    <a:pt x="190" y="29"/>
                  </a:lnTo>
                  <a:lnTo>
                    <a:pt x="190" y="29"/>
                  </a:lnTo>
                  <a:lnTo>
                    <a:pt x="188" y="23"/>
                  </a:lnTo>
                  <a:lnTo>
                    <a:pt x="183" y="18"/>
                  </a:lnTo>
                  <a:lnTo>
                    <a:pt x="183" y="18"/>
                  </a:lnTo>
                  <a:close/>
                  <a:moveTo>
                    <a:pt x="243" y="0"/>
                  </a:moveTo>
                  <a:lnTo>
                    <a:pt x="243" y="0"/>
                  </a:lnTo>
                  <a:lnTo>
                    <a:pt x="243" y="7"/>
                  </a:lnTo>
                  <a:lnTo>
                    <a:pt x="243" y="7"/>
                  </a:lnTo>
                  <a:lnTo>
                    <a:pt x="245" y="9"/>
                  </a:lnTo>
                  <a:lnTo>
                    <a:pt x="245" y="11"/>
                  </a:lnTo>
                  <a:lnTo>
                    <a:pt x="245" y="11"/>
                  </a:lnTo>
                  <a:lnTo>
                    <a:pt x="237" y="11"/>
                  </a:lnTo>
                  <a:lnTo>
                    <a:pt x="237" y="11"/>
                  </a:lnTo>
                  <a:lnTo>
                    <a:pt x="237" y="16"/>
                  </a:lnTo>
                  <a:lnTo>
                    <a:pt x="237" y="21"/>
                  </a:lnTo>
                  <a:lnTo>
                    <a:pt x="237" y="21"/>
                  </a:lnTo>
                  <a:lnTo>
                    <a:pt x="226" y="18"/>
                  </a:lnTo>
                  <a:lnTo>
                    <a:pt x="215" y="14"/>
                  </a:lnTo>
                  <a:lnTo>
                    <a:pt x="215" y="18"/>
                  </a:lnTo>
                  <a:lnTo>
                    <a:pt x="215" y="18"/>
                  </a:lnTo>
                  <a:lnTo>
                    <a:pt x="223" y="20"/>
                  </a:lnTo>
                  <a:lnTo>
                    <a:pt x="230" y="21"/>
                  </a:lnTo>
                  <a:lnTo>
                    <a:pt x="230" y="21"/>
                  </a:lnTo>
                  <a:lnTo>
                    <a:pt x="228" y="25"/>
                  </a:lnTo>
                  <a:lnTo>
                    <a:pt x="223" y="29"/>
                  </a:lnTo>
                  <a:lnTo>
                    <a:pt x="223" y="29"/>
                  </a:lnTo>
                  <a:lnTo>
                    <a:pt x="223" y="32"/>
                  </a:lnTo>
                  <a:lnTo>
                    <a:pt x="223" y="36"/>
                  </a:lnTo>
                  <a:lnTo>
                    <a:pt x="223" y="36"/>
                  </a:lnTo>
                  <a:lnTo>
                    <a:pt x="243" y="34"/>
                  </a:lnTo>
                  <a:lnTo>
                    <a:pt x="265" y="32"/>
                  </a:lnTo>
                  <a:lnTo>
                    <a:pt x="265" y="32"/>
                  </a:lnTo>
                  <a:lnTo>
                    <a:pt x="265" y="36"/>
                  </a:lnTo>
                  <a:lnTo>
                    <a:pt x="267" y="38"/>
                  </a:lnTo>
                  <a:lnTo>
                    <a:pt x="265" y="40"/>
                  </a:lnTo>
                  <a:lnTo>
                    <a:pt x="265" y="40"/>
                  </a:lnTo>
                  <a:lnTo>
                    <a:pt x="246" y="43"/>
                  </a:lnTo>
                  <a:lnTo>
                    <a:pt x="246" y="43"/>
                  </a:lnTo>
                  <a:lnTo>
                    <a:pt x="237" y="40"/>
                  </a:lnTo>
                  <a:lnTo>
                    <a:pt x="236" y="47"/>
                  </a:lnTo>
                  <a:lnTo>
                    <a:pt x="236" y="47"/>
                  </a:lnTo>
                  <a:lnTo>
                    <a:pt x="252" y="51"/>
                  </a:lnTo>
                  <a:lnTo>
                    <a:pt x="272" y="52"/>
                  </a:lnTo>
                  <a:lnTo>
                    <a:pt x="276" y="58"/>
                  </a:lnTo>
                  <a:lnTo>
                    <a:pt x="276" y="58"/>
                  </a:lnTo>
                  <a:lnTo>
                    <a:pt x="279" y="58"/>
                  </a:lnTo>
                  <a:lnTo>
                    <a:pt x="281" y="56"/>
                  </a:lnTo>
                  <a:lnTo>
                    <a:pt x="281" y="56"/>
                  </a:lnTo>
                  <a:lnTo>
                    <a:pt x="283" y="54"/>
                  </a:lnTo>
                  <a:lnTo>
                    <a:pt x="283" y="54"/>
                  </a:lnTo>
                  <a:lnTo>
                    <a:pt x="301" y="60"/>
                  </a:lnTo>
                  <a:lnTo>
                    <a:pt x="312" y="62"/>
                  </a:lnTo>
                  <a:lnTo>
                    <a:pt x="323" y="60"/>
                  </a:lnTo>
                  <a:lnTo>
                    <a:pt x="323" y="60"/>
                  </a:lnTo>
                  <a:lnTo>
                    <a:pt x="325" y="58"/>
                  </a:lnTo>
                  <a:lnTo>
                    <a:pt x="327" y="54"/>
                  </a:lnTo>
                  <a:lnTo>
                    <a:pt x="325" y="51"/>
                  </a:lnTo>
                  <a:lnTo>
                    <a:pt x="325" y="51"/>
                  </a:lnTo>
                  <a:lnTo>
                    <a:pt x="328" y="49"/>
                  </a:lnTo>
                  <a:lnTo>
                    <a:pt x="334" y="49"/>
                  </a:lnTo>
                  <a:lnTo>
                    <a:pt x="338" y="49"/>
                  </a:lnTo>
                  <a:lnTo>
                    <a:pt x="343" y="47"/>
                  </a:lnTo>
                  <a:lnTo>
                    <a:pt x="343" y="47"/>
                  </a:lnTo>
                  <a:lnTo>
                    <a:pt x="343" y="45"/>
                  </a:lnTo>
                  <a:lnTo>
                    <a:pt x="345" y="43"/>
                  </a:lnTo>
                  <a:lnTo>
                    <a:pt x="343" y="40"/>
                  </a:lnTo>
                  <a:lnTo>
                    <a:pt x="343" y="38"/>
                  </a:lnTo>
                  <a:lnTo>
                    <a:pt x="343" y="38"/>
                  </a:lnTo>
                  <a:lnTo>
                    <a:pt x="347" y="38"/>
                  </a:lnTo>
                  <a:lnTo>
                    <a:pt x="352" y="38"/>
                  </a:lnTo>
                  <a:lnTo>
                    <a:pt x="352" y="38"/>
                  </a:lnTo>
                  <a:lnTo>
                    <a:pt x="356" y="36"/>
                  </a:lnTo>
                  <a:lnTo>
                    <a:pt x="359" y="31"/>
                  </a:lnTo>
                  <a:lnTo>
                    <a:pt x="365" y="21"/>
                  </a:lnTo>
                  <a:lnTo>
                    <a:pt x="365" y="21"/>
                  </a:lnTo>
                  <a:lnTo>
                    <a:pt x="352" y="20"/>
                  </a:lnTo>
                  <a:lnTo>
                    <a:pt x="339" y="18"/>
                  </a:lnTo>
                  <a:lnTo>
                    <a:pt x="339" y="18"/>
                  </a:lnTo>
                  <a:lnTo>
                    <a:pt x="343" y="14"/>
                  </a:lnTo>
                  <a:lnTo>
                    <a:pt x="343" y="14"/>
                  </a:lnTo>
                  <a:lnTo>
                    <a:pt x="339" y="14"/>
                  </a:lnTo>
                  <a:lnTo>
                    <a:pt x="338" y="14"/>
                  </a:lnTo>
                  <a:lnTo>
                    <a:pt x="336" y="18"/>
                  </a:lnTo>
                  <a:lnTo>
                    <a:pt x="328" y="16"/>
                  </a:lnTo>
                  <a:lnTo>
                    <a:pt x="328" y="16"/>
                  </a:lnTo>
                  <a:lnTo>
                    <a:pt x="330" y="14"/>
                  </a:lnTo>
                  <a:lnTo>
                    <a:pt x="332" y="11"/>
                  </a:lnTo>
                  <a:lnTo>
                    <a:pt x="332" y="11"/>
                  </a:lnTo>
                  <a:lnTo>
                    <a:pt x="321" y="18"/>
                  </a:lnTo>
                  <a:lnTo>
                    <a:pt x="321" y="18"/>
                  </a:lnTo>
                  <a:lnTo>
                    <a:pt x="319" y="20"/>
                  </a:lnTo>
                  <a:lnTo>
                    <a:pt x="316" y="21"/>
                  </a:lnTo>
                  <a:lnTo>
                    <a:pt x="310" y="21"/>
                  </a:lnTo>
                  <a:lnTo>
                    <a:pt x="310" y="21"/>
                  </a:lnTo>
                  <a:lnTo>
                    <a:pt x="314" y="18"/>
                  </a:lnTo>
                  <a:lnTo>
                    <a:pt x="314" y="14"/>
                  </a:lnTo>
                  <a:lnTo>
                    <a:pt x="314" y="14"/>
                  </a:lnTo>
                  <a:lnTo>
                    <a:pt x="308" y="7"/>
                  </a:lnTo>
                  <a:lnTo>
                    <a:pt x="308" y="7"/>
                  </a:lnTo>
                  <a:lnTo>
                    <a:pt x="308" y="18"/>
                  </a:lnTo>
                  <a:lnTo>
                    <a:pt x="308" y="18"/>
                  </a:lnTo>
                  <a:lnTo>
                    <a:pt x="305" y="18"/>
                  </a:lnTo>
                  <a:lnTo>
                    <a:pt x="305" y="16"/>
                  </a:lnTo>
                  <a:lnTo>
                    <a:pt x="303" y="14"/>
                  </a:lnTo>
                  <a:lnTo>
                    <a:pt x="301" y="14"/>
                  </a:lnTo>
                  <a:lnTo>
                    <a:pt x="301" y="14"/>
                  </a:lnTo>
                  <a:lnTo>
                    <a:pt x="299" y="23"/>
                  </a:lnTo>
                  <a:lnTo>
                    <a:pt x="299" y="23"/>
                  </a:lnTo>
                  <a:lnTo>
                    <a:pt x="281" y="18"/>
                  </a:lnTo>
                  <a:lnTo>
                    <a:pt x="281" y="18"/>
                  </a:lnTo>
                  <a:lnTo>
                    <a:pt x="279" y="14"/>
                  </a:lnTo>
                  <a:lnTo>
                    <a:pt x="279" y="14"/>
                  </a:lnTo>
                  <a:lnTo>
                    <a:pt x="272" y="12"/>
                  </a:lnTo>
                  <a:lnTo>
                    <a:pt x="261" y="11"/>
                  </a:lnTo>
                  <a:lnTo>
                    <a:pt x="261" y="11"/>
                  </a:lnTo>
                  <a:lnTo>
                    <a:pt x="254" y="5"/>
                  </a:lnTo>
                  <a:lnTo>
                    <a:pt x="246" y="0"/>
                  </a:lnTo>
                  <a:lnTo>
                    <a:pt x="243" y="0"/>
                  </a:lnTo>
                  <a:lnTo>
                    <a:pt x="243" y="0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21" name="Freeform 203">
              <a:extLst>
                <a:ext uri="{FF2B5EF4-FFF2-40B4-BE49-F238E27FC236}">
                  <a16:creationId xmlns:a16="http://schemas.microsoft.com/office/drawing/2014/main" id="{BB326F12-1AD3-4E58-8FF2-E45863BEC264}"/>
                </a:ext>
              </a:extLst>
            </p:cNvPr>
            <p:cNvSpPr>
              <a:spLocks/>
            </p:cNvSpPr>
            <p:nvPr/>
          </p:nvSpPr>
          <p:spPr bwMode="auto">
            <a:xfrm>
              <a:off x="8495035" y="2727540"/>
              <a:ext cx="140886" cy="192791"/>
            </a:xfrm>
            <a:custGeom>
              <a:avLst/>
              <a:gdLst>
                <a:gd name="T0" fmla="*/ 95 w 95"/>
                <a:gd name="T1" fmla="*/ 15 h 130"/>
                <a:gd name="T2" fmla="*/ 73 w 95"/>
                <a:gd name="T3" fmla="*/ 35 h 130"/>
                <a:gd name="T4" fmla="*/ 73 w 95"/>
                <a:gd name="T5" fmla="*/ 42 h 130"/>
                <a:gd name="T6" fmla="*/ 73 w 95"/>
                <a:gd name="T7" fmla="*/ 44 h 130"/>
                <a:gd name="T8" fmla="*/ 80 w 95"/>
                <a:gd name="T9" fmla="*/ 46 h 130"/>
                <a:gd name="T10" fmla="*/ 78 w 95"/>
                <a:gd name="T11" fmla="*/ 55 h 130"/>
                <a:gd name="T12" fmla="*/ 75 w 95"/>
                <a:gd name="T13" fmla="*/ 64 h 130"/>
                <a:gd name="T14" fmla="*/ 69 w 95"/>
                <a:gd name="T15" fmla="*/ 66 h 130"/>
                <a:gd name="T16" fmla="*/ 62 w 95"/>
                <a:gd name="T17" fmla="*/ 68 h 130"/>
                <a:gd name="T18" fmla="*/ 58 w 95"/>
                <a:gd name="T19" fmla="*/ 77 h 130"/>
                <a:gd name="T20" fmla="*/ 51 w 95"/>
                <a:gd name="T21" fmla="*/ 79 h 130"/>
                <a:gd name="T22" fmla="*/ 46 w 95"/>
                <a:gd name="T23" fmla="*/ 82 h 130"/>
                <a:gd name="T24" fmla="*/ 40 w 95"/>
                <a:gd name="T25" fmla="*/ 99 h 130"/>
                <a:gd name="T26" fmla="*/ 51 w 95"/>
                <a:gd name="T27" fmla="*/ 102 h 130"/>
                <a:gd name="T28" fmla="*/ 58 w 95"/>
                <a:gd name="T29" fmla="*/ 106 h 130"/>
                <a:gd name="T30" fmla="*/ 58 w 95"/>
                <a:gd name="T31" fmla="*/ 108 h 130"/>
                <a:gd name="T32" fmla="*/ 57 w 95"/>
                <a:gd name="T33" fmla="*/ 111 h 130"/>
                <a:gd name="T34" fmla="*/ 55 w 95"/>
                <a:gd name="T35" fmla="*/ 113 h 130"/>
                <a:gd name="T36" fmla="*/ 58 w 95"/>
                <a:gd name="T37" fmla="*/ 117 h 130"/>
                <a:gd name="T38" fmla="*/ 57 w 95"/>
                <a:gd name="T39" fmla="*/ 119 h 130"/>
                <a:gd name="T40" fmla="*/ 51 w 95"/>
                <a:gd name="T41" fmla="*/ 120 h 130"/>
                <a:gd name="T42" fmla="*/ 42 w 95"/>
                <a:gd name="T43" fmla="*/ 117 h 130"/>
                <a:gd name="T44" fmla="*/ 27 w 95"/>
                <a:gd name="T45" fmla="*/ 128 h 130"/>
                <a:gd name="T46" fmla="*/ 16 w 95"/>
                <a:gd name="T47" fmla="*/ 128 h 130"/>
                <a:gd name="T48" fmla="*/ 16 w 95"/>
                <a:gd name="T49" fmla="*/ 128 h 130"/>
                <a:gd name="T50" fmla="*/ 13 w 95"/>
                <a:gd name="T51" fmla="*/ 130 h 130"/>
                <a:gd name="T52" fmla="*/ 7 w 95"/>
                <a:gd name="T53" fmla="*/ 128 h 130"/>
                <a:gd name="T54" fmla="*/ 9 w 95"/>
                <a:gd name="T55" fmla="*/ 120 h 130"/>
                <a:gd name="T56" fmla="*/ 0 w 95"/>
                <a:gd name="T57" fmla="*/ 119 h 130"/>
                <a:gd name="T58" fmla="*/ 0 w 95"/>
                <a:gd name="T59" fmla="*/ 111 h 130"/>
                <a:gd name="T60" fmla="*/ 2 w 95"/>
                <a:gd name="T61" fmla="*/ 111 h 130"/>
                <a:gd name="T62" fmla="*/ 4 w 95"/>
                <a:gd name="T63" fmla="*/ 106 h 130"/>
                <a:gd name="T64" fmla="*/ 11 w 95"/>
                <a:gd name="T65" fmla="*/ 106 h 130"/>
                <a:gd name="T66" fmla="*/ 11 w 95"/>
                <a:gd name="T67" fmla="*/ 104 h 130"/>
                <a:gd name="T68" fmla="*/ 7 w 95"/>
                <a:gd name="T69" fmla="*/ 99 h 130"/>
                <a:gd name="T70" fmla="*/ 7 w 95"/>
                <a:gd name="T71" fmla="*/ 97 h 130"/>
                <a:gd name="T72" fmla="*/ 9 w 95"/>
                <a:gd name="T73" fmla="*/ 91 h 130"/>
                <a:gd name="T74" fmla="*/ 9 w 95"/>
                <a:gd name="T75" fmla="*/ 90 h 130"/>
                <a:gd name="T76" fmla="*/ 0 w 95"/>
                <a:gd name="T77" fmla="*/ 84 h 130"/>
                <a:gd name="T78" fmla="*/ 13 w 95"/>
                <a:gd name="T79" fmla="*/ 64 h 130"/>
                <a:gd name="T80" fmla="*/ 24 w 95"/>
                <a:gd name="T81" fmla="*/ 46 h 130"/>
                <a:gd name="T82" fmla="*/ 33 w 95"/>
                <a:gd name="T83" fmla="*/ 29 h 130"/>
                <a:gd name="T84" fmla="*/ 44 w 95"/>
                <a:gd name="T85" fmla="*/ 33 h 130"/>
                <a:gd name="T86" fmla="*/ 60 w 95"/>
                <a:gd name="T87" fmla="*/ 37 h 130"/>
                <a:gd name="T88" fmla="*/ 58 w 95"/>
                <a:gd name="T89" fmla="*/ 26 h 130"/>
                <a:gd name="T90" fmla="*/ 73 w 95"/>
                <a:gd name="T91" fmla="*/ 20 h 130"/>
                <a:gd name="T92" fmla="*/ 75 w 95"/>
                <a:gd name="T93" fmla="*/ 15 h 130"/>
                <a:gd name="T94" fmla="*/ 84 w 95"/>
                <a:gd name="T95" fmla="*/ 0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95" h="130">
                  <a:moveTo>
                    <a:pt x="95" y="15"/>
                  </a:moveTo>
                  <a:lnTo>
                    <a:pt x="95" y="15"/>
                  </a:lnTo>
                  <a:lnTo>
                    <a:pt x="73" y="35"/>
                  </a:lnTo>
                  <a:lnTo>
                    <a:pt x="73" y="35"/>
                  </a:lnTo>
                  <a:lnTo>
                    <a:pt x="73" y="39"/>
                  </a:lnTo>
                  <a:lnTo>
                    <a:pt x="73" y="42"/>
                  </a:lnTo>
                  <a:lnTo>
                    <a:pt x="73" y="42"/>
                  </a:lnTo>
                  <a:lnTo>
                    <a:pt x="73" y="44"/>
                  </a:lnTo>
                  <a:lnTo>
                    <a:pt x="75" y="44"/>
                  </a:lnTo>
                  <a:lnTo>
                    <a:pt x="80" y="46"/>
                  </a:lnTo>
                  <a:lnTo>
                    <a:pt x="80" y="46"/>
                  </a:lnTo>
                  <a:lnTo>
                    <a:pt x="78" y="55"/>
                  </a:lnTo>
                  <a:lnTo>
                    <a:pt x="77" y="60"/>
                  </a:lnTo>
                  <a:lnTo>
                    <a:pt x="75" y="64"/>
                  </a:lnTo>
                  <a:lnTo>
                    <a:pt x="75" y="64"/>
                  </a:lnTo>
                  <a:lnTo>
                    <a:pt x="69" y="66"/>
                  </a:lnTo>
                  <a:lnTo>
                    <a:pt x="62" y="68"/>
                  </a:lnTo>
                  <a:lnTo>
                    <a:pt x="62" y="68"/>
                  </a:lnTo>
                  <a:lnTo>
                    <a:pt x="60" y="71"/>
                  </a:lnTo>
                  <a:lnTo>
                    <a:pt x="58" y="77"/>
                  </a:lnTo>
                  <a:lnTo>
                    <a:pt x="58" y="77"/>
                  </a:lnTo>
                  <a:lnTo>
                    <a:pt x="51" y="79"/>
                  </a:lnTo>
                  <a:lnTo>
                    <a:pt x="47" y="80"/>
                  </a:lnTo>
                  <a:lnTo>
                    <a:pt x="46" y="82"/>
                  </a:lnTo>
                  <a:lnTo>
                    <a:pt x="46" y="82"/>
                  </a:lnTo>
                  <a:lnTo>
                    <a:pt x="40" y="99"/>
                  </a:lnTo>
                  <a:lnTo>
                    <a:pt x="40" y="99"/>
                  </a:lnTo>
                  <a:lnTo>
                    <a:pt x="51" y="102"/>
                  </a:lnTo>
                  <a:lnTo>
                    <a:pt x="55" y="104"/>
                  </a:lnTo>
                  <a:lnTo>
                    <a:pt x="58" y="106"/>
                  </a:lnTo>
                  <a:lnTo>
                    <a:pt x="58" y="106"/>
                  </a:lnTo>
                  <a:lnTo>
                    <a:pt x="58" y="108"/>
                  </a:lnTo>
                  <a:lnTo>
                    <a:pt x="57" y="110"/>
                  </a:lnTo>
                  <a:lnTo>
                    <a:pt x="57" y="111"/>
                  </a:lnTo>
                  <a:lnTo>
                    <a:pt x="55" y="113"/>
                  </a:lnTo>
                  <a:lnTo>
                    <a:pt x="55" y="113"/>
                  </a:lnTo>
                  <a:lnTo>
                    <a:pt x="57" y="115"/>
                  </a:lnTo>
                  <a:lnTo>
                    <a:pt x="58" y="117"/>
                  </a:lnTo>
                  <a:lnTo>
                    <a:pt x="58" y="117"/>
                  </a:lnTo>
                  <a:lnTo>
                    <a:pt x="57" y="119"/>
                  </a:lnTo>
                  <a:lnTo>
                    <a:pt x="51" y="120"/>
                  </a:lnTo>
                  <a:lnTo>
                    <a:pt x="51" y="120"/>
                  </a:lnTo>
                  <a:lnTo>
                    <a:pt x="46" y="119"/>
                  </a:lnTo>
                  <a:lnTo>
                    <a:pt x="42" y="117"/>
                  </a:lnTo>
                  <a:lnTo>
                    <a:pt x="38" y="119"/>
                  </a:lnTo>
                  <a:lnTo>
                    <a:pt x="27" y="128"/>
                  </a:lnTo>
                  <a:lnTo>
                    <a:pt x="27" y="128"/>
                  </a:lnTo>
                  <a:lnTo>
                    <a:pt x="16" y="128"/>
                  </a:lnTo>
                  <a:lnTo>
                    <a:pt x="16" y="128"/>
                  </a:lnTo>
                  <a:lnTo>
                    <a:pt x="16" y="128"/>
                  </a:lnTo>
                  <a:lnTo>
                    <a:pt x="16" y="130"/>
                  </a:lnTo>
                  <a:lnTo>
                    <a:pt x="13" y="130"/>
                  </a:lnTo>
                  <a:lnTo>
                    <a:pt x="7" y="128"/>
                  </a:lnTo>
                  <a:lnTo>
                    <a:pt x="7" y="128"/>
                  </a:lnTo>
                  <a:lnTo>
                    <a:pt x="9" y="120"/>
                  </a:lnTo>
                  <a:lnTo>
                    <a:pt x="9" y="120"/>
                  </a:lnTo>
                  <a:lnTo>
                    <a:pt x="4" y="119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0" y="111"/>
                  </a:lnTo>
                  <a:lnTo>
                    <a:pt x="0" y="111"/>
                  </a:lnTo>
                  <a:lnTo>
                    <a:pt x="2" y="111"/>
                  </a:lnTo>
                  <a:lnTo>
                    <a:pt x="2" y="111"/>
                  </a:lnTo>
                  <a:lnTo>
                    <a:pt x="4" y="106"/>
                  </a:lnTo>
                  <a:lnTo>
                    <a:pt x="4" y="106"/>
                  </a:lnTo>
                  <a:lnTo>
                    <a:pt x="11" y="106"/>
                  </a:lnTo>
                  <a:lnTo>
                    <a:pt x="11" y="106"/>
                  </a:lnTo>
                  <a:lnTo>
                    <a:pt x="11" y="104"/>
                  </a:lnTo>
                  <a:lnTo>
                    <a:pt x="9" y="102"/>
                  </a:lnTo>
                  <a:lnTo>
                    <a:pt x="7" y="99"/>
                  </a:lnTo>
                  <a:lnTo>
                    <a:pt x="7" y="99"/>
                  </a:lnTo>
                  <a:lnTo>
                    <a:pt x="7" y="97"/>
                  </a:lnTo>
                  <a:lnTo>
                    <a:pt x="9" y="95"/>
                  </a:lnTo>
                  <a:lnTo>
                    <a:pt x="9" y="91"/>
                  </a:lnTo>
                  <a:lnTo>
                    <a:pt x="9" y="90"/>
                  </a:lnTo>
                  <a:lnTo>
                    <a:pt x="9" y="90"/>
                  </a:lnTo>
                  <a:lnTo>
                    <a:pt x="4" y="86"/>
                  </a:lnTo>
                  <a:lnTo>
                    <a:pt x="0" y="84"/>
                  </a:lnTo>
                  <a:lnTo>
                    <a:pt x="7" y="69"/>
                  </a:lnTo>
                  <a:lnTo>
                    <a:pt x="13" y="64"/>
                  </a:lnTo>
                  <a:lnTo>
                    <a:pt x="20" y="53"/>
                  </a:lnTo>
                  <a:lnTo>
                    <a:pt x="24" y="46"/>
                  </a:lnTo>
                  <a:lnTo>
                    <a:pt x="35" y="39"/>
                  </a:lnTo>
                  <a:lnTo>
                    <a:pt x="33" y="29"/>
                  </a:lnTo>
                  <a:lnTo>
                    <a:pt x="40" y="26"/>
                  </a:lnTo>
                  <a:lnTo>
                    <a:pt x="44" y="33"/>
                  </a:lnTo>
                  <a:lnTo>
                    <a:pt x="51" y="35"/>
                  </a:lnTo>
                  <a:lnTo>
                    <a:pt x="60" y="37"/>
                  </a:lnTo>
                  <a:lnTo>
                    <a:pt x="60" y="29"/>
                  </a:lnTo>
                  <a:lnTo>
                    <a:pt x="58" y="26"/>
                  </a:lnTo>
                  <a:lnTo>
                    <a:pt x="64" y="20"/>
                  </a:lnTo>
                  <a:lnTo>
                    <a:pt x="73" y="20"/>
                  </a:lnTo>
                  <a:lnTo>
                    <a:pt x="77" y="18"/>
                  </a:lnTo>
                  <a:lnTo>
                    <a:pt x="75" y="15"/>
                  </a:lnTo>
                  <a:lnTo>
                    <a:pt x="84" y="11"/>
                  </a:lnTo>
                  <a:lnTo>
                    <a:pt x="84" y="0"/>
                  </a:lnTo>
                  <a:lnTo>
                    <a:pt x="95" y="1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22" name="Freeform 204">
              <a:extLst>
                <a:ext uri="{FF2B5EF4-FFF2-40B4-BE49-F238E27FC236}">
                  <a16:creationId xmlns:a16="http://schemas.microsoft.com/office/drawing/2014/main" id="{3500E358-DDFB-42AA-A2E3-AA9DD28949B8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9489" y="3633656"/>
              <a:ext cx="284737" cy="299567"/>
            </a:xfrm>
            <a:custGeom>
              <a:avLst/>
              <a:gdLst>
                <a:gd name="T0" fmla="*/ 188 w 192"/>
                <a:gd name="T1" fmla="*/ 32 h 202"/>
                <a:gd name="T2" fmla="*/ 190 w 192"/>
                <a:gd name="T3" fmla="*/ 43 h 202"/>
                <a:gd name="T4" fmla="*/ 182 w 192"/>
                <a:gd name="T5" fmla="*/ 51 h 202"/>
                <a:gd name="T6" fmla="*/ 173 w 192"/>
                <a:gd name="T7" fmla="*/ 63 h 202"/>
                <a:gd name="T8" fmla="*/ 173 w 192"/>
                <a:gd name="T9" fmla="*/ 69 h 202"/>
                <a:gd name="T10" fmla="*/ 170 w 192"/>
                <a:gd name="T11" fmla="*/ 78 h 202"/>
                <a:gd name="T12" fmla="*/ 166 w 192"/>
                <a:gd name="T13" fmla="*/ 85 h 202"/>
                <a:gd name="T14" fmla="*/ 166 w 192"/>
                <a:gd name="T15" fmla="*/ 92 h 202"/>
                <a:gd name="T16" fmla="*/ 151 w 192"/>
                <a:gd name="T17" fmla="*/ 102 h 202"/>
                <a:gd name="T18" fmla="*/ 148 w 192"/>
                <a:gd name="T19" fmla="*/ 116 h 202"/>
                <a:gd name="T20" fmla="*/ 144 w 192"/>
                <a:gd name="T21" fmla="*/ 123 h 202"/>
                <a:gd name="T22" fmla="*/ 137 w 192"/>
                <a:gd name="T23" fmla="*/ 133 h 202"/>
                <a:gd name="T24" fmla="*/ 133 w 192"/>
                <a:gd name="T25" fmla="*/ 143 h 202"/>
                <a:gd name="T26" fmla="*/ 133 w 192"/>
                <a:gd name="T27" fmla="*/ 151 h 202"/>
                <a:gd name="T28" fmla="*/ 120 w 192"/>
                <a:gd name="T29" fmla="*/ 160 h 202"/>
                <a:gd name="T30" fmla="*/ 120 w 192"/>
                <a:gd name="T31" fmla="*/ 149 h 202"/>
                <a:gd name="T32" fmla="*/ 113 w 192"/>
                <a:gd name="T33" fmla="*/ 147 h 202"/>
                <a:gd name="T34" fmla="*/ 102 w 192"/>
                <a:gd name="T35" fmla="*/ 153 h 202"/>
                <a:gd name="T36" fmla="*/ 95 w 192"/>
                <a:gd name="T37" fmla="*/ 164 h 202"/>
                <a:gd name="T38" fmla="*/ 91 w 192"/>
                <a:gd name="T39" fmla="*/ 169 h 202"/>
                <a:gd name="T40" fmla="*/ 95 w 192"/>
                <a:gd name="T41" fmla="*/ 176 h 202"/>
                <a:gd name="T42" fmla="*/ 91 w 192"/>
                <a:gd name="T43" fmla="*/ 194 h 202"/>
                <a:gd name="T44" fmla="*/ 84 w 192"/>
                <a:gd name="T45" fmla="*/ 196 h 202"/>
                <a:gd name="T46" fmla="*/ 77 w 192"/>
                <a:gd name="T47" fmla="*/ 193 h 202"/>
                <a:gd name="T48" fmla="*/ 53 w 192"/>
                <a:gd name="T49" fmla="*/ 202 h 202"/>
                <a:gd name="T50" fmla="*/ 42 w 192"/>
                <a:gd name="T51" fmla="*/ 185 h 202"/>
                <a:gd name="T52" fmla="*/ 46 w 192"/>
                <a:gd name="T53" fmla="*/ 174 h 202"/>
                <a:gd name="T54" fmla="*/ 26 w 192"/>
                <a:gd name="T55" fmla="*/ 158 h 202"/>
                <a:gd name="T56" fmla="*/ 4 w 192"/>
                <a:gd name="T57" fmla="*/ 143 h 202"/>
                <a:gd name="T58" fmla="*/ 2 w 192"/>
                <a:gd name="T59" fmla="*/ 131 h 202"/>
                <a:gd name="T60" fmla="*/ 2 w 192"/>
                <a:gd name="T61" fmla="*/ 114 h 202"/>
                <a:gd name="T62" fmla="*/ 2 w 192"/>
                <a:gd name="T63" fmla="*/ 103 h 202"/>
                <a:gd name="T64" fmla="*/ 7 w 192"/>
                <a:gd name="T65" fmla="*/ 103 h 202"/>
                <a:gd name="T66" fmla="*/ 6 w 192"/>
                <a:gd name="T67" fmla="*/ 96 h 202"/>
                <a:gd name="T68" fmla="*/ 11 w 192"/>
                <a:gd name="T69" fmla="*/ 87 h 202"/>
                <a:gd name="T70" fmla="*/ 15 w 192"/>
                <a:gd name="T71" fmla="*/ 76 h 202"/>
                <a:gd name="T72" fmla="*/ 13 w 192"/>
                <a:gd name="T73" fmla="*/ 69 h 202"/>
                <a:gd name="T74" fmla="*/ 15 w 192"/>
                <a:gd name="T75" fmla="*/ 58 h 202"/>
                <a:gd name="T76" fmla="*/ 9 w 192"/>
                <a:gd name="T77" fmla="*/ 52 h 202"/>
                <a:gd name="T78" fmla="*/ 11 w 192"/>
                <a:gd name="T79" fmla="*/ 45 h 202"/>
                <a:gd name="T80" fmla="*/ 20 w 192"/>
                <a:gd name="T81" fmla="*/ 25 h 202"/>
                <a:gd name="T82" fmla="*/ 24 w 192"/>
                <a:gd name="T83" fmla="*/ 10 h 202"/>
                <a:gd name="T84" fmla="*/ 46 w 192"/>
                <a:gd name="T85" fmla="*/ 0 h 202"/>
                <a:gd name="T86" fmla="*/ 57 w 192"/>
                <a:gd name="T87" fmla="*/ 1 h 202"/>
                <a:gd name="T88" fmla="*/ 64 w 192"/>
                <a:gd name="T89" fmla="*/ 5 h 202"/>
                <a:gd name="T90" fmla="*/ 73 w 192"/>
                <a:gd name="T91" fmla="*/ 14 h 202"/>
                <a:gd name="T92" fmla="*/ 86 w 192"/>
                <a:gd name="T93" fmla="*/ 9 h 202"/>
                <a:gd name="T94" fmla="*/ 93 w 192"/>
                <a:gd name="T95" fmla="*/ 14 h 202"/>
                <a:gd name="T96" fmla="*/ 113 w 192"/>
                <a:gd name="T97" fmla="*/ 16 h 202"/>
                <a:gd name="T98" fmla="*/ 126 w 192"/>
                <a:gd name="T99" fmla="*/ 9 h 202"/>
                <a:gd name="T100" fmla="*/ 142 w 192"/>
                <a:gd name="T101" fmla="*/ 10 h 202"/>
                <a:gd name="T102" fmla="*/ 161 w 192"/>
                <a:gd name="T103" fmla="*/ 10 h 202"/>
                <a:gd name="T104" fmla="*/ 168 w 192"/>
                <a:gd name="T105" fmla="*/ 3 h 202"/>
                <a:gd name="T106" fmla="*/ 188 w 192"/>
                <a:gd name="T107" fmla="*/ 16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92" h="202">
                  <a:moveTo>
                    <a:pt x="188" y="16"/>
                  </a:moveTo>
                  <a:lnTo>
                    <a:pt x="186" y="31"/>
                  </a:lnTo>
                  <a:lnTo>
                    <a:pt x="186" y="31"/>
                  </a:lnTo>
                  <a:lnTo>
                    <a:pt x="188" y="32"/>
                  </a:lnTo>
                  <a:lnTo>
                    <a:pt x="190" y="34"/>
                  </a:lnTo>
                  <a:lnTo>
                    <a:pt x="192" y="36"/>
                  </a:lnTo>
                  <a:lnTo>
                    <a:pt x="192" y="36"/>
                  </a:lnTo>
                  <a:lnTo>
                    <a:pt x="190" y="43"/>
                  </a:lnTo>
                  <a:lnTo>
                    <a:pt x="188" y="47"/>
                  </a:lnTo>
                  <a:lnTo>
                    <a:pt x="186" y="51"/>
                  </a:lnTo>
                  <a:lnTo>
                    <a:pt x="186" y="51"/>
                  </a:lnTo>
                  <a:lnTo>
                    <a:pt x="182" y="51"/>
                  </a:lnTo>
                  <a:lnTo>
                    <a:pt x="181" y="54"/>
                  </a:lnTo>
                  <a:lnTo>
                    <a:pt x="181" y="54"/>
                  </a:lnTo>
                  <a:lnTo>
                    <a:pt x="179" y="58"/>
                  </a:lnTo>
                  <a:lnTo>
                    <a:pt x="173" y="63"/>
                  </a:lnTo>
                  <a:lnTo>
                    <a:pt x="173" y="63"/>
                  </a:lnTo>
                  <a:lnTo>
                    <a:pt x="173" y="65"/>
                  </a:lnTo>
                  <a:lnTo>
                    <a:pt x="173" y="67"/>
                  </a:lnTo>
                  <a:lnTo>
                    <a:pt x="173" y="69"/>
                  </a:lnTo>
                  <a:lnTo>
                    <a:pt x="173" y="71"/>
                  </a:lnTo>
                  <a:lnTo>
                    <a:pt x="173" y="71"/>
                  </a:lnTo>
                  <a:lnTo>
                    <a:pt x="171" y="76"/>
                  </a:lnTo>
                  <a:lnTo>
                    <a:pt x="170" y="78"/>
                  </a:lnTo>
                  <a:lnTo>
                    <a:pt x="170" y="78"/>
                  </a:lnTo>
                  <a:lnTo>
                    <a:pt x="168" y="80"/>
                  </a:lnTo>
                  <a:lnTo>
                    <a:pt x="166" y="82"/>
                  </a:lnTo>
                  <a:lnTo>
                    <a:pt x="166" y="85"/>
                  </a:lnTo>
                  <a:lnTo>
                    <a:pt x="166" y="85"/>
                  </a:lnTo>
                  <a:lnTo>
                    <a:pt x="168" y="89"/>
                  </a:lnTo>
                  <a:lnTo>
                    <a:pt x="168" y="91"/>
                  </a:lnTo>
                  <a:lnTo>
                    <a:pt x="166" y="92"/>
                  </a:lnTo>
                  <a:lnTo>
                    <a:pt x="166" y="92"/>
                  </a:lnTo>
                  <a:lnTo>
                    <a:pt x="155" y="98"/>
                  </a:lnTo>
                  <a:lnTo>
                    <a:pt x="155" y="98"/>
                  </a:lnTo>
                  <a:lnTo>
                    <a:pt x="151" y="102"/>
                  </a:lnTo>
                  <a:lnTo>
                    <a:pt x="150" y="105"/>
                  </a:lnTo>
                  <a:lnTo>
                    <a:pt x="150" y="105"/>
                  </a:lnTo>
                  <a:lnTo>
                    <a:pt x="150" y="111"/>
                  </a:lnTo>
                  <a:lnTo>
                    <a:pt x="148" y="116"/>
                  </a:lnTo>
                  <a:lnTo>
                    <a:pt x="148" y="116"/>
                  </a:lnTo>
                  <a:lnTo>
                    <a:pt x="144" y="120"/>
                  </a:lnTo>
                  <a:lnTo>
                    <a:pt x="144" y="123"/>
                  </a:lnTo>
                  <a:lnTo>
                    <a:pt x="144" y="123"/>
                  </a:lnTo>
                  <a:lnTo>
                    <a:pt x="142" y="127"/>
                  </a:lnTo>
                  <a:lnTo>
                    <a:pt x="141" y="129"/>
                  </a:lnTo>
                  <a:lnTo>
                    <a:pt x="139" y="129"/>
                  </a:lnTo>
                  <a:lnTo>
                    <a:pt x="137" y="133"/>
                  </a:lnTo>
                  <a:lnTo>
                    <a:pt x="137" y="133"/>
                  </a:lnTo>
                  <a:lnTo>
                    <a:pt x="133" y="138"/>
                  </a:lnTo>
                  <a:lnTo>
                    <a:pt x="133" y="143"/>
                  </a:lnTo>
                  <a:lnTo>
                    <a:pt x="133" y="143"/>
                  </a:lnTo>
                  <a:lnTo>
                    <a:pt x="133" y="147"/>
                  </a:lnTo>
                  <a:lnTo>
                    <a:pt x="135" y="149"/>
                  </a:lnTo>
                  <a:lnTo>
                    <a:pt x="133" y="151"/>
                  </a:lnTo>
                  <a:lnTo>
                    <a:pt x="133" y="151"/>
                  </a:lnTo>
                  <a:lnTo>
                    <a:pt x="130" y="154"/>
                  </a:lnTo>
                  <a:lnTo>
                    <a:pt x="128" y="156"/>
                  </a:lnTo>
                  <a:lnTo>
                    <a:pt x="126" y="160"/>
                  </a:lnTo>
                  <a:lnTo>
                    <a:pt x="120" y="160"/>
                  </a:lnTo>
                  <a:lnTo>
                    <a:pt x="120" y="160"/>
                  </a:lnTo>
                  <a:lnTo>
                    <a:pt x="122" y="154"/>
                  </a:lnTo>
                  <a:lnTo>
                    <a:pt x="122" y="151"/>
                  </a:lnTo>
                  <a:lnTo>
                    <a:pt x="120" y="149"/>
                  </a:lnTo>
                  <a:lnTo>
                    <a:pt x="120" y="149"/>
                  </a:lnTo>
                  <a:lnTo>
                    <a:pt x="113" y="147"/>
                  </a:lnTo>
                  <a:lnTo>
                    <a:pt x="113" y="147"/>
                  </a:lnTo>
                  <a:lnTo>
                    <a:pt x="113" y="147"/>
                  </a:lnTo>
                  <a:lnTo>
                    <a:pt x="108" y="149"/>
                  </a:lnTo>
                  <a:lnTo>
                    <a:pt x="108" y="149"/>
                  </a:lnTo>
                  <a:lnTo>
                    <a:pt x="106" y="151"/>
                  </a:lnTo>
                  <a:lnTo>
                    <a:pt x="102" y="153"/>
                  </a:lnTo>
                  <a:lnTo>
                    <a:pt x="99" y="154"/>
                  </a:lnTo>
                  <a:lnTo>
                    <a:pt x="97" y="156"/>
                  </a:lnTo>
                  <a:lnTo>
                    <a:pt x="97" y="156"/>
                  </a:lnTo>
                  <a:lnTo>
                    <a:pt x="95" y="164"/>
                  </a:lnTo>
                  <a:lnTo>
                    <a:pt x="95" y="165"/>
                  </a:lnTo>
                  <a:lnTo>
                    <a:pt x="93" y="167"/>
                  </a:lnTo>
                  <a:lnTo>
                    <a:pt x="93" y="167"/>
                  </a:lnTo>
                  <a:lnTo>
                    <a:pt x="91" y="169"/>
                  </a:lnTo>
                  <a:lnTo>
                    <a:pt x="91" y="173"/>
                  </a:lnTo>
                  <a:lnTo>
                    <a:pt x="91" y="173"/>
                  </a:lnTo>
                  <a:lnTo>
                    <a:pt x="93" y="176"/>
                  </a:lnTo>
                  <a:lnTo>
                    <a:pt x="95" y="176"/>
                  </a:lnTo>
                  <a:lnTo>
                    <a:pt x="91" y="184"/>
                  </a:lnTo>
                  <a:lnTo>
                    <a:pt x="93" y="196"/>
                  </a:lnTo>
                  <a:lnTo>
                    <a:pt x="93" y="196"/>
                  </a:lnTo>
                  <a:lnTo>
                    <a:pt x="91" y="194"/>
                  </a:lnTo>
                  <a:lnTo>
                    <a:pt x="89" y="193"/>
                  </a:lnTo>
                  <a:lnTo>
                    <a:pt x="89" y="193"/>
                  </a:lnTo>
                  <a:lnTo>
                    <a:pt x="88" y="194"/>
                  </a:lnTo>
                  <a:lnTo>
                    <a:pt x="84" y="196"/>
                  </a:lnTo>
                  <a:lnTo>
                    <a:pt x="84" y="196"/>
                  </a:lnTo>
                  <a:lnTo>
                    <a:pt x="84" y="194"/>
                  </a:lnTo>
                  <a:lnTo>
                    <a:pt x="82" y="193"/>
                  </a:lnTo>
                  <a:lnTo>
                    <a:pt x="77" y="193"/>
                  </a:lnTo>
                  <a:lnTo>
                    <a:pt x="77" y="196"/>
                  </a:lnTo>
                  <a:lnTo>
                    <a:pt x="77" y="196"/>
                  </a:lnTo>
                  <a:lnTo>
                    <a:pt x="53" y="202"/>
                  </a:lnTo>
                  <a:lnTo>
                    <a:pt x="53" y="202"/>
                  </a:lnTo>
                  <a:lnTo>
                    <a:pt x="48" y="196"/>
                  </a:lnTo>
                  <a:lnTo>
                    <a:pt x="42" y="189"/>
                  </a:lnTo>
                  <a:lnTo>
                    <a:pt x="42" y="189"/>
                  </a:lnTo>
                  <a:lnTo>
                    <a:pt x="42" y="185"/>
                  </a:lnTo>
                  <a:lnTo>
                    <a:pt x="44" y="182"/>
                  </a:lnTo>
                  <a:lnTo>
                    <a:pt x="46" y="180"/>
                  </a:lnTo>
                  <a:lnTo>
                    <a:pt x="46" y="174"/>
                  </a:lnTo>
                  <a:lnTo>
                    <a:pt x="46" y="174"/>
                  </a:lnTo>
                  <a:lnTo>
                    <a:pt x="42" y="171"/>
                  </a:lnTo>
                  <a:lnTo>
                    <a:pt x="37" y="165"/>
                  </a:lnTo>
                  <a:lnTo>
                    <a:pt x="26" y="158"/>
                  </a:lnTo>
                  <a:lnTo>
                    <a:pt x="26" y="158"/>
                  </a:lnTo>
                  <a:lnTo>
                    <a:pt x="15" y="156"/>
                  </a:lnTo>
                  <a:lnTo>
                    <a:pt x="2" y="156"/>
                  </a:lnTo>
                  <a:lnTo>
                    <a:pt x="2" y="156"/>
                  </a:lnTo>
                  <a:lnTo>
                    <a:pt x="4" y="143"/>
                  </a:lnTo>
                  <a:lnTo>
                    <a:pt x="4" y="143"/>
                  </a:lnTo>
                  <a:lnTo>
                    <a:pt x="4" y="136"/>
                  </a:lnTo>
                  <a:lnTo>
                    <a:pt x="4" y="134"/>
                  </a:lnTo>
                  <a:lnTo>
                    <a:pt x="2" y="131"/>
                  </a:lnTo>
                  <a:lnTo>
                    <a:pt x="2" y="131"/>
                  </a:lnTo>
                  <a:lnTo>
                    <a:pt x="0" y="127"/>
                  </a:lnTo>
                  <a:lnTo>
                    <a:pt x="2" y="120"/>
                  </a:lnTo>
                  <a:lnTo>
                    <a:pt x="2" y="114"/>
                  </a:lnTo>
                  <a:lnTo>
                    <a:pt x="2" y="109"/>
                  </a:lnTo>
                  <a:lnTo>
                    <a:pt x="2" y="109"/>
                  </a:lnTo>
                  <a:lnTo>
                    <a:pt x="2" y="105"/>
                  </a:lnTo>
                  <a:lnTo>
                    <a:pt x="2" y="103"/>
                  </a:lnTo>
                  <a:lnTo>
                    <a:pt x="4" y="103"/>
                  </a:lnTo>
                  <a:lnTo>
                    <a:pt x="4" y="103"/>
                  </a:lnTo>
                  <a:lnTo>
                    <a:pt x="6" y="103"/>
                  </a:lnTo>
                  <a:lnTo>
                    <a:pt x="7" y="103"/>
                  </a:lnTo>
                  <a:lnTo>
                    <a:pt x="7" y="100"/>
                  </a:lnTo>
                  <a:lnTo>
                    <a:pt x="6" y="98"/>
                  </a:lnTo>
                  <a:lnTo>
                    <a:pt x="6" y="98"/>
                  </a:lnTo>
                  <a:lnTo>
                    <a:pt x="6" y="96"/>
                  </a:lnTo>
                  <a:lnTo>
                    <a:pt x="6" y="94"/>
                  </a:lnTo>
                  <a:lnTo>
                    <a:pt x="9" y="91"/>
                  </a:lnTo>
                  <a:lnTo>
                    <a:pt x="9" y="91"/>
                  </a:lnTo>
                  <a:lnTo>
                    <a:pt x="11" y="87"/>
                  </a:lnTo>
                  <a:lnTo>
                    <a:pt x="11" y="82"/>
                  </a:lnTo>
                  <a:lnTo>
                    <a:pt x="11" y="82"/>
                  </a:lnTo>
                  <a:lnTo>
                    <a:pt x="11" y="76"/>
                  </a:lnTo>
                  <a:lnTo>
                    <a:pt x="15" y="76"/>
                  </a:lnTo>
                  <a:lnTo>
                    <a:pt x="15" y="76"/>
                  </a:lnTo>
                  <a:lnTo>
                    <a:pt x="15" y="74"/>
                  </a:lnTo>
                  <a:lnTo>
                    <a:pt x="15" y="72"/>
                  </a:lnTo>
                  <a:lnTo>
                    <a:pt x="13" y="69"/>
                  </a:lnTo>
                  <a:lnTo>
                    <a:pt x="15" y="65"/>
                  </a:lnTo>
                  <a:lnTo>
                    <a:pt x="15" y="65"/>
                  </a:lnTo>
                  <a:lnTo>
                    <a:pt x="15" y="60"/>
                  </a:lnTo>
                  <a:lnTo>
                    <a:pt x="15" y="58"/>
                  </a:lnTo>
                  <a:lnTo>
                    <a:pt x="13" y="56"/>
                  </a:lnTo>
                  <a:lnTo>
                    <a:pt x="13" y="56"/>
                  </a:lnTo>
                  <a:lnTo>
                    <a:pt x="9" y="54"/>
                  </a:lnTo>
                  <a:lnTo>
                    <a:pt x="9" y="52"/>
                  </a:lnTo>
                  <a:lnTo>
                    <a:pt x="11" y="51"/>
                  </a:lnTo>
                  <a:lnTo>
                    <a:pt x="11" y="51"/>
                  </a:lnTo>
                  <a:lnTo>
                    <a:pt x="11" y="47"/>
                  </a:lnTo>
                  <a:lnTo>
                    <a:pt x="11" y="45"/>
                  </a:lnTo>
                  <a:lnTo>
                    <a:pt x="11" y="41"/>
                  </a:lnTo>
                  <a:lnTo>
                    <a:pt x="17" y="29"/>
                  </a:lnTo>
                  <a:lnTo>
                    <a:pt x="17" y="29"/>
                  </a:lnTo>
                  <a:lnTo>
                    <a:pt x="20" y="25"/>
                  </a:lnTo>
                  <a:lnTo>
                    <a:pt x="22" y="21"/>
                  </a:lnTo>
                  <a:lnTo>
                    <a:pt x="24" y="18"/>
                  </a:lnTo>
                  <a:lnTo>
                    <a:pt x="24" y="18"/>
                  </a:lnTo>
                  <a:lnTo>
                    <a:pt x="24" y="10"/>
                  </a:lnTo>
                  <a:lnTo>
                    <a:pt x="24" y="10"/>
                  </a:lnTo>
                  <a:lnTo>
                    <a:pt x="40" y="1"/>
                  </a:lnTo>
                  <a:lnTo>
                    <a:pt x="40" y="1"/>
                  </a:lnTo>
                  <a:lnTo>
                    <a:pt x="46" y="0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55" y="1"/>
                  </a:lnTo>
                  <a:lnTo>
                    <a:pt x="57" y="1"/>
                  </a:lnTo>
                  <a:lnTo>
                    <a:pt x="59" y="3"/>
                  </a:lnTo>
                  <a:lnTo>
                    <a:pt x="60" y="3"/>
                  </a:lnTo>
                  <a:lnTo>
                    <a:pt x="60" y="3"/>
                  </a:lnTo>
                  <a:lnTo>
                    <a:pt x="64" y="5"/>
                  </a:lnTo>
                  <a:lnTo>
                    <a:pt x="66" y="9"/>
                  </a:lnTo>
                  <a:lnTo>
                    <a:pt x="69" y="14"/>
                  </a:lnTo>
                  <a:lnTo>
                    <a:pt x="69" y="14"/>
                  </a:lnTo>
                  <a:lnTo>
                    <a:pt x="73" y="14"/>
                  </a:lnTo>
                  <a:lnTo>
                    <a:pt x="75" y="14"/>
                  </a:lnTo>
                  <a:lnTo>
                    <a:pt x="79" y="12"/>
                  </a:lnTo>
                  <a:lnTo>
                    <a:pt x="79" y="12"/>
                  </a:lnTo>
                  <a:lnTo>
                    <a:pt x="86" y="9"/>
                  </a:lnTo>
                  <a:lnTo>
                    <a:pt x="89" y="9"/>
                  </a:lnTo>
                  <a:lnTo>
                    <a:pt x="91" y="10"/>
                  </a:lnTo>
                  <a:lnTo>
                    <a:pt x="91" y="10"/>
                  </a:lnTo>
                  <a:lnTo>
                    <a:pt x="93" y="14"/>
                  </a:lnTo>
                  <a:lnTo>
                    <a:pt x="99" y="16"/>
                  </a:lnTo>
                  <a:lnTo>
                    <a:pt x="99" y="16"/>
                  </a:lnTo>
                  <a:lnTo>
                    <a:pt x="110" y="16"/>
                  </a:lnTo>
                  <a:lnTo>
                    <a:pt x="113" y="16"/>
                  </a:lnTo>
                  <a:lnTo>
                    <a:pt x="115" y="14"/>
                  </a:lnTo>
                  <a:lnTo>
                    <a:pt x="115" y="14"/>
                  </a:lnTo>
                  <a:lnTo>
                    <a:pt x="119" y="10"/>
                  </a:lnTo>
                  <a:lnTo>
                    <a:pt x="126" y="9"/>
                  </a:lnTo>
                  <a:lnTo>
                    <a:pt x="126" y="9"/>
                  </a:lnTo>
                  <a:lnTo>
                    <a:pt x="131" y="9"/>
                  </a:lnTo>
                  <a:lnTo>
                    <a:pt x="137" y="9"/>
                  </a:lnTo>
                  <a:lnTo>
                    <a:pt x="142" y="10"/>
                  </a:lnTo>
                  <a:lnTo>
                    <a:pt x="142" y="10"/>
                  </a:lnTo>
                  <a:lnTo>
                    <a:pt x="146" y="10"/>
                  </a:lnTo>
                  <a:lnTo>
                    <a:pt x="151" y="10"/>
                  </a:lnTo>
                  <a:lnTo>
                    <a:pt x="161" y="10"/>
                  </a:lnTo>
                  <a:lnTo>
                    <a:pt x="161" y="10"/>
                  </a:lnTo>
                  <a:lnTo>
                    <a:pt x="164" y="9"/>
                  </a:lnTo>
                  <a:lnTo>
                    <a:pt x="166" y="7"/>
                  </a:lnTo>
                  <a:lnTo>
                    <a:pt x="168" y="3"/>
                  </a:lnTo>
                  <a:lnTo>
                    <a:pt x="179" y="0"/>
                  </a:lnTo>
                  <a:lnTo>
                    <a:pt x="184" y="14"/>
                  </a:lnTo>
                  <a:lnTo>
                    <a:pt x="186" y="14"/>
                  </a:lnTo>
                  <a:lnTo>
                    <a:pt x="188" y="1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23" name="Freeform 206">
              <a:extLst>
                <a:ext uri="{FF2B5EF4-FFF2-40B4-BE49-F238E27FC236}">
                  <a16:creationId xmlns:a16="http://schemas.microsoft.com/office/drawing/2014/main" id="{18B151D2-57CF-45BB-8DAB-5DF6EDC7BFD9}"/>
                </a:ext>
              </a:extLst>
            </p:cNvPr>
            <p:cNvSpPr>
              <a:spLocks/>
            </p:cNvSpPr>
            <p:nvPr/>
          </p:nvSpPr>
          <p:spPr bwMode="auto">
            <a:xfrm>
              <a:off x="5552753" y="3351885"/>
              <a:ext cx="375201" cy="342574"/>
            </a:xfrm>
            <a:custGeom>
              <a:avLst/>
              <a:gdLst>
                <a:gd name="T0" fmla="*/ 213 w 253"/>
                <a:gd name="T1" fmla="*/ 193 h 231"/>
                <a:gd name="T2" fmla="*/ 211 w 253"/>
                <a:gd name="T3" fmla="*/ 197 h 231"/>
                <a:gd name="T4" fmla="*/ 206 w 253"/>
                <a:gd name="T5" fmla="*/ 200 h 231"/>
                <a:gd name="T6" fmla="*/ 196 w 253"/>
                <a:gd name="T7" fmla="*/ 200 h 231"/>
                <a:gd name="T8" fmla="*/ 187 w 253"/>
                <a:gd name="T9" fmla="*/ 200 h 231"/>
                <a:gd name="T10" fmla="*/ 182 w 253"/>
                <a:gd name="T11" fmla="*/ 199 h 231"/>
                <a:gd name="T12" fmla="*/ 171 w 253"/>
                <a:gd name="T13" fmla="*/ 199 h 231"/>
                <a:gd name="T14" fmla="*/ 164 w 253"/>
                <a:gd name="T15" fmla="*/ 200 h 231"/>
                <a:gd name="T16" fmla="*/ 160 w 253"/>
                <a:gd name="T17" fmla="*/ 204 h 231"/>
                <a:gd name="T18" fmla="*/ 155 w 253"/>
                <a:gd name="T19" fmla="*/ 206 h 231"/>
                <a:gd name="T20" fmla="*/ 144 w 253"/>
                <a:gd name="T21" fmla="*/ 206 h 231"/>
                <a:gd name="T22" fmla="*/ 136 w 253"/>
                <a:gd name="T23" fmla="*/ 200 h 231"/>
                <a:gd name="T24" fmla="*/ 134 w 253"/>
                <a:gd name="T25" fmla="*/ 199 h 231"/>
                <a:gd name="T26" fmla="*/ 124 w 253"/>
                <a:gd name="T27" fmla="*/ 202 h 231"/>
                <a:gd name="T28" fmla="*/ 120 w 253"/>
                <a:gd name="T29" fmla="*/ 204 h 231"/>
                <a:gd name="T30" fmla="*/ 114 w 253"/>
                <a:gd name="T31" fmla="*/ 204 h 231"/>
                <a:gd name="T32" fmla="*/ 111 w 253"/>
                <a:gd name="T33" fmla="*/ 199 h 231"/>
                <a:gd name="T34" fmla="*/ 105 w 253"/>
                <a:gd name="T35" fmla="*/ 193 h 231"/>
                <a:gd name="T36" fmla="*/ 104 w 253"/>
                <a:gd name="T37" fmla="*/ 193 h 231"/>
                <a:gd name="T38" fmla="*/ 100 w 253"/>
                <a:gd name="T39" fmla="*/ 191 h 231"/>
                <a:gd name="T40" fmla="*/ 98 w 253"/>
                <a:gd name="T41" fmla="*/ 190 h 231"/>
                <a:gd name="T42" fmla="*/ 85 w 253"/>
                <a:gd name="T43" fmla="*/ 191 h 231"/>
                <a:gd name="T44" fmla="*/ 69 w 253"/>
                <a:gd name="T45" fmla="*/ 200 h 231"/>
                <a:gd name="T46" fmla="*/ 69 w 253"/>
                <a:gd name="T47" fmla="*/ 208 h 231"/>
                <a:gd name="T48" fmla="*/ 67 w 253"/>
                <a:gd name="T49" fmla="*/ 211 h 231"/>
                <a:gd name="T50" fmla="*/ 62 w 253"/>
                <a:gd name="T51" fmla="*/ 219 h 231"/>
                <a:gd name="T52" fmla="*/ 47 w 253"/>
                <a:gd name="T53" fmla="*/ 228 h 231"/>
                <a:gd name="T54" fmla="*/ 47 w 253"/>
                <a:gd name="T55" fmla="*/ 224 h 231"/>
                <a:gd name="T56" fmla="*/ 45 w 253"/>
                <a:gd name="T57" fmla="*/ 221 h 231"/>
                <a:gd name="T58" fmla="*/ 40 w 253"/>
                <a:gd name="T59" fmla="*/ 221 h 231"/>
                <a:gd name="T60" fmla="*/ 31 w 253"/>
                <a:gd name="T61" fmla="*/ 228 h 231"/>
                <a:gd name="T62" fmla="*/ 27 w 253"/>
                <a:gd name="T63" fmla="*/ 213 h 231"/>
                <a:gd name="T64" fmla="*/ 29 w 253"/>
                <a:gd name="T65" fmla="*/ 206 h 231"/>
                <a:gd name="T66" fmla="*/ 27 w 253"/>
                <a:gd name="T67" fmla="*/ 204 h 231"/>
                <a:gd name="T68" fmla="*/ 22 w 253"/>
                <a:gd name="T69" fmla="*/ 204 h 231"/>
                <a:gd name="T70" fmla="*/ 16 w 253"/>
                <a:gd name="T71" fmla="*/ 184 h 231"/>
                <a:gd name="T72" fmla="*/ 0 w 253"/>
                <a:gd name="T73" fmla="*/ 170 h 231"/>
                <a:gd name="T74" fmla="*/ 5 w 253"/>
                <a:gd name="T75" fmla="*/ 164 h 231"/>
                <a:gd name="T76" fmla="*/ 7 w 253"/>
                <a:gd name="T77" fmla="*/ 162 h 231"/>
                <a:gd name="T78" fmla="*/ 14 w 253"/>
                <a:gd name="T79" fmla="*/ 160 h 231"/>
                <a:gd name="T80" fmla="*/ 18 w 253"/>
                <a:gd name="T81" fmla="*/ 159 h 231"/>
                <a:gd name="T82" fmla="*/ 25 w 253"/>
                <a:gd name="T83" fmla="*/ 157 h 231"/>
                <a:gd name="T84" fmla="*/ 34 w 253"/>
                <a:gd name="T85" fmla="*/ 157 h 231"/>
                <a:gd name="T86" fmla="*/ 54 w 253"/>
                <a:gd name="T87" fmla="*/ 149 h 231"/>
                <a:gd name="T88" fmla="*/ 63 w 253"/>
                <a:gd name="T89" fmla="*/ 149 h 231"/>
                <a:gd name="T90" fmla="*/ 65 w 253"/>
                <a:gd name="T91" fmla="*/ 144 h 231"/>
                <a:gd name="T92" fmla="*/ 65 w 253"/>
                <a:gd name="T93" fmla="*/ 137 h 231"/>
                <a:gd name="T94" fmla="*/ 69 w 253"/>
                <a:gd name="T95" fmla="*/ 86 h 231"/>
                <a:gd name="T96" fmla="*/ 100 w 253"/>
                <a:gd name="T97" fmla="*/ 66 h 231"/>
                <a:gd name="T98" fmla="*/ 224 w 253"/>
                <a:gd name="T99" fmla="*/ 24 h 231"/>
                <a:gd name="T100" fmla="*/ 237 w 253"/>
                <a:gd name="T101" fmla="*/ 11 h 231"/>
                <a:gd name="T102" fmla="*/ 246 w 253"/>
                <a:gd name="T103" fmla="*/ 51 h 231"/>
                <a:gd name="T104" fmla="*/ 253 w 253"/>
                <a:gd name="T105" fmla="*/ 64 h 231"/>
                <a:gd name="T106" fmla="*/ 253 w 253"/>
                <a:gd name="T107" fmla="*/ 67 h 231"/>
                <a:gd name="T108" fmla="*/ 251 w 253"/>
                <a:gd name="T109" fmla="*/ 71 h 231"/>
                <a:gd name="T110" fmla="*/ 247 w 253"/>
                <a:gd name="T111" fmla="*/ 84 h 231"/>
                <a:gd name="T112" fmla="*/ 247 w 253"/>
                <a:gd name="T113" fmla="*/ 120 h 231"/>
                <a:gd name="T114" fmla="*/ 224 w 253"/>
                <a:gd name="T115" fmla="*/ 171 h 231"/>
                <a:gd name="T116" fmla="*/ 224 w 253"/>
                <a:gd name="T117" fmla="*/ 186 h 231"/>
                <a:gd name="T118" fmla="*/ 222 w 253"/>
                <a:gd name="T119" fmla="*/ 186 h 231"/>
                <a:gd name="T120" fmla="*/ 222 w 253"/>
                <a:gd name="T121" fmla="*/ 190 h 231"/>
                <a:gd name="T122" fmla="*/ 224 w 253"/>
                <a:gd name="T123" fmla="*/ 190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53" h="231">
                  <a:moveTo>
                    <a:pt x="224" y="190"/>
                  </a:moveTo>
                  <a:lnTo>
                    <a:pt x="213" y="193"/>
                  </a:lnTo>
                  <a:lnTo>
                    <a:pt x="213" y="193"/>
                  </a:lnTo>
                  <a:lnTo>
                    <a:pt x="211" y="197"/>
                  </a:lnTo>
                  <a:lnTo>
                    <a:pt x="209" y="199"/>
                  </a:lnTo>
                  <a:lnTo>
                    <a:pt x="206" y="200"/>
                  </a:lnTo>
                  <a:lnTo>
                    <a:pt x="206" y="200"/>
                  </a:lnTo>
                  <a:lnTo>
                    <a:pt x="196" y="200"/>
                  </a:lnTo>
                  <a:lnTo>
                    <a:pt x="191" y="200"/>
                  </a:lnTo>
                  <a:lnTo>
                    <a:pt x="187" y="200"/>
                  </a:lnTo>
                  <a:lnTo>
                    <a:pt x="187" y="200"/>
                  </a:lnTo>
                  <a:lnTo>
                    <a:pt x="182" y="199"/>
                  </a:lnTo>
                  <a:lnTo>
                    <a:pt x="176" y="199"/>
                  </a:lnTo>
                  <a:lnTo>
                    <a:pt x="171" y="199"/>
                  </a:lnTo>
                  <a:lnTo>
                    <a:pt x="171" y="199"/>
                  </a:lnTo>
                  <a:lnTo>
                    <a:pt x="164" y="200"/>
                  </a:lnTo>
                  <a:lnTo>
                    <a:pt x="160" y="204"/>
                  </a:lnTo>
                  <a:lnTo>
                    <a:pt x="160" y="204"/>
                  </a:lnTo>
                  <a:lnTo>
                    <a:pt x="158" y="206"/>
                  </a:lnTo>
                  <a:lnTo>
                    <a:pt x="155" y="206"/>
                  </a:lnTo>
                  <a:lnTo>
                    <a:pt x="144" y="206"/>
                  </a:lnTo>
                  <a:lnTo>
                    <a:pt x="144" y="206"/>
                  </a:lnTo>
                  <a:lnTo>
                    <a:pt x="138" y="204"/>
                  </a:lnTo>
                  <a:lnTo>
                    <a:pt x="136" y="200"/>
                  </a:lnTo>
                  <a:lnTo>
                    <a:pt x="136" y="200"/>
                  </a:lnTo>
                  <a:lnTo>
                    <a:pt x="134" y="199"/>
                  </a:lnTo>
                  <a:lnTo>
                    <a:pt x="131" y="199"/>
                  </a:lnTo>
                  <a:lnTo>
                    <a:pt x="124" y="202"/>
                  </a:lnTo>
                  <a:lnTo>
                    <a:pt x="124" y="202"/>
                  </a:lnTo>
                  <a:lnTo>
                    <a:pt x="120" y="204"/>
                  </a:lnTo>
                  <a:lnTo>
                    <a:pt x="118" y="204"/>
                  </a:lnTo>
                  <a:lnTo>
                    <a:pt x="114" y="204"/>
                  </a:lnTo>
                  <a:lnTo>
                    <a:pt x="114" y="204"/>
                  </a:lnTo>
                  <a:lnTo>
                    <a:pt x="111" y="199"/>
                  </a:lnTo>
                  <a:lnTo>
                    <a:pt x="109" y="195"/>
                  </a:lnTo>
                  <a:lnTo>
                    <a:pt x="105" y="193"/>
                  </a:lnTo>
                  <a:lnTo>
                    <a:pt x="105" y="193"/>
                  </a:lnTo>
                  <a:lnTo>
                    <a:pt x="104" y="193"/>
                  </a:lnTo>
                  <a:lnTo>
                    <a:pt x="102" y="191"/>
                  </a:lnTo>
                  <a:lnTo>
                    <a:pt x="100" y="191"/>
                  </a:lnTo>
                  <a:lnTo>
                    <a:pt x="98" y="190"/>
                  </a:lnTo>
                  <a:lnTo>
                    <a:pt x="98" y="190"/>
                  </a:lnTo>
                  <a:lnTo>
                    <a:pt x="91" y="190"/>
                  </a:lnTo>
                  <a:lnTo>
                    <a:pt x="85" y="191"/>
                  </a:lnTo>
                  <a:lnTo>
                    <a:pt x="85" y="191"/>
                  </a:lnTo>
                  <a:lnTo>
                    <a:pt x="69" y="200"/>
                  </a:lnTo>
                  <a:lnTo>
                    <a:pt x="69" y="200"/>
                  </a:lnTo>
                  <a:lnTo>
                    <a:pt x="69" y="208"/>
                  </a:lnTo>
                  <a:lnTo>
                    <a:pt x="69" y="208"/>
                  </a:lnTo>
                  <a:lnTo>
                    <a:pt x="67" y="211"/>
                  </a:lnTo>
                  <a:lnTo>
                    <a:pt x="65" y="215"/>
                  </a:lnTo>
                  <a:lnTo>
                    <a:pt x="62" y="219"/>
                  </a:lnTo>
                  <a:lnTo>
                    <a:pt x="56" y="231"/>
                  </a:lnTo>
                  <a:lnTo>
                    <a:pt x="47" y="228"/>
                  </a:lnTo>
                  <a:lnTo>
                    <a:pt x="47" y="228"/>
                  </a:lnTo>
                  <a:lnTo>
                    <a:pt x="47" y="224"/>
                  </a:lnTo>
                  <a:lnTo>
                    <a:pt x="47" y="222"/>
                  </a:lnTo>
                  <a:lnTo>
                    <a:pt x="45" y="221"/>
                  </a:lnTo>
                  <a:lnTo>
                    <a:pt x="45" y="221"/>
                  </a:lnTo>
                  <a:lnTo>
                    <a:pt x="40" y="221"/>
                  </a:lnTo>
                  <a:lnTo>
                    <a:pt x="38" y="221"/>
                  </a:lnTo>
                  <a:lnTo>
                    <a:pt x="31" y="228"/>
                  </a:lnTo>
                  <a:lnTo>
                    <a:pt x="27" y="213"/>
                  </a:lnTo>
                  <a:lnTo>
                    <a:pt x="27" y="213"/>
                  </a:lnTo>
                  <a:lnTo>
                    <a:pt x="27" y="211"/>
                  </a:lnTo>
                  <a:lnTo>
                    <a:pt x="29" y="206"/>
                  </a:lnTo>
                  <a:lnTo>
                    <a:pt x="29" y="206"/>
                  </a:lnTo>
                  <a:lnTo>
                    <a:pt x="27" y="204"/>
                  </a:lnTo>
                  <a:lnTo>
                    <a:pt x="25" y="204"/>
                  </a:lnTo>
                  <a:lnTo>
                    <a:pt x="22" y="204"/>
                  </a:lnTo>
                  <a:lnTo>
                    <a:pt x="14" y="190"/>
                  </a:lnTo>
                  <a:lnTo>
                    <a:pt x="16" y="184"/>
                  </a:lnTo>
                  <a:lnTo>
                    <a:pt x="5" y="177"/>
                  </a:lnTo>
                  <a:lnTo>
                    <a:pt x="0" y="170"/>
                  </a:lnTo>
                  <a:lnTo>
                    <a:pt x="1" y="164"/>
                  </a:lnTo>
                  <a:lnTo>
                    <a:pt x="5" y="164"/>
                  </a:lnTo>
                  <a:lnTo>
                    <a:pt x="7" y="162"/>
                  </a:lnTo>
                  <a:lnTo>
                    <a:pt x="7" y="162"/>
                  </a:lnTo>
                  <a:lnTo>
                    <a:pt x="11" y="162"/>
                  </a:lnTo>
                  <a:lnTo>
                    <a:pt x="14" y="160"/>
                  </a:lnTo>
                  <a:lnTo>
                    <a:pt x="18" y="159"/>
                  </a:lnTo>
                  <a:lnTo>
                    <a:pt x="18" y="159"/>
                  </a:lnTo>
                  <a:lnTo>
                    <a:pt x="20" y="159"/>
                  </a:lnTo>
                  <a:lnTo>
                    <a:pt x="25" y="157"/>
                  </a:lnTo>
                  <a:lnTo>
                    <a:pt x="34" y="157"/>
                  </a:lnTo>
                  <a:lnTo>
                    <a:pt x="34" y="157"/>
                  </a:lnTo>
                  <a:lnTo>
                    <a:pt x="45" y="151"/>
                  </a:lnTo>
                  <a:lnTo>
                    <a:pt x="54" y="149"/>
                  </a:lnTo>
                  <a:lnTo>
                    <a:pt x="63" y="149"/>
                  </a:lnTo>
                  <a:lnTo>
                    <a:pt x="63" y="149"/>
                  </a:lnTo>
                  <a:lnTo>
                    <a:pt x="63" y="148"/>
                  </a:lnTo>
                  <a:lnTo>
                    <a:pt x="65" y="144"/>
                  </a:lnTo>
                  <a:lnTo>
                    <a:pt x="65" y="144"/>
                  </a:lnTo>
                  <a:lnTo>
                    <a:pt x="65" y="137"/>
                  </a:lnTo>
                  <a:lnTo>
                    <a:pt x="71" y="133"/>
                  </a:lnTo>
                  <a:lnTo>
                    <a:pt x="69" y="86"/>
                  </a:lnTo>
                  <a:lnTo>
                    <a:pt x="93" y="82"/>
                  </a:lnTo>
                  <a:lnTo>
                    <a:pt x="100" y="66"/>
                  </a:lnTo>
                  <a:lnTo>
                    <a:pt x="186" y="0"/>
                  </a:lnTo>
                  <a:lnTo>
                    <a:pt x="224" y="24"/>
                  </a:lnTo>
                  <a:lnTo>
                    <a:pt x="226" y="20"/>
                  </a:lnTo>
                  <a:lnTo>
                    <a:pt x="237" y="11"/>
                  </a:lnTo>
                  <a:lnTo>
                    <a:pt x="246" y="51"/>
                  </a:lnTo>
                  <a:lnTo>
                    <a:pt x="246" y="51"/>
                  </a:lnTo>
                  <a:lnTo>
                    <a:pt x="251" y="58"/>
                  </a:lnTo>
                  <a:lnTo>
                    <a:pt x="253" y="64"/>
                  </a:lnTo>
                  <a:lnTo>
                    <a:pt x="253" y="66"/>
                  </a:lnTo>
                  <a:lnTo>
                    <a:pt x="253" y="67"/>
                  </a:lnTo>
                  <a:lnTo>
                    <a:pt x="253" y="67"/>
                  </a:lnTo>
                  <a:lnTo>
                    <a:pt x="251" y="71"/>
                  </a:lnTo>
                  <a:lnTo>
                    <a:pt x="249" y="75"/>
                  </a:lnTo>
                  <a:lnTo>
                    <a:pt x="247" y="84"/>
                  </a:lnTo>
                  <a:lnTo>
                    <a:pt x="247" y="84"/>
                  </a:lnTo>
                  <a:lnTo>
                    <a:pt x="247" y="120"/>
                  </a:lnTo>
                  <a:lnTo>
                    <a:pt x="247" y="151"/>
                  </a:lnTo>
                  <a:lnTo>
                    <a:pt x="224" y="171"/>
                  </a:lnTo>
                  <a:lnTo>
                    <a:pt x="224" y="186"/>
                  </a:lnTo>
                  <a:lnTo>
                    <a:pt x="224" y="186"/>
                  </a:lnTo>
                  <a:lnTo>
                    <a:pt x="224" y="186"/>
                  </a:lnTo>
                  <a:lnTo>
                    <a:pt x="222" y="186"/>
                  </a:lnTo>
                  <a:lnTo>
                    <a:pt x="222" y="186"/>
                  </a:lnTo>
                  <a:lnTo>
                    <a:pt x="222" y="190"/>
                  </a:lnTo>
                  <a:lnTo>
                    <a:pt x="224" y="190"/>
                  </a:lnTo>
                  <a:lnTo>
                    <a:pt x="224" y="19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24" name="Freeform 207">
              <a:extLst>
                <a:ext uri="{FF2B5EF4-FFF2-40B4-BE49-F238E27FC236}">
                  <a16:creationId xmlns:a16="http://schemas.microsoft.com/office/drawing/2014/main" id="{2EAFBE49-3B5C-4D50-AC8E-4FBD160B635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03241" y="3614377"/>
              <a:ext cx="97878" cy="112708"/>
            </a:xfrm>
            <a:custGeom>
              <a:avLst/>
              <a:gdLst>
                <a:gd name="T0" fmla="*/ 28 w 66"/>
                <a:gd name="T1" fmla="*/ 67 h 76"/>
                <a:gd name="T2" fmla="*/ 24 w 66"/>
                <a:gd name="T3" fmla="*/ 56 h 76"/>
                <a:gd name="T4" fmla="*/ 28 w 66"/>
                <a:gd name="T5" fmla="*/ 56 h 76"/>
                <a:gd name="T6" fmla="*/ 35 w 66"/>
                <a:gd name="T7" fmla="*/ 64 h 76"/>
                <a:gd name="T8" fmla="*/ 41 w 66"/>
                <a:gd name="T9" fmla="*/ 73 h 76"/>
                <a:gd name="T10" fmla="*/ 48 w 66"/>
                <a:gd name="T11" fmla="*/ 73 h 76"/>
                <a:gd name="T12" fmla="*/ 48 w 66"/>
                <a:gd name="T13" fmla="*/ 74 h 76"/>
                <a:gd name="T14" fmla="*/ 53 w 66"/>
                <a:gd name="T15" fmla="*/ 76 h 76"/>
                <a:gd name="T16" fmla="*/ 57 w 66"/>
                <a:gd name="T17" fmla="*/ 76 h 76"/>
                <a:gd name="T18" fmla="*/ 55 w 66"/>
                <a:gd name="T19" fmla="*/ 73 h 76"/>
                <a:gd name="T20" fmla="*/ 53 w 66"/>
                <a:gd name="T21" fmla="*/ 2 h 76"/>
                <a:gd name="T22" fmla="*/ 50 w 66"/>
                <a:gd name="T23" fmla="*/ 5 h 76"/>
                <a:gd name="T24" fmla="*/ 48 w 66"/>
                <a:gd name="T25" fmla="*/ 9 h 76"/>
                <a:gd name="T26" fmla="*/ 46 w 66"/>
                <a:gd name="T27" fmla="*/ 11 h 76"/>
                <a:gd name="T28" fmla="*/ 37 w 66"/>
                <a:gd name="T29" fmla="*/ 14 h 76"/>
                <a:gd name="T30" fmla="*/ 31 w 66"/>
                <a:gd name="T31" fmla="*/ 16 h 76"/>
                <a:gd name="T32" fmla="*/ 28 w 66"/>
                <a:gd name="T33" fmla="*/ 14 h 76"/>
                <a:gd name="T34" fmla="*/ 24 w 66"/>
                <a:gd name="T35" fmla="*/ 13 h 76"/>
                <a:gd name="T36" fmla="*/ 19 w 66"/>
                <a:gd name="T37" fmla="*/ 13 h 76"/>
                <a:gd name="T38" fmla="*/ 8 w 66"/>
                <a:gd name="T39" fmla="*/ 18 h 76"/>
                <a:gd name="T40" fmla="*/ 8 w 66"/>
                <a:gd name="T41" fmla="*/ 27 h 76"/>
                <a:gd name="T42" fmla="*/ 8 w 66"/>
                <a:gd name="T43" fmla="*/ 33 h 76"/>
                <a:gd name="T44" fmla="*/ 2 w 66"/>
                <a:gd name="T45" fmla="*/ 34 h 76"/>
                <a:gd name="T46" fmla="*/ 2 w 66"/>
                <a:gd name="T47" fmla="*/ 36 h 76"/>
                <a:gd name="T48" fmla="*/ 0 w 66"/>
                <a:gd name="T49" fmla="*/ 40 h 76"/>
                <a:gd name="T50" fmla="*/ 0 w 66"/>
                <a:gd name="T51" fmla="*/ 42 h 76"/>
                <a:gd name="T52" fmla="*/ 10 w 66"/>
                <a:gd name="T53" fmla="*/ 49 h 76"/>
                <a:gd name="T54" fmla="*/ 11 w 66"/>
                <a:gd name="T55" fmla="*/ 53 h 76"/>
                <a:gd name="T56" fmla="*/ 15 w 66"/>
                <a:gd name="T57" fmla="*/ 64 h 76"/>
                <a:gd name="T58" fmla="*/ 19 w 66"/>
                <a:gd name="T59" fmla="*/ 65 h 76"/>
                <a:gd name="T60" fmla="*/ 22 w 66"/>
                <a:gd name="T61" fmla="*/ 67 h 76"/>
                <a:gd name="T62" fmla="*/ 28 w 66"/>
                <a:gd name="T63" fmla="*/ 67 h 76"/>
                <a:gd name="T64" fmla="*/ 15 w 66"/>
                <a:gd name="T65" fmla="*/ 45 h 76"/>
                <a:gd name="T66" fmla="*/ 20 w 66"/>
                <a:gd name="T67" fmla="*/ 49 h 76"/>
                <a:gd name="T68" fmla="*/ 15 w 66"/>
                <a:gd name="T69" fmla="*/ 51 h 76"/>
                <a:gd name="T70" fmla="*/ 13 w 66"/>
                <a:gd name="T71" fmla="*/ 49 h 76"/>
                <a:gd name="T72" fmla="*/ 15 w 66"/>
                <a:gd name="T73" fmla="*/ 45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6" h="76">
                  <a:moveTo>
                    <a:pt x="28" y="67"/>
                  </a:moveTo>
                  <a:lnTo>
                    <a:pt x="28" y="67"/>
                  </a:lnTo>
                  <a:lnTo>
                    <a:pt x="22" y="60"/>
                  </a:lnTo>
                  <a:lnTo>
                    <a:pt x="24" y="56"/>
                  </a:lnTo>
                  <a:lnTo>
                    <a:pt x="28" y="56"/>
                  </a:lnTo>
                  <a:lnTo>
                    <a:pt x="28" y="56"/>
                  </a:lnTo>
                  <a:lnTo>
                    <a:pt x="31" y="58"/>
                  </a:lnTo>
                  <a:lnTo>
                    <a:pt x="35" y="64"/>
                  </a:lnTo>
                  <a:lnTo>
                    <a:pt x="41" y="73"/>
                  </a:lnTo>
                  <a:lnTo>
                    <a:pt x="41" y="73"/>
                  </a:lnTo>
                  <a:lnTo>
                    <a:pt x="46" y="73"/>
                  </a:lnTo>
                  <a:lnTo>
                    <a:pt x="48" y="73"/>
                  </a:lnTo>
                  <a:lnTo>
                    <a:pt x="48" y="73"/>
                  </a:lnTo>
                  <a:lnTo>
                    <a:pt x="48" y="74"/>
                  </a:lnTo>
                  <a:lnTo>
                    <a:pt x="50" y="76"/>
                  </a:lnTo>
                  <a:lnTo>
                    <a:pt x="53" y="76"/>
                  </a:lnTo>
                  <a:lnTo>
                    <a:pt x="53" y="76"/>
                  </a:lnTo>
                  <a:lnTo>
                    <a:pt x="57" y="76"/>
                  </a:lnTo>
                  <a:lnTo>
                    <a:pt x="57" y="76"/>
                  </a:lnTo>
                  <a:lnTo>
                    <a:pt x="55" y="73"/>
                  </a:lnTo>
                  <a:lnTo>
                    <a:pt x="66" y="0"/>
                  </a:lnTo>
                  <a:lnTo>
                    <a:pt x="53" y="2"/>
                  </a:lnTo>
                  <a:lnTo>
                    <a:pt x="53" y="2"/>
                  </a:lnTo>
                  <a:lnTo>
                    <a:pt x="50" y="5"/>
                  </a:lnTo>
                  <a:lnTo>
                    <a:pt x="48" y="7"/>
                  </a:lnTo>
                  <a:lnTo>
                    <a:pt x="48" y="9"/>
                  </a:lnTo>
                  <a:lnTo>
                    <a:pt x="48" y="9"/>
                  </a:lnTo>
                  <a:lnTo>
                    <a:pt x="46" y="11"/>
                  </a:lnTo>
                  <a:lnTo>
                    <a:pt x="44" y="13"/>
                  </a:lnTo>
                  <a:lnTo>
                    <a:pt x="37" y="14"/>
                  </a:lnTo>
                  <a:lnTo>
                    <a:pt x="37" y="14"/>
                  </a:lnTo>
                  <a:lnTo>
                    <a:pt x="31" y="16"/>
                  </a:lnTo>
                  <a:lnTo>
                    <a:pt x="30" y="16"/>
                  </a:lnTo>
                  <a:lnTo>
                    <a:pt x="28" y="14"/>
                  </a:lnTo>
                  <a:lnTo>
                    <a:pt x="28" y="14"/>
                  </a:lnTo>
                  <a:lnTo>
                    <a:pt x="24" y="13"/>
                  </a:lnTo>
                  <a:lnTo>
                    <a:pt x="19" y="13"/>
                  </a:lnTo>
                  <a:lnTo>
                    <a:pt x="19" y="13"/>
                  </a:lnTo>
                  <a:lnTo>
                    <a:pt x="8" y="18"/>
                  </a:lnTo>
                  <a:lnTo>
                    <a:pt x="8" y="18"/>
                  </a:lnTo>
                  <a:lnTo>
                    <a:pt x="8" y="23"/>
                  </a:lnTo>
                  <a:lnTo>
                    <a:pt x="8" y="27"/>
                  </a:lnTo>
                  <a:lnTo>
                    <a:pt x="8" y="33"/>
                  </a:lnTo>
                  <a:lnTo>
                    <a:pt x="8" y="33"/>
                  </a:lnTo>
                  <a:lnTo>
                    <a:pt x="4" y="34"/>
                  </a:lnTo>
                  <a:lnTo>
                    <a:pt x="2" y="34"/>
                  </a:lnTo>
                  <a:lnTo>
                    <a:pt x="2" y="34"/>
                  </a:lnTo>
                  <a:lnTo>
                    <a:pt x="2" y="36"/>
                  </a:lnTo>
                  <a:lnTo>
                    <a:pt x="0" y="38"/>
                  </a:lnTo>
                  <a:lnTo>
                    <a:pt x="0" y="40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6" y="45"/>
                  </a:lnTo>
                  <a:lnTo>
                    <a:pt x="10" y="49"/>
                  </a:lnTo>
                  <a:lnTo>
                    <a:pt x="10" y="49"/>
                  </a:lnTo>
                  <a:lnTo>
                    <a:pt x="11" y="53"/>
                  </a:lnTo>
                  <a:lnTo>
                    <a:pt x="13" y="56"/>
                  </a:lnTo>
                  <a:lnTo>
                    <a:pt x="15" y="64"/>
                  </a:lnTo>
                  <a:lnTo>
                    <a:pt x="15" y="64"/>
                  </a:lnTo>
                  <a:lnTo>
                    <a:pt x="19" y="65"/>
                  </a:lnTo>
                  <a:lnTo>
                    <a:pt x="22" y="67"/>
                  </a:lnTo>
                  <a:lnTo>
                    <a:pt x="22" y="67"/>
                  </a:lnTo>
                  <a:lnTo>
                    <a:pt x="28" y="67"/>
                  </a:lnTo>
                  <a:lnTo>
                    <a:pt x="28" y="67"/>
                  </a:lnTo>
                  <a:close/>
                  <a:moveTo>
                    <a:pt x="15" y="45"/>
                  </a:moveTo>
                  <a:lnTo>
                    <a:pt x="15" y="45"/>
                  </a:lnTo>
                  <a:lnTo>
                    <a:pt x="19" y="47"/>
                  </a:lnTo>
                  <a:lnTo>
                    <a:pt x="20" y="49"/>
                  </a:lnTo>
                  <a:lnTo>
                    <a:pt x="19" y="51"/>
                  </a:lnTo>
                  <a:lnTo>
                    <a:pt x="15" y="51"/>
                  </a:lnTo>
                  <a:lnTo>
                    <a:pt x="15" y="51"/>
                  </a:lnTo>
                  <a:lnTo>
                    <a:pt x="13" y="49"/>
                  </a:lnTo>
                  <a:lnTo>
                    <a:pt x="13" y="47"/>
                  </a:lnTo>
                  <a:lnTo>
                    <a:pt x="15" y="45"/>
                  </a:lnTo>
                  <a:lnTo>
                    <a:pt x="15" y="4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25" name="Freeform 208">
              <a:extLst>
                <a:ext uri="{FF2B5EF4-FFF2-40B4-BE49-F238E27FC236}">
                  <a16:creationId xmlns:a16="http://schemas.microsoft.com/office/drawing/2014/main" id="{82376869-56DF-42E3-AE72-AA463D54835C}"/>
                </a:ext>
              </a:extLst>
            </p:cNvPr>
            <p:cNvSpPr>
              <a:spLocks/>
            </p:cNvSpPr>
            <p:nvPr/>
          </p:nvSpPr>
          <p:spPr bwMode="auto">
            <a:xfrm>
              <a:off x="9491614" y="4535323"/>
              <a:ext cx="14830" cy="23728"/>
            </a:xfrm>
            <a:custGeom>
              <a:avLst/>
              <a:gdLst>
                <a:gd name="T0" fmla="*/ 0 w 10"/>
                <a:gd name="T1" fmla="*/ 0 h 16"/>
                <a:gd name="T2" fmla="*/ 0 w 10"/>
                <a:gd name="T3" fmla="*/ 0 h 16"/>
                <a:gd name="T4" fmla="*/ 4 w 10"/>
                <a:gd name="T5" fmla="*/ 2 h 16"/>
                <a:gd name="T6" fmla="*/ 8 w 10"/>
                <a:gd name="T7" fmla="*/ 7 h 16"/>
                <a:gd name="T8" fmla="*/ 10 w 10"/>
                <a:gd name="T9" fmla="*/ 7 h 16"/>
                <a:gd name="T10" fmla="*/ 10 w 10"/>
                <a:gd name="T11" fmla="*/ 7 h 16"/>
                <a:gd name="T12" fmla="*/ 10 w 10"/>
                <a:gd name="T13" fmla="*/ 16 h 16"/>
                <a:gd name="T14" fmla="*/ 10 w 10"/>
                <a:gd name="T15" fmla="*/ 16 h 16"/>
                <a:gd name="T16" fmla="*/ 4 w 10"/>
                <a:gd name="T17" fmla="*/ 16 h 16"/>
                <a:gd name="T18" fmla="*/ 0 w 10"/>
                <a:gd name="T19" fmla="*/ 16 h 16"/>
                <a:gd name="T20" fmla="*/ 0 w 10"/>
                <a:gd name="T21" fmla="*/ 16 h 16"/>
                <a:gd name="T22" fmla="*/ 0 w 10"/>
                <a:gd name="T23" fmla="*/ 7 h 16"/>
                <a:gd name="T24" fmla="*/ 0 w 10"/>
                <a:gd name="T25" fmla="*/ 0 h 16"/>
                <a:gd name="T26" fmla="*/ 0 w 10"/>
                <a:gd name="T27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" h="16">
                  <a:moveTo>
                    <a:pt x="0" y="0"/>
                  </a:moveTo>
                  <a:lnTo>
                    <a:pt x="0" y="0"/>
                  </a:lnTo>
                  <a:lnTo>
                    <a:pt x="4" y="2"/>
                  </a:lnTo>
                  <a:lnTo>
                    <a:pt x="8" y="7"/>
                  </a:lnTo>
                  <a:lnTo>
                    <a:pt x="10" y="7"/>
                  </a:lnTo>
                  <a:lnTo>
                    <a:pt x="10" y="7"/>
                  </a:lnTo>
                  <a:lnTo>
                    <a:pt x="10" y="16"/>
                  </a:lnTo>
                  <a:lnTo>
                    <a:pt x="10" y="16"/>
                  </a:lnTo>
                  <a:lnTo>
                    <a:pt x="4" y="16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0" y="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7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26" name="Freeform 209">
              <a:extLst>
                <a:ext uri="{FF2B5EF4-FFF2-40B4-BE49-F238E27FC236}">
                  <a16:creationId xmlns:a16="http://schemas.microsoft.com/office/drawing/2014/main" id="{5CC6615F-BCB1-40D7-A501-DB9E5641F7BE}"/>
                </a:ext>
              </a:extLst>
            </p:cNvPr>
            <p:cNvSpPr>
              <a:spLocks/>
            </p:cNvSpPr>
            <p:nvPr/>
          </p:nvSpPr>
          <p:spPr bwMode="auto">
            <a:xfrm>
              <a:off x="9746691" y="4551635"/>
              <a:ext cx="34110" cy="23728"/>
            </a:xfrm>
            <a:custGeom>
              <a:avLst/>
              <a:gdLst>
                <a:gd name="T0" fmla="*/ 16 w 23"/>
                <a:gd name="T1" fmla="*/ 2 h 16"/>
                <a:gd name="T2" fmla="*/ 16 w 23"/>
                <a:gd name="T3" fmla="*/ 2 h 16"/>
                <a:gd name="T4" fmla="*/ 22 w 23"/>
                <a:gd name="T5" fmla="*/ 0 h 16"/>
                <a:gd name="T6" fmla="*/ 23 w 23"/>
                <a:gd name="T7" fmla="*/ 2 h 16"/>
                <a:gd name="T8" fmla="*/ 22 w 23"/>
                <a:gd name="T9" fmla="*/ 4 h 16"/>
                <a:gd name="T10" fmla="*/ 20 w 23"/>
                <a:gd name="T11" fmla="*/ 5 h 16"/>
                <a:gd name="T12" fmla="*/ 12 w 23"/>
                <a:gd name="T13" fmla="*/ 13 h 16"/>
                <a:gd name="T14" fmla="*/ 7 w 23"/>
                <a:gd name="T15" fmla="*/ 16 h 16"/>
                <a:gd name="T16" fmla="*/ 7 w 23"/>
                <a:gd name="T17" fmla="*/ 16 h 16"/>
                <a:gd name="T18" fmla="*/ 2 w 23"/>
                <a:gd name="T19" fmla="*/ 16 h 16"/>
                <a:gd name="T20" fmla="*/ 0 w 23"/>
                <a:gd name="T21" fmla="*/ 15 h 16"/>
                <a:gd name="T22" fmla="*/ 3 w 23"/>
                <a:gd name="T23" fmla="*/ 9 h 16"/>
                <a:gd name="T24" fmla="*/ 16 w 23"/>
                <a:gd name="T25" fmla="*/ 2 h 16"/>
                <a:gd name="T26" fmla="*/ 16 w 23"/>
                <a:gd name="T27" fmla="*/ 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" h="16">
                  <a:moveTo>
                    <a:pt x="16" y="2"/>
                  </a:moveTo>
                  <a:lnTo>
                    <a:pt x="16" y="2"/>
                  </a:lnTo>
                  <a:lnTo>
                    <a:pt x="22" y="0"/>
                  </a:lnTo>
                  <a:lnTo>
                    <a:pt x="23" y="2"/>
                  </a:lnTo>
                  <a:lnTo>
                    <a:pt x="22" y="4"/>
                  </a:lnTo>
                  <a:lnTo>
                    <a:pt x="20" y="5"/>
                  </a:lnTo>
                  <a:lnTo>
                    <a:pt x="12" y="13"/>
                  </a:lnTo>
                  <a:lnTo>
                    <a:pt x="7" y="16"/>
                  </a:lnTo>
                  <a:lnTo>
                    <a:pt x="7" y="16"/>
                  </a:lnTo>
                  <a:lnTo>
                    <a:pt x="2" y="16"/>
                  </a:lnTo>
                  <a:lnTo>
                    <a:pt x="0" y="15"/>
                  </a:lnTo>
                  <a:lnTo>
                    <a:pt x="3" y="9"/>
                  </a:lnTo>
                  <a:lnTo>
                    <a:pt x="16" y="2"/>
                  </a:lnTo>
                  <a:lnTo>
                    <a:pt x="16" y="2"/>
                  </a:lnTo>
                  <a:close/>
                </a:path>
              </a:pathLst>
            </a:custGeom>
            <a:grpFill/>
            <a:ln w="7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27" name="Freeform 210">
              <a:extLst>
                <a:ext uri="{FF2B5EF4-FFF2-40B4-BE49-F238E27FC236}">
                  <a16:creationId xmlns:a16="http://schemas.microsoft.com/office/drawing/2014/main" id="{AD30B600-AB18-4428-AC2C-4C80487B3EDF}"/>
                </a:ext>
              </a:extLst>
            </p:cNvPr>
            <p:cNvSpPr>
              <a:spLocks/>
            </p:cNvSpPr>
            <p:nvPr/>
          </p:nvSpPr>
          <p:spPr bwMode="auto">
            <a:xfrm>
              <a:off x="9503478" y="4570915"/>
              <a:ext cx="10382" cy="17796"/>
            </a:xfrm>
            <a:custGeom>
              <a:avLst/>
              <a:gdLst>
                <a:gd name="T0" fmla="*/ 0 w 7"/>
                <a:gd name="T1" fmla="*/ 0 h 12"/>
                <a:gd name="T2" fmla="*/ 0 w 7"/>
                <a:gd name="T3" fmla="*/ 0 h 12"/>
                <a:gd name="T4" fmla="*/ 7 w 7"/>
                <a:gd name="T5" fmla="*/ 7 h 12"/>
                <a:gd name="T6" fmla="*/ 7 w 7"/>
                <a:gd name="T7" fmla="*/ 7 h 12"/>
                <a:gd name="T8" fmla="*/ 7 w 7"/>
                <a:gd name="T9" fmla="*/ 11 h 12"/>
                <a:gd name="T10" fmla="*/ 5 w 7"/>
                <a:gd name="T11" fmla="*/ 11 h 12"/>
                <a:gd name="T12" fmla="*/ 2 w 7"/>
                <a:gd name="T13" fmla="*/ 12 h 12"/>
                <a:gd name="T14" fmla="*/ 2 w 7"/>
                <a:gd name="T15" fmla="*/ 12 h 12"/>
                <a:gd name="T16" fmla="*/ 2 w 7"/>
                <a:gd name="T17" fmla="*/ 5 h 12"/>
                <a:gd name="T18" fmla="*/ 0 w 7"/>
                <a:gd name="T19" fmla="*/ 2 h 12"/>
                <a:gd name="T20" fmla="*/ 0 w 7"/>
                <a:gd name="T21" fmla="*/ 0 h 12"/>
                <a:gd name="T22" fmla="*/ 0 w 7"/>
                <a:gd name="T23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" h="12">
                  <a:moveTo>
                    <a:pt x="0" y="0"/>
                  </a:moveTo>
                  <a:lnTo>
                    <a:pt x="0" y="0"/>
                  </a:lnTo>
                  <a:lnTo>
                    <a:pt x="7" y="7"/>
                  </a:lnTo>
                  <a:lnTo>
                    <a:pt x="7" y="7"/>
                  </a:lnTo>
                  <a:lnTo>
                    <a:pt x="7" y="11"/>
                  </a:lnTo>
                  <a:lnTo>
                    <a:pt x="5" y="11"/>
                  </a:lnTo>
                  <a:lnTo>
                    <a:pt x="2" y="12"/>
                  </a:lnTo>
                  <a:lnTo>
                    <a:pt x="2" y="12"/>
                  </a:lnTo>
                  <a:lnTo>
                    <a:pt x="2" y="5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7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28" name="Freeform 211">
              <a:extLst>
                <a:ext uri="{FF2B5EF4-FFF2-40B4-BE49-F238E27FC236}">
                  <a16:creationId xmlns:a16="http://schemas.microsoft.com/office/drawing/2014/main" id="{9C2AF437-3D3E-4B9B-B9FB-92A84A289DD8}"/>
                </a:ext>
              </a:extLst>
            </p:cNvPr>
            <p:cNvSpPr>
              <a:spLocks/>
            </p:cNvSpPr>
            <p:nvPr/>
          </p:nvSpPr>
          <p:spPr bwMode="auto">
            <a:xfrm>
              <a:off x="9721480" y="4591677"/>
              <a:ext cx="29660" cy="19280"/>
            </a:xfrm>
            <a:custGeom>
              <a:avLst/>
              <a:gdLst>
                <a:gd name="T0" fmla="*/ 13 w 20"/>
                <a:gd name="T1" fmla="*/ 0 h 13"/>
                <a:gd name="T2" fmla="*/ 13 w 20"/>
                <a:gd name="T3" fmla="*/ 0 h 13"/>
                <a:gd name="T4" fmla="*/ 20 w 20"/>
                <a:gd name="T5" fmla="*/ 4 h 13"/>
                <a:gd name="T6" fmla="*/ 20 w 20"/>
                <a:gd name="T7" fmla="*/ 4 h 13"/>
                <a:gd name="T8" fmla="*/ 20 w 20"/>
                <a:gd name="T9" fmla="*/ 8 h 13"/>
                <a:gd name="T10" fmla="*/ 20 w 20"/>
                <a:gd name="T11" fmla="*/ 13 h 13"/>
                <a:gd name="T12" fmla="*/ 20 w 20"/>
                <a:gd name="T13" fmla="*/ 13 h 13"/>
                <a:gd name="T14" fmla="*/ 6 w 20"/>
                <a:gd name="T15" fmla="*/ 13 h 13"/>
                <a:gd name="T16" fmla="*/ 0 w 20"/>
                <a:gd name="T17" fmla="*/ 9 h 13"/>
                <a:gd name="T18" fmla="*/ 0 w 20"/>
                <a:gd name="T19" fmla="*/ 8 h 13"/>
                <a:gd name="T20" fmla="*/ 4 w 20"/>
                <a:gd name="T21" fmla="*/ 6 h 13"/>
                <a:gd name="T22" fmla="*/ 4 w 20"/>
                <a:gd name="T23" fmla="*/ 6 h 13"/>
                <a:gd name="T24" fmla="*/ 13 w 20"/>
                <a:gd name="T25" fmla="*/ 0 h 13"/>
                <a:gd name="T26" fmla="*/ 13 w 20"/>
                <a:gd name="T27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0" h="13">
                  <a:moveTo>
                    <a:pt x="13" y="0"/>
                  </a:moveTo>
                  <a:lnTo>
                    <a:pt x="13" y="0"/>
                  </a:lnTo>
                  <a:lnTo>
                    <a:pt x="20" y="4"/>
                  </a:lnTo>
                  <a:lnTo>
                    <a:pt x="20" y="4"/>
                  </a:lnTo>
                  <a:lnTo>
                    <a:pt x="20" y="8"/>
                  </a:lnTo>
                  <a:lnTo>
                    <a:pt x="20" y="13"/>
                  </a:lnTo>
                  <a:lnTo>
                    <a:pt x="20" y="13"/>
                  </a:lnTo>
                  <a:lnTo>
                    <a:pt x="6" y="13"/>
                  </a:lnTo>
                  <a:lnTo>
                    <a:pt x="0" y="9"/>
                  </a:lnTo>
                  <a:lnTo>
                    <a:pt x="0" y="8"/>
                  </a:lnTo>
                  <a:lnTo>
                    <a:pt x="4" y="6"/>
                  </a:lnTo>
                  <a:lnTo>
                    <a:pt x="4" y="6"/>
                  </a:lnTo>
                  <a:lnTo>
                    <a:pt x="13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7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29" name="Freeform 212">
              <a:extLst>
                <a:ext uri="{FF2B5EF4-FFF2-40B4-BE49-F238E27FC236}">
                  <a16:creationId xmlns:a16="http://schemas.microsoft.com/office/drawing/2014/main" id="{F910378B-4E6F-41AA-B0EE-D28083ADA848}"/>
                </a:ext>
              </a:extLst>
            </p:cNvPr>
            <p:cNvSpPr>
              <a:spLocks/>
            </p:cNvSpPr>
            <p:nvPr/>
          </p:nvSpPr>
          <p:spPr bwMode="auto">
            <a:xfrm>
              <a:off x="9408566" y="4662861"/>
              <a:ext cx="66736" cy="72668"/>
            </a:xfrm>
            <a:custGeom>
              <a:avLst/>
              <a:gdLst>
                <a:gd name="T0" fmla="*/ 0 w 45"/>
                <a:gd name="T1" fmla="*/ 0 h 49"/>
                <a:gd name="T2" fmla="*/ 0 w 45"/>
                <a:gd name="T3" fmla="*/ 0 h 49"/>
                <a:gd name="T4" fmla="*/ 4 w 45"/>
                <a:gd name="T5" fmla="*/ 0 h 49"/>
                <a:gd name="T6" fmla="*/ 9 w 45"/>
                <a:gd name="T7" fmla="*/ 1 h 49"/>
                <a:gd name="T8" fmla="*/ 9 w 45"/>
                <a:gd name="T9" fmla="*/ 1 h 49"/>
                <a:gd name="T10" fmla="*/ 16 w 45"/>
                <a:gd name="T11" fmla="*/ 20 h 49"/>
                <a:gd name="T12" fmla="*/ 16 w 45"/>
                <a:gd name="T13" fmla="*/ 20 h 49"/>
                <a:gd name="T14" fmla="*/ 22 w 45"/>
                <a:gd name="T15" fmla="*/ 23 h 49"/>
                <a:gd name="T16" fmla="*/ 27 w 45"/>
                <a:gd name="T17" fmla="*/ 29 h 49"/>
                <a:gd name="T18" fmla="*/ 38 w 45"/>
                <a:gd name="T19" fmla="*/ 36 h 49"/>
                <a:gd name="T20" fmla="*/ 38 w 45"/>
                <a:gd name="T21" fmla="*/ 36 h 49"/>
                <a:gd name="T22" fmla="*/ 45 w 45"/>
                <a:gd name="T23" fmla="*/ 42 h 49"/>
                <a:gd name="T24" fmla="*/ 45 w 45"/>
                <a:gd name="T25" fmla="*/ 42 h 49"/>
                <a:gd name="T26" fmla="*/ 45 w 45"/>
                <a:gd name="T27" fmla="*/ 49 h 49"/>
                <a:gd name="T28" fmla="*/ 45 w 45"/>
                <a:gd name="T29" fmla="*/ 49 h 49"/>
                <a:gd name="T30" fmla="*/ 35 w 45"/>
                <a:gd name="T31" fmla="*/ 45 h 49"/>
                <a:gd name="T32" fmla="*/ 29 w 45"/>
                <a:gd name="T33" fmla="*/ 43 h 49"/>
                <a:gd name="T34" fmla="*/ 24 w 45"/>
                <a:gd name="T35" fmla="*/ 42 h 49"/>
                <a:gd name="T36" fmla="*/ 24 w 45"/>
                <a:gd name="T37" fmla="*/ 36 h 49"/>
                <a:gd name="T38" fmla="*/ 24 w 45"/>
                <a:gd name="T39" fmla="*/ 36 h 49"/>
                <a:gd name="T40" fmla="*/ 22 w 45"/>
                <a:gd name="T41" fmla="*/ 32 h 49"/>
                <a:gd name="T42" fmla="*/ 16 w 45"/>
                <a:gd name="T43" fmla="*/ 29 h 49"/>
                <a:gd name="T44" fmla="*/ 13 w 45"/>
                <a:gd name="T45" fmla="*/ 27 h 49"/>
                <a:gd name="T46" fmla="*/ 9 w 45"/>
                <a:gd name="T47" fmla="*/ 23 h 49"/>
                <a:gd name="T48" fmla="*/ 9 w 45"/>
                <a:gd name="T49" fmla="*/ 23 h 49"/>
                <a:gd name="T50" fmla="*/ 5 w 45"/>
                <a:gd name="T51" fmla="*/ 18 h 49"/>
                <a:gd name="T52" fmla="*/ 4 w 45"/>
                <a:gd name="T53" fmla="*/ 12 h 49"/>
                <a:gd name="T54" fmla="*/ 0 w 45"/>
                <a:gd name="T55" fmla="*/ 0 h 49"/>
                <a:gd name="T56" fmla="*/ 0 w 45"/>
                <a:gd name="T57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45" h="49">
                  <a:moveTo>
                    <a:pt x="0" y="0"/>
                  </a:moveTo>
                  <a:lnTo>
                    <a:pt x="0" y="0"/>
                  </a:lnTo>
                  <a:lnTo>
                    <a:pt x="4" y="0"/>
                  </a:lnTo>
                  <a:lnTo>
                    <a:pt x="9" y="1"/>
                  </a:lnTo>
                  <a:lnTo>
                    <a:pt x="9" y="1"/>
                  </a:lnTo>
                  <a:lnTo>
                    <a:pt x="16" y="20"/>
                  </a:lnTo>
                  <a:lnTo>
                    <a:pt x="16" y="20"/>
                  </a:lnTo>
                  <a:lnTo>
                    <a:pt x="22" y="23"/>
                  </a:lnTo>
                  <a:lnTo>
                    <a:pt x="27" y="29"/>
                  </a:lnTo>
                  <a:lnTo>
                    <a:pt x="38" y="36"/>
                  </a:lnTo>
                  <a:lnTo>
                    <a:pt x="38" y="36"/>
                  </a:lnTo>
                  <a:lnTo>
                    <a:pt x="45" y="42"/>
                  </a:lnTo>
                  <a:lnTo>
                    <a:pt x="45" y="42"/>
                  </a:lnTo>
                  <a:lnTo>
                    <a:pt x="45" y="49"/>
                  </a:lnTo>
                  <a:lnTo>
                    <a:pt x="45" y="49"/>
                  </a:lnTo>
                  <a:lnTo>
                    <a:pt x="35" y="45"/>
                  </a:lnTo>
                  <a:lnTo>
                    <a:pt x="29" y="43"/>
                  </a:lnTo>
                  <a:lnTo>
                    <a:pt x="24" y="42"/>
                  </a:lnTo>
                  <a:lnTo>
                    <a:pt x="24" y="36"/>
                  </a:lnTo>
                  <a:lnTo>
                    <a:pt x="24" y="36"/>
                  </a:lnTo>
                  <a:lnTo>
                    <a:pt x="22" y="32"/>
                  </a:lnTo>
                  <a:lnTo>
                    <a:pt x="16" y="29"/>
                  </a:lnTo>
                  <a:lnTo>
                    <a:pt x="13" y="27"/>
                  </a:lnTo>
                  <a:lnTo>
                    <a:pt x="9" y="23"/>
                  </a:lnTo>
                  <a:lnTo>
                    <a:pt x="9" y="23"/>
                  </a:lnTo>
                  <a:lnTo>
                    <a:pt x="5" y="18"/>
                  </a:lnTo>
                  <a:lnTo>
                    <a:pt x="4" y="1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7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30" name="Freeform 213">
              <a:extLst>
                <a:ext uri="{FF2B5EF4-FFF2-40B4-BE49-F238E27FC236}">
                  <a16:creationId xmlns:a16="http://schemas.microsoft.com/office/drawing/2014/main" id="{768D97B6-F27A-4823-964C-24D59B52C0F5}"/>
                </a:ext>
              </a:extLst>
            </p:cNvPr>
            <p:cNvSpPr>
              <a:spLocks/>
            </p:cNvSpPr>
            <p:nvPr/>
          </p:nvSpPr>
          <p:spPr bwMode="auto">
            <a:xfrm>
              <a:off x="9473818" y="4683623"/>
              <a:ext cx="4449" cy="10381"/>
            </a:xfrm>
            <a:custGeom>
              <a:avLst/>
              <a:gdLst>
                <a:gd name="T0" fmla="*/ 0 w 3"/>
                <a:gd name="T1" fmla="*/ 0 h 7"/>
                <a:gd name="T2" fmla="*/ 0 w 3"/>
                <a:gd name="T3" fmla="*/ 0 h 7"/>
                <a:gd name="T4" fmla="*/ 3 w 3"/>
                <a:gd name="T5" fmla="*/ 6 h 7"/>
                <a:gd name="T6" fmla="*/ 3 w 3"/>
                <a:gd name="T7" fmla="*/ 7 h 7"/>
                <a:gd name="T8" fmla="*/ 0 w 3"/>
                <a:gd name="T9" fmla="*/ 7 h 7"/>
                <a:gd name="T10" fmla="*/ 0 w 3"/>
                <a:gd name="T11" fmla="*/ 7 h 7"/>
                <a:gd name="T12" fmla="*/ 0 w 3"/>
                <a:gd name="T13" fmla="*/ 0 h 7"/>
                <a:gd name="T14" fmla="*/ 0 w 3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" h="7">
                  <a:moveTo>
                    <a:pt x="0" y="0"/>
                  </a:moveTo>
                  <a:lnTo>
                    <a:pt x="0" y="0"/>
                  </a:lnTo>
                  <a:lnTo>
                    <a:pt x="3" y="6"/>
                  </a:lnTo>
                  <a:lnTo>
                    <a:pt x="3" y="7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7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31" name="Freeform 214">
              <a:extLst>
                <a:ext uri="{FF2B5EF4-FFF2-40B4-BE49-F238E27FC236}">
                  <a16:creationId xmlns:a16="http://schemas.microsoft.com/office/drawing/2014/main" id="{6864A4FC-4C82-4711-9171-B4FA65CAD43D}"/>
                </a:ext>
              </a:extLst>
            </p:cNvPr>
            <p:cNvSpPr>
              <a:spLocks/>
            </p:cNvSpPr>
            <p:nvPr/>
          </p:nvSpPr>
          <p:spPr bwMode="auto">
            <a:xfrm>
              <a:off x="9602839" y="5104796"/>
              <a:ext cx="140886" cy="232832"/>
            </a:xfrm>
            <a:custGeom>
              <a:avLst/>
              <a:gdLst>
                <a:gd name="T0" fmla="*/ 7 w 95"/>
                <a:gd name="T1" fmla="*/ 0 h 157"/>
                <a:gd name="T2" fmla="*/ 7 w 95"/>
                <a:gd name="T3" fmla="*/ 2 h 157"/>
                <a:gd name="T4" fmla="*/ 6 w 95"/>
                <a:gd name="T5" fmla="*/ 4 h 157"/>
                <a:gd name="T6" fmla="*/ 13 w 95"/>
                <a:gd name="T7" fmla="*/ 15 h 157"/>
                <a:gd name="T8" fmla="*/ 15 w 95"/>
                <a:gd name="T9" fmla="*/ 11 h 157"/>
                <a:gd name="T10" fmla="*/ 18 w 95"/>
                <a:gd name="T11" fmla="*/ 10 h 157"/>
                <a:gd name="T12" fmla="*/ 29 w 95"/>
                <a:gd name="T13" fmla="*/ 19 h 157"/>
                <a:gd name="T14" fmla="*/ 27 w 95"/>
                <a:gd name="T15" fmla="*/ 24 h 157"/>
                <a:gd name="T16" fmla="*/ 35 w 95"/>
                <a:gd name="T17" fmla="*/ 24 h 157"/>
                <a:gd name="T18" fmla="*/ 37 w 95"/>
                <a:gd name="T19" fmla="*/ 35 h 157"/>
                <a:gd name="T20" fmla="*/ 38 w 95"/>
                <a:gd name="T21" fmla="*/ 57 h 157"/>
                <a:gd name="T22" fmla="*/ 44 w 95"/>
                <a:gd name="T23" fmla="*/ 61 h 157"/>
                <a:gd name="T24" fmla="*/ 46 w 95"/>
                <a:gd name="T25" fmla="*/ 61 h 157"/>
                <a:gd name="T26" fmla="*/ 51 w 95"/>
                <a:gd name="T27" fmla="*/ 51 h 157"/>
                <a:gd name="T28" fmla="*/ 53 w 95"/>
                <a:gd name="T29" fmla="*/ 53 h 157"/>
                <a:gd name="T30" fmla="*/ 53 w 95"/>
                <a:gd name="T31" fmla="*/ 57 h 157"/>
                <a:gd name="T32" fmla="*/ 57 w 95"/>
                <a:gd name="T33" fmla="*/ 59 h 157"/>
                <a:gd name="T34" fmla="*/ 57 w 95"/>
                <a:gd name="T35" fmla="*/ 75 h 157"/>
                <a:gd name="T36" fmla="*/ 68 w 95"/>
                <a:gd name="T37" fmla="*/ 82 h 157"/>
                <a:gd name="T38" fmla="*/ 80 w 95"/>
                <a:gd name="T39" fmla="*/ 82 h 157"/>
                <a:gd name="T40" fmla="*/ 84 w 95"/>
                <a:gd name="T41" fmla="*/ 79 h 157"/>
                <a:gd name="T42" fmla="*/ 88 w 95"/>
                <a:gd name="T43" fmla="*/ 75 h 157"/>
                <a:gd name="T44" fmla="*/ 91 w 95"/>
                <a:gd name="T45" fmla="*/ 77 h 157"/>
                <a:gd name="T46" fmla="*/ 95 w 95"/>
                <a:gd name="T47" fmla="*/ 79 h 157"/>
                <a:gd name="T48" fmla="*/ 95 w 95"/>
                <a:gd name="T49" fmla="*/ 82 h 157"/>
                <a:gd name="T50" fmla="*/ 95 w 95"/>
                <a:gd name="T51" fmla="*/ 88 h 157"/>
                <a:gd name="T52" fmla="*/ 86 w 95"/>
                <a:gd name="T53" fmla="*/ 102 h 157"/>
                <a:gd name="T54" fmla="*/ 88 w 95"/>
                <a:gd name="T55" fmla="*/ 106 h 157"/>
                <a:gd name="T56" fmla="*/ 88 w 95"/>
                <a:gd name="T57" fmla="*/ 112 h 157"/>
                <a:gd name="T58" fmla="*/ 84 w 95"/>
                <a:gd name="T59" fmla="*/ 108 h 157"/>
                <a:gd name="T60" fmla="*/ 73 w 95"/>
                <a:gd name="T61" fmla="*/ 112 h 157"/>
                <a:gd name="T62" fmla="*/ 71 w 95"/>
                <a:gd name="T63" fmla="*/ 115 h 157"/>
                <a:gd name="T64" fmla="*/ 73 w 95"/>
                <a:gd name="T65" fmla="*/ 117 h 157"/>
                <a:gd name="T66" fmla="*/ 73 w 95"/>
                <a:gd name="T67" fmla="*/ 122 h 157"/>
                <a:gd name="T68" fmla="*/ 73 w 95"/>
                <a:gd name="T69" fmla="*/ 126 h 157"/>
                <a:gd name="T70" fmla="*/ 64 w 95"/>
                <a:gd name="T71" fmla="*/ 133 h 157"/>
                <a:gd name="T72" fmla="*/ 58 w 95"/>
                <a:gd name="T73" fmla="*/ 146 h 157"/>
                <a:gd name="T74" fmla="*/ 55 w 95"/>
                <a:gd name="T75" fmla="*/ 155 h 157"/>
                <a:gd name="T76" fmla="*/ 37 w 95"/>
                <a:gd name="T77" fmla="*/ 153 h 157"/>
                <a:gd name="T78" fmla="*/ 37 w 95"/>
                <a:gd name="T79" fmla="*/ 144 h 157"/>
                <a:gd name="T80" fmla="*/ 42 w 95"/>
                <a:gd name="T81" fmla="*/ 139 h 157"/>
                <a:gd name="T82" fmla="*/ 40 w 95"/>
                <a:gd name="T83" fmla="*/ 128 h 157"/>
                <a:gd name="T84" fmla="*/ 35 w 95"/>
                <a:gd name="T85" fmla="*/ 121 h 157"/>
                <a:gd name="T86" fmla="*/ 18 w 95"/>
                <a:gd name="T87" fmla="*/ 110 h 157"/>
                <a:gd name="T88" fmla="*/ 29 w 95"/>
                <a:gd name="T89" fmla="*/ 102 h 157"/>
                <a:gd name="T90" fmla="*/ 35 w 95"/>
                <a:gd name="T91" fmla="*/ 84 h 157"/>
                <a:gd name="T92" fmla="*/ 35 w 95"/>
                <a:gd name="T93" fmla="*/ 70 h 157"/>
                <a:gd name="T94" fmla="*/ 33 w 95"/>
                <a:gd name="T95" fmla="*/ 68 h 157"/>
                <a:gd name="T96" fmla="*/ 35 w 95"/>
                <a:gd name="T97" fmla="*/ 62 h 157"/>
                <a:gd name="T98" fmla="*/ 35 w 95"/>
                <a:gd name="T99" fmla="*/ 61 h 157"/>
                <a:gd name="T100" fmla="*/ 27 w 95"/>
                <a:gd name="T101" fmla="*/ 55 h 157"/>
                <a:gd name="T102" fmla="*/ 27 w 95"/>
                <a:gd name="T103" fmla="*/ 53 h 157"/>
                <a:gd name="T104" fmla="*/ 31 w 95"/>
                <a:gd name="T105" fmla="*/ 48 h 157"/>
                <a:gd name="T106" fmla="*/ 26 w 95"/>
                <a:gd name="T107" fmla="*/ 44 h 157"/>
                <a:gd name="T108" fmla="*/ 26 w 95"/>
                <a:gd name="T109" fmla="*/ 40 h 157"/>
                <a:gd name="T110" fmla="*/ 20 w 95"/>
                <a:gd name="T111" fmla="*/ 35 h 157"/>
                <a:gd name="T112" fmla="*/ 15 w 95"/>
                <a:gd name="T113" fmla="*/ 30 h 157"/>
                <a:gd name="T114" fmla="*/ 6 w 95"/>
                <a:gd name="T115" fmla="*/ 10 h 157"/>
                <a:gd name="T116" fmla="*/ 0 w 95"/>
                <a:gd name="T117" fmla="*/ 4 h 157"/>
                <a:gd name="T118" fmla="*/ 2 w 95"/>
                <a:gd name="T119" fmla="*/ 2 h 157"/>
                <a:gd name="T120" fmla="*/ 2 w 95"/>
                <a:gd name="T121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95" h="157">
                  <a:moveTo>
                    <a:pt x="2" y="0"/>
                  </a:moveTo>
                  <a:lnTo>
                    <a:pt x="7" y="0"/>
                  </a:lnTo>
                  <a:lnTo>
                    <a:pt x="7" y="0"/>
                  </a:lnTo>
                  <a:lnTo>
                    <a:pt x="7" y="2"/>
                  </a:lnTo>
                  <a:lnTo>
                    <a:pt x="6" y="4"/>
                  </a:lnTo>
                  <a:lnTo>
                    <a:pt x="6" y="4"/>
                  </a:lnTo>
                  <a:lnTo>
                    <a:pt x="9" y="10"/>
                  </a:lnTo>
                  <a:lnTo>
                    <a:pt x="13" y="15"/>
                  </a:lnTo>
                  <a:lnTo>
                    <a:pt x="13" y="15"/>
                  </a:lnTo>
                  <a:lnTo>
                    <a:pt x="15" y="11"/>
                  </a:lnTo>
                  <a:lnTo>
                    <a:pt x="18" y="10"/>
                  </a:lnTo>
                  <a:lnTo>
                    <a:pt x="18" y="10"/>
                  </a:lnTo>
                  <a:lnTo>
                    <a:pt x="29" y="19"/>
                  </a:lnTo>
                  <a:lnTo>
                    <a:pt x="29" y="19"/>
                  </a:lnTo>
                  <a:lnTo>
                    <a:pt x="27" y="22"/>
                  </a:lnTo>
                  <a:lnTo>
                    <a:pt x="27" y="24"/>
                  </a:lnTo>
                  <a:lnTo>
                    <a:pt x="27" y="24"/>
                  </a:lnTo>
                  <a:lnTo>
                    <a:pt x="35" y="24"/>
                  </a:lnTo>
                  <a:lnTo>
                    <a:pt x="35" y="24"/>
                  </a:lnTo>
                  <a:lnTo>
                    <a:pt x="37" y="35"/>
                  </a:lnTo>
                  <a:lnTo>
                    <a:pt x="37" y="48"/>
                  </a:lnTo>
                  <a:lnTo>
                    <a:pt x="38" y="57"/>
                  </a:lnTo>
                  <a:lnTo>
                    <a:pt x="40" y="59"/>
                  </a:lnTo>
                  <a:lnTo>
                    <a:pt x="44" y="61"/>
                  </a:lnTo>
                  <a:lnTo>
                    <a:pt x="44" y="61"/>
                  </a:lnTo>
                  <a:lnTo>
                    <a:pt x="46" y="61"/>
                  </a:lnTo>
                  <a:lnTo>
                    <a:pt x="48" y="59"/>
                  </a:lnTo>
                  <a:lnTo>
                    <a:pt x="51" y="51"/>
                  </a:lnTo>
                  <a:lnTo>
                    <a:pt x="51" y="51"/>
                  </a:lnTo>
                  <a:lnTo>
                    <a:pt x="53" y="53"/>
                  </a:lnTo>
                  <a:lnTo>
                    <a:pt x="53" y="55"/>
                  </a:lnTo>
                  <a:lnTo>
                    <a:pt x="53" y="57"/>
                  </a:lnTo>
                  <a:lnTo>
                    <a:pt x="57" y="59"/>
                  </a:lnTo>
                  <a:lnTo>
                    <a:pt x="57" y="59"/>
                  </a:lnTo>
                  <a:lnTo>
                    <a:pt x="57" y="66"/>
                  </a:lnTo>
                  <a:lnTo>
                    <a:pt x="57" y="75"/>
                  </a:lnTo>
                  <a:lnTo>
                    <a:pt x="57" y="75"/>
                  </a:lnTo>
                  <a:lnTo>
                    <a:pt x="68" y="82"/>
                  </a:lnTo>
                  <a:lnTo>
                    <a:pt x="75" y="84"/>
                  </a:lnTo>
                  <a:lnTo>
                    <a:pt x="80" y="82"/>
                  </a:lnTo>
                  <a:lnTo>
                    <a:pt x="80" y="82"/>
                  </a:lnTo>
                  <a:lnTo>
                    <a:pt x="84" y="79"/>
                  </a:lnTo>
                  <a:lnTo>
                    <a:pt x="88" y="75"/>
                  </a:lnTo>
                  <a:lnTo>
                    <a:pt x="88" y="75"/>
                  </a:lnTo>
                  <a:lnTo>
                    <a:pt x="91" y="75"/>
                  </a:lnTo>
                  <a:lnTo>
                    <a:pt x="91" y="77"/>
                  </a:lnTo>
                  <a:lnTo>
                    <a:pt x="93" y="79"/>
                  </a:lnTo>
                  <a:lnTo>
                    <a:pt x="95" y="79"/>
                  </a:lnTo>
                  <a:lnTo>
                    <a:pt x="95" y="79"/>
                  </a:lnTo>
                  <a:lnTo>
                    <a:pt x="95" y="82"/>
                  </a:lnTo>
                  <a:lnTo>
                    <a:pt x="95" y="88"/>
                  </a:lnTo>
                  <a:lnTo>
                    <a:pt x="95" y="88"/>
                  </a:lnTo>
                  <a:lnTo>
                    <a:pt x="91" y="95"/>
                  </a:lnTo>
                  <a:lnTo>
                    <a:pt x="86" y="102"/>
                  </a:lnTo>
                  <a:lnTo>
                    <a:pt x="86" y="102"/>
                  </a:lnTo>
                  <a:lnTo>
                    <a:pt x="88" y="106"/>
                  </a:lnTo>
                  <a:lnTo>
                    <a:pt x="88" y="108"/>
                  </a:lnTo>
                  <a:lnTo>
                    <a:pt x="88" y="112"/>
                  </a:lnTo>
                  <a:lnTo>
                    <a:pt x="84" y="108"/>
                  </a:lnTo>
                  <a:lnTo>
                    <a:pt x="84" y="108"/>
                  </a:lnTo>
                  <a:lnTo>
                    <a:pt x="75" y="110"/>
                  </a:lnTo>
                  <a:lnTo>
                    <a:pt x="73" y="112"/>
                  </a:lnTo>
                  <a:lnTo>
                    <a:pt x="71" y="115"/>
                  </a:lnTo>
                  <a:lnTo>
                    <a:pt x="71" y="115"/>
                  </a:lnTo>
                  <a:lnTo>
                    <a:pt x="71" y="115"/>
                  </a:lnTo>
                  <a:lnTo>
                    <a:pt x="73" y="117"/>
                  </a:lnTo>
                  <a:lnTo>
                    <a:pt x="73" y="119"/>
                  </a:lnTo>
                  <a:lnTo>
                    <a:pt x="73" y="122"/>
                  </a:lnTo>
                  <a:lnTo>
                    <a:pt x="73" y="122"/>
                  </a:lnTo>
                  <a:lnTo>
                    <a:pt x="73" y="126"/>
                  </a:lnTo>
                  <a:lnTo>
                    <a:pt x="69" y="130"/>
                  </a:lnTo>
                  <a:lnTo>
                    <a:pt x="64" y="133"/>
                  </a:lnTo>
                  <a:lnTo>
                    <a:pt x="64" y="133"/>
                  </a:lnTo>
                  <a:lnTo>
                    <a:pt x="58" y="146"/>
                  </a:lnTo>
                  <a:lnTo>
                    <a:pt x="57" y="153"/>
                  </a:lnTo>
                  <a:lnTo>
                    <a:pt x="55" y="155"/>
                  </a:lnTo>
                  <a:lnTo>
                    <a:pt x="51" y="157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37" y="144"/>
                  </a:lnTo>
                  <a:lnTo>
                    <a:pt x="42" y="139"/>
                  </a:lnTo>
                  <a:lnTo>
                    <a:pt x="42" y="139"/>
                  </a:lnTo>
                  <a:lnTo>
                    <a:pt x="42" y="133"/>
                  </a:lnTo>
                  <a:lnTo>
                    <a:pt x="40" y="128"/>
                  </a:lnTo>
                  <a:lnTo>
                    <a:pt x="38" y="124"/>
                  </a:lnTo>
                  <a:lnTo>
                    <a:pt x="35" y="121"/>
                  </a:lnTo>
                  <a:lnTo>
                    <a:pt x="26" y="115"/>
                  </a:lnTo>
                  <a:lnTo>
                    <a:pt x="18" y="110"/>
                  </a:lnTo>
                  <a:lnTo>
                    <a:pt x="29" y="102"/>
                  </a:lnTo>
                  <a:lnTo>
                    <a:pt x="29" y="102"/>
                  </a:lnTo>
                  <a:lnTo>
                    <a:pt x="33" y="95"/>
                  </a:lnTo>
                  <a:lnTo>
                    <a:pt x="35" y="84"/>
                  </a:lnTo>
                  <a:lnTo>
                    <a:pt x="35" y="73"/>
                  </a:lnTo>
                  <a:lnTo>
                    <a:pt x="35" y="70"/>
                  </a:lnTo>
                  <a:lnTo>
                    <a:pt x="33" y="68"/>
                  </a:lnTo>
                  <a:lnTo>
                    <a:pt x="33" y="68"/>
                  </a:lnTo>
                  <a:lnTo>
                    <a:pt x="33" y="66"/>
                  </a:lnTo>
                  <a:lnTo>
                    <a:pt x="35" y="62"/>
                  </a:lnTo>
                  <a:lnTo>
                    <a:pt x="35" y="61"/>
                  </a:lnTo>
                  <a:lnTo>
                    <a:pt x="35" y="61"/>
                  </a:lnTo>
                  <a:lnTo>
                    <a:pt x="31" y="59"/>
                  </a:lnTo>
                  <a:lnTo>
                    <a:pt x="27" y="55"/>
                  </a:lnTo>
                  <a:lnTo>
                    <a:pt x="27" y="55"/>
                  </a:lnTo>
                  <a:lnTo>
                    <a:pt x="27" y="53"/>
                  </a:lnTo>
                  <a:lnTo>
                    <a:pt x="29" y="50"/>
                  </a:lnTo>
                  <a:lnTo>
                    <a:pt x="31" y="48"/>
                  </a:lnTo>
                  <a:lnTo>
                    <a:pt x="29" y="44"/>
                  </a:lnTo>
                  <a:lnTo>
                    <a:pt x="26" y="44"/>
                  </a:lnTo>
                  <a:lnTo>
                    <a:pt x="26" y="40"/>
                  </a:lnTo>
                  <a:lnTo>
                    <a:pt x="26" y="40"/>
                  </a:lnTo>
                  <a:lnTo>
                    <a:pt x="24" y="39"/>
                  </a:lnTo>
                  <a:lnTo>
                    <a:pt x="20" y="35"/>
                  </a:lnTo>
                  <a:lnTo>
                    <a:pt x="15" y="30"/>
                  </a:lnTo>
                  <a:lnTo>
                    <a:pt x="15" y="30"/>
                  </a:lnTo>
                  <a:lnTo>
                    <a:pt x="9" y="15"/>
                  </a:lnTo>
                  <a:lnTo>
                    <a:pt x="6" y="10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2" y="2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7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32" name="Freeform 215">
              <a:extLst>
                <a:ext uri="{FF2B5EF4-FFF2-40B4-BE49-F238E27FC236}">
                  <a16:creationId xmlns:a16="http://schemas.microsoft.com/office/drawing/2014/main" id="{36D7436C-7CC0-432F-A210-0AF32839E81B}"/>
                </a:ext>
              </a:extLst>
            </p:cNvPr>
            <p:cNvSpPr>
              <a:spLocks/>
            </p:cNvSpPr>
            <p:nvPr/>
          </p:nvSpPr>
          <p:spPr bwMode="auto">
            <a:xfrm>
              <a:off x="9460471" y="5302035"/>
              <a:ext cx="182410" cy="209104"/>
            </a:xfrm>
            <a:custGeom>
              <a:avLst/>
              <a:gdLst>
                <a:gd name="T0" fmla="*/ 94 w 123"/>
                <a:gd name="T1" fmla="*/ 0 h 141"/>
                <a:gd name="T2" fmla="*/ 102 w 123"/>
                <a:gd name="T3" fmla="*/ 0 h 141"/>
                <a:gd name="T4" fmla="*/ 103 w 123"/>
                <a:gd name="T5" fmla="*/ 19 h 141"/>
                <a:gd name="T6" fmla="*/ 107 w 123"/>
                <a:gd name="T7" fmla="*/ 19 h 141"/>
                <a:gd name="T8" fmla="*/ 111 w 123"/>
                <a:gd name="T9" fmla="*/ 19 h 141"/>
                <a:gd name="T10" fmla="*/ 111 w 123"/>
                <a:gd name="T11" fmla="*/ 15 h 141"/>
                <a:gd name="T12" fmla="*/ 114 w 123"/>
                <a:gd name="T13" fmla="*/ 11 h 141"/>
                <a:gd name="T14" fmla="*/ 122 w 123"/>
                <a:gd name="T15" fmla="*/ 19 h 141"/>
                <a:gd name="T16" fmla="*/ 120 w 123"/>
                <a:gd name="T17" fmla="*/ 15 h 141"/>
                <a:gd name="T18" fmla="*/ 123 w 123"/>
                <a:gd name="T19" fmla="*/ 13 h 141"/>
                <a:gd name="T20" fmla="*/ 123 w 123"/>
                <a:gd name="T21" fmla="*/ 26 h 141"/>
                <a:gd name="T22" fmla="*/ 123 w 123"/>
                <a:gd name="T23" fmla="*/ 35 h 141"/>
                <a:gd name="T24" fmla="*/ 96 w 123"/>
                <a:gd name="T25" fmla="*/ 68 h 141"/>
                <a:gd name="T26" fmla="*/ 98 w 123"/>
                <a:gd name="T27" fmla="*/ 71 h 141"/>
                <a:gd name="T28" fmla="*/ 98 w 123"/>
                <a:gd name="T29" fmla="*/ 79 h 141"/>
                <a:gd name="T30" fmla="*/ 76 w 123"/>
                <a:gd name="T31" fmla="*/ 86 h 141"/>
                <a:gd name="T32" fmla="*/ 72 w 123"/>
                <a:gd name="T33" fmla="*/ 90 h 141"/>
                <a:gd name="T34" fmla="*/ 72 w 123"/>
                <a:gd name="T35" fmla="*/ 95 h 141"/>
                <a:gd name="T36" fmla="*/ 72 w 123"/>
                <a:gd name="T37" fmla="*/ 101 h 141"/>
                <a:gd name="T38" fmla="*/ 60 w 123"/>
                <a:gd name="T39" fmla="*/ 122 h 141"/>
                <a:gd name="T40" fmla="*/ 49 w 123"/>
                <a:gd name="T41" fmla="*/ 139 h 141"/>
                <a:gd name="T42" fmla="*/ 45 w 123"/>
                <a:gd name="T43" fmla="*/ 141 h 141"/>
                <a:gd name="T44" fmla="*/ 31 w 123"/>
                <a:gd name="T45" fmla="*/ 141 h 141"/>
                <a:gd name="T46" fmla="*/ 18 w 123"/>
                <a:gd name="T47" fmla="*/ 132 h 141"/>
                <a:gd name="T48" fmla="*/ 14 w 123"/>
                <a:gd name="T49" fmla="*/ 130 h 141"/>
                <a:gd name="T50" fmla="*/ 5 w 123"/>
                <a:gd name="T51" fmla="*/ 133 h 141"/>
                <a:gd name="T52" fmla="*/ 1 w 123"/>
                <a:gd name="T53" fmla="*/ 132 h 141"/>
                <a:gd name="T54" fmla="*/ 0 w 123"/>
                <a:gd name="T55" fmla="*/ 124 h 141"/>
                <a:gd name="T56" fmla="*/ 1 w 123"/>
                <a:gd name="T57" fmla="*/ 121 h 141"/>
                <a:gd name="T58" fmla="*/ 3 w 123"/>
                <a:gd name="T59" fmla="*/ 113 h 141"/>
                <a:gd name="T60" fmla="*/ 9 w 123"/>
                <a:gd name="T61" fmla="*/ 106 h 141"/>
                <a:gd name="T62" fmla="*/ 10 w 123"/>
                <a:gd name="T63" fmla="*/ 99 h 141"/>
                <a:gd name="T64" fmla="*/ 16 w 123"/>
                <a:gd name="T65" fmla="*/ 93 h 141"/>
                <a:gd name="T66" fmla="*/ 20 w 123"/>
                <a:gd name="T67" fmla="*/ 93 h 141"/>
                <a:gd name="T68" fmla="*/ 23 w 123"/>
                <a:gd name="T69" fmla="*/ 90 h 141"/>
                <a:gd name="T70" fmla="*/ 29 w 123"/>
                <a:gd name="T71" fmla="*/ 90 h 141"/>
                <a:gd name="T72" fmla="*/ 29 w 123"/>
                <a:gd name="T73" fmla="*/ 84 h 141"/>
                <a:gd name="T74" fmla="*/ 31 w 123"/>
                <a:gd name="T75" fmla="*/ 82 h 141"/>
                <a:gd name="T76" fmla="*/ 41 w 123"/>
                <a:gd name="T77" fmla="*/ 79 h 141"/>
                <a:gd name="T78" fmla="*/ 52 w 123"/>
                <a:gd name="T79" fmla="*/ 75 h 141"/>
                <a:gd name="T80" fmla="*/ 60 w 123"/>
                <a:gd name="T81" fmla="*/ 68 h 141"/>
                <a:gd name="T82" fmla="*/ 74 w 123"/>
                <a:gd name="T83" fmla="*/ 40 h 141"/>
                <a:gd name="T84" fmla="*/ 76 w 123"/>
                <a:gd name="T85" fmla="*/ 39 h 141"/>
                <a:gd name="T86" fmla="*/ 80 w 123"/>
                <a:gd name="T87" fmla="*/ 39 h 141"/>
                <a:gd name="T88" fmla="*/ 80 w 123"/>
                <a:gd name="T89" fmla="*/ 30 h 141"/>
                <a:gd name="T90" fmla="*/ 83 w 123"/>
                <a:gd name="T91" fmla="*/ 28 h 141"/>
                <a:gd name="T92" fmla="*/ 87 w 123"/>
                <a:gd name="T93" fmla="*/ 26 h 141"/>
                <a:gd name="T94" fmla="*/ 87 w 123"/>
                <a:gd name="T95" fmla="*/ 17 h 141"/>
                <a:gd name="T96" fmla="*/ 87 w 123"/>
                <a:gd name="T97" fmla="*/ 8 h 141"/>
                <a:gd name="T98" fmla="*/ 91 w 123"/>
                <a:gd name="T99" fmla="*/ 6 h 141"/>
                <a:gd name="T100" fmla="*/ 94 w 123"/>
                <a:gd name="T101" fmla="*/ 0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23" h="141">
                  <a:moveTo>
                    <a:pt x="94" y="0"/>
                  </a:moveTo>
                  <a:lnTo>
                    <a:pt x="94" y="0"/>
                  </a:lnTo>
                  <a:lnTo>
                    <a:pt x="102" y="0"/>
                  </a:lnTo>
                  <a:lnTo>
                    <a:pt x="102" y="0"/>
                  </a:lnTo>
                  <a:lnTo>
                    <a:pt x="102" y="8"/>
                  </a:lnTo>
                  <a:lnTo>
                    <a:pt x="103" y="19"/>
                  </a:lnTo>
                  <a:lnTo>
                    <a:pt x="103" y="19"/>
                  </a:lnTo>
                  <a:lnTo>
                    <a:pt x="107" y="19"/>
                  </a:lnTo>
                  <a:lnTo>
                    <a:pt x="111" y="19"/>
                  </a:lnTo>
                  <a:lnTo>
                    <a:pt x="111" y="19"/>
                  </a:lnTo>
                  <a:lnTo>
                    <a:pt x="111" y="17"/>
                  </a:lnTo>
                  <a:lnTo>
                    <a:pt x="111" y="15"/>
                  </a:lnTo>
                  <a:lnTo>
                    <a:pt x="114" y="11"/>
                  </a:lnTo>
                  <a:lnTo>
                    <a:pt x="114" y="11"/>
                  </a:lnTo>
                  <a:lnTo>
                    <a:pt x="116" y="15"/>
                  </a:lnTo>
                  <a:lnTo>
                    <a:pt x="122" y="19"/>
                  </a:lnTo>
                  <a:lnTo>
                    <a:pt x="122" y="19"/>
                  </a:lnTo>
                  <a:lnTo>
                    <a:pt x="120" y="15"/>
                  </a:lnTo>
                  <a:lnTo>
                    <a:pt x="122" y="13"/>
                  </a:lnTo>
                  <a:lnTo>
                    <a:pt x="123" y="13"/>
                  </a:lnTo>
                  <a:lnTo>
                    <a:pt x="123" y="13"/>
                  </a:lnTo>
                  <a:lnTo>
                    <a:pt x="123" y="26"/>
                  </a:lnTo>
                  <a:lnTo>
                    <a:pt x="123" y="35"/>
                  </a:lnTo>
                  <a:lnTo>
                    <a:pt x="123" y="35"/>
                  </a:lnTo>
                  <a:lnTo>
                    <a:pt x="109" y="53"/>
                  </a:lnTo>
                  <a:lnTo>
                    <a:pt x="96" y="68"/>
                  </a:lnTo>
                  <a:lnTo>
                    <a:pt x="96" y="68"/>
                  </a:lnTo>
                  <a:lnTo>
                    <a:pt x="98" y="71"/>
                  </a:lnTo>
                  <a:lnTo>
                    <a:pt x="98" y="79"/>
                  </a:lnTo>
                  <a:lnTo>
                    <a:pt x="98" y="79"/>
                  </a:lnTo>
                  <a:lnTo>
                    <a:pt x="83" y="84"/>
                  </a:lnTo>
                  <a:lnTo>
                    <a:pt x="76" y="86"/>
                  </a:lnTo>
                  <a:lnTo>
                    <a:pt x="72" y="90"/>
                  </a:lnTo>
                  <a:lnTo>
                    <a:pt x="72" y="90"/>
                  </a:lnTo>
                  <a:lnTo>
                    <a:pt x="71" y="91"/>
                  </a:lnTo>
                  <a:lnTo>
                    <a:pt x="72" y="95"/>
                  </a:lnTo>
                  <a:lnTo>
                    <a:pt x="72" y="101"/>
                  </a:lnTo>
                  <a:lnTo>
                    <a:pt x="72" y="101"/>
                  </a:lnTo>
                  <a:lnTo>
                    <a:pt x="67" y="112"/>
                  </a:lnTo>
                  <a:lnTo>
                    <a:pt x="60" y="122"/>
                  </a:lnTo>
                  <a:lnTo>
                    <a:pt x="52" y="135"/>
                  </a:lnTo>
                  <a:lnTo>
                    <a:pt x="49" y="139"/>
                  </a:lnTo>
                  <a:lnTo>
                    <a:pt x="45" y="141"/>
                  </a:lnTo>
                  <a:lnTo>
                    <a:pt x="45" y="141"/>
                  </a:lnTo>
                  <a:lnTo>
                    <a:pt x="38" y="141"/>
                  </a:lnTo>
                  <a:lnTo>
                    <a:pt x="31" y="141"/>
                  </a:lnTo>
                  <a:lnTo>
                    <a:pt x="21" y="139"/>
                  </a:lnTo>
                  <a:lnTo>
                    <a:pt x="18" y="132"/>
                  </a:lnTo>
                  <a:lnTo>
                    <a:pt x="18" y="132"/>
                  </a:lnTo>
                  <a:lnTo>
                    <a:pt x="14" y="130"/>
                  </a:lnTo>
                  <a:lnTo>
                    <a:pt x="10" y="132"/>
                  </a:lnTo>
                  <a:lnTo>
                    <a:pt x="5" y="133"/>
                  </a:lnTo>
                  <a:lnTo>
                    <a:pt x="1" y="132"/>
                  </a:lnTo>
                  <a:lnTo>
                    <a:pt x="1" y="132"/>
                  </a:lnTo>
                  <a:lnTo>
                    <a:pt x="0" y="128"/>
                  </a:lnTo>
                  <a:lnTo>
                    <a:pt x="0" y="124"/>
                  </a:lnTo>
                  <a:lnTo>
                    <a:pt x="0" y="121"/>
                  </a:lnTo>
                  <a:lnTo>
                    <a:pt x="1" y="121"/>
                  </a:lnTo>
                  <a:lnTo>
                    <a:pt x="1" y="121"/>
                  </a:lnTo>
                  <a:lnTo>
                    <a:pt x="3" y="113"/>
                  </a:lnTo>
                  <a:lnTo>
                    <a:pt x="3" y="106"/>
                  </a:lnTo>
                  <a:lnTo>
                    <a:pt x="9" y="106"/>
                  </a:lnTo>
                  <a:lnTo>
                    <a:pt x="9" y="106"/>
                  </a:lnTo>
                  <a:lnTo>
                    <a:pt x="10" y="99"/>
                  </a:lnTo>
                  <a:lnTo>
                    <a:pt x="12" y="97"/>
                  </a:lnTo>
                  <a:lnTo>
                    <a:pt x="16" y="93"/>
                  </a:lnTo>
                  <a:lnTo>
                    <a:pt x="16" y="93"/>
                  </a:lnTo>
                  <a:lnTo>
                    <a:pt x="20" y="93"/>
                  </a:lnTo>
                  <a:lnTo>
                    <a:pt x="23" y="93"/>
                  </a:lnTo>
                  <a:lnTo>
                    <a:pt x="23" y="90"/>
                  </a:lnTo>
                  <a:lnTo>
                    <a:pt x="29" y="90"/>
                  </a:lnTo>
                  <a:lnTo>
                    <a:pt x="29" y="90"/>
                  </a:lnTo>
                  <a:lnTo>
                    <a:pt x="29" y="84"/>
                  </a:lnTo>
                  <a:lnTo>
                    <a:pt x="29" y="84"/>
                  </a:lnTo>
                  <a:lnTo>
                    <a:pt x="31" y="82"/>
                  </a:lnTo>
                  <a:lnTo>
                    <a:pt x="31" y="82"/>
                  </a:lnTo>
                  <a:lnTo>
                    <a:pt x="36" y="79"/>
                  </a:lnTo>
                  <a:lnTo>
                    <a:pt x="41" y="79"/>
                  </a:lnTo>
                  <a:lnTo>
                    <a:pt x="47" y="77"/>
                  </a:lnTo>
                  <a:lnTo>
                    <a:pt x="52" y="75"/>
                  </a:lnTo>
                  <a:lnTo>
                    <a:pt x="52" y="75"/>
                  </a:lnTo>
                  <a:lnTo>
                    <a:pt x="60" y="68"/>
                  </a:lnTo>
                  <a:lnTo>
                    <a:pt x="65" y="61"/>
                  </a:lnTo>
                  <a:lnTo>
                    <a:pt x="74" y="40"/>
                  </a:lnTo>
                  <a:lnTo>
                    <a:pt x="74" y="40"/>
                  </a:lnTo>
                  <a:lnTo>
                    <a:pt x="76" y="39"/>
                  </a:lnTo>
                  <a:lnTo>
                    <a:pt x="80" y="39"/>
                  </a:lnTo>
                  <a:lnTo>
                    <a:pt x="80" y="39"/>
                  </a:lnTo>
                  <a:lnTo>
                    <a:pt x="80" y="33"/>
                  </a:lnTo>
                  <a:lnTo>
                    <a:pt x="80" y="30"/>
                  </a:lnTo>
                  <a:lnTo>
                    <a:pt x="80" y="30"/>
                  </a:lnTo>
                  <a:lnTo>
                    <a:pt x="83" y="28"/>
                  </a:lnTo>
                  <a:lnTo>
                    <a:pt x="87" y="26"/>
                  </a:lnTo>
                  <a:lnTo>
                    <a:pt x="87" y="26"/>
                  </a:lnTo>
                  <a:lnTo>
                    <a:pt x="87" y="20"/>
                  </a:lnTo>
                  <a:lnTo>
                    <a:pt x="87" y="17"/>
                  </a:lnTo>
                  <a:lnTo>
                    <a:pt x="85" y="13"/>
                  </a:lnTo>
                  <a:lnTo>
                    <a:pt x="87" y="8"/>
                  </a:lnTo>
                  <a:lnTo>
                    <a:pt x="87" y="8"/>
                  </a:lnTo>
                  <a:lnTo>
                    <a:pt x="91" y="6"/>
                  </a:lnTo>
                  <a:lnTo>
                    <a:pt x="94" y="0"/>
                  </a:lnTo>
                  <a:lnTo>
                    <a:pt x="94" y="0"/>
                  </a:lnTo>
                  <a:close/>
                </a:path>
              </a:pathLst>
            </a:custGeom>
            <a:grpFill/>
            <a:ln w="7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33" name="Freeform 216">
              <a:extLst>
                <a:ext uri="{FF2B5EF4-FFF2-40B4-BE49-F238E27FC236}">
                  <a16:creationId xmlns:a16="http://schemas.microsoft.com/office/drawing/2014/main" id="{51428C6E-8B1C-4BA1-A872-8AF2E1149153}"/>
                </a:ext>
              </a:extLst>
            </p:cNvPr>
            <p:cNvSpPr>
              <a:spLocks/>
            </p:cNvSpPr>
            <p:nvPr/>
          </p:nvSpPr>
          <p:spPr bwMode="auto">
            <a:xfrm>
              <a:off x="9481233" y="5511140"/>
              <a:ext cx="22246" cy="20762"/>
            </a:xfrm>
            <a:custGeom>
              <a:avLst/>
              <a:gdLst>
                <a:gd name="T0" fmla="*/ 2 w 15"/>
                <a:gd name="T1" fmla="*/ 0 h 14"/>
                <a:gd name="T2" fmla="*/ 2 w 15"/>
                <a:gd name="T3" fmla="*/ 0 h 14"/>
                <a:gd name="T4" fmla="*/ 6 w 15"/>
                <a:gd name="T5" fmla="*/ 1 h 14"/>
                <a:gd name="T6" fmla="*/ 9 w 15"/>
                <a:gd name="T7" fmla="*/ 1 h 14"/>
                <a:gd name="T8" fmla="*/ 9 w 15"/>
                <a:gd name="T9" fmla="*/ 1 h 14"/>
                <a:gd name="T10" fmla="*/ 11 w 15"/>
                <a:gd name="T11" fmla="*/ 5 h 14"/>
                <a:gd name="T12" fmla="*/ 11 w 15"/>
                <a:gd name="T13" fmla="*/ 9 h 14"/>
                <a:gd name="T14" fmla="*/ 11 w 15"/>
                <a:gd name="T15" fmla="*/ 9 h 14"/>
                <a:gd name="T16" fmla="*/ 15 w 15"/>
                <a:gd name="T17" fmla="*/ 12 h 14"/>
                <a:gd name="T18" fmla="*/ 15 w 15"/>
                <a:gd name="T19" fmla="*/ 14 h 14"/>
                <a:gd name="T20" fmla="*/ 11 w 15"/>
                <a:gd name="T21" fmla="*/ 14 h 14"/>
                <a:gd name="T22" fmla="*/ 0 w 15"/>
                <a:gd name="T23" fmla="*/ 14 h 14"/>
                <a:gd name="T24" fmla="*/ 0 w 15"/>
                <a:gd name="T25" fmla="*/ 14 h 14"/>
                <a:gd name="T26" fmla="*/ 2 w 15"/>
                <a:gd name="T27" fmla="*/ 0 h 14"/>
                <a:gd name="T28" fmla="*/ 2 w 15"/>
                <a:gd name="T2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5" h="14">
                  <a:moveTo>
                    <a:pt x="2" y="0"/>
                  </a:moveTo>
                  <a:lnTo>
                    <a:pt x="2" y="0"/>
                  </a:lnTo>
                  <a:lnTo>
                    <a:pt x="6" y="1"/>
                  </a:lnTo>
                  <a:lnTo>
                    <a:pt x="9" y="1"/>
                  </a:lnTo>
                  <a:lnTo>
                    <a:pt x="9" y="1"/>
                  </a:lnTo>
                  <a:lnTo>
                    <a:pt x="11" y="5"/>
                  </a:lnTo>
                  <a:lnTo>
                    <a:pt x="11" y="9"/>
                  </a:lnTo>
                  <a:lnTo>
                    <a:pt x="11" y="9"/>
                  </a:lnTo>
                  <a:lnTo>
                    <a:pt x="15" y="12"/>
                  </a:lnTo>
                  <a:lnTo>
                    <a:pt x="15" y="14"/>
                  </a:lnTo>
                  <a:lnTo>
                    <a:pt x="11" y="14"/>
                  </a:lnTo>
                  <a:lnTo>
                    <a:pt x="0" y="14"/>
                  </a:lnTo>
                  <a:lnTo>
                    <a:pt x="0" y="14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7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34" name="Freeform 217">
              <a:extLst>
                <a:ext uri="{FF2B5EF4-FFF2-40B4-BE49-F238E27FC236}">
                  <a16:creationId xmlns:a16="http://schemas.microsoft.com/office/drawing/2014/main" id="{31996D8A-0F54-4513-B38B-4CBB01DCBC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473818" y="4683623"/>
              <a:ext cx="4449" cy="10381"/>
            </a:xfrm>
            <a:custGeom>
              <a:avLst/>
              <a:gdLst>
                <a:gd name="T0" fmla="*/ 0 w 3"/>
                <a:gd name="T1" fmla="*/ 0 h 7"/>
                <a:gd name="T2" fmla="*/ 0 w 3"/>
                <a:gd name="T3" fmla="*/ 0 h 7"/>
                <a:gd name="T4" fmla="*/ 0 w 3"/>
                <a:gd name="T5" fmla="*/ 7 h 7"/>
                <a:gd name="T6" fmla="*/ 0 w 3"/>
                <a:gd name="T7" fmla="*/ 7 h 7"/>
                <a:gd name="T8" fmla="*/ 3 w 3"/>
                <a:gd name="T9" fmla="*/ 7 h 7"/>
                <a:gd name="T10" fmla="*/ 3 w 3"/>
                <a:gd name="T11" fmla="*/ 6 h 7"/>
                <a:gd name="T12" fmla="*/ 0 w 3"/>
                <a:gd name="T13" fmla="*/ 0 h 7"/>
                <a:gd name="T14" fmla="*/ 0 w 3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" h="7">
                  <a:moveTo>
                    <a:pt x="0" y="0"/>
                  </a:moveTo>
                  <a:lnTo>
                    <a:pt x="0" y="0"/>
                  </a:lnTo>
                  <a:lnTo>
                    <a:pt x="0" y="7"/>
                  </a:lnTo>
                  <a:lnTo>
                    <a:pt x="0" y="7"/>
                  </a:lnTo>
                  <a:lnTo>
                    <a:pt x="3" y="7"/>
                  </a:lnTo>
                  <a:lnTo>
                    <a:pt x="3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35" name="Freeform 218">
              <a:extLst>
                <a:ext uri="{FF2B5EF4-FFF2-40B4-BE49-F238E27FC236}">
                  <a16:creationId xmlns:a16="http://schemas.microsoft.com/office/drawing/2014/main" id="{1D157FE5-1071-4BC7-97B9-B0FC9EFB9B97}"/>
                </a:ext>
              </a:extLst>
            </p:cNvPr>
            <p:cNvSpPr>
              <a:spLocks/>
            </p:cNvSpPr>
            <p:nvPr/>
          </p:nvSpPr>
          <p:spPr bwMode="auto">
            <a:xfrm>
              <a:off x="9408566" y="4662861"/>
              <a:ext cx="66736" cy="72668"/>
            </a:xfrm>
            <a:custGeom>
              <a:avLst/>
              <a:gdLst>
                <a:gd name="T0" fmla="*/ 0 w 45"/>
                <a:gd name="T1" fmla="*/ 0 h 49"/>
                <a:gd name="T2" fmla="*/ 0 w 45"/>
                <a:gd name="T3" fmla="*/ 0 h 49"/>
                <a:gd name="T4" fmla="*/ 4 w 45"/>
                <a:gd name="T5" fmla="*/ 12 h 49"/>
                <a:gd name="T6" fmla="*/ 5 w 45"/>
                <a:gd name="T7" fmla="*/ 18 h 49"/>
                <a:gd name="T8" fmla="*/ 9 w 45"/>
                <a:gd name="T9" fmla="*/ 23 h 49"/>
                <a:gd name="T10" fmla="*/ 9 w 45"/>
                <a:gd name="T11" fmla="*/ 23 h 49"/>
                <a:gd name="T12" fmla="*/ 13 w 45"/>
                <a:gd name="T13" fmla="*/ 27 h 49"/>
                <a:gd name="T14" fmla="*/ 16 w 45"/>
                <a:gd name="T15" fmla="*/ 29 h 49"/>
                <a:gd name="T16" fmla="*/ 22 w 45"/>
                <a:gd name="T17" fmla="*/ 32 h 49"/>
                <a:gd name="T18" fmla="*/ 24 w 45"/>
                <a:gd name="T19" fmla="*/ 36 h 49"/>
                <a:gd name="T20" fmla="*/ 24 w 45"/>
                <a:gd name="T21" fmla="*/ 42 h 49"/>
                <a:gd name="T22" fmla="*/ 24 w 45"/>
                <a:gd name="T23" fmla="*/ 42 h 49"/>
                <a:gd name="T24" fmla="*/ 29 w 45"/>
                <a:gd name="T25" fmla="*/ 43 h 49"/>
                <a:gd name="T26" fmla="*/ 35 w 45"/>
                <a:gd name="T27" fmla="*/ 45 h 49"/>
                <a:gd name="T28" fmla="*/ 45 w 45"/>
                <a:gd name="T29" fmla="*/ 49 h 49"/>
                <a:gd name="T30" fmla="*/ 45 w 45"/>
                <a:gd name="T31" fmla="*/ 49 h 49"/>
                <a:gd name="T32" fmla="*/ 45 w 45"/>
                <a:gd name="T33" fmla="*/ 42 h 49"/>
                <a:gd name="T34" fmla="*/ 45 w 45"/>
                <a:gd name="T35" fmla="*/ 42 h 49"/>
                <a:gd name="T36" fmla="*/ 38 w 45"/>
                <a:gd name="T37" fmla="*/ 36 h 49"/>
                <a:gd name="T38" fmla="*/ 38 w 45"/>
                <a:gd name="T39" fmla="*/ 36 h 49"/>
                <a:gd name="T40" fmla="*/ 27 w 45"/>
                <a:gd name="T41" fmla="*/ 29 h 49"/>
                <a:gd name="T42" fmla="*/ 22 w 45"/>
                <a:gd name="T43" fmla="*/ 23 h 49"/>
                <a:gd name="T44" fmla="*/ 16 w 45"/>
                <a:gd name="T45" fmla="*/ 20 h 49"/>
                <a:gd name="T46" fmla="*/ 16 w 45"/>
                <a:gd name="T47" fmla="*/ 20 h 49"/>
                <a:gd name="T48" fmla="*/ 9 w 45"/>
                <a:gd name="T49" fmla="*/ 1 h 49"/>
                <a:gd name="T50" fmla="*/ 9 w 45"/>
                <a:gd name="T51" fmla="*/ 1 h 49"/>
                <a:gd name="T52" fmla="*/ 4 w 45"/>
                <a:gd name="T53" fmla="*/ 0 h 49"/>
                <a:gd name="T54" fmla="*/ 0 w 45"/>
                <a:gd name="T55" fmla="*/ 0 h 49"/>
                <a:gd name="T56" fmla="*/ 0 w 45"/>
                <a:gd name="T57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45" h="49">
                  <a:moveTo>
                    <a:pt x="0" y="0"/>
                  </a:moveTo>
                  <a:lnTo>
                    <a:pt x="0" y="0"/>
                  </a:lnTo>
                  <a:lnTo>
                    <a:pt x="4" y="12"/>
                  </a:lnTo>
                  <a:lnTo>
                    <a:pt x="5" y="18"/>
                  </a:lnTo>
                  <a:lnTo>
                    <a:pt x="9" y="23"/>
                  </a:lnTo>
                  <a:lnTo>
                    <a:pt x="9" y="23"/>
                  </a:lnTo>
                  <a:lnTo>
                    <a:pt x="13" y="27"/>
                  </a:lnTo>
                  <a:lnTo>
                    <a:pt x="16" y="29"/>
                  </a:lnTo>
                  <a:lnTo>
                    <a:pt x="22" y="32"/>
                  </a:lnTo>
                  <a:lnTo>
                    <a:pt x="24" y="36"/>
                  </a:lnTo>
                  <a:lnTo>
                    <a:pt x="24" y="42"/>
                  </a:lnTo>
                  <a:lnTo>
                    <a:pt x="24" y="42"/>
                  </a:lnTo>
                  <a:lnTo>
                    <a:pt x="29" y="43"/>
                  </a:lnTo>
                  <a:lnTo>
                    <a:pt x="35" y="45"/>
                  </a:lnTo>
                  <a:lnTo>
                    <a:pt x="45" y="49"/>
                  </a:lnTo>
                  <a:lnTo>
                    <a:pt x="45" y="49"/>
                  </a:lnTo>
                  <a:lnTo>
                    <a:pt x="45" y="42"/>
                  </a:lnTo>
                  <a:lnTo>
                    <a:pt x="45" y="42"/>
                  </a:lnTo>
                  <a:lnTo>
                    <a:pt x="38" y="36"/>
                  </a:lnTo>
                  <a:lnTo>
                    <a:pt x="38" y="36"/>
                  </a:lnTo>
                  <a:lnTo>
                    <a:pt x="27" y="29"/>
                  </a:lnTo>
                  <a:lnTo>
                    <a:pt x="22" y="23"/>
                  </a:lnTo>
                  <a:lnTo>
                    <a:pt x="16" y="20"/>
                  </a:lnTo>
                  <a:lnTo>
                    <a:pt x="16" y="20"/>
                  </a:lnTo>
                  <a:lnTo>
                    <a:pt x="9" y="1"/>
                  </a:lnTo>
                  <a:lnTo>
                    <a:pt x="9" y="1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36" name="Freeform 219">
              <a:extLst>
                <a:ext uri="{FF2B5EF4-FFF2-40B4-BE49-F238E27FC236}">
                  <a16:creationId xmlns:a16="http://schemas.microsoft.com/office/drawing/2014/main" id="{FEC9E25E-0F9D-4789-AB70-5E13282044F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491614" y="4535323"/>
              <a:ext cx="22246" cy="53388"/>
            </a:xfrm>
            <a:custGeom>
              <a:avLst/>
              <a:gdLst>
                <a:gd name="T0" fmla="*/ 8 w 15"/>
                <a:gd name="T1" fmla="*/ 24 h 36"/>
                <a:gd name="T2" fmla="*/ 8 w 15"/>
                <a:gd name="T3" fmla="*/ 24 h 36"/>
                <a:gd name="T4" fmla="*/ 8 w 15"/>
                <a:gd name="T5" fmla="*/ 26 h 36"/>
                <a:gd name="T6" fmla="*/ 10 w 15"/>
                <a:gd name="T7" fmla="*/ 29 h 36"/>
                <a:gd name="T8" fmla="*/ 10 w 15"/>
                <a:gd name="T9" fmla="*/ 36 h 36"/>
                <a:gd name="T10" fmla="*/ 10 w 15"/>
                <a:gd name="T11" fmla="*/ 36 h 36"/>
                <a:gd name="T12" fmla="*/ 13 w 15"/>
                <a:gd name="T13" fmla="*/ 35 h 36"/>
                <a:gd name="T14" fmla="*/ 15 w 15"/>
                <a:gd name="T15" fmla="*/ 35 h 36"/>
                <a:gd name="T16" fmla="*/ 15 w 15"/>
                <a:gd name="T17" fmla="*/ 31 h 36"/>
                <a:gd name="T18" fmla="*/ 15 w 15"/>
                <a:gd name="T19" fmla="*/ 31 h 36"/>
                <a:gd name="T20" fmla="*/ 8 w 15"/>
                <a:gd name="T21" fmla="*/ 24 h 36"/>
                <a:gd name="T22" fmla="*/ 8 w 15"/>
                <a:gd name="T23" fmla="*/ 24 h 36"/>
                <a:gd name="T24" fmla="*/ 0 w 15"/>
                <a:gd name="T25" fmla="*/ 0 h 36"/>
                <a:gd name="T26" fmla="*/ 0 w 15"/>
                <a:gd name="T27" fmla="*/ 0 h 36"/>
                <a:gd name="T28" fmla="*/ 0 w 15"/>
                <a:gd name="T29" fmla="*/ 7 h 36"/>
                <a:gd name="T30" fmla="*/ 0 w 15"/>
                <a:gd name="T31" fmla="*/ 16 h 36"/>
                <a:gd name="T32" fmla="*/ 0 w 15"/>
                <a:gd name="T33" fmla="*/ 16 h 36"/>
                <a:gd name="T34" fmla="*/ 4 w 15"/>
                <a:gd name="T35" fmla="*/ 16 h 36"/>
                <a:gd name="T36" fmla="*/ 10 w 15"/>
                <a:gd name="T37" fmla="*/ 16 h 36"/>
                <a:gd name="T38" fmla="*/ 10 w 15"/>
                <a:gd name="T39" fmla="*/ 16 h 36"/>
                <a:gd name="T40" fmla="*/ 10 w 15"/>
                <a:gd name="T41" fmla="*/ 7 h 36"/>
                <a:gd name="T42" fmla="*/ 8 w 15"/>
                <a:gd name="T43" fmla="*/ 7 h 36"/>
                <a:gd name="T44" fmla="*/ 8 w 15"/>
                <a:gd name="T45" fmla="*/ 7 h 36"/>
                <a:gd name="T46" fmla="*/ 4 w 15"/>
                <a:gd name="T47" fmla="*/ 2 h 36"/>
                <a:gd name="T48" fmla="*/ 0 w 15"/>
                <a:gd name="T49" fmla="*/ 0 h 36"/>
                <a:gd name="T50" fmla="*/ 0 w 15"/>
                <a:gd name="T51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5" h="36">
                  <a:moveTo>
                    <a:pt x="8" y="24"/>
                  </a:moveTo>
                  <a:lnTo>
                    <a:pt x="8" y="24"/>
                  </a:lnTo>
                  <a:lnTo>
                    <a:pt x="8" y="26"/>
                  </a:lnTo>
                  <a:lnTo>
                    <a:pt x="10" y="29"/>
                  </a:lnTo>
                  <a:lnTo>
                    <a:pt x="10" y="36"/>
                  </a:lnTo>
                  <a:lnTo>
                    <a:pt x="10" y="36"/>
                  </a:lnTo>
                  <a:lnTo>
                    <a:pt x="13" y="35"/>
                  </a:lnTo>
                  <a:lnTo>
                    <a:pt x="15" y="35"/>
                  </a:lnTo>
                  <a:lnTo>
                    <a:pt x="15" y="31"/>
                  </a:lnTo>
                  <a:lnTo>
                    <a:pt x="15" y="31"/>
                  </a:lnTo>
                  <a:lnTo>
                    <a:pt x="8" y="24"/>
                  </a:lnTo>
                  <a:lnTo>
                    <a:pt x="8" y="24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7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4" y="16"/>
                  </a:lnTo>
                  <a:lnTo>
                    <a:pt x="10" y="16"/>
                  </a:lnTo>
                  <a:lnTo>
                    <a:pt x="10" y="16"/>
                  </a:lnTo>
                  <a:lnTo>
                    <a:pt x="10" y="7"/>
                  </a:lnTo>
                  <a:lnTo>
                    <a:pt x="8" y="7"/>
                  </a:lnTo>
                  <a:lnTo>
                    <a:pt x="8" y="7"/>
                  </a:lnTo>
                  <a:lnTo>
                    <a:pt x="4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37" name="Freeform 220">
              <a:extLst>
                <a:ext uri="{FF2B5EF4-FFF2-40B4-BE49-F238E27FC236}">
                  <a16:creationId xmlns:a16="http://schemas.microsoft.com/office/drawing/2014/main" id="{316749A5-805C-4FCE-9532-70C864417568}"/>
                </a:ext>
              </a:extLst>
            </p:cNvPr>
            <p:cNvSpPr>
              <a:spLocks/>
            </p:cNvSpPr>
            <p:nvPr/>
          </p:nvSpPr>
          <p:spPr bwMode="auto">
            <a:xfrm>
              <a:off x="9481233" y="5511140"/>
              <a:ext cx="22246" cy="20762"/>
            </a:xfrm>
            <a:custGeom>
              <a:avLst/>
              <a:gdLst>
                <a:gd name="T0" fmla="*/ 11 w 15"/>
                <a:gd name="T1" fmla="*/ 9 h 14"/>
                <a:gd name="T2" fmla="*/ 11 w 15"/>
                <a:gd name="T3" fmla="*/ 9 h 14"/>
                <a:gd name="T4" fmla="*/ 11 w 15"/>
                <a:gd name="T5" fmla="*/ 5 h 14"/>
                <a:gd name="T6" fmla="*/ 9 w 15"/>
                <a:gd name="T7" fmla="*/ 1 h 14"/>
                <a:gd name="T8" fmla="*/ 9 w 15"/>
                <a:gd name="T9" fmla="*/ 1 h 14"/>
                <a:gd name="T10" fmla="*/ 6 w 15"/>
                <a:gd name="T11" fmla="*/ 1 h 14"/>
                <a:gd name="T12" fmla="*/ 2 w 15"/>
                <a:gd name="T13" fmla="*/ 0 h 14"/>
                <a:gd name="T14" fmla="*/ 2 w 15"/>
                <a:gd name="T15" fmla="*/ 0 h 14"/>
                <a:gd name="T16" fmla="*/ 0 w 15"/>
                <a:gd name="T17" fmla="*/ 14 h 14"/>
                <a:gd name="T18" fmla="*/ 0 w 15"/>
                <a:gd name="T19" fmla="*/ 14 h 14"/>
                <a:gd name="T20" fmla="*/ 11 w 15"/>
                <a:gd name="T21" fmla="*/ 14 h 14"/>
                <a:gd name="T22" fmla="*/ 15 w 15"/>
                <a:gd name="T23" fmla="*/ 14 h 14"/>
                <a:gd name="T24" fmla="*/ 15 w 15"/>
                <a:gd name="T25" fmla="*/ 12 h 14"/>
                <a:gd name="T26" fmla="*/ 11 w 15"/>
                <a:gd name="T27" fmla="*/ 9 h 14"/>
                <a:gd name="T28" fmla="*/ 11 w 15"/>
                <a:gd name="T29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5" h="14">
                  <a:moveTo>
                    <a:pt x="11" y="9"/>
                  </a:moveTo>
                  <a:lnTo>
                    <a:pt x="11" y="9"/>
                  </a:lnTo>
                  <a:lnTo>
                    <a:pt x="11" y="5"/>
                  </a:lnTo>
                  <a:lnTo>
                    <a:pt x="9" y="1"/>
                  </a:lnTo>
                  <a:lnTo>
                    <a:pt x="9" y="1"/>
                  </a:lnTo>
                  <a:lnTo>
                    <a:pt x="6" y="1"/>
                  </a:lnTo>
                  <a:lnTo>
                    <a:pt x="2" y="0"/>
                  </a:lnTo>
                  <a:lnTo>
                    <a:pt x="2" y="0"/>
                  </a:lnTo>
                  <a:lnTo>
                    <a:pt x="0" y="14"/>
                  </a:lnTo>
                  <a:lnTo>
                    <a:pt x="0" y="14"/>
                  </a:lnTo>
                  <a:lnTo>
                    <a:pt x="11" y="14"/>
                  </a:lnTo>
                  <a:lnTo>
                    <a:pt x="15" y="14"/>
                  </a:lnTo>
                  <a:lnTo>
                    <a:pt x="15" y="12"/>
                  </a:lnTo>
                  <a:lnTo>
                    <a:pt x="11" y="9"/>
                  </a:lnTo>
                  <a:lnTo>
                    <a:pt x="11" y="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38" name="Freeform 221">
              <a:extLst>
                <a:ext uri="{FF2B5EF4-FFF2-40B4-BE49-F238E27FC236}">
                  <a16:creationId xmlns:a16="http://schemas.microsoft.com/office/drawing/2014/main" id="{F8CFDB92-283C-45D3-87E4-058BDD64FD3E}"/>
                </a:ext>
              </a:extLst>
            </p:cNvPr>
            <p:cNvSpPr>
              <a:spLocks/>
            </p:cNvSpPr>
            <p:nvPr/>
          </p:nvSpPr>
          <p:spPr bwMode="auto">
            <a:xfrm>
              <a:off x="9602839" y="5104796"/>
              <a:ext cx="140886" cy="232832"/>
            </a:xfrm>
            <a:custGeom>
              <a:avLst/>
              <a:gdLst>
                <a:gd name="T0" fmla="*/ 95 w 95"/>
                <a:gd name="T1" fmla="*/ 79 h 157"/>
                <a:gd name="T2" fmla="*/ 91 w 95"/>
                <a:gd name="T3" fmla="*/ 77 h 157"/>
                <a:gd name="T4" fmla="*/ 88 w 95"/>
                <a:gd name="T5" fmla="*/ 75 h 157"/>
                <a:gd name="T6" fmla="*/ 84 w 95"/>
                <a:gd name="T7" fmla="*/ 79 h 157"/>
                <a:gd name="T8" fmla="*/ 80 w 95"/>
                <a:gd name="T9" fmla="*/ 82 h 157"/>
                <a:gd name="T10" fmla="*/ 68 w 95"/>
                <a:gd name="T11" fmla="*/ 82 h 157"/>
                <a:gd name="T12" fmla="*/ 57 w 95"/>
                <a:gd name="T13" fmla="*/ 75 h 157"/>
                <a:gd name="T14" fmla="*/ 57 w 95"/>
                <a:gd name="T15" fmla="*/ 59 h 157"/>
                <a:gd name="T16" fmla="*/ 53 w 95"/>
                <a:gd name="T17" fmla="*/ 57 h 157"/>
                <a:gd name="T18" fmla="*/ 53 w 95"/>
                <a:gd name="T19" fmla="*/ 53 h 157"/>
                <a:gd name="T20" fmla="*/ 51 w 95"/>
                <a:gd name="T21" fmla="*/ 51 h 157"/>
                <a:gd name="T22" fmla="*/ 46 w 95"/>
                <a:gd name="T23" fmla="*/ 61 h 157"/>
                <a:gd name="T24" fmla="*/ 44 w 95"/>
                <a:gd name="T25" fmla="*/ 61 h 157"/>
                <a:gd name="T26" fmla="*/ 38 w 95"/>
                <a:gd name="T27" fmla="*/ 57 h 157"/>
                <a:gd name="T28" fmla="*/ 37 w 95"/>
                <a:gd name="T29" fmla="*/ 35 h 157"/>
                <a:gd name="T30" fmla="*/ 35 w 95"/>
                <a:gd name="T31" fmla="*/ 24 h 157"/>
                <a:gd name="T32" fmla="*/ 27 w 95"/>
                <a:gd name="T33" fmla="*/ 24 h 157"/>
                <a:gd name="T34" fmla="*/ 29 w 95"/>
                <a:gd name="T35" fmla="*/ 19 h 157"/>
                <a:gd name="T36" fmla="*/ 18 w 95"/>
                <a:gd name="T37" fmla="*/ 10 h 157"/>
                <a:gd name="T38" fmla="*/ 15 w 95"/>
                <a:gd name="T39" fmla="*/ 11 h 157"/>
                <a:gd name="T40" fmla="*/ 13 w 95"/>
                <a:gd name="T41" fmla="*/ 15 h 157"/>
                <a:gd name="T42" fmla="*/ 6 w 95"/>
                <a:gd name="T43" fmla="*/ 4 h 157"/>
                <a:gd name="T44" fmla="*/ 7 w 95"/>
                <a:gd name="T45" fmla="*/ 2 h 157"/>
                <a:gd name="T46" fmla="*/ 2 w 95"/>
                <a:gd name="T47" fmla="*/ 0 h 157"/>
                <a:gd name="T48" fmla="*/ 2 w 95"/>
                <a:gd name="T49" fmla="*/ 0 h 157"/>
                <a:gd name="T50" fmla="*/ 0 w 95"/>
                <a:gd name="T51" fmla="*/ 4 h 157"/>
                <a:gd name="T52" fmla="*/ 0 w 95"/>
                <a:gd name="T53" fmla="*/ 4 h 157"/>
                <a:gd name="T54" fmla="*/ 9 w 95"/>
                <a:gd name="T55" fmla="*/ 15 h 157"/>
                <a:gd name="T56" fmla="*/ 15 w 95"/>
                <a:gd name="T57" fmla="*/ 30 h 157"/>
                <a:gd name="T58" fmla="*/ 24 w 95"/>
                <a:gd name="T59" fmla="*/ 39 h 157"/>
                <a:gd name="T60" fmla="*/ 26 w 95"/>
                <a:gd name="T61" fmla="*/ 44 h 157"/>
                <a:gd name="T62" fmla="*/ 29 w 95"/>
                <a:gd name="T63" fmla="*/ 44 h 157"/>
                <a:gd name="T64" fmla="*/ 29 w 95"/>
                <a:gd name="T65" fmla="*/ 50 h 157"/>
                <a:gd name="T66" fmla="*/ 27 w 95"/>
                <a:gd name="T67" fmla="*/ 55 h 157"/>
                <a:gd name="T68" fmla="*/ 31 w 95"/>
                <a:gd name="T69" fmla="*/ 59 h 157"/>
                <a:gd name="T70" fmla="*/ 35 w 95"/>
                <a:gd name="T71" fmla="*/ 61 h 157"/>
                <a:gd name="T72" fmla="*/ 33 w 95"/>
                <a:gd name="T73" fmla="*/ 66 h 157"/>
                <a:gd name="T74" fmla="*/ 33 w 95"/>
                <a:gd name="T75" fmla="*/ 68 h 157"/>
                <a:gd name="T76" fmla="*/ 35 w 95"/>
                <a:gd name="T77" fmla="*/ 73 h 157"/>
                <a:gd name="T78" fmla="*/ 33 w 95"/>
                <a:gd name="T79" fmla="*/ 95 h 157"/>
                <a:gd name="T80" fmla="*/ 18 w 95"/>
                <a:gd name="T81" fmla="*/ 110 h 157"/>
                <a:gd name="T82" fmla="*/ 26 w 95"/>
                <a:gd name="T83" fmla="*/ 115 h 157"/>
                <a:gd name="T84" fmla="*/ 38 w 95"/>
                <a:gd name="T85" fmla="*/ 124 h 157"/>
                <a:gd name="T86" fmla="*/ 42 w 95"/>
                <a:gd name="T87" fmla="*/ 133 h 157"/>
                <a:gd name="T88" fmla="*/ 37 w 95"/>
                <a:gd name="T89" fmla="*/ 144 h 157"/>
                <a:gd name="T90" fmla="*/ 37 w 95"/>
                <a:gd name="T91" fmla="*/ 153 h 157"/>
                <a:gd name="T92" fmla="*/ 51 w 95"/>
                <a:gd name="T93" fmla="*/ 157 h 157"/>
                <a:gd name="T94" fmla="*/ 57 w 95"/>
                <a:gd name="T95" fmla="*/ 153 h 157"/>
                <a:gd name="T96" fmla="*/ 64 w 95"/>
                <a:gd name="T97" fmla="*/ 133 h 157"/>
                <a:gd name="T98" fmla="*/ 69 w 95"/>
                <a:gd name="T99" fmla="*/ 130 h 157"/>
                <a:gd name="T100" fmla="*/ 73 w 95"/>
                <a:gd name="T101" fmla="*/ 122 h 157"/>
                <a:gd name="T102" fmla="*/ 73 w 95"/>
                <a:gd name="T103" fmla="*/ 119 h 157"/>
                <a:gd name="T104" fmla="*/ 71 w 95"/>
                <a:gd name="T105" fmla="*/ 115 h 157"/>
                <a:gd name="T106" fmla="*/ 71 w 95"/>
                <a:gd name="T107" fmla="*/ 115 h 157"/>
                <a:gd name="T108" fmla="*/ 75 w 95"/>
                <a:gd name="T109" fmla="*/ 110 h 157"/>
                <a:gd name="T110" fmla="*/ 88 w 95"/>
                <a:gd name="T111" fmla="*/ 112 h 157"/>
                <a:gd name="T112" fmla="*/ 88 w 95"/>
                <a:gd name="T113" fmla="*/ 108 h 157"/>
                <a:gd name="T114" fmla="*/ 86 w 95"/>
                <a:gd name="T115" fmla="*/ 102 h 157"/>
                <a:gd name="T116" fmla="*/ 91 w 95"/>
                <a:gd name="T117" fmla="*/ 95 h 157"/>
                <a:gd name="T118" fmla="*/ 95 w 95"/>
                <a:gd name="T119" fmla="*/ 88 h 157"/>
                <a:gd name="T120" fmla="*/ 95 w 95"/>
                <a:gd name="T121" fmla="*/ 79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95" h="157">
                  <a:moveTo>
                    <a:pt x="95" y="79"/>
                  </a:moveTo>
                  <a:lnTo>
                    <a:pt x="95" y="79"/>
                  </a:lnTo>
                  <a:lnTo>
                    <a:pt x="93" y="79"/>
                  </a:lnTo>
                  <a:lnTo>
                    <a:pt x="91" y="77"/>
                  </a:lnTo>
                  <a:lnTo>
                    <a:pt x="91" y="75"/>
                  </a:lnTo>
                  <a:lnTo>
                    <a:pt x="88" y="75"/>
                  </a:lnTo>
                  <a:lnTo>
                    <a:pt x="88" y="75"/>
                  </a:lnTo>
                  <a:lnTo>
                    <a:pt x="84" y="79"/>
                  </a:lnTo>
                  <a:lnTo>
                    <a:pt x="80" y="82"/>
                  </a:lnTo>
                  <a:lnTo>
                    <a:pt x="80" y="82"/>
                  </a:lnTo>
                  <a:lnTo>
                    <a:pt x="75" y="84"/>
                  </a:lnTo>
                  <a:lnTo>
                    <a:pt x="68" y="82"/>
                  </a:lnTo>
                  <a:lnTo>
                    <a:pt x="57" y="75"/>
                  </a:lnTo>
                  <a:lnTo>
                    <a:pt x="57" y="75"/>
                  </a:lnTo>
                  <a:lnTo>
                    <a:pt x="57" y="66"/>
                  </a:lnTo>
                  <a:lnTo>
                    <a:pt x="57" y="59"/>
                  </a:lnTo>
                  <a:lnTo>
                    <a:pt x="57" y="59"/>
                  </a:lnTo>
                  <a:lnTo>
                    <a:pt x="53" y="57"/>
                  </a:lnTo>
                  <a:lnTo>
                    <a:pt x="53" y="55"/>
                  </a:lnTo>
                  <a:lnTo>
                    <a:pt x="53" y="53"/>
                  </a:lnTo>
                  <a:lnTo>
                    <a:pt x="51" y="51"/>
                  </a:lnTo>
                  <a:lnTo>
                    <a:pt x="51" y="51"/>
                  </a:lnTo>
                  <a:lnTo>
                    <a:pt x="48" y="59"/>
                  </a:lnTo>
                  <a:lnTo>
                    <a:pt x="46" y="61"/>
                  </a:lnTo>
                  <a:lnTo>
                    <a:pt x="44" y="61"/>
                  </a:lnTo>
                  <a:lnTo>
                    <a:pt x="44" y="61"/>
                  </a:lnTo>
                  <a:lnTo>
                    <a:pt x="40" y="59"/>
                  </a:lnTo>
                  <a:lnTo>
                    <a:pt x="38" y="57"/>
                  </a:lnTo>
                  <a:lnTo>
                    <a:pt x="37" y="48"/>
                  </a:lnTo>
                  <a:lnTo>
                    <a:pt x="37" y="35"/>
                  </a:lnTo>
                  <a:lnTo>
                    <a:pt x="35" y="24"/>
                  </a:lnTo>
                  <a:lnTo>
                    <a:pt x="35" y="24"/>
                  </a:lnTo>
                  <a:lnTo>
                    <a:pt x="27" y="24"/>
                  </a:lnTo>
                  <a:lnTo>
                    <a:pt x="27" y="24"/>
                  </a:lnTo>
                  <a:lnTo>
                    <a:pt x="27" y="22"/>
                  </a:lnTo>
                  <a:lnTo>
                    <a:pt x="29" y="19"/>
                  </a:lnTo>
                  <a:lnTo>
                    <a:pt x="29" y="19"/>
                  </a:lnTo>
                  <a:lnTo>
                    <a:pt x="18" y="10"/>
                  </a:lnTo>
                  <a:lnTo>
                    <a:pt x="18" y="10"/>
                  </a:lnTo>
                  <a:lnTo>
                    <a:pt x="15" y="11"/>
                  </a:lnTo>
                  <a:lnTo>
                    <a:pt x="13" y="15"/>
                  </a:lnTo>
                  <a:lnTo>
                    <a:pt x="13" y="15"/>
                  </a:lnTo>
                  <a:lnTo>
                    <a:pt x="9" y="10"/>
                  </a:lnTo>
                  <a:lnTo>
                    <a:pt x="6" y="4"/>
                  </a:lnTo>
                  <a:lnTo>
                    <a:pt x="6" y="4"/>
                  </a:lnTo>
                  <a:lnTo>
                    <a:pt x="7" y="2"/>
                  </a:lnTo>
                  <a:lnTo>
                    <a:pt x="7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6" y="10"/>
                  </a:lnTo>
                  <a:lnTo>
                    <a:pt x="9" y="15"/>
                  </a:lnTo>
                  <a:lnTo>
                    <a:pt x="15" y="30"/>
                  </a:lnTo>
                  <a:lnTo>
                    <a:pt x="15" y="30"/>
                  </a:lnTo>
                  <a:lnTo>
                    <a:pt x="20" y="35"/>
                  </a:lnTo>
                  <a:lnTo>
                    <a:pt x="24" y="39"/>
                  </a:lnTo>
                  <a:lnTo>
                    <a:pt x="26" y="40"/>
                  </a:lnTo>
                  <a:lnTo>
                    <a:pt x="26" y="44"/>
                  </a:lnTo>
                  <a:lnTo>
                    <a:pt x="29" y="44"/>
                  </a:lnTo>
                  <a:lnTo>
                    <a:pt x="29" y="44"/>
                  </a:lnTo>
                  <a:lnTo>
                    <a:pt x="31" y="48"/>
                  </a:lnTo>
                  <a:lnTo>
                    <a:pt x="29" y="50"/>
                  </a:lnTo>
                  <a:lnTo>
                    <a:pt x="27" y="53"/>
                  </a:lnTo>
                  <a:lnTo>
                    <a:pt x="27" y="55"/>
                  </a:lnTo>
                  <a:lnTo>
                    <a:pt x="27" y="55"/>
                  </a:lnTo>
                  <a:lnTo>
                    <a:pt x="31" y="59"/>
                  </a:lnTo>
                  <a:lnTo>
                    <a:pt x="35" y="61"/>
                  </a:lnTo>
                  <a:lnTo>
                    <a:pt x="35" y="61"/>
                  </a:lnTo>
                  <a:lnTo>
                    <a:pt x="35" y="62"/>
                  </a:lnTo>
                  <a:lnTo>
                    <a:pt x="33" y="66"/>
                  </a:lnTo>
                  <a:lnTo>
                    <a:pt x="33" y="68"/>
                  </a:lnTo>
                  <a:lnTo>
                    <a:pt x="33" y="68"/>
                  </a:lnTo>
                  <a:lnTo>
                    <a:pt x="35" y="70"/>
                  </a:lnTo>
                  <a:lnTo>
                    <a:pt x="35" y="73"/>
                  </a:lnTo>
                  <a:lnTo>
                    <a:pt x="35" y="84"/>
                  </a:lnTo>
                  <a:lnTo>
                    <a:pt x="33" y="95"/>
                  </a:lnTo>
                  <a:lnTo>
                    <a:pt x="29" y="102"/>
                  </a:lnTo>
                  <a:lnTo>
                    <a:pt x="18" y="110"/>
                  </a:lnTo>
                  <a:lnTo>
                    <a:pt x="18" y="110"/>
                  </a:lnTo>
                  <a:lnTo>
                    <a:pt x="26" y="115"/>
                  </a:lnTo>
                  <a:lnTo>
                    <a:pt x="35" y="121"/>
                  </a:lnTo>
                  <a:lnTo>
                    <a:pt x="38" y="124"/>
                  </a:lnTo>
                  <a:lnTo>
                    <a:pt x="40" y="128"/>
                  </a:lnTo>
                  <a:lnTo>
                    <a:pt x="42" y="133"/>
                  </a:lnTo>
                  <a:lnTo>
                    <a:pt x="42" y="139"/>
                  </a:lnTo>
                  <a:lnTo>
                    <a:pt x="37" y="144"/>
                  </a:lnTo>
                  <a:lnTo>
                    <a:pt x="37" y="144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51" y="157"/>
                  </a:lnTo>
                  <a:lnTo>
                    <a:pt x="55" y="155"/>
                  </a:lnTo>
                  <a:lnTo>
                    <a:pt x="57" y="153"/>
                  </a:lnTo>
                  <a:lnTo>
                    <a:pt x="58" y="146"/>
                  </a:lnTo>
                  <a:lnTo>
                    <a:pt x="64" y="133"/>
                  </a:lnTo>
                  <a:lnTo>
                    <a:pt x="64" y="133"/>
                  </a:lnTo>
                  <a:lnTo>
                    <a:pt x="69" y="130"/>
                  </a:lnTo>
                  <a:lnTo>
                    <a:pt x="73" y="126"/>
                  </a:lnTo>
                  <a:lnTo>
                    <a:pt x="73" y="122"/>
                  </a:lnTo>
                  <a:lnTo>
                    <a:pt x="73" y="122"/>
                  </a:lnTo>
                  <a:lnTo>
                    <a:pt x="73" y="119"/>
                  </a:lnTo>
                  <a:lnTo>
                    <a:pt x="73" y="117"/>
                  </a:lnTo>
                  <a:lnTo>
                    <a:pt x="71" y="115"/>
                  </a:lnTo>
                  <a:lnTo>
                    <a:pt x="71" y="115"/>
                  </a:lnTo>
                  <a:lnTo>
                    <a:pt x="71" y="115"/>
                  </a:lnTo>
                  <a:lnTo>
                    <a:pt x="73" y="112"/>
                  </a:lnTo>
                  <a:lnTo>
                    <a:pt x="75" y="110"/>
                  </a:lnTo>
                  <a:lnTo>
                    <a:pt x="84" y="108"/>
                  </a:lnTo>
                  <a:lnTo>
                    <a:pt x="88" y="112"/>
                  </a:lnTo>
                  <a:lnTo>
                    <a:pt x="88" y="112"/>
                  </a:lnTo>
                  <a:lnTo>
                    <a:pt x="88" y="108"/>
                  </a:lnTo>
                  <a:lnTo>
                    <a:pt x="88" y="106"/>
                  </a:lnTo>
                  <a:lnTo>
                    <a:pt x="86" y="102"/>
                  </a:lnTo>
                  <a:lnTo>
                    <a:pt x="86" y="102"/>
                  </a:lnTo>
                  <a:lnTo>
                    <a:pt x="91" y="95"/>
                  </a:lnTo>
                  <a:lnTo>
                    <a:pt x="95" y="88"/>
                  </a:lnTo>
                  <a:lnTo>
                    <a:pt x="95" y="88"/>
                  </a:lnTo>
                  <a:lnTo>
                    <a:pt x="95" y="82"/>
                  </a:lnTo>
                  <a:lnTo>
                    <a:pt x="95" y="79"/>
                  </a:lnTo>
                  <a:lnTo>
                    <a:pt x="95" y="7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39" name="Freeform 222">
              <a:extLst>
                <a:ext uri="{FF2B5EF4-FFF2-40B4-BE49-F238E27FC236}">
                  <a16:creationId xmlns:a16="http://schemas.microsoft.com/office/drawing/2014/main" id="{82E0CF05-6B6B-46A3-8ECD-D534E5F58F36}"/>
                </a:ext>
              </a:extLst>
            </p:cNvPr>
            <p:cNvSpPr>
              <a:spLocks/>
            </p:cNvSpPr>
            <p:nvPr/>
          </p:nvSpPr>
          <p:spPr bwMode="auto">
            <a:xfrm>
              <a:off x="9460471" y="5302035"/>
              <a:ext cx="182410" cy="209104"/>
            </a:xfrm>
            <a:custGeom>
              <a:avLst/>
              <a:gdLst>
                <a:gd name="T0" fmla="*/ 123 w 123"/>
                <a:gd name="T1" fmla="*/ 13 h 141"/>
                <a:gd name="T2" fmla="*/ 120 w 123"/>
                <a:gd name="T3" fmla="*/ 15 h 141"/>
                <a:gd name="T4" fmla="*/ 122 w 123"/>
                <a:gd name="T5" fmla="*/ 19 h 141"/>
                <a:gd name="T6" fmla="*/ 114 w 123"/>
                <a:gd name="T7" fmla="*/ 11 h 141"/>
                <a:gd name="T8" fmla="*/ 111 w 123"/>
                <a:gd name="T9" fmla="*/ 15 h 141"/>
                <a:gd name="T10" fmla="*/ 111 w 123"/>
                <a:gd name="T11" fmla="*/ 19 h 141"/>
                <a:gd name="T12" fmla="*/ 107 w 123"/>
                <a:gd name="T13" fmla="*/ 19 h 141"/>
                <a:gd name="T14" fmla="*/ 103 w 123"/>
                <a:gd name="T15" fmla="*/ 19 h 141"/>
                <a:gd name="T16" fmla="*/ 102 w 123"/>
                <a:gd name="T17" fmla="*/ 0 h 141"/>
                <a:gd name="T18" fmla="*/ 94 w 123"/>
                <a:gd name="T19" fmla="*/ 0 h 141"/>
                <a:gd name="T20" fmla="*/ 91 w 123"/>
                <a:gd name="T21" fmla="*/ 6 h 141"/>
                <a:gd name="T22" fmla="*/ 87 w 123"/>
                <a:gd name="T23" fmla="*/ 8 h 141"/>
                <a:gd name="T24" fmla="*/ 87 w 123"/>
                <a:gd name="T25" fmla="*/ 17 h 141"/>
                <a:gd name="T26" fmla="*/ 87 w 123"/>
                <a:gd name="T27" fmla="*/ 26 h 141"/>
                <a:gd name="T28" fmla="*/ 83 w 123"/>
                <a:gd name="T29" fmla="*/ 28 h 141"/>
                <a:gd name="T30" fmla="*/ 80 w 123"/>
                <a:gd name="T31" fmla="*/ 30 h 141"/>
                <a:gd name="T32" fmla="*/ 80 w 123"/>
                <a:gd name="T33" fmla="*/ 39 h 141"/>
                <a:gd name="T34" fmla="*/ 76 w 123"/>
                <a:gd name="T35" fmla="*/ 39 h 141"/>
                <a:gd name="T36" fmla="*/ 74 w 123"/>
                <a:gd name="T37" fmla="*/ 40 h 141"/>
                <a:gd name="T38" fmla="*/ 60 w 123"/>
                <a:gd name="T39" fmla="*/ 68 h 141"/>
                <a:gd name="T40" fmla="*/ 52 w 123"/>
                <a:gd name="T41" fmla="*/ 75 h 141"/>
                <a:gd name="T42" fmla="*/ 41 w 123"/>
                <a:gd name="T43" fmla="*/ 79 h 141"/>
                <a:gd name="T44" fmla="*/ 31 w 123"/>
                <a:gd name="T45" fmla="*/ 82 h 141"/>
                <a:gd name="T46" fmla="*/ 29 w 123"/>
                <a:gd name="T47" fmla="*/ 84 h 141"/>
                <a:gd name="T48" fmla="*/ 29 w 123"/>
                <a:gd name="T49" fmla="*/ 90 h 141"/>
                <a:gd name="T50" fmla="*/ 23 w 123"/>
                <a:gd name="T51" fmla="*/ 93 h 141"/>
                <a:gd name="T52" fmla="*/ 20 w 123"/>
                <a:gd name="T53" fmla="*/ 93 h 141"/>
                <a:gd name="T54" fmla="*/ 16 w 123"/>
                <a:gd name="T55" fmla="*/ 93 h 141"/>
                <a:gd name="T56" fmla="*/ 10 w 123"/>
                <a:gd name="T57" fmla="*/ 99 h 141"/>
                <a:gd name="T58" fmla="*/ 3 w 123"/>
                <a:gd name="T59" fmla="*/ 106 h 141"/>
                <a:gd name="T60" fmla="*/ 3 w 123"/>
                <a:gd name="T61" fmla="*/ 113 h 141"/>
                <a:gd name="T62" fmla="*/ 1 w 123"/>
                <a:gd name="T63" fmla="*/ 121 h 141"/>
                <a:gd name="T64" fmla="*/ 0 w 123"/>
                <a:gd name="T65" fmla="*/ 124 h 141"/>
                <a:gd name="T66" fmla="*/ 1 w 123"/>
                <a:gd name="T67" fmla="*/ 132 h 141"/>
                <a:gd name="T68" fmla="*/ 5 w 123"/>
                <a:gd name="T69" fmla="*/ 133 h 141"/>
                <a:gd name="T70" fmla="*/ 14 w 123"/>
                <a:gd name="T71" fmla="*/ 130 h 141"/>
                <a:gd name="T72" fmla="*/ 21 w 123"/>
                <a:gd name="T73" fmla="*/ 139 h 141"/>
                <a:gd name="T74" fmla="*/ 31 w 123"/>
                <a:gd name="T75" fmla="*/ 141 h 141"/>
                <a:gd name="T76" fmla="*/ 45 w 123"/>
                <a:gd name="T77" fmla="*/ 141 h 141"/>
                <a:gd name="T78" fmla="*/ 49 w 123"/>
                <a:gd name="T79" fmla="*/ 139 h 141"/>
                <a:gd name="T80" fmla="*/ 60 w 123"/>
                <a:gd name="T81" fmla="*/ 122 h 141"/>
                <a:gd name="T82" fmla="*/ 72 w 123"/>
                <a:gd name="T83" fmla="*/ 101 h 141"/>
                <a:gd name="T84" fmla="*/ 72 w 123"/>
                <a:gd name="T85" fmla="*/ 95 h 141"/>
                <a:gd name="T86" fmla="*/ 72 w 123"/>
                <a:gd name="T87" fmla="*/ 90 h 141"/>
                <a:gd name="T88" fmla="*/ 76 w 123"/>
                <a:gd name="T89" fmla="*/ 86 h 141"/>
                <a:gd name="T90" fmla="*/ 98 w 123"/>
                <a:gd name="T91" fmla="*/ 79 h 141"/>
                <a:gd name="T92" fmla="*/ 98 w 123"/>
                <a:gd name="T93" fmla="*/ 71 h 141"/>
                <a:gd name="T94" fmla="*/ 96 w 123"/>
                <a:gd name="T95" fmla="*/ 68 h 141"/>
                <a:gd name="T96" fmla="*/ 123 w 123"/>
                <a:gd name="T97" fmla="*/ 35 h 141"/>
                <a:gd name="T98" fmla="*/ 123 w 123"/>
                <a:gd name="T99" fmla="*/ 26 h 141"/>
                <a:gd name="T100" fmla="*/ 123 w 123"/>
                <a:gd name="T101" fmla="*/ 13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23" h="141">
                  <a:moveTo>
                    <a:pt x="123" y="13"/>
                  </a:moveTo>
                  <a:lnTo>
                    <a:pt x="123" y="13"/>
                  </a:lnTo>
                  <a:lnTo>
                    <a:pt x="122" y="13"/>
                  </a:lnTo>
                  <a:lnTo>
                    <a:pt x="120" y="15"/>
                  </a:lnTo>
                  <a:lnTo>
                    <a:pt x="122" y="19"/>
                  </a:lnTo>
                  <a:lnTo>
                    <a:pt x="122" y="19"/>
                  </a:lnTo>
                  <a:lnTo>
                    <a:pt x="116" y="15"/>
                  </a:lnTo>
                  <a:lnTo>
                    <a:pt x="114" y="11"/>
                  </a:lnTo>
                  <a:lnTo>
                    <a:pt x="114" y="11"/>
                  </a:lnTo>
                  <a:lnTo>
                    <a:pt x="111" y="15"/>
                  </a:lnTo>
                  <a:lnTo>
                    <a:pt x="111" y="17"/>
                  </a:lnTo>
                  <a:lnTo>
                    <a:pt x="111" y="19"/>
                  </a:lnTo>
                  <a:lnTo>
                    <a:pt x="111" y="19"/>
                  </a:lnTo>
                  <a:lnTo>
                    <a:pt x="107" y="19"/>
                  </a:lnTo>
                  <a:lnTo>
                    <a:pt x="103" y="19"/>
                  </a:lnTo>
                  <a:lnTo>
                    <a:pt x="103" y="19"/>
                  </a:lnTo>
                  <a:lnTo>
                    <a:pt x="102" y="8"/>
                  </a:lnTo>
                  <a:lnTo>
                    <a:pt x="102" y="0"/>
                  </a:lnTo>
                  <a:lnTo>
                    <a:pt x="102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91" y="6"/>
                  </a:lnTo>
                  <a:lnTo>
                    <a:pt x="87" y="8"/>
                  </a:lnTo>
                  <a:lnTo>
                    <a:pt x="87" y="8"/>
                  </a:lnTo>
                  <a:lnTo>
                    <a:pt x="85" y="13"/>
                  </a:lnTo>
                  <a:lnTo>
                    <a:pt x="87" y="17"/>
                  </a:lnTo>
                  <a:lnTo>
                    <a:pt x="87" y="20"/>
                  </a:lnTo>
                  <a:lnTo>
                    <a:pt x="87" y="26"/>
                  </a:lnTo>
                  <a:lnTo>
                    <a:pt x="87" y="26"/>
                  </a:lnTo>
                  <a:lnTo>
                    <a:pt x="83" y="28"/>
                  </a:lnTo>
                  <a:lnTo>
                    <a:pt x="80" y="30"/>
                  </a:lnTo>
                  <a:lnTo>
                    <a:pt x="80" y="30"/>
                  </a:lnTo>
                  <a:lnTo>
                    <a:pt x="80" y="33"/>
                  </a:lnTo>
                  <a:lnTo>
                    <a:pt x="80" y="39"/>
                  </a:lnTo>
                  <a:lnTo>
                    <a:pt x="80" y="39"/>
                  </a:lnTo>
                  <a:lnTo>
                    <a:pt x="76" y="39"/>
                  </a:lnTo>
                  <a:lnTo>
                    <a:pt x="74" y="40"/>
                  </a:lnTo>
                  <a:lnTo>
                    <a:pt x="74" y="40"/>
                  </a:lnTo>
                  <a:lnTo>
                    <a:pt x="65" y="61"/>
                  </a:lnTo>
                  <a:lnTo>
                    <a:pt x="60" y="68"/>
                  </a:lnTo>
                  <a:lnTo>
                    <a:pt x="52" y="75"/>
                  </a:lnTo>
                  <a:lnTo>
                    <a:pt x="52" y="75"/>
                  </a:lnTo>
                  <a:lnTo>
                    <a:pt x="47" y="77"/>
                  </a:lnTo>
                  <a:lnTo>
                    <a:pt x="41" y="79"/>
                  </a:lnTo>
                  <a:lnTo>
                    <a:pt x="36" y="79"/>
                  </a:lnTo>
                  <a:lnTo>
                    <a:pt x="31" y="82"/>
                  </a:lnTo>
                  <a:lnTo>
                    <a:pt x="31" y="82"/>
                  </a:lnTo>
                  <a:lnTo>
                    <a:pt x="29" y="84"/>
                  </a:lnTo>
                  <a:lnTo>
                    <a:pt x="29" y="84"/>
                  </a:lnTo>
                  <a:lnTo>
                    <a:pt x="29" y="90"/>
                  </a:lnTo>
                  <a:lnTo>
                    <a:pt x="23" y="90"/>
                  </a:lnTo>
                  <a:lnTo>
                    <a:pt x="23" y="93"/>
                  </a:lnTo>
                  <a:lnTo>
                    <a:pt x="23" y="93"/>
                  </a:lnTo>
                  <a:lnTo>
                    <a:pt x="20" y="93"/>
                  </a:lnTo>
                  <a:lnTo>
                    <a:pt x="16" y="93"/>
                  </a:lnTo>
                  <a:lnTo>
                    <a:pt x="16" y="93"/>
                  </a:lnTo>
                  <a:lnTo>
                    <a:pt x="12" y="97"/>
                  </a:lnTo>
                  <a:lnTo>
                    <a:pt x="10" y="99"/>
                  </a:lnTo>
                  <a:lnTo>
                    <a:pt x="9" y="106"/>
                  </a:lnTo>
                  <a:lnTo>
                    <a:pt x="3" y="106"/>
                  </a:lnTo>
                  <a:lnTo>
                    <a:pt x="3" y="106"/>
                  </a:lnTo>
                  <a:lnTo>
                    <a:pt x="3" y="113"/>
                  </a:lnTo>
                  <a:lnTo>
                    <a:pt x="1" y="121"/>
                  </a:lnTo>
                  <a:lnTo>
                    <a:pt x="1" y="121"/>
                  </a:lnTo>
                  <a:lnTo>
                    <a:pt x="0" y="121"/>
                  </a:lnTo>
                  <a:lnTo>
                    <a:pt x="0" y="124"/>
                  </a:lnTo>
                  <a:lnTo>
                    <a:pt x="0" y="128"/>
                  </a:lnTo>
                  <a:lnTo>
                    <a:pt x="1" y="132"/>
                  </a:lnTo>
                  <a:lnTo>
                    <a:pt x="1" y="132"/>
                  </a:lnTo>
                  <a:lnTo>
                    <a:pt x="5" y="133"/>
                  </a:lnTo>
                  <a:lnTo>
                    <a:pt x="10" y="132"/>
                  </a:lnTo>
                  <a:lnTo>
                    <a:pt x="14" y="130"/>
                  </a:lnTo>
                  <a:lnTo>
                    <a:pt x="18" y="132"/>
                  </a:lnTo>
                  <a:lnTo>
                    <a:pt x="21" y="139"/>
                  </a:lnTo>
                  <a:lnTo>
                    <a:pt x="21" y="139"/>
                  </a:lnTo>
                  <a:lnTo>
                    <a:pt x="31" y="141"/>
                  </a:lnTo>
                  <a:lnTo>
                    <a:pt x="38" y="141"/>
                  </a:lnTo>
                  <a:lnTo>
                    <a:pt x="45" y="141"/>
                  </a:lnTo>
                  <a:lnTo>
                    <a:pt x="45" y="141"/>
                  </a:lnTo>
                  <a:lnTo>
                    <a:pt x="49" y="139"/>
                  </a:lnTo>
                  <a:lnTo>
                    <a:pt x="52" y="135"/>
                  </a:lnTo>
                  <a:lnTo>
                    <a:pt x="60" y="122"/>
                  </a:lnTo>
                  <a:lnTo>
                    <a:pt x="67" y="112"/>
                  </a:lnTo>
                  <a:lnTo>
                    <a:pt x="72" y="101"/>
                  </a:lnTo>
                  <a:lnTo>
                    <a:pt x="72" y="101"/>
                  </a:lnTo>
                  <a:lnTo>
                    <a:pt x="72" y="95"/>
                  </a:lnTo>
                  <a:lnTo>
                    <a:pt x="71" y="91"/>
                  </a:lnTo>
                  <a:lnTo>
                    <a:pt x="72" y="90"/>
                  </a:lnTo>
                  <a:lnTo>
                    <a:pt x="72" y="90"/>
                  </a:lnTo>
                  <a:lnTo>
                    <a:pt x="76" y="86"/>
                  </a:lnTo>
                  <a:lnTo>
                    <a:pt x="83" y="84"/>
                  </a:lnTo>
                  <a:lnTo>
                    <a:pt x="98" y="79"/>
                  </a:lnTo>
                  <a:lnTo>
                    <a:pt x="98" y="79"/>
                  </a:lnTo>
                  <a:lnTo>
                    <a:pt x="98" y="71"/>
                  </a:lnTo>
                  <a:lnTo>
                    <a:pt x="96" y="68"/>
                  </a:lnTo>
                  <a:lnTo>
                    <a:pt x="96" y="68"/>
                  </a:lnTo>
                  <a:lnTo>
                    <a:pt x="109" y="53"/>
                  </a:lnTo>
                  <a:lnTo>
                    <a:pt x="123" y="35"/>
                  </a:lnTo>
                  <a:lnTo>
                    <a:pt x="123" y="35"/>
                  </a:lnTo>
                  <a:lnTo>
                    <a:pt x="123" y="26"/>
                  </a:lnTo>
                  <a:lnTo>
                    <a:pt x="123" y="13"/>
                  </a:lnTo>
                  <a:lnTo>
                    <a:pt x="123" y="1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40" name="Freeform 223">
              <a:extLst>
                <a:ext uri="{FF2B5EF4-FFF2-40B4-BE49-F238E27FC236}">
                  <a16:creationId xmlns:a16="http://schemas.microsoft.com/office/drawing/2014/main" id="{64BDB8DD-CD44-4BC1-85C8-1F18BA7D363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721480" y="4551635"/>
              <a:ext cx="59320" cy="59320"/>
            </a:xfrm>
            <a:custGeom>
              <a:avLst/>
              <a:gdLst>
                <a:gd name="T0" fmla="*/ 13 w 40"/>
                <a:gd name="T1" fmla="*/ 27 h 40"/>
                <a:gd name="T2" fmla="*/ 13 w 40"/>
                <a:gd name="T3" fmla="*/ 27 h 40"/>
                <a:gd name="T4" fmla="*/ 4 w 40"/>
                <a:gd name="T5" fmla="*/ 33 h 40"/>
                <a:gd name="T6" fmla="*/ 4 w 40"/>
                <a:gd name="T7" fmla="*/ 33 h 40"/>
                <a:gd name="T8" fmla="*/ 0 w 40"/>
                <a:gd name="T9" fmla="*/ 35 h 40"/>
                <a:gd name="T10" fmla="*/ 0 w 40"/>
                <a:gd name="T11" fmla="*/ 36 h 40"/>
                <a:gd name="T12" fmla="*/ 6 w 40"/>
                <a:gd name="T13" fmla="*/ 40 h 40"/>
                <a:gd name="T14" fmla="*/ 20 w 40"/>
                <a:gd name="T15" fmla="*/ 40 h 40"/>
                <a:gd name="T16" fmla="*/ 20 w 40"/>
                <a:gd name="T17" fmla="*/ 40 h 40"/>
                <a:gd name="T18" fmla="*/ 20 w 40"/>
                <a:gd name="T19" fmla="*/ 35 h 40"/>
                <a:gd name="T20" fmla="*/ 20 w 40"/>
                <a:gd name="T21" fmla="*/ 31 h 40"/>
                <a:gd name="T22" fmla="*/ 20 w 40"/>
                <a:gd name="T23" fmla="*/ 31 h 40"/>
                <a:gd name="T24" fmla="*/ 13 w 40"/>
                <a:gd name="T25" fmla="*/ 27 h 40"/>
                <a:gd name="T26" fmla="*/ 13 w 40"/>
                <a:gd name="T27" fmla="*/ 27 h 40"/>
                <a:gd name="T28" fmla="*/ 33 w 40"/>
                <a:gd name="T29" fmla="*/ 2 h 40"/>
                <a:gd name="T30" fmla="*/ 33 w 40"/>
                <a:gd name="T31" fmla="*/ 2 h 40"/>
                <a:gd name="T32" fmla="*/ 20 w 40"/>
                <a:gd name="T33" fmla="*/ 9 h 40"/>
                <a:gd name="T34" fmla="*/ 17 w 40"/>
                <a:gd name="T35" fmla="*/ 15 h 40"/>
                <a:gd name="T36" fmla="*/ 19 w 40"/>
                <a:gd name="T37" fmla="*/ 16 h 40"/>
                <a:gd name="T38" fmla="*/ 24 w 40"/>
                <a:gd name="T39" fmla="*/ 16 h 40"/>
                <a:gd name="T40" fmla="*/ 24 w 40"/>
                <a:gd name="T41" fmla="*/ 16 h 40"/>
                <a:gd name="T42" fmla="*/ 29 w 40"/>
                <a:gd name="T43" fmla="*/ 13 h 40"/>
                <a:gd name="T44" fmla="*/ 37 w 40"/>
                <a:gd name="T45" fmla="*/ 5 h 40"/>
                <a:gd name="T46" fmla="*/ 39 w 40"/>
                <a:gd name="T47" fmla="*/ 4 h 40"/>
                <a:gd name="T48" fmla="*/ 40 w 40"/>
                <a:gd name="T49" fmla="*/ 2 h 40"/>
                <a:gd name="T50" fmla="*/ 39 w 40"/>
                <a:gd name="T51" fmla="*/ 0 h 40"/>
                <a:gd name="T52" fmla="*/ 33 w 40"/>
                <a:gd name="T53" fmla="*/ 2 h 40"/>
                <a:gd name="T54" fmla="*/ 33 w 40"/>
                <a:gd name="T55" fmla="*/ 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40" h="40">
                  <a:moveTo>
                    <a:pt x="13" y="27"/>
                  </a:moveTo>
                  <a:lnTo>
                    <a:pt x="13" y="27"/>
                  </a:lnTo>
                  <a:lnTo>
                    <a:pt x="4" y="33"/>
                  </a:lnTo>
                  <a:lnTo>
                    <a:pt x="4" y="33"/>
                  </a:lnTo>
                  <a:lnTo>
                    <a:pt x="0" y="35"/>
                  </a:lnTo>
                  <a:lnTo>
                    <a:pt x="0" y="36"/>
                  </a:lnTo>
                  <a:lnTo>
                    <a:pt x="6" y="40"/>
                  </a:lnTo>
                  <a:lnTo>
                    <a:pt x="20" y="40"/>
                  </a:lnTo>
                  <a:lnTo>
                    <a:pt x="20" y="40"/>
                  </a:lnTo>
                  <a:lnTo>
                    <a:pt x="20" y="35"/>
                  </a:lnTo>
                  <a:lnTo>
                    <a:pt x="20" y="31"/>
                  </a:lnTo>
                  <a:lnTo>
                    <a:pt x="20" y="31"/>
                  </a:lnTo>
                  <a:lnTo>
                    <a:pt x="13" y="27"/>
                  </a:lnTo>
                  <a:lnTo>
                    <a:pt x="13" y="27"/>
                  </a:lnTo>
                  <a:close/>
                  <a:moveTo>
                    <a:pt x="33" y="2"/>
                  </a:moveTo>
                  <a:lnTo>
                    <a:pt x="33" y="2"/>
                  </a:lnTo>
                  <a:lnTo>
                    <a:pt x="20" y="9"/>
                  </a:lnTo>
                  <a:lnTo>
                    <a:pt x="17" y="15"/>
                  </a:lnTo>
                  <a:lnTo>
                    <a:pt x="19" y="16"/>
                  </a:lnTo>
                  <a:lnTo>
                    <a:pt x="24" y="16"/>
                  </a:lnTo>
                  <a:lnTo>
                    <a:pt x="24" y="16"/>
                  </a:lnTo>
                  <a:lnTo>
                    <a:pt x="29" y="13"/>
                  </a:lnTo>
                  <a:lnTo>
                    <a:pt x="37" y="5"/>
                  </a:lnTo>
                  <a:lnTo>
                    <a:pt x="39" y="4"/>
                  </a:lnTo>
                  <a:lnTo>
                    <a:pt x="40" y="2"/>
                  </a:lnTo>
                  <a:lnTo>
                    <a:pt x="39" y="0"/>
                  </a:lnTo>
                  <a:lnTo>
                    <a:pt x="33" y="2"/>
                  </a:lnTo>
                  <a:lnTo>
                    <a:pt x="33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41" name="Freeform 224">
              <a:extLst>
                <a:ext uri="{FF2B5EF4-FFF2-40B4-BE49-F238E27FC236}">
                  <a16:creationId xmlns:a16="http://schemas.microsoft.com/office/drawing/2014/main" id="{224BCA64-85D9-4401-AAAE-B81668451230}"/>
                </a:ext>
              </a:extLst>
            </p:cNvPr>
            <p:cNvSpPr>
              <a:spLocks/>
            </p:cNvSpPr>
            <p:nvPr/>
          </p:nvSpPr>
          <p:spPr bwMode="auto">
            <a:xfrm>
              <a:off x="5644700" y="2387932"/>
              <a:ext cx="93430" cy="78600"/>
            </a:xfrm>
            <a:custGeom>
              <a:avLst/>
              <a:gdLst>
                <a:gd name="T0" fmla="*/ 62 w 63"/>
                <a:gd name="T1" fmla="*/ 7 h 53"/>
                <a:gd name="T2" fmla="*/ 62 w 63"/>
                <a:gd name="T3" fmla="*/ 7 h 53"/>
                <a:gd name="T4" fmla="*/ 60 w 63"/>
                <a:gd name="T5" fmla="*/ 7 h 53"/>
                <a:gd name="T6" fmla="*/ 60 w 63"/>
                <a:gd name="T7" fmla="*/ 7 h 53"/>
                <a:gd name="T8" fmla="*/ 60 w 63"/>
                <a:gd name="T9" fmla="*/ 3 h 53"/>
                <a:gd name="T10" fmla="*/ 60 w 63"/>
                <a:gd name="T11" fmla="*/ 3 h 53"/>
                <a:gd name="T12" fmla="*/ 54 w 63"/>
                <a:gd name="T13" fmla="*/ 2 h 53"/>
                <a:gd name="T14" fmla="*/ 49 w 63"/>
                <a:gd name="T15" fmla="*/ 0 h 53"/>
                <a:gd name="T16" fmla="*/ 42 w 63"/>
                <a:gd name="T17" fmla="*/ 0 h 53"/>
                <a:gd name="T18" fmla="*/ 34 w 63"/>
                <a:gd name="T19" fmla="*/ 0 h 53"/>
                <a:gd name="T20" fmla="*/ 34 w 63"/>
                <a:gd name="T21" fmla="*/ 0 h 53"/>
                <a:gd name="T22" fmla="*/ 31 w 63"/>
                <a:gd name="T23" fmla="*/ 7 h 53"/>
                <a:gd name="T24" fmla="*/ 31 w 63"/>
                <a:gd name="T25" fmla="*/ 7 h 53"/>
                <a:gd name="T26" fmla="*/ 25 w 63"/>
                <a:gd name="T27" fmla="*/ 9 h 53"/>
                <a:gd name="T28" fmla="*/ 21 w 63"/>
                <a:gd name="T29" fmla="*/ 11 h 53"/>
                <a:gd name="T30" fmla="*/ 21 w 63"/>
                <a:gd name="T31" fmla="*/ 11 h 53"/>
                <a:gd name="T32" fmla="*/ 18 w 63"/>
                <a:gd name="T33" fmla="*/ 16 h 53"/>
                <a:gd name="T34" fmla="*/ 16 w 63"/>
                <a:gd name="T35" fmla="*/ 23 h 53"/>
                <a:gd name="T36" fmla="*/ 14 w 63"/>
                <a:gd name="T37" fmla="*/ 42 h 53"/>
                <a:gd name="T38" fmla="*/ 14 w 63"/>
                <a:gd name="T39" fmla="*/ 42 h 53"/>
                <a:gd name="T40" fmla="*/ 0 w 63"/>
                <a:gd name="T41" fmla="*/ 43 h 53"/>
                <a:gd name="T42" fmla="*/ 0 w 63"/>
                <a:gd name="T43" fmla="*/ 43 h 53"/>
                <a:gd name="T44" fmla="*/ 0 w 63"/>
                <a:gd name="T45" fmla="*/ 45 h 53"/>
                <a:gd name="T46" fmla="*/ 3 w 63"/>
                <a:gd name="T47" fmla="*/ 49 h 53"/>
                <a:gd name="T48" fmla="*/ 9 w 63"/>
                <a:gd name="T49" fmla="*/ 51 h 53"/>
                <a:gd name="T50" fmla="*/ 9 w 63"/>
                <a:gd name="T51" fmla="*/ 51 h 53"/>
                <a:gd name="T52" fmla="*/ 12 w 63"/>
                <a:gd name="T53" fmla="*/ 51 h 53"/>
                <a:gd name="T54" fmla="*/ 14 w 63"/>
                <a:gd name="T55" fmla="*/ 49 h 53"/>
                <a:gd name="T56" fmla="*/ 18 w 63"/>
                <a:gd name="T57" fmla="*/ 47 h 53"/>
                <a:gd name="T58" fmla="*/ 18 w 63"/>
                <a:gd name="T59" fmla="*/ 47 h 53"/>
                <a:gd name="T60" fmla="*/ 23 w 63"/>
                <a:gd name="T61" fmla="*/ 47 h 53"/>
                <a:gd name="T62" fmla="*/ 25 w 63"/>
                <a:gd name="T63" fmla="*/ 47 h 53"/>
                <a:gd name="T64" fmla="*/ 25 w 63"/>
                <a:gd name="T65" fmla="*/ 49 h 53"/>
                <a:gd name="T66" fmla="*/ 25 w 63"/>
                <a:gd name="T67" fmla="*/ 49 h 53"/>
                <a:gd name="T68" fmla="*/ 27 w 63"/>
                <a:gd name="T69" fmla="*/ 51 h 53"/>
                <a:gd name="T70" fmla="*/ 29 w 63"/>
                <a:gd name="T71" fmla="*/ 53 h 53"/>
                <a:gd name="T72" fmla="*/ 32 w 63"/>
                <a:gd name="T73" fmla="*/ 53 h 53"/>
                <a:gd name="T74" fmla="*/ 32 w 63"/>
                <a:gd name="T75" fmla="*/ 53 h 53"/>
                <a:gd name="T76" fmla="*/ 38 w 63"/>
                <a:gd name="T77" fmla="*/ 38 h 53"/>
                <a:gd name="T78" fmla="*/ 38 w 63"/>
                <a:gd name="T79" fmla="*/ 38 h 53"/>
                <a:gd name="T80" fmla="*/ 40 w 63"/>
                <a:gd name="T81" fmla="*/ 32 h 53"/>
                <a:gd name="T82" fmla="*/ 42 w 63"/>
                <a:gd name="T83" fmla="*/ 31 h 53"/>
                <a:gd name="T84" fmla="*/ 47 w 63"/>
                <a:gd name="T85" fmla="*/ 32 h 53"/>
                <a:gd name="T86" fmla="*/ 47 w 63"/>
                <a:gd name="T87" fmla="*/ 32 h 53"/>
                <a:gd name="T88" fmla="*/ 51 w 63"/>
                <a:gd name="T89" fmla="*/ 32 h 53"/>
                <a:gd name="T90" fmla="*/ 52 w 63"/>
                <a:gd name="T91" fmla="*/ 32 h 53"/>
                <a:gd name="T92" fmla="*/ 54 w 63"/>
                <a:gd name="T93" fmla="*/ 29 h 53"/>
                <a:gd name="T94" fmla="*/ 54 w 63"/>
                <a:gd name="T95" fmla="*/ 29 h 53"/>
                <a:gd name="T96" fmla="*/ 58 w 63"/>
                <a:gd name="T97" fmla="*/ 27 h 53"/>
                <a:gd name="T98" fmla="*/ 62 w 63"/>
                <a:gd name="T99" fmla="*/ 27 h 53"/>
                <a:gd name="T100" fmla="*/ 60 w 63"/>
                <a:gd name="T101" fmla="*/ 25 h 53"/>
                <a:gd name="T102" fmla="*/ 60 w 63"/>
                <a:gd name="T103" fmla="*/ 25 h 53"/>
                <a:gd name="T104" fmla="*/ 58 w 63"/>
                <a:gd name="T105" fmla="*/ 23 h 53"/>
                <a:gd name="T106" fmla="*/ 58 w 63"/>
                <a:gd name="T107" fmla="*/ 22 h 53"/>
                <a:gd name="T108" fmla="*/ 60 w 63"/>
                <a:gd name="T109" fmla="*/ 20 h 53"/>
                <a:gd name="T110" fmla="*/ 62 w 63"/>
                <a:gd name="T111" fmla="*/ 20 h 53"/>
                <a:gd name="T112" fmla="*/ 62 w 63"/>
                <a:gd name="T113" fmla="*/ 20 h 53"/>
                <a:gd name="T114" fmla="*/ 62 w 63"/>
                <a:gd name="T115" fmla="*/ 20 h 53"/>
                <a:gd name="T116" fmla="*/ 63 w 63"/>
                <a:gd name="T117" fmla="*/ 18 h 53"/>
                <a:gd name="T118" fmla="*/ 63 w 63"/>
                <a:gd name="T119" fmla="*/ 14 h 53"/>
                <a:gd name="T120" fmla="*/ 62 w 63"/>
                <a:gd name="T121" fmla="*/ 7 h 53"/>
                <a:gd name="T122" fmla="*/ 62 w 63"/>
                <a:gd name="T123" fmla="*/ 7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63" h="53">
                  <a:moveTo>
                    <a:pt x="62" y="7"/>
                  </a:moveTo>
                  <a:lnTo>
                    <a:pt x="62" y="7"/>
                  </a:lnTo>
                  <a:lnTo>
                    <a:pt x="60" y="7"/>
                  </a:lnTo>
                  <a:lnTo>
                    <a:pt x="60" y="7"/>
                  </a:lnTo>
                  <a:lnTo>
                    <a:pt x="60" y="3"/>
                  </a:lnTo>
                  <a:lnTo>
                    <a:pt x="60" y="3"/>
                  </a:lnTo>
                  <a:lnTo>
                    <a:pt x="54" y="2"/>
                  </a:lnTo>
                  <a:lnTo>
                    <a:pt x="49" y="0"/>
                  </a:lnTo>
                  <a:lnTo>
                    <a:pt x="42" y="0"/>
                  </a:lnTo>
                  <a:lnTo>
                    <a:pt x="34" y="0"/>
                  </a:lnTo>
                  <a:lnTo>
                    <a:pt x="34" y="0"/>
                  </a:lnTo>
                  <a:lnTo>
                    <a:pt x="31" y="7"/>
                  </a:lnTo>
                  <a:lnTo>
                    <a:pt x="31" y="7"/>
                  </a:lnTo>
                  <a:lnTo>
                    <a:pt x="25" y="9"/>
                  </a:lnTo>
                  <a:lnTo>
                    <a:pt x="21" y="11"/>
                  </a:lnTo>
                  <a:lnTo>
                    <a:pt x="21" y="11"/>
                  </a:lnTo>
                  <a:lnTo>
                    <a:pt x="18" y="16"/>
                  </a:lnTo>
                  <a:lnTo>
                    <a:pt x="16" y="23"/>
                  </a:lnTo>
                  <a:lnTo>
                    <a:pt x="14" y="42"/>
                  </a:lnTo>
                  <a:lnTo>
                    <a:pt x="14" y="42"/>
                  </a:lnTo>
                  <a:lnTo>
                    <a:pt x="0" y="43"/>
                  </a:lnTo>
                  <a:lnTo>
                    <a:pt x="0" y="43"/>
                  </a:lnTo>
                  <a:lnTo>
                    <a:pt x="0" y="45"/>
                  </a:lnTo>
                  <a:lnTo>
                    <a:pt x="3" y="49"/>
                  </a:lnTo>
                  <a:lnTo>
                    <a:pt x="9" y="51"/>
                  </a:lnTo>
                  <a:lnTo>
                    <a:pt x="9" y="51"/>
                  </a:lnTo>
                  <a:lnTo>
                    <a:pt x="12" y="51"/>
                  </a:lnTo>
                  <a:lnTo>
                    <a:pt x="14" y="49"/>
                  </a:lnTo>
                  <a:lnTo>
                    <a:pt x="18" y="47"/>
                  </a:lnTo>
                  <a:lnTo>
                    <a:pt x="18" y="47"/>
                  </a:lnTo>
                  <a:lnTo>
                    <a:pt x="23" y="47"/>
                  </a:lnTo>
                  <a:lnTo>
                    <a:pt x="25" y="47"/>
                  </a:lnTo>
                  <a:lnTo>
                    <a:pt x="25" y="49"/>
                  </a:lnTo>
                  <a:lnTo>
                    <a:pt x="25" y="49"/>
                  </a:lnTo>
                  <a:lnTo>
                    <a:pt x="27" y="51"/>
                  </a:lnTo>
                  <a:lnTo>
                    <a:pt x="29" y="53"/>
                  </a:lnTo>
                  <a:lnTo>
                    <a:pt x="32" y="53"/>
                  </a:lnTo>
                  <a:lnTo>
                    <a:pt x="32" y="53"/>
                  </a:lnTo>
                  <a:lnTo>
                    <a:pt x="38" y="38"/>
                  </a:lnTo>
                  <a:lnTo>
                    <a:pt x="38" y="38"/>
                  </a:lnTo>
                  <a:lnTo>
                    <a:pt x="40" y="32"/>
                  </a:lnTo>
                  <a:lnTo>
                    <a:pt x="42" y="31"/>
                  </a:lnTo>
                  <a:lnTo>
                    <a:pt x="47" y="32"/>
                  </a:lnTo>
                  <a:lnTo>
                    <a:pt x="47" y="32"/>
                  </a:lnTo>
                  <a:lnTo>
                    <a:pt x="51" y="32"/>
                  </a:lnTo>
                  <a:lnTo>
                    <a:pt x="52" y="32"/>
                  </a:lnTo>
                  <a:lnTo>
                    <a:pt x="54" y="29"/>
                  </a:lnTo>
                  <a:lnTo>
                    <a:pt x="54" y="29"/>
                  </a:lnTo>
                  <a:lnTo>
                    <a:pt x="58" y="27"/>
                  </a:lnTo>
                  <a:lnTo>
                    <a:pt x="62" y="27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8" y="23"/>
                  </a:lnTo>
                  <a:lnTo>
                    <a:pt x="58" y="22"/>
                  </a:lnTo>
                  <a:lnTo>
                    <a:pt x="60" y="20"/>
                  </a:lnTo>
                  <a:lnTo>
                    <a:pt x="62" y="20"/>
                  </a:lnTo>
                  <a:lnTo>
                    <a:pt x="62" y="20"/>
                  </a:lnTo>
                  <a:lnTo>
                    <a:pt x="62" y="20"/>
                  </a:lnTo>
                  <a:lnTo>
                    <a:pt x="63" y="18"/>
                  </a:lnTo>
                  <a:lnTo>
                    <a:pt x="63" y="14"/>
                  </a:lnTo>
                  <a:lnTo>
                    <a:pt x="62" y="7"/>
                  </a:lnTo>
                  <a:lnTo>
                    <a:pt x="62" y="7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42" name="Freeform 225">
              <a:extLst>
                <a:ext uri="{FF2B5EF4-FFF2-40B4-BE49-F238E27FC236}">
                  <a16:creationId xmlns:a16="http://schemas.microsoft.com/office/drawing/2014/main" id="{D97CA7D6-CAED-4298-B007-F871CCFEEB3F}"/>
                </a:ext>
              </a:extLst>
            </p:cNvPr>
            <p:cNvSpPr>
              <a:spLocks/>
            </p:cNvSpPr>
            <p:nvPr/>
          </p:nvSpPr>
          <p:spPr bwMode="auto">
            <a:xfrm>
              <a:off x="7446550" y="3163543"/>
              <a:ext cx="191308" cy="115674"/>
            </a:xfrm>
            <a:custGeom>
              <a:avLst/>
              <a:gdLst>
                <a:gd name="T0" fmla="*/ 128 w 129"/>
                <a:gd name="T1" fmla="*/ 49 h 78"/>
                <a:gd name="T2" fmla="*/ 117 w 129"/>
                <a:gd name="T3" fmla="*/ 47 h 78"/>
                <a:gd name="T4" fmla="*/ 102 w 129"/>
                <a:gd name="T5" fmla="*/ 47 h 78"/>
                <a:gd name="T6" fmla="*/ 95 w 129"/>
                <a:gd name="T7" fmla="*/ 41 h 78"/>
                <a:gd name="T8" fmla="*/ 87 w 129"/>
                <a:gd name="T9" fmla="*/ 41 h 78"/>
                <a:gd name="T10" fmla="*/ 84 w 129"/>
                <a:gd name="T11" fmla="*/ 34 h 78"/>
                <a:gd name="T12" fmla="*/ 77 w 129"/>
                <a:gd name="T13" fmla="*/ 27 h 78"/>
                <a:gd name="T14" fmla="*/ 67 w 129"/>
                <a:gd name="T15" fmla="*/ 23 h 78"/>
                <a:gd name="T16" fmla="*/ 67 w 129"/>
                <a:gd name="T17" fmla="*/ 16 h 78"/>
                <a:gd name="T18" fmla="*/ 62 w 129"/>
                <a:gd name="T19" fmla="*/ 12 h 78"/>
                <a:gd name="T20" fmla="*/ 53 w 129"/>
                <a:gd name="T21" fmla="*/ 14 h 78"/>
                <a:gd name="T22" fmla="*/ 47 w 129"/>
                <a:gd name="T23" fmla="*/ 14 h 78"/>
                <a:gd name="T24" fmla="*/ 40 w 129"/>
                <a:gd name="T25" fmla="*/ 1 h 78"/>
                <a:gd name="T26" fmla="*/ 35 w 129"/>
                <a:gd name="T27" fmla="*/ 1 h 78"/>
                <a:gd name="T28" fmla="*/ 26 w 129"/>
                <a:gd name="T29" fmla="*/ 0 h 78"/>
                <a:gd name="T30" fmla="*/ 18 w 129"/>
                <a:gd name="T31" fmla="*/ 0 h 78"/>
                <a:gd name="T32" fmla="*/ 15 w 129"/>
                <a:gd name="T33" fmla="*/ 1 h 78"/>
                <a:gd name="T34" fmla="*/ 5 w 129"/>
                <a:gd name="T35" fmla="*/ 7 h 78"/>
                <a:gd name="T36" fmla="*/ 0 w 129"/>
                <a:gd name="T37" fmla="*/ 18 h 78"/>
                <a:gd name="T38" fmla="*/ 2 w 129"/>
                <a:gd name="T39" fmla="*/ 27 h 78"/>
                <a:gd name="T40" fmla="*/ 11 w 129"/>
                <a:gd name="T41" fmla="*/ 31 h 78"/>
                <a:gd name="T42" fmla="*/ 13 w 129"/>
                <a:gd name="T43" fmla="*/ 36 h 78"/>
                <a:gd name="T44" fmla="*/ 20 w 129"/>
                <a:gd name="T45" fmla="*/ 40 h 78"/>
                <a:gd name="T46" fmla="*/ 29 w 129"/>
                <a:gd name="T47" fmla="*/ 43 h 78"/>
                <a:gd name="T48" fmla="*/ 40 w 129"/>
                <a:gd name="T49" fmla="*/ 49 h 78"/>
                <a:gd name="T50" fmla="*/ 49 w 129"/>
                <a:gd name="T51" fmla="*/ 51 h 78"/>
                <a:gd name="T52" fmla="*/ 57 w 129"/>
                <a:gd name="T53" fmla="*/ 54 h 78"/>
                <a:gd name="T54" fmla="*/ 62 w 129"/>
                <a:gd name="T55" fmla="*/ 60 h 78"/>
                <a:gd name="T56" fmla="*/ 69 w 129"/>
                <a:gd name="T57" fmla="*/ 61 h 78"/>
                <a:gd name="T58" fmla="*/ 75 w 129"/>
                <a:gd name="T59" fmla="*/ 69 h 78"/>
                <a:gd name="T60" fmla="*/ 87 w 129"/>
                <a:gd name="T61" fmla="*/ 69 h 78"/>
                <a:gd name="T62" fmla="*/ 102 w 129"/>
                <a:gd name="T63" fmla="*/ 76 h 78"/>
                <a:gd name="T64" fmla="*/ 111 w 129"/>
                <a:gd name="T65" fmla="*/ 76 h 78"/>
                <a:gd name="T66" fmla="*/ 118 w 129"/>
                <a:gd name="T67" fmla="*/ 78 h 78"/>
                <a:gd name="T68" fmla="*/ 126 w 129"/>
                <a:gd name="T69" fmla="*/ 76 h 78"/>
                <a:gd name="T70" fmla="*/ 129 w 129"/>
                <a:gd name="T71" fmla="*/ 72 h 78"/>
                <a:gd name="T72" fmla="*/ 129 w 129"/>
                <a:gd name="T73" fmla="*/ 69 h 78"/>
                <a:gd name="T74" fmla="*/ 124 w 129"/>
                <a:gd name="T75" fmla="*/ 63 h 78"/>
                <a:gd name="T76" fmla="*/ 128 w 129"/>
                <a:gd name="T77" fmla="*/ 58 h 78"/>
                <a:gd name="T78" fmla="*/ 128 w 129"/>
                <a:gd name="T79" fmla="*/ 49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29" h="78">
                  <a:moveTo>
                    <a:pt x="128" y="49"/>
                  </a:moveTo>
                  <a:lnTo>
                    <a:pt x="117" y="47"/>
                  </a:lnTo>
                  <a:lnTo>
                    <a:pt x="102" y="47"/>
                  </a:lnTo>
                  <a:lnTo>
                    <a:pt x="95" y="41"/>
                  </a:lnTo>
                  <a:lnTo>
                    <a:pt x="87" y="41"/>
                  </a:lnTo>
                  <a:lnTo>
                    <a:pt x="84" y="34"/>
                  </a:lnTo>
                  <a:lnTo>
                    <a:pt x="77" y="27"/>
                  </a:lnTo>
                  <a:lnTo>
                    <a:pt x="67" y="23"/>
                  </a:lnTo>
                  <a:lnTo>
                    <a:pt x="67" y="16"/>
                  </a:lnTo>
                  <a:lnTo>
                    <a:pt x="62" y="12"/>
                  </a:lnTo>
                  <a:lnTo>
                    <a:pt x="53" y="14"/>
                  </a:lnTo>
                  <a:lnTo>
                    <a:pt x="47" y="14"/>
                  </a:lnTo>
                  <a:lnTo>
                    <a:pt x="40" y="1"/>
                  </a:lnTo>
                  <a:lnTo>
                    <a:pt x="35" y="1"/>
                  </a:lnTo>
                  <a:lnTo>
                    <a:pt x="26" y="0"/>
                  </a:lnTo>
                  <a:lnTo>
                    <a:pt x="18" y="0"/>
                  </a:lnTo>
                  <a:lnTo>
                    <a:pt x="15" y="1"/>
                  </a:lnTo>
                  <a:lnTo>
                    <a:pt x="5" y="7"/>
                  </a:lnTo>
                  <a:lnTo>
                    <a:pt x="0" y="18"/>
                  </a:lnTo>
                  <a:lnTo>
                    <a:pt x="2" y="27"/>
                  </a:lnTo>
                  <a:lnTo>
                    <a:pt x="11" y="31"/>
                  </a:lnTo>
                  <a:lnTo>
                    <a:pt x="13" y="36"/>
                  </a:lnTo>
                  <a:lnTo>
                    <a:pt x="20" y="40"/>
                  </a:lnTo>
                  <a:lnTo>
                    <a:pt x="29" y="43"/>
                  </a:lnTo>
                  <a:lnTo>
                    <a:pt x="40" y="49"/>
                  </a:lnTo>
                  <a:lnTo>
                    <a:pt x="49" y="51"/>
                  </a:lnTo>
                  <a:lnTo>
                    <a:pt x="57" y="54"/>
                  </a:lnTo>
                  <a:lnTo>
                    <a:pt x="62" y="60"/>
                  </a:lnTo>
                  <a:lnTo>
                    <a:pt x="69" y="61"/>
                  </a:lnTo>
                  <a:lnTo>
                    <a:pt x="75" y="69"/>
                  </a:lnTo>
                  <a:lnTo>
                    <a:pt x="87" y="69"/>
                  </a:lnTo>
                  <a:lnTo>
                    <a:pt x="102" y="76"/>
                  </a:lnTo>
                  <a:lnTo>
                    <a:pt x="111" y="76"/>
                  </a:lnTo>
                  <a:lnTo>
                    <a:pt x="118" y="78"/>
                  </a:lnTo>
                  <a:lnTo>
                    <a:pt x="126" y="76"/>
                  </a:lnTo>
                  <a:lnTo>
                    <a:pt x="129" y="72"/>
                  </a:lnTo>
                  <a:lnTo>
                    <a:pt x="129" y="69"/>
                  </a:lnTo>
                  <a:lnTo>
                    <a:pt x="124" y="63"/>
                  </a:lnTo>
                  <a:lnTo>
                    <a:pt x="128" y="58"/>
                  </a:lnTo>
                  <a:lnTo>
                    <a:pt x="128" y="4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43" name="Freeform 226">
              <a:extLst>
                <a:ext uri="{FF2B5EF4-FFF2-40B4-BE49-F238E27FC236}">
                  <a16:creationId xmlns:a16="http://schemas.microsoft.com/office/drawing/2014/main" id="{92162F63-CDEF-4C4B-9E67-9F2841F87D9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828592" y="4551635"/>
              <a:ext cx="320329" cy="361853"/>
            </a:xfrm>
            <a:custGeom>
              <a:avLst/>
              <a:gdLst>
                <a:gd name="T0" fmla="*/ 82 w 216"/>
                <a:gd name="T1" fmla="*/ 239 h 244"/>
                <a:gd name="T2" fmla="*/ 89 w 216"/>
                <a:gd name="T3" fmla="*/ 231 h 244"/>
                <a:gd name="T4" fmla="*/ 94 w 216"/>
                <a:gd name="T5" fmla="*/ 231 h 244"/>
                <a:gd name="T6" fmla="*/ 94 w 216"/>
                <a:gd name="T7" fmla="*/ 239 h 244"/>
                <a:gd name="T8" fmla="*/ 102 w 216"/>
                <a:gd name="T9" fmla="*/ 242 h 244"/>
                <a:gd name="T10" fmla="*/ 109 w 216"/>
                <a:gd name="T11" fmla="*/ 242 h 244"/>
                <a:gd name="T12" fmla="*/ 116 w 216"/>
                <a:gd name="T13" fmla="*/ 239 h 244"/>
                <a:gd name="T14" fmla="*/ 120 w 216"/>
                <a:gd name="T15" fmla="*/ 233 h 244"/>
                <a:gd name="T16" fmla="*/ 129 w 216"/>
                <a:gd name="T17" fmla="*/ 171 h 244"/>
                <a:gd name="T18" fmla="*/ 147 w 216"/>
                <a:gd name="T19" fmla="*/ 31 h 244"/>
                <a:gd name="T20" fmla="*/ 194 w 216"/>
                <a:gd name="T21" fmla="*/ 29 h 244"/>
                <a:gd name="T22" fmla="*/ 202 w 216"/>
                <a:gd name="T23" fmla="*/ 25 h 244"/>
                <a:gd name="T24" fmla="*/ 202 w 216"/>
                <a:gd name="T25" fmla="*/ 24 h 244"/>
                <a:gd name="T26" fmla="*/ 209 w 216"/>
                <a:gd name="T27" fmla="*/ 25 h 244"/>
                <a:gd name="T28" fmla="*/ 211 w 216"/>
                <a:gd name="T29" fmla="*/ 22 h 244"/>
                <a:gd name="T30" fmla="*/ 216 w 216"/>
                <a:gd name="T31" fmla="*/ 20 h 244"/>
                <a:gd name="T32" fmla="*/ 213 w 216"/>
                <a:gd name="T33" fmla="*/ 16 h 244"/>
                <a:gd name="T34" fmla="*/ 205 w 216"/>
                <a:gd name="T35" fmla="*/ 15 h 244"/>
                <a:gd name="T36" fmla="*/ 151 w 216"/>
                <a:gd name="T37" fmla="*/ 22 h 244"/>
                <a:gd name="T38" fmla="*/ 138 w 216"/>
                <a:gd name="T39" fmla="*/ 20 h 244"/>
                <a:gd name="T40" fmla="*/ 136 w 216"/>
                <a:gd name="T41" fmla="*/ 18 h 244"/>
                <a:gd name="T42" fmla="*/ 133 w 216"/>
                <a:gd name="T43" fmla="*/ 20 h 244"/>
                <a:gd name="T44" fmla="*/ 123 w 216"/>
                <a:gd name="T45" fmla="*/ 16 h 244"/>
                <a:gd name="T46" fmla="*/ 118 w 216"/>
                <a:gd name="T47" fmla="*/ 16 h 244"/>
                <a:gd name="T48" fmla="*/ 112 w 216"/>
                <a:gd name="T49" fmla="*/ 13 h 244"/>
                <a:gd name="T50" fmla="*/ 109 w 216"/>
                <a:gd name="T51" fmla="*/ 9 h 244"/>
                <a:gd name="T52" fmla="*/ 36 w 216"/>
                <a:gd name="T53" fmla="*/ 5 h 244"/>
                <a:gd name="T54" fmla="*/ 27 w 216"/>
                <a:gd name="T55" fmla="*/ 0 h 244"/>
                <a:gd name="T56" fmla="*/ 21 w 216"/>
                <a:gd name="T57" fmla="*/ 5 h 244"/>
                <a:gd name="T58" fmla="*/ 12 w 216"/>
                <a:gd name="T59" fmla="*/ 4 h 244"/>
                <a:gd name="T60" fmla="*/ 0 w 216"/>
                <a:gd name="T61" fmla="*/ 5 h 244"/>
                <a:gd name="T62" fmla="*/ 21 w 216"/>
                <a:gd name="T63" fmla="*/ 47 h 244"/>
                <a:gd name="T64" fmla="*/ 23 w 216"/>
                <a:gd name="T65" fmla="*/ 62 h 244"/>
                <a:gd name="T66" fmla="*/ 25 w 216"/>
                <a:gd name="T67" fmla="*/ 75 h 244"/>
                <a:gd name="T68" fmla="*/ 34 w 216"/>
                <a:gd name="T69" fmla="*/ 86 h 244"/>
                <a:gd name="T70" fmla="*/ 36 w 216"/>
                <a:gd name="T71" fmla="*/ 95 h 244"/>
                <a:gd name="T72" fmla="*/ 36 w 216"/>
                <a:gd name="T73" fmla="*/ 102 h 244"/>
                <a:gd name="T74" fmla="*/ 47 w 216"/>
                <a:gd name="T75" fmla="*/ 111 h 244"/>
                <a:gd name="T76" fmla="*/ 45 w 216"/>
                <a:gd name="T77" fmla="*/ 126 h 244"/>
                <a:gd name="T78" fmla="*/ 43 w 216"/>
                <a:gd name="T79" fmla="*/ 140 h 244"/>
                <a:gd name="T80" fmla="*/ 51 w 216"/>
                <a:gd name="T81" fmla="*/ 160 h 244"/>
                <a:gd name="T82" fmla="*/ 52 w 216"/>
                <a:gd name="T83" fmla="*/ 200 h 244"/>
                <a:gd name="T84" fmla="*/ 60 w 216"/>
                <a:gd name="T85" fmla="*/ 224 h 244"/>
                <a:gd name="T86" fmla="*/ 71 w 216"/>
                <a:gd name="T87" fmla="*/ 231 h 244"/>
                <a:gd name="T88" fmla="*/ 74 w 216"/>
                <a:gd name="T89" fmla="*/ 233 h 244"/>
                <a:gd name="T90" fmla="*/ 76 w 216"/>
                <a:gd name="T91" fmla="*/ 242 h 244"/>
                <a:gd name="T92" fmla="*/ 49 w 216"/>
                <a:gd name="T93" fmla="*/ 56 h 244"/>
                <a:gd name="T94" fmla="*/ 47 w 216"/>
                <a:gd name="T95" fmla="*/ 62 h 244"/>
                <a:gd name="T96" fmla="*/ 47 w 216"/>
                <a:gd name="T97" fmla="*/ 56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16" h="244">
                  <a:moveTo>
                    <a:pt x="76" y="244"/>
                  </a:moveTo>
                  <a:lnTo>
                    <a:pt x="76" y="244"/>
                  </a:lnTo>
                  <a:lnTo>
                    <a:pt x="82" y="239"/>
                  </a:lnTo>
                  <a:lnTo>
                    <a:pt x="87" y="233"/>
                  </a:lnTo>
                  <a:lnTo>
                    <a:pt x="87" y="233"/>
                  </a:lnTo>
                  <a:lnTo>
                    <a:pt x="89" y="231"/>
                  </a:lnTo>
                  <a:lnTo>
                    <a:pt x="92" y="231"/>
                  </a:lnTo>
                  <a:lnTo>
                    <a:pt x="92" y="231"/>
                  </a:lnTo>
                  <a:lnTo>
                    <a:pt x="94" y="231"/>
                  </a:lnTo>
                  <a:lnTo>
                    <a:pt x="94" y="233"/>
                  </a:lnTo>
                  <a:lnTo>
                    <a:pt x="94" y="235"/>
                  </a:lnTo>
                  <a:lnTo>
                    <a:pt x="94" y="239"/>
                  </a:lnTo>
                  <a:lnTo>
                    <a:pt x="94" y="239"/>
                  </a:lnTo>
                  <a:lnTo>
                    <a:pt x="96" y="240"/>
                  </a:lnTo>
                  <a:lnTo>
                    <a:pt x="102" y="242"/>
                  </a:lnTo>
                  <a:lnTo>
                    <a:pt x="102" y="242"/>
                  </a:lnTo>
                  <a:lnTo>
                    <a:pt x="107" y="242"/>
                  </a:lnTo>
                  <a:lnTo>
                    <a:pt x="109" y="242"/>
                  </a:lnTo>
                  <a:lnTo>
                    <a:pt x="111" y="242"/>
                  </a:lnTo>
                  <a:lnTo>
                    <a:pt x="111" y="242"/>
                  </a:lnTo>
                  <a:lnTo>
                    <a:pt x="116" y="239"/>
                  </a:lnTo>
                  <a:lnTo>
                    <a:pt x="118" y="235"/>
                  </a:lnTo>
                  <a:lnTo>
                    <a:pt x="118" y="235"/>
                  </a:lnTo>
                  <a:lnTo>
                    <a:pt x="120" y="233"/>
                  </a:lnTo>
                  <a:lnTo>
                    <a:pt x="123" y="233"/>
                  </a:lnTo>
                  <a:lnTo>
                    <a:pt x="127" y="231"/>
                  </a:lnTo>
                  <a:lnTo>
                    <a:pt x="129" y="171"/>
                  </a:lnTo>
                  <a:lnTo>
                    <a:pt x="129" y="98"/>
                  </a:lnTo>
                  <a:lnTo>
                    <a:pt x="147" y="98"/>
                  </a:lnTo>
                  <a:lnTo>
                    <a:pt x="147" y="31"/>
                  </a:lnTo>
                  <a:lnTo>
                    <a:pt x="160" y="31"/>
                  </a:lnTo>
                  <a:lnTo>
                    <a:pt x="194" y="29"/>
                  </a:lnTo>
                  <a:lnTo>
                    <a:pt x="194" y="29"/>
                  </a:lnTo>
                  <a:lnTo>
                    <a:pt x="198" y="29"/>
                  </a:lnTo>
                  <a:lnTo>
                    <a:pt x="200" y="29"/>
                  </a:lnTo>
                  <a:lnTo>
                    <a:pt x="202" y="25"/>
                  </a:lnTo>
                  <a:lnTo>
                    <a:pt x="202" y="25"/>
                  </a:lnTo>
                  <a:lnTo>
                    <a:pt x="202" y="24"/>
                  </a:lnTo>
                  <a:lnTo>
                    <a:pt x="202" y="24"/>
                  </a:lnTo>
                  <a:lnTo>
                    <a:pt x="205" y="25"/>
                  </a:lnTo>
                  <a:lnTo>
                    <a:pt x="209" y="25"/>
                  </a:lnTo>
                  <a:lnTo>
                    <a:pt x="209" y="25"/>
                  </a:lnTo>
                  <a:lnTo>
                    <a:pt x="211" y="24"/>
                  </a:lnTo>
                  <a:lnTo>
                    <a:pt x="211" y="24"/>
                  </a:lnTo>
                  <a:lnTo>
                    <a:pt x="211" y="22"/>
                  </a:lnTo>
                  <a:lnTo>
                    <a:pt x="215" y="20"/>
                  </a:lnTo>
                  <a:lnTo>
                    <a:pt x="216" y="20"/>
                  </a:lnTo>
                  <a:lnTo>
                    <a:pt x="216" y="20"/>
                  </a:lnTo>
                  <a:lnTo>
                    <a:pt x="216" y="20"/>
                  </a:lnTo>
                  <a:lnTo>
                    <a:pt x="213" y="16"/>
                  </a:lnTo>
                  <a:lnTo>
                    <a:pt x="213" y="16"/>
                  </a:lnTo>
                  <a:lnTo>
                    <a:pt x="211" y="15"/>
                  </a:lnTo>
                  <a:lnTo>
                    <a:pt x="209" y="15"/>
                  </a:lnTo>
                  <a:lnTo>
                    <a:pt x="205" y="15"/>
                  </a:lnTo>
                  <a:lnTo>
                    <a:pt x="185" y="16"/>
                  </a:lnTo>
                  <a:lnTo>
                    <a:pt x="151" y="22"/>
                  </a:lnTo>
                  <a:lnTo>
                    <a:pt x="151" y="22"/>
                  </a:lnTo>
                  <a:lnTo>
                    <a:pt x="145" y="20"/>
                  </a:lnTo>
                  <a:lnTo>
                    <a:pt x="142" y="20"/>
                  </a:lnTo>
                  <a:lnTo>
                    <a:pt x="138" y="20"/>
                  </a:lnTo>
                  <a:lnTo>
                    <a:pt x="138" y="20"/>
                  </a:lnTo>
                  <a:lnTo>
                    <a:pt x="136" y="20"/>
                  </a:lnTo>
                  <a:lnTo>
                    <a:pt x="136" y="18"/>
                  </a:lnTo>
                  <a:lnTo>
                    <a:pt x="134" y="18"/>
                  </a:lnTo>
                  <a:lnTo>
                    <a:pt x="133" y="20"/>
                  </a:lnTo>
                  <a:lnTo>
                    <a:pt x="133" y="20"/>
                  </a:lnTo>
                  <a:lnTo>
                    <a:pt x="129" y="20"/>
                  </a:lnTo>
                  <a:lnTo>
                    <a:pt x="127" y="18"/>
                  </a:lnTo>
                  <a:lnTo>
                    <a:pt x="123" y="16"/>
                  </a:lnTo>
                  <a:lnTo>
                    <a:pt x="120" y="16"/>
                  </a:lnTo>
                  <a:lnTo>
                    <a:pt x="120" y="16"/>
                  </a:lnTo>
                  <a:lnTo>
                    <a:pt x="118" y="16"/>
                  </a:lnTo>
                  <a:lnTo>
                    <a:pt x="116" y="15"/>
                  </a:lnTo>
                  <a:lnTo>
                    <a:pt x="114" y="15"/>
                  </a:lnTo>
                  <a:lnTo>
                    <a:pt x="112" y="13"/>
                  </a:lnTo>
                  <a:lnTo>
                    <a:pt x="112" y="13"/>
                  </a:lnTo>
                  <a:lnTo>
                    <a:pt x="111" y="13"/>
                  </a:lnTo>
                  <a:lnTo>
                    <a:pt x="109" y="9"/>
                  </a:lnTo>
                  <a:lnTo>
                    <a:pt x="107" y="7"/>
                  </a:lnTo>
                  <a:lnTo>
                    <a:pt x="36" y="5"/>
                  </a:lnTo>
                  <a:lnTo>
                    <a:pt x="36" y="5"/>
                  </a:lnTo>
                  <a:lnTo>
                    <a:pt x="32" y="2"/>
                  </a:lnTo>
                  <a:lnTo>
                    <a:pt x="27" y="0"/>
                  </a:lnTo>
                  <a:lnTo>
                    <a:pt x="27" y="0"/>
                  </a:lnTo>
                  <a:lnTo>
                    <a:pt x="25" y="2"/>
                  </a:lnTo>
                  <a:lnTo>
                    <a:pt x="23" y="4"/>
                  </a:lnTo>
                  <a:lnTo>
                    <a:pt x="21" y="5"/>
                  </a:lnTo>
                  <a:lnTo>
                    <a:pt x="18" y="5"/>
                  </a:lnTo>
                  <a:lnTo>
                    <a:pt x="18" y="5"/>
                  </a:lnTo>
                  <a:lnTo>
                    <a:pt x="12" y="4"/>
                  </a:lnTo>
                  <a:lnTo>
                    <a:pt x="7" y="5"/>
                  </a:lnTo>
                  <a:lnTo>
                    <a:pt x="0" y="5"/>
                  </a:lnTo>
                  <a:lnTo>
                    <a:pt x="0" y="5"/>
                  </a:lnTo>
                  <a:lnTo>
                    <a:pt x="3" y="31"/>
                  </a:lnTo>
                  <a:lnTo>
                    <a:pt x="7" y="31"/>
                  </a:lnTo>
                  <a:lnTo>
                    <a:pt x="21" y="47"/>
                  </a:lnTo>
                  <a:lnTo>
                    <a:pt x="21" y="47"/>
                  </a:lnTo>
                  <a:lnTo>
                    <a:pt x="23" y="55"/>
                  </a:lnTo>
                  <a:lnTo>
                    <a:pt x="23" y="62"/>
                  </a:lnTo>
                  <a:lnTo>
                    <a:pt x="23" y="67"/>
                  </a:lnTo>
                  <a:lnTo>
                    <a:pt x="25" y="75"/>
                  </a:lnTo>
                  <a:lnTo>
                    <a:pt x="25" y="75"/>
                  </a:lnTo>
                  <a:lnTo>
                    <a:pt x="27" y="78"/>
                  </a:lnTo>
                  <a:lnTo>
                    <a:pt x="30" y="82"/>
                  </a:lnTo>
                  <a:lnTo>
                    <a:pt x="34" y="86"/>
                  </a:lnTo>
                  <a:lnTo>
                    <a:pt x="36" y="89"/>
                  </a:lnTo>
                  <a:lnTo>
                    <a:pt x="36" y="89"/>
                  </a:lnTo>
                  <a:lnTo>
                    <a:pt x="36" y="95"/>
                  </a:lnTo>
                  <a:lnTo>
                    <a:pt x="36" y="98"/>
                  </a:lnTo>
                  <a:lnTo>
                    <a:pt x="36" y="102"/>
                  </a:lnTo>
                  <a:lnTo>
                    <a:pt x="36" y="102"/>
                  </a:lnTo>
                  <a:lnTo>
                    <a:pt x="41" y="106"/>
                  </a:lnTo>
                  <a:lnTo>
                    <a:pt x="45" y="107"/>
                  </a:lnTo>
                  <a:lnTo>
                    <a:pt x="47" y="111"/>
                  </a:lnTo>
                  <a:lnTo>
                    <a:pt x="47" y="111"/>
                  </a:lnTo>
                  <a:lnTo>
                    <a:pt x="47" y="118"/>
                  </a:lnTo>
                  <a:lnTo>
                    <a:pt x="45" y="126"/>
                  </a:lnTo>
                  <a:lnTo>
                    <a:pt x="43" y="133"/>
                  </a:lnTo>
                  <a:lnTo>
                    <a:pt x="43" y="140"/>
                  </a:lnTo>
                  <a:lnTo>
                    <a:pt x="43" y="140"/>
                  </a:lnTo>
                  <a:lnTo>
                    <a:pt x="47" y="151"/>
                  </a:lnTo>
                  <a:lnTo>
                    <a:pt x="51" y="160"/>
                  </a:lnTo>
                  <a:lnTo>
                    <a:pt x="51" y="160"/>
                  </a:lnTo>
                  <a:lnTo>
                    <a:pt x="52" y="175"/>
                  </a:lnTo>
                  <a:lnTo>
                    <a:pt x="52" y="188"/>
                  </a:lnTo>
                  <a:lnTo>
                    <a:pt x="52" y="200"/>
                  </a:lnTo>
                  <a:lnTo>
                    <a:pt x="56" y="217"/>
                  </a:lnTo>
                  <a:lnTo>
                    <a:pt x="56" y="217"/>
                  </a:lnTo>
                  <a:lnTo>
                    <a:pt x="60" y="224"/>
                  </a:lnTo>
                  <a:lnTo>
                    <a:pt x="65" y="231"/>
                  </a:lnTo>
                  <a:lnTo>
                    <a:pt x="65" y="231"/>
                  </a:lnTo>
                  <a:lnTo>
                    <a:pt x="71" y="231"/>
                  </a:lnTo>
                  <a:lnTo>
                    <a:pt x="72" y="231"/>
                  </a:lnTo>
                  <a:lnTo>
                    <a:pt x="72" y="231"/>
                  </a:lnTo>
                  <a:lnTo>
                    <a:pt x="74" y="233"/>
                  </a:lnTo>
                  <a:lnTo>
                    <a:pt x="74" y="237"/>
                  </a:lnTo>
                  <a:lnTo>
                    <a:pt x="74" y="240"/>
                  </a:lnTo>
                  <a:lnTo>
                    <a:pt x="76" y="242"/>
                  </a:lnTo>
                  <a:lnTo>
                    <a:pt x="76" y="244"/>
                  </a:lnTo>
                  <a:close/>
                  <a:moveTo>
                    <a:pt x="49" y="56"/>
                  </a:moveTo>
                  <a:lnTo>
                    <a:pt x="49" y="56"/>
                  </a:lnTo>
                  <a:lnTo>
                    <a:pt x="51" y="58"/>
                  </a:lnTo>
                  <a:lnTo>
                    <a:pt x="49" y="60"/>
                  </a:lnTo>
                  <a:lnTo>
                    <a:pt x="47" y="62"/>
                  </a:lnTo>
                  <a:lnTo>
                    <a:pt x="47" y="62"/>
                  </a:lnTo>
                  <a:lnTo>
                    <a:pt x="47" y="58"/>
                  </a:lnTo>
                  <a:lnTo>
                    <a:pt x="47" y="56"/>
                  </a:lnTo>
                  <a:lnTo>
                    <a:pt x="49" y="56"/>
                  </a:lnTo>
                  <a:lnTo>
                    <a:pt x="49" y="5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44" name="Freeform 227">
              <a:extLst>
                <a:ext uri="{FF2B5EF4-FFF2-40B4-BE49-F238E27FC236}">
                  <a16:creationId xmlns:a16="http://schemas.microsoft.com/office/drawing/2014/main" id="{A2EB62A1-5A1C-461F-89D0-57CB79CC58E8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3524" y="2816520"/>
              <a:ext cx="23728" cy="29660"/>
            </a:xfrm>
            <a:custGeom>
              <a:avLst/>
              <a:gdLst>
                <a:gd name="T0" fmla="*/ 11 w 16"/>
                <a:gd name="T1" fmla="*/ 20 h 20"/>
                <a:gd name="T2" fmla="*/ 11 w 16"/>
                <a:gd name="T3" fmla="*/ 20 h 20"/>
                <a:gd name="T4" fmla="*/ 3 w 16"/>
                <a:gd name="T5" fmla="*/ 11 h 20"/>
                <a:gd name="T6" fmla="*/ 1 w 16"/>
                <a:gd name="T7" fmla="*/ 6 h 20"/>
                <a:gd name="T8" fmla="*/ 0 w 16"/>
                <a:gd name="T9" fmla="*/ 2 h 20"/>
                <a:gd name="T10" fmla="*/ 7 w 16"/>
                <a:gd name="T11" fmla="*/ 0 h 20"/>
                <a:gd name="T12" fmla="*/ 11 w 16"/>
                <a:gd name="T13" fmla="*/ 6 h 20"/>
                <a:gd name="T14" fmla="*/ 7 w 16"/>
                <a:gd name="T15" fmla="*/ 6 h 20"/>
                <a:gd name="T16" fmla="*/ 9 w 16"/>
                <a:gd name="T17" fmla="*/ 11 h 20"/>
                <a:gd name="T18" fmla="*/ 9 w 16"/>
                <a:gd name="T19" fmla="*/ 11 h 20"/>
                <a:gd name="T20" fmla="*/ 14 w 16"/>
                <a:gd name="T21" fmla="*/ 13 h 20"/>
                <a:gd name="T22" fmla="*/ 16 w 16"/>
                <a:gd name="T23" fmla="*/ 17 h 20"/>
                <a:gd name="T24" fmla="*/ 16 w 16"/>
                <a:gd name="T25" fmla="*/ 17 h 20"/>
                <a:gd name="T26" fmla="*/ 14 w 16"/>
                <a:gd name="T27" fmla="*/ 19 h 20"/>
                <a:gd name="T28" fmla="*/ 11 w 16"/>
                <a:gd name="T29" fmla="*/ 20 h 20"/>
                <a:gd name="T30" fmla="*/ 11 w 16"/>
                <a:gd name="T31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6" h="20">
                  <a:moveTo>
                    <a:pt x="11" y="20"/>
                  </a:moveTo>
                  <a:lnTo>
                    <a:pt x="11" y="20"/>
                  </a:lnTo>
                  <a:lnTo>
                    <a:pt x="3" y="11"/>
                  </a:lnTo>
                  <a:lnTo>
                    <a:pt x="1" y="6"/>
                  </a:lnTo>
                  <a:lnTo>
                    <a:pt x="0" y="2"/>
                  </a:lnTo>
                  <a:lnTo>
                    <a:pt x="7" y="0"/>
                  </a:lnTo>
                  <a:lnTo>
                    <a:pt x="11" y="6"/>
                  </a:lnTo>
                  <a:lnTo>
                    <a:pt x="7" y="6"/>
                  </a:lnTo>
                  <a:lnTo>
                    <a:pt x="9" y="11"/>
                  </a:lnTo>
                  <a:lnTo>
                    <a:pt x="9" y="11"/>
                  </a:lnTo>
                  <a:lnTo>
                    <a:pt x="14" y="13"/>
                  </a:lnTo>
                  <a:lnTo>
                    <a:pt x="16" y="17"/>
                  </a:lnTo>
                  <a:lnTo>
                    <a:pt x="16" y="17"/>
                  </a:lnTo>
                  <a:lnTo>
                    <a:pt x="14" y="19"/>
                  </a:lnTo>
                  <a:lnTo>
                    <a:pt x="11" y="20"/>
                  </a:lnTo>
                  <a:lnTo>
                    <a:pt x="11" y="2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45" name="Freeform 228">
              <a:extLst>
                <a:ext uri="{FF2B5EF4-FFF2-40B4-BE49-F238E27FC236}">
                  <a16:creationId xmlns:a16="http://schemas.microsoft.com/office/drawing/2014/main" id="{BFBF309B-4A46-4813-ADFC-3D302BE8193C}"/>
                </a:ext>
              </a:extLst>
            </p:cNvPr>
            <p:cNvSpPr>
              <a:spLocks/>
            </p:cNvSpPr>
            <p:nvPr/>
          </p:nvSpPr>
          <p:spPr bwMode="auto">
            <a:xfrm>
              <a:off x="6269044" y="4381090"/>
              <a:ext cx="240247" cy="459731"/>
            </a:xfrm>
            <a:custGeom>
              <a:avLst/>
              <a:gdLst>
                <a:gd name="T0" fmla="*/ 72 w 162"/>
                <a:gd name="T1" fmla="*/ 62 h 310"/>
                <a:gd name="T2" fmla="*/ 83 w 162"/>
                <a:gd name="T3" fmla="*/ 69 h 310"/>
                <a:gd name="T4" fmla="*/ 87 w 162"/>
                <a:gd name="T5" fmla="*/ 82 h 310"/>
                <a:gd name="T6" fmla="*/ 87 w 162"/>
                <a:gd name="T7" fmla="*/ 88 h 310"/>
                <a:gd name="T8" fmla="*/ 83 w 162"/>
                <a:gd name="T9" fmla="*/ 95 h 310"/>
                <a:gd name="T10" fmla="*/ 76 w 162"/>
                <a:gd name="T11" fmla="*/ 95 h 310"/>
                <a:gd name="T12" fmla="*/ 80 w 162"/>
                <a:gd name="T13" fmla="*/ 109 h 310"/>
                <a:gd name="T14" fmla="*/ 74 w 162"/>
                <a:gd name="T15" fmla="*/ 117 h 310"/>
                <a:gd name="T16" fmla="*/ 72 w 162"/>
                <a:gd name="T17" fmla="*/ 109 h 310"/>
                <a:gd name="T18" fmla="*/ 61 w 162"/>
                <a:gd name="T19" fmla="*/ 104 h 310"/>
                <a:gd name="T20" fmla="*/ 56 w 162"/>
                <a:gd name="T21" fmla="*/ 95 h 310"/>
                <a:gd name="T22" fmla="*/ 60 w 162"/>
                <a:gd name="T23" fmla="*/ 79 h 310"/>
                <a:gd name="T24" fmla="*/ 58 w 162"/>
                <a:gd name="T25" fmla="*/ 71 h 310"/>
                <a:gd name="T26" fmla="*/ 45 w 162"/>
                <a:gd name="T27" fmla="*/ 73 h 310"/>
                <a:gd name="T28" fmla="*/ 40 w 162"/>
                <a:gd name="T29" fmla="*/ 64 h 310"/>
                <a:gd name="T30" fmla="*/ 3 w 162"/>
                <a:gd name="T31" fmla="*/ 79 h 310"/>
                <a:gd name="T32" fmla="*/ 3 w 162"/>
                <a:gd name="T33" fmla="*/ 97 h 310"/>
                <a:gd name="T34" fmla="*/ 20 w 162"/>
                <a:gd name="T35" fmla="*/ 100 h 310"/>
                <a:gd name="T36" fmla="*/ 34 w 162"/>
                <a:gd name="T37" fmla="*/ 108 h 310"/>
                <a:gd name="T38" fmla="*/ 40 w 162"/>
                <a:gd name="T39" fmla="*/ 119 h 310"/>
                <a:gd name="T40" fmla="*/ 36 w 162"/>
                <a:gd name="T41" fmla="*/ 128 h 310"/>
                <a:gd name="T42" fmla="*/ 38 w 162"/>
                <a:gd name="T43" fmla="*/ 140 h 310"/>
                <a:gd name="T44" fmla="*/ 40 w 162"/>
                <a:gd name="T45" fmla="*/ 153 h 310"/>
                <a:gd name="T46" fmla="*/ 36 w 162"/>
                <a:gd name="T47" fmla="*/ 162 h 310"/>
                <a:gd name="T48" fmla="*/ 40 w 162"/>
                <a:gd name="T49" fmla="*/ 168 h 310"/>
                <a:gd name="T50" fmla="*/ 36 w 162"/>
                <a:gd name="T51" fmla="*/ 179 h 310"/>
                <a:gd name="T52" fmla="*/ 38 w 162"/>
                <a:gd name="T53" fmla="*/ 188 h 310"/>
                <a:gd name="T54" fmla="*/ 36 w 162"/>
                <a:gd name="T55" fmla="*/ 195 h 310"/>
                <a:gd name="T56" fmla="*/ 40 w 162"/>
                <a:gd name="T57" fmla="*/ 199 h 310"/>
                <a:gd name="T58" fmla="*/ 32 w 162"/>
                <a:gd name="T59" fmla="*/ 211 h 310"/>
                <a:gd name="T60" fmla="*/ 21 w 162"/>
                <a:gd name="T61" fmla="*/ 239 h 310"/>
                <a:gd name="T62" fmla="*/ 20 w 162"/>
                <a:gd name="T63" fmla="*/ 250 h 310"/>
                <a:gd name="T64" fmla="*/ 21 w 162"/>
                <a:gd name="T65" fmla="*/ 277 h 310"/>
                <a:gd name="T66" fmla="*/ 20 w 162"/>
                <a:gd name="T67" fmla="*/ 286 h 310"/>
                <a:gd name="T68" fmla="*/ 23 w 162"/>
                <a:gd name="T69" fmla="*/ 292 h 310"/>
                <a:gd name="T70" fmla="*/ 31 w 162"/>
                <a:gd name="T71" fmla="*/ 299 h 310"/>
                <a:gd name="T72" fmla="*/ 38 w 162"/>
                <a:gd name="T73" fmla="*/ 306 h 310"/>
                <a:gd name="T74" fmla="*/ 31 w 162"/>
                <a:gd name="T75" fmla="*/ 299 h 310"/>
                <a:gd name="T76" fmla="*/ 67 w 162"/>
                <a:gd name="T77" fmla="*/ 281 h 310"/>
                <a:gd name="T78" fmla="*/ 78 w 162"/>
                <a:gd name="T79" fmla="*/ 272 h 310"/>
                <a:gd name="T80" fmla="*/ 67 w 162"/>
                <a:gd name="T81" fmla="*/ 197 h 310"/>
                <a:gd name="T82" fmla="*/ 67 w 162"/>
                <a:gd name="T83" fmla="*/ 175 h 310"/>
                <a:gd name="T84" fmla="*/ 74 w 162"/>
                <a:gd name="T85" fmla="*/ 171 h 310"/>
                <a:gd name="T86" fmla="*/ 85 w 162"/>
                <a:gd name="T87" fmla="*/ 160 h 310"/>
                <a:gd name="T88" fmla="*/ 98 w 162"/>
                <a:gd name="T89" fmla="*/ 139 h 310"/>
                <a:gd name="T90" fmla="*/ 116 w 162"/>
                <a:gd name="T91" fmla="*/ 128 h 310"/>
                <a:gd name="T92" fmla="*/ 127 w 162"/>
                <a:gd name="T93" fmla="*/ 128 h 310"/>
                <a:gd name="T94" fmla="*/ 147 w 162"/>
                <a:gd name="T95" fmla="*/ 108 h 310"/>
                <a:gd name="T96" fmla="*/ 158 w 162"/>
                <a:gd name="T97" fmla="*/ 79 h 310"/>
                <a:gd name="T98" fmla="*/ 162 w 162"/>
                <a:gd name="T99" fmla="*/ 42 h 310"/>
                <a:gd name="T100" fmla="*/ 160 w 162"/>
                <a:gd name="T101" fmla="*/ 0 h 310"/>
                <a:gd name="T102" fmla="*/ 149 w 162"/>
                <a:gd name="T103" fmla="*/ 2 h 310"/>
                <a:gd name="T104" fmla="*/ 134 w 162"/>
                <a:gd name="T105" fmla="*/ 7 h 310"/>
                <a:gd name="T106" fmla="*/ 129 w 162"/>
                <a:gd name="T107" fmla="*/ 11 h 310"/>
                <a:gd name="T108" fmla="*/ 120 w 162"/>
                <a:gd name="T109" fmla="*/ 11 h 310"/>
                <a:gd name="T110" fmla="*/ 109 w 162"/>
                <a:gd name="T111" fmla="*/ 17 h 310"/>
                <a:gd name="T112" fmla="*/ 92 w 162"/>
                <a:gd name="T113" fmla="*/ 20 h 310"/>
                <a:gd name="T114" fmla="*/ 87 w 162"/>
                <a:gd name="T115" fmla="*/ 15 h 310"/>
                <a:gd name="T116" fmla="*/ 78 w 162"/>
                <a:gd name="T117" fmla="*/ 15 h 310"/>
                <a:gd name="T118" fmla="*/ 65 w 162"/>
                <a:gd name="T119" fmla="*/ 18 h 310"/>
                <a:gd name="T120" fmla="*/ 71 w 162"/>
                <a:gd name="T121" fmla="*/ 44 h 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62" h="310">
                  <a:moveTo>
                    <a:pt x="72" y="60"/>
                  </a:moveTo>
                  <a:lnTo>
                    <a:pt x="72" y="60"/>
                  </a:lnTo>
                  <a:lnTo>
                    <a:pt x="72" y="62"/>
                  </a:lnTo>
                  <a:lnTo>
                    <a:pt x="72" y="62"/>
                  </a:lnTo>
                  <a:lnTo>
                    <a:pt x="74" y="64"/>
                  </a:lnTo>
                  <a:lnTo>
                    <a:pt x="76" y="66"/>
                  </a:lnTo>
                  <a:lnTo>
                    <a:pt x="83" y="69"/>
                  </a:lnTo>
                  <a:lnTo>
                    <a:pt x="83" y="69"/>
                  </a:lnTo>
                  <a:lnTo>
                    <a:pt x="85" y="71"/>
                  </a:lnTo>
                  <a:lnTo>
                    <a:pt x="87" y="73"/>
                  </a:lnTo>
                  <a:lnTo>
                    <a:pt x="87" y="77"/>
                  </a:lnTo>
                  <a:lnTo>
                    <a:pt x="87" y="82"/>
                  </a:lnTo>
                  <a:lnTo>
                    <a:pt x="87" y="82"/>
                  </a:lnTo>
                  <a:lnTo>
                    <a:pt x="87" y="84"/>
                  </a:lnTo>
                  <a:lnTo>
                    <a:pt x="87" y="86"/>
                  </a:lnTo>
                  <a:lnTo>
                    <a:pt x="87" y="88"/>
                  </a:lnTo>
                  <a:lnTo>
                    <a:pt x="87" y="91"/>
                  </a:lnTo>
                  <a:lnTo>
                    <a:pt x="87" y="91"/>
                  </a:lnTo>
                  <a:lnTo>
                    <a:pt x="87" y="93"/>
                  </a:lnTo>
                  <a:lnTo>
                    <a:pt x="83" y="95"/>
                  </a:lnTo>
                  <a:lnTo>
                    <a:pt x="78" y="95"/>
                  </a:lnTo>
                  <a:lnTo>
                    <a:pt x="78" y="95"/>
                  </a:lnTo>
                  <a:lnTo>
                    <a:pt x="78" y="95"/>
                  </a:lnTo>
                  <a:lnTo>
                    <a:pt x="76" y="95"/>
                  </a:lnTo>
                  <a:lnTo>
                    <a:pt x="76" y="100"/>
                  </a:lnTo>
                  <a:lnTo>
                    <a:pt x="78" y="106"/>
                  </a:lnTo>
                  <a:lnTo>
                    <a:pt x="80" y="109"/>
                  </a:lnTo>
                  <a:lnTo>
                    <a:pt x="80" y="109"/>
                  </a:lnTo>
                  <a:lnTo>
                    <a:pt x="80" y="111"/>
                  </a:lnTo>
                  <a:lnTo>
                    <a:pt x="80" y="113"/>
                  </a:lnTo>
                  <a:lnTo>
                    <a:pt x="78" y="117"/>
                  </a:lnTo>
                  <a:lnTo>
                    <a:pt x="74" y="117"/>
                  </a:lnTo>
                  <a:lnTo>
                    <a:pt x="74" y="117"/>
                  </a:lnTo>
                  <a:lnTo>
                    <a:pt x="72" y="117"/>
                  </a:lnTo>
                  <a:lnTo>
                    <a:pt x="72" y="113"/>
                  </a:lnTo>
                  <a:lnTo>
                    <a:pt x="72" y="109"/>
                  </a:lnTo>
                  <a:lnTo>
                    <a:pt x="72" y="109"/>
                  </a:lnTo>
                  <a:lnTo>
                    <a:pt x="67" y="108"/>
                  </a:lnTo>
                  <a:lnTo>
                    <a:pt x="67" y="108"/>
                  </a:lnTo>
                  <a:lnTo>
                    <a:pt x="61" y="104"/>
                  </a:lnTo>
                  <a:lnTo>
                    <a:pt x="58" y="99"/>
                  </a:lnTo>
                  <a:lnTo>
                    <a:pt x="58" y="99"/>
                  </a:lnTo>
                  <a:lnTo>
                    <a:pt x="56" y="97"/>
                  </a:lnTo>
                  <a:lnTo>
                    <a:pt x="56" y="95"/>
                  </a:lnTo>
                  <a:lnTo>
                    <a:pt x="58" y="91"/>
                  </a:lnTo>
                  <a:lnTo>
                    <a:pt x="58" y="91"/>
                  </a:lnTo>
                  <a:lnTo>
                    <a:pt x="60" y="84"/>
                  </a:lnTo>
                  <a:lnTo>
                    <a:pt x="60" y="79"/>
                  </a:lnTo>
                  <a:lnTo>
                    <a:pt x="60" y="79"/>
                  </a:lnTo>
                  <a:lnTo>
                    <a:pt x="58" y="73"/>
                  </a:lnTo>
                  <a:lnTo>
                    <a:pt x="58" y="71"/>
                  </a:lnTo>
                  <a:lnTo>
                    <a:pt x="58" y="71"/>
                  </a:lnTo>
                  <a:lnTo>
                    <a:pt x="47" y="75"/>
                  </a:lnTo>
                  <a:lnTo>
                    <a:pt x="47" y="75"/>
                  </a:lnTo>
                  <a:lnTo>
                    <a:pt x="45" y="75"/>
                  </a:lnTo>
                  <a:lnTo>
                    <a:pt x="45" y="73"/>
                  </a:lnTo>
                  <a:lnTo>
                    <a:pt x="43" y="69"/>
                  </a:lnTo>
                  <a:lnTo>
                    <a:pt x="43" y="69"/>
                  </a:lnTo>
                  <a:lnTo>
                    <a:pt x="41" y="66"/>
                  </a:lnTo>
                  <a:lnTo>
                    <a:pt x="40" y="64"/>
                  </a:lnTo>
                  <a:lnTo>
                    <a:pt x="36" y="62"/>
                  </a:lnTo>
                  <a:lnTo>
                    <a:pt x="0" y="75"/>
                  </a:lnTo>
                  <a:lnTo>
                    <a:pt x="0" y="75"/>
                  </a:lnTo>
                  <a:lnTo>
                    <a:pt x="3" y="79"/>
                  </a:lnTo>
                  <a:lnTo>
                    <a:pt x="5" y="82"/>
                  </a:lnTo>
                  <a:lnTo>
                    <a:pt x="5" y="84"/>
                  </a:lnTo>
                  <a:lnTo>
                    <a:pt x="3" y="97"/>
                  </a:lnTo>
                  <a:lnTo>
                    <a:pt x="3" y="97"/>
                  </a:lnTo>
                  <a:lnTo>
                    <a:pt x="10" y="97"/>
                  </a:lnTo>
                  <a:lnTo>
                    <a:pt x="10" y="97"/>
                  </a:lnTo>
                  <a:lnTo>
                    <a:pt x="20" y="100"/>
                  </a:lnTo>
                  <a:lnTo>
                    <a:pt x="20" y="100"/>
                  </a:lnTo>
                  <a:lnTo>
                    <a:pt x="23" y="104"/>
                  </a:lnTo>
                  <a:lnTo>
                    <a:pt x="29" y="106"/>
                  </a:lnTo>
                  <a:lnTo>
                    <a:pt x="29" y="106"/>
                  </a:lnTo>
                  <a:lnTo>
                    <a:pt x="34" y="108"/>
                  </a:lnTo>
                  <a:lnTo>
                    <a:pt x="38" y="111"/>
                  </a:lnTo>
                  <a:lnTo>
                    <a:pt x="38" y="111"/>
                  </a:lnTo>
                  <a:lnTo>
                    <a:pt x="40" y="117"/>
                  </a:lnTo>
                  <a:lnTo>
                    <a:pt x="40" y="119"/>
                  </a:lnTo>
                  <a:lnTo>
                    <a:pt x="40" y="119"/>
                  </a:lnTo>
                  <a:lnTo>
                    <a:pt x="38" y="122"/>
                  </a:lnTo>
                  <a:lnTo>
                    <a:pt x="38" y="124"/>
                  </a:lnTo>
                  <a:lnTo>
                    <a:pt x="36" y="128"/>
                  </a:lnTo>
                  <a:lnTo>
                    <a:pt x="36" y="128"/>
                  </a:lnTo>
                  <a:lnTo>
                    <a:pt x="36" y="133"/>
                  </a:lnTo>
                  <a:lnTo>
                    <a:pt x="38" y="140"/>
                  </a:lnTo>
                  <a:lnTo>
                    <a:pt x="38" y="140"/>
                  </a:lnTo>
                  <a:lnTo>
                    <a:pt x="43" y="148"/>
                  </a:lnTo>
                  <a:lnTo>
                    <a:pt x="43" y="148"/>
                  </a:lnTo>
                  <a:lnTo>
                    <a:pt x="40" y="153"/>
                  </a:lnTo>
                  <a:lnTo>
                    <a:pt x="40" y="153"/>
                  </a:lnTo>
                  <a:lnTo>
                    <a:pt x="36" y="157"/>
                  </a:lnTo>
                  <a:lnTo>
                    <a:pt x="36" y="159"/>
                  </a:lnTo>
                  <a:lnTo>
                    <a:pt x="36" y="162"/>
                  </a:lnTo>
                  <a:lnTo>
                    <a:pt x="36" y="162"/>
                  </a:lnTo>
                  <a:lnTo>
                    <a:pt x="40" y="164"/>
                  </a:lnTo>
                  <a:lnTo>
                    <a:pt x="40" y="166"/>
                  </a:lnTo>
                  <a:lnTo>
                    <a:pt x="40" y="168"/>
                  </a:lnTo>
                  <a:lnTo>
                    <a:pt x="40" y="168"/>
                  </a:lnTo>
                  <a:lnTo>
                    <a:pt x="38" y="171"/>
                  </a:lnTo>
                  <a:lnTo>
                    <a:pt x="38" y="173"/>
                  </a:lnTo>
                  <a:lnTo>
                    <a:pt x="38" y="175"/>
                  </a:lnTo>
                  <a:lnTo>
                    <a:pt x="36" y="179"/>
                  </a:lnTo>
                  <a:lnTo>
                    <a:pt x="36" y="179"/>
                  </a:lnTo>
                  <a:lnTo>
                    <a:pt x="36" y="182"/>
                  </a:lnTo>
                  <a:lnTo>
                    <a:pt x="38" y="184"/>
                  </a:lnTo>
                  <a:lnTo>
                    <a:pt x="38" y="188"/>
                  </a:lnTo>
                  <a:lnTo>
                    <a:pt x="38" y="190"/>
                  </a:lnTo>
                  <a:lnTo>
                    <a:pt x="38" y="190"/>
                  </a:lnTo>
                  <a:lnTo>
                    <a:pt x="38" y="195"/>
                  </a:lnTo>
                  <a:lnTo>
                    <a:pt x="36" y="195"/>
                  </a:lnTo>
                  <a:lnTo>
                    <a:pt x="36" y="197"/>
                  </a:lnTo>
                  <a:lnTo>
                    <a:pt x="36" y="197"/>
                  </a:lnTo>
                  <a:lnTo>
                    <a:pt x="38" y="199"/>
                  </a:lnTo>
                  <a:lnTo>
                    <a:pt x="40" y="199"/>
                  </a:lnTo>
                  <a:lnTo>
                    <a:pt x="41" y="199"/>
                  </a:lnTo>
                  <a:lnTo>
                    <a:pt x="41" y="201"/>
                  </a:lnTo>
                  <a:lnTo>
                    <a:pt x="41" y="201"/>
                  </a:lnTo>
                  <a:lnTo>
                    <a:pt x="32" y="211"/>
                  </a:lnTo>
                  <a:lnTo>
                    <a:pt x="21" y="226"/>
                  </a:lnTo>
                  <a:lnTo>
                    <a:pt x="21" y="226"/>
                  </a:lnTo>
                  <a:lnTo>
                    <a:pt x="21" y="233"/>
                  </a:lnTo>
                  <a:lnTo>
                    <a:pt x="21" y="239"/>
                  </a:lnTo>
                  <a:lnTo>
                    <a:pt x="21" y="242"/>
                  </a:lnTo>
                  <a:lnTo>
                    <a:pt x="21" y="242"/>
                  </a:lnTo>
                  <a:lnTo>
                    <a:pt x="20" y="246"/>
                  </a:lnTo>
                  <a:lnTo>
                    <a:pt x="20" y="250"/>
                  </a:lnTo>
                  <a:lnTo>
                    <a:pt x="21" y="261"/>
                  </a:lnTo>
                  <a:lnTo>
                    <a:pt x="21" y="261"/>
                  </a:lnTo>
                  <a:lnTo>
                    <a:pt x="21" y="270"/>
                  </a:lnTo>
                  <a:lnTo>
                    <a:pt x="21" y="277"/>
                  </a:lnTo>
                  <a:lnTo>
                    <a:pt x="21" y="277"/>
                  </a:lnTo>
                  <a:lnTo>
                    <a:pt x="20" y="281"/>
                  </a:lnTo>
                  <a:lnTo>
                    <a:pt x="20" y="284"/>
                  </a:lnTo>
                  <a:lnTo>
                    <a:pt x="20" y="286"/>
                  </a:lnTo>
                  <a:lnTo>
                    <a:pt x="20" y="286"/>
                  </a:lnTo>
                  <a:lnTo>
                    <a:pt x="21" y="290"/>
                  </a:lnTo>
                  <a:lnTo>
                    <a:pt x="23" y="292"/>
                  </a:lnTo>
                  <a:lnTo>
                    <a:pt x="23" y="292"/>
                  </a:lnTo>
                  <a:lnTo>
                    <a:pt x="27" y="293"/>
                  </a:lnTo>
                  <a:lnTo>
                    <a:pt x="29" y="297"/>
                  </a:lnTo>
                  <a:lnTo>
                    <a:pt x="31" y="299"/>
                  </a:lnTo>
                  <a:lnTo>
                    <a:pt x="31" y="299"/>
                  </a:lnTo>
                  <a:lnTo>
                    <a:pt x="27" y="310"/>
                  </a:lnTo>
                  <a:lnTo>
                    <a:pt x="38" y="310"/>
                  </a:lnTo>
                  <a:lnTo>
                    <a:pt x="38" y="310"/>
                  </a:lnTo>
                  <a:lnTo>
                    <a:pt x="38" y="306"/>
                  </a:lnTo>
                  <a:lnTo>
                    <a:pt x="38" y="306"/>
                  </a:lnTo>
                  <a:lnTo>
                    <a:pt x="34" y="303"/>
                  </a:lnTo>
                  <a:lnTo>
                    <a:pt x="31" y="299"/>
                  </a:lnTo>
                  <a:lnTo>
                    <a:pt x="31" y="299"/>
                  </a:lnTo>
                  <a:lnTo>
                    <a:pt x="43" y="290"/>
                  </a:lnTo>
                  <a:lnTo>
                    <a:pt x="58" y="283"/>
                  </a:lnTo>
                  <a:lnTo>
                    <a:pt x="58" y="283"/>
                  </a:lnTo>
                  <a:lnTo>
                    <a:pt x="67" y="281"/>
                  </a:lnTo>
                  <a:lnTo>
                    <a:pt x="71" y="279"/>
                  </a:lnTo>
                  <a:lnTo>
                    <a:pt x="74" y="277"/>
                  </a:lnTo>
                  <a:lnTo>
                    <a:pt x="74" y="277"/>
                  </a:lnTo>
                  <a:lnTo>
                    <a:pt x="78" y="272"/>
                  </a:lnTo>
                  <a:lnTo>
                    <a:pt x="80" y="263"/>
                  </a:lnTo>
                  <a:lnTo>
                    <a:pt x="78" y="239"/>
                  </a:lnTo>
                  <a:lnTo>
                    <a:pt x="72" y="197"/>
                  </a:lnTo>
                  <a:lnTo>
                    <a:pt x="67" y="197"/>
                  </a:lnTo>
                  <a:lnTo>
                    <a:pt x="67" y="197"/>
                  </a:lnTo>
                  <a:lnTo>
                    <a:pt x="67" y="186"/>
                  </a:lnTo>
                  <a:lnTo>
                    <a:pt x="67" y="179"/>
                  </a:lnTo>
                  <a:lnTo>
                    <a:pt x="67" y="175"/>
                  </a:lnTo>
                  <a:lnTo>
                    <a:pt x="67" y="175"/>
                  </a:lnTo>
                  <a:lnTo>
                    <a:pt x="71" y="173"/>
                  </a:lnTo>
                  <a:lnTo>
                    <a:pt x="74" y="171"/>
                  </a:lnTo>
                  <a:lnTo>
                    <a:pt x="74" y="171"/>
                  </a:lnTo>
                  <a:lnTo>
                    <a:pt x="76" y="166"/>
                  </a:lnTo>
                  <a:lnTo>
                    <a:pt x="80" y="160"/>
                  </a:lnTo>
                  <a:lnTo>
                    <a:pt x="85" y="160"/>
                  </a:lnTo>
                  <a:lnTo>
                    <a:pt x="85" y="160"/>
                  </a:lnTo>
                  <a:lnTo>
                    <a:pt x="89" y="140"/>
                  </a:lnTo>
                  <a:lnTo>
                    <a:pt x="89" y="140"/>
                  </a:lnTo>
                  <a:lnTo>
                    <a:pt x="92" y="139"/>
                  </a:lnTo>
                  <a:lnTo>
                    <a:pt x="98" y="139"/>
                  </a:lnTo>
                  <a:lnTo>
                    <a:pt x="107" y="139"/>
                  </a:lnTo>
                  <a:lnTo>
                    <a:pt x="107" y="139"/>
                  </a:lnTo>
                  <a:lnTo>
                    <a:pt x="111" y="133"/>
                  </a:lnTo>
                  <a:lnTo>
                    <a:pt x="116" y="128"/>
                  </a:lnTo>
                  <a:lnTo>
                    <a:pt x="116" y="128"/>
                  </a:lnTo>
                  <a:lnTo>
                    <a:pt x="120" y="128"/>
                  </a:lnTo>
                  <a:lnTo>
                    <a:pt x="123" y="128"/>
                  </a:lnTo>
                  <a:lnTo>
                    <a:pt x="127" y="128"/>
                  </a:lnTo>
                  <a:lnTo>
                    <a:pt x="131" y="126"/>
                  </a:lnTo>
                  <a:lnTo>
                    <a:pt x="131" y="126"/>
                  </a:lnTo>
                  <a:lnTo>
                    <a:pt x="138" y="119"/>
                  </a:lnTo>
                  <a:lnTo>
                    <a:pt x="147" y="108"/>
                  </a:lnTo>
                  <a:lnTo>
                    <a:pt x="156" y="97"/>
                  </a:lnTo>
                  <a:lnTo>
                    <a:pt x="160" y="86"/>
                  </a:lnTo>
                  <a:lnTo>
                    <a:pt x="160" y="86"/>
                  </a:lnTo>
                  <a:lnTo>
                    <a:pt x="158" y="79"/>
                  </a:lnTo>
                  <a:lnTo>
                    <a:pt x="158" y="69"/>
                  </a:lnTo>
                  <a:lnTo>
                    <a:pt x="158" y="69"/>
                  </a:lnTo>
                  <a:lnTo>
                    <a:pt x="160" y="55"/>
                  </a:lnTo>
                  <a:lnTo>
                    <a:pt x="162" y="42"/>
                  </a:lnTo>
                  <a:lnTo>
                    <a:pt x="162" y="42"/>
                  </a:lnTo>
                  <a:lnTo>
                    <a:pt x="158" y="11"/>
                  </a:lnTo>
                  <a:lnTo>
                    <a:pt x="158" y="11"/>
                  </a:lnTo>
                  <a:lnTo>
                    <a:pt x="160" y="0"/>
                  </a:lnTo>
                  <a:lnTo>
                    <a:pt x="160" y="0"/>
                  </a:lnTo>
                  <a:lnTo>
                    <a:pt x="154" y="0"/>
                  </a:lnTo>
                  <a:lnTo>
                    <a:pt x="149" y="2"/>
                  </a:lnTo>
                  <a:lnTo>
                    <a:pt x="149" y="2"/>
                  </a:lnTo>
                  <a:lnTo>
                    <a:pt x="143" y="6"/>
                  </a:lnTo>
                  <a:lnTo>
                    <a:pt x="136" y="6"/>
                  </a:lnTo>
                  <a:lnTo>
                    <a:pt x="136" y="6"/>
                  </a:lnTo>
                  <a:lnTo>
                    <a:pt x="134" y="7"/>
                  </a:lnTo>
                  <a:lnTo>
                    <a:pt x="133" y="9"/>
                  </a:lnTo>
                  <a:lnTo>
                    <a:pt x="131" y="9"/>
                  </a:lnTo>
                  <a:lnTo>
                    <a:pt x="129" y="11"/>
                  </a:lnTo>
                  <a:lnTo>
                    <a:pt x="129" y="11"/>
                  </a:lnTo>
                  <a:lnTo>
                    <a:pt x="125" y="13"/>
                  </a:lnTo>
                  <a:lnTo>
                    <a:pt x="122" y="11"/>
                  </a:lnTo>
                  <a:lnTo>
                    <a:pt x="122" y="11"/>
                  </a:lnTo>
                  <a:lnTo>
                    <a:pt x="120" y="11"/>
                  </a:lnTo>
                  <a:lnTo>
                    <a:pt x="118" y="11"/>
                  </a:lnTo>
                  <a:lnTo>
                    <a:pt x="116" y="15"/>
                  </a:lnTo>
                  <a:lnTo>
                    <a:pt x="116" y="15"/>
                  </a:lnTo>
                  <a:lnTo>
                    <a:pt x="109" y="17"/>
                  </a:lnTo>
                  <a:lnTo>
                    <a:pt x="103" y="17"/>
                  </a:lnTo>
                  <a:lnTo>
                    <a:pt x="103" y="17"/>
                  </a:lnTo>
                  <a:lnTo>
                    <a:pt x="98" y="18"/>
                  </a:lnTo>
                  <a:lnTo>
                    <a:pt x="92" y="20"/>
                  </a:lnTo>
                  <a:lnTo>
                    <a:pt x="92" y="20"/>
                  </a:lnTo>
                  <a:lnTo>
                    <a:pt x="89" y="20"/>
                  </a:lnTo>
                  <a:lnTo>
                    <a:pt x="89" y="18"/>
                  </a:lnTo>
                  <a:lnTo>
                    <a:pt x="87" y="15"/>
                  </a:lnTo>
                  <a:lnTo>
                    <a:pt x="85" y="13"/>
                  </a:lnTo>
                  <a:lnTo>
                    <a:pt x="85" y="13"/>
                  </a:lnTo>
                  <a:lnTo>
                    <a:pt x="82" y="13"/>
                  </a:lnTo>
                  <a:lnTo>
                    <a:pt x="78" y="15"/>
                  </a:lnTo>
                  <a:lnTo>
                    <a:pt x="78" y="15"/>
                  </a:lnTo>
                  <a:lnTo>
                    <a:pt x="72" y="17"/>
                  </a:lnTo>
                  <a:lnTo>
                    <a:pt x="65" y="18"/>
                  </a:lnTo>
                  <a:lnTo>
                    <a:pt x="65" y="18"/>
                  </a:lnTo>
                  <a:lnTo>
                    <a:pt x="65" y="28"/>
                  </a:lnTo>
                  <a:lnTo>
                    <a:pt x="69" y="33"/>
                  </a:lnTo>
                  <a:lnTo>
                    <a:pt x="69" y="33"/>
                  </a:lnTo>
                  <a:lnTo>
                    <a:pt x="71" y="44"/>
                  </a:lnTo>
                  <a:lnTo>
                    <a:pt x="71" y="51"/>
                  </a:lnTo>
                  <a:lnTo>
                    <a:pt x="72" y="60"/>
                  </a:lnTo>
                  <a:lnTo>
                    <a:pt x="72" y="6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46" name="Freeform 229">
              <a:extLst>
                <a:ext uri="{FF2B5EF4-FFF2-40B4-BE49-F238E27FC236}">
                  <a16:creationId xmlns:a16="http://schemas.microsoft.com/office/drawing/2014/main" id="{A58162B1-E417-472A-A7D8-565AD5A628D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0983" y="2976685"/>
              <a:ext cx="259526" cy="256560"/>
            </a:xfrm>
            <a:custGeom>
              <a:avLst/>
              <a:gdLst>
                <a:gd name="T0" fmla="*/ 66 w 175"/>
                <a:gd name="T1" fmla="*/ 173 h 173"/>
                <a:gd name="T2" fmla="*/ 66 w 175"/>
                <a:gd name="T3" fmla="*/ 155 h 173"/>
                <a:gd name="T4" fmla="*/ 69 w 175"/>
                <a:gd name="T5" fmla="*/ 149 h 173"/>
                <a:gd name="T6" fmla="*/ 73 w 175"/>
                <a:gd name="T7" fmla="*/ 146 h 173"/>
                <a:gd name="T8" fmla="*/ 78 w 175"/>
                <a:gd name="T9" fmla="*/ 142 h 173"/>
                <a:gd name="T10" fmla="*/ 91 w 175"/>
                <a:gd name="T11" fmla="*/ 135 h 173"/>
                <a:gd name="T12" fmla="*/ 99 w 175"/>
                <a:gd name="T13" fmla="*/ 133 h 173"/>
                <a:gd name="T14" fmla="*/ 108 w 175"/>
                <a:gd name="T15" fmla="*/ 129 h 173"/>
                <a:gd name="T16" fmla="*/ 109 w 175"/>
                <a:gd name="T17" fmla="*/ 126 h 173"/>
                <a:gd name="T18" fmla="*/ 117 w 175"/>
                <a:gd name="T19" fmla="*/ 124 h 173"/>
                <a:gd name="T20" fmla="*/ 122 w 175"/>
                <a:gd name="T21" fmla="*/ 122 h 173"/>
                <a:gd name="T22" fmla="*/ 128 w 175"/>
                <a:gd name="T23" fmla="*/ 118 h 173"/>
                <a:gd name="T24" fmla="*/ 137 w 175"/>
                <a:gd name="T25" fmla="*/ 107 h 173"/>
                <a:gd name="T26" fmla="*/ 140 w 175"/>
                <a:gd name="T27" fmla="*/ 100 h 173"/>
                <a:gd name="T28" fmla="*/ 150 w 175"/>
                <a:gd name="T29" fmla="*/ 96 h 173"/>
                <a:gd name="T30" fmla="*/ 153 w 175"/>
                <a:gd name="T31" fmla="*/ 91 h 173"/>
                <a:gd name="T32" fmla="*/ 153 w 175"/>
                <a:gd name="T33" fmla="*/ 85 h 173"/>
                <a:gd name="T34" fmla="*/ 157 w 175"/>
                <a:gd name="T35" fmla="*/ 82 h 173"/>
                <a:gd name="T36" fmla="*/ 160 w 175"/>
                <a:gd name="T37" fmla="*/ 76 h 173"/>
                <a:gd name="T38" fmla="*/ 162 w 175"/>
                <a:gd name="T39" fmla="*/ 73 h 173"/>
                <a:gd name="T40" fmla="*/ 173 w 175"/>
                <a:gd name="T41" fmla="*/ 67 h 173"/>
                <a:gd name="T42" fmla="*/ 175 w 175"/>
                <a:gd name="T43" fmla="*/ 65 h 173"/>
                <a:gd name="T44" fmla="*/ 170 w 175"/>
                <a:gd name="T45" fmla="*/ 56 h 173"/>
                <a:gd name="T46" fmla="*/ 168 w 175"/>
                <a:gd name="T47" fmla="*/ 53 h 173"/>
                <a:gd name="T48" fmla="*/ 168 w 175"/>
                <a:gd name="T49" fmla="*/ 45 h 173"/>
                <a:gd name="T50" fmla="*/ 164 w 175"/>
                <a:gd name="T51" fmla="*/ 42 h 173"/>
                <a:gd name="T52" fmla="*/ 162 w 175"/>
                <a:gd name="T53" fmla="*/ 36 h 173"/>
                <a:gd name="T54" fmla="*/ 162 w 175"/>
                <a:gd name="T55" fmla="*/ 29 h 173"/>
                <a:gd name="T56" fmla="*/ 164 w 175"/>
                <a:gd name="T57" fmla="*/ 24 h 173"/>
                <a:gd name="T58" fmla="*/ 162 w 175"/>
                <a:gd name="T59" fmla="*/ 16 h 173"/>
                <a:gd name="T60" fmla="*/ 160 w 175"/>
                <a:gd name="T61" fmla="*/ 14 h 173"/>
                <a:gd name="T62" fmla="*/ 153 w 175"/>
                <a:gd name="T63" fmla="*/ 11 h 173"/>
                <a:gd name="T64" fmla="*/ 151 w 175"/>
                <a:gd name="T65" fmla="*/ 7 h 173"/>
                <a:gd name="T66" fmla="*/ 148 w 175"/>
                <a:gd name="T67" fmla="*/ 9 h 173"/>
                <a:gd name="T68" fmla="*/ 146 w 175"/>
                <a:gd name="T69" fmla="*/ 11 h 173"/>
                <a:gd name="T70" fmla="*/ 131 w 175"/>
                <a:gd name="T71" fmla="*/ 13 h 173"/>
                <a:gd name="T72" fmla="*/ 119 w 175"/>
                <a:gd name="T73" fmla="*/ 14 h 173"/>
                <a:gd name="T74" fmla="*/ 109 w 175"/>
                <a:gd name="T75" fmla="*/ 0 h 173"/>
                <a:gd name="T76" fmla="*/ 100 w 175"/>
                <a:gd name="T77" fmla="*/ 2 h 173"/>
                <a:gd name="T78" fmla="*/ 93 w 175"/>
                <a:gd name="T79" fmla="*/ 22 h 173"/>
                <a:gd name="T80" fmla="*/ 84 w 175"/>
                <a:gd name="T81" fmla="*/ 40 h 173"/>
                <a:gd name="T82" fmla="*/ 77 w 175"/>
                <a:gd name="T83" fmla="*/ 47 h 173"/>
                <a:gd name="T84" fmla="*/ 68 w 175"/>
                <a:gd name="T85" fmla="*/ 53 h 173"/>
                <a:gd name="T86" fmla="*/ 58 w 175"/>
                <a:gd name="T87" fmla="*/ 53 h 173"/>
                <a:gd name="T88" fmla="*/ 49 w 175"/>
                <a:gd name="T89" fmla="*/ 62 h 173"/>
                <a:gd name="T90" fmla="*/ 44 w 175"/>
                <a:gd name="T91" fmla="*/ 73 h 173"/>
                <a:gd name="T92" fmla="*/ 44 w 175"/>
                <a:gd name="T93" fmla="*/ 75 h 173"/>
                <a:gd name="T94" fmla="*/ 46 w 175"/>
                <a:gd name="T95" fmla="*/ 80 h 173"/>
                <a:gd name="T96" fmla="*/ 44 w 175"/>
                <a:gd name="T97" fmla="*/ 84 h 173"/>
                <a:gd name="T98" fmla="*/ 38 w 175"/>
                <a:gd name="T99" fmla="*/ 93 h 173"/>
                <a:gd name="T100" fmla="*/ 37 w 175"/>
                <a:gd name="T101" fmla="*/ 96 h 173"/>
                <a:gd name="T102" fmla="*/ 38 w 175"/>
                <a:gd name="T103" fmla="*/ 106 h 173"/>
                <a:gd name="T104" fmla="*/ 40 w 175"/>
                <a:gd name="T105" fmla="*/ 111 h 173"/>
                <a:gd name="T106" fmla="*/ 38 w 175"/>
                <a:gd name="T107" fmla="*/ 135 h 173"/>
                <a:gd name="T108" fmla="*/ 29 w 175"/>
                <a:gd name="T109" fmla="*/ 151 h 173"/>
                <a:gd name="T110" fmla="*/ 22 w 175"/>
                <a:gd name="T111" fmla="*/ 157 h 173"/>
                <a:gd name="T112" fmla="*/ 2 w 175"/>
                <a:gd name="T113" fmla="*/ 171 h 173"/>
                <a:gd name="T114" fmla="*/ 0 w 175"/>
                <a:gd name="T115" fmla="*/ 173 h 173"/>
                <a:gd name="T116" fmla="*/ 0 w 175"/>
                <a:gd name="T117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75" h="173">
                  <a:moveTo>
                    <a:pt x="0" y="173"/>
                  </a:moveTo>
                  <a:lnTo>
                    <a:pt x="66" y="173"/>
                  </a:lnTo>
                  <a:lnTo>
                    <a:pt x="66" y="155"/>
                  </a:lnTo>
                  <a:lnTo>
                    <a:pt x="66" y="155"/>
                  </a:lnTo>
                  <a:lnTo>
                    <a:pt x="68" y="153"/>
                  </a:lnTo>
                  <a:lnTo>
                    <a:pt x="69" y="149"/>
                  </a:lnTo>
                  <a:lnTo>
                    <a:pt x="69" y="149"/>
                  </a:lnTo>
                  <a:lnTo>
                    <a:pt x="73" y="146"/>
                  </a:lnTo>
                  <a:lnTo>
                    <a:pt x="78" y="142"/>
                  </a:lnTo>
                  <a:lnTo>
                    <a:pt x="78" y="142"/>
                  </a:lnTo>
                  <a:lnTo>
                    <a:pt x="84" y="138"/>
                  </a:lnTo>
                  <a:lnTo>
                    <a:pt x="91" y="135"/>
                  </a:lnTo>
                  <a:lnTo>
                    <a:pt x="91" y="135"/>
                  </a:lnTo>
                  <a:lnTo>
                    <a:pt x="99" y="133"/>
                  </a:lnTo>
                  <a:lnTo>
                    <a:pt x="104" y="131"/>
                  </a:lnTo>
                  <a:lnTo>
                    <a:pt x="108" y="129"/>
                  </a:lnTo>
                  <a:lnTo>
                    <a:pt x="108" y="129"/>
                  </a:lnTo>
                  <a:lnTo>
                    <a:pt x="109" y="126"/>
                  </a:lnTo>
                  <a:lnTo>
                    <a:pt x="111" y="126"/>
                  </a:lnTo>
                  <a:lnTo>
                    <a:pt x="117" y="124"/>
                  </a:lnTo>
                  <a:lnTo>
                    <a:pt x="117" y="124"/>
                  </a:lnTo>
                  <a:lnTo>
                    <a:pt x="122" y="122"/>
                  </a:lnTo>
                  <a:lnTo>
                    <a:pt x="128" y="118"/>
                  </a:lnTo>
                  <a:lnTo>
                    <a:pt x="128" y="118"/>
                  </a:lnTo>
                  <a:lnTo>
                    <a:pt x="131" y="115"/>
                  </a:lnTo>
                  <a:lnTo>
                    <a:pt x="137" y="107"/>
                  </a:lnTo>
                  <a:lnTo>
                    <a:pt x="140" y="100"/>
                  </a:lnTo>
                  <a:lnTo>
                    <a:pt x="140" y="100"/>
                  </a:lnTo>
                  <a:lnTo>
                    <a:pt x="142" y="100"/>
                  </a:lnTo>
                  <a:lnTo>
                    <a:pt x="150" y="96"/>
                  </a:lnTo>
                  <a:lnTo>
                    <a:pt x="150" y="96"/>
                  </a:lnTo>
                  <a:lnTo>
                    <a:pt x="153" y="91"/>
                  </a:lnTo>
                  <a:lnTo>
                    <a:pt x="153" y="85"/>
                  </a:lnTo>
                  <a:lnTo>
                    <a:pt x="153" y="85"/>
                  </a:lnTo>
                  <a:lnTo>
                    <a:pt x="153" y="84"/>
                  </a:lnTo>
                  <a:lnTo>
                    <a:pt x="157" y="82"/>
                  </a:lnTo>
                  <a:lnTo>
                    <a:pt x="160" y="80"/>
                  </a:lnTo>
                  <a:lnTo>
                    <a:pt x="160" y="76"/>
                  </a:lnTo>
                  <a:lnTo>
                    <a:pt x="160" y="76"/>
                  </a:lnTo>
                  <a:lnTo>
                    <a:pt x="162" y="73"/>
                  </a:lnTo>
                  <a:lnTo>
                    <a:pt x="166" y="71"/>
                  </a:lnTo>
                  <a:lnTo>
                    <a:pt x="173" y="67"/>
                  </a:lnTo>
                  <a:lnTo>
                    <a:pt x="173" y="67"/>
                  </a:lnTo>
                  <a:lnTo>
                    <a:pt x="175" y="65"/>
                  </a:lnTo>
                  <a:lnTo>
                    <a:pt x="173" y="62"/>
                  </a:lnTo>
                  <a:lnTo>
                    <a:pt x="170" y="56"/>
                  </a:lnTo>
                  <a:lnTo>
                    <a:pt x="170" y="56"/>
                  </a:lnTo>
                  <a:lnTo>
                    <a:pt x="168" y="53"/>
                  </a:lnTo>
                  <a:lnTo>
                    <a:pt x="168" y="45"/>
                  </a:lnTo>
                  <a:lnTo>
                    <a:pt x="168" y="45"/>
                  </a:lnTo>
                  <a:lnTo>
                    <a:pt x="166" y="44"/>
                  </a:lnTo>
                  <a:lnTo>
                    <a:pt x="164" y="42"/>
                  </a:lnTo>
                  <a:lnTo>
                    <a:pt x="162" y="40"/>
                  </a:lnTo>
                  <a:lnTo>
                    <a:pt x="162" y="36"/>
                  </a:lnTo>
                  <a:lnTo>
                    <a:pt x="162" y="36"/>
                  </a:lnTo>
                  <a:lnTo>
                    <a:pt x="162" y="29"/>
                  </a:lnTo>
                  <a:lnTo>
                    <a:pt x="164" y="24"/>
                  </a:lnTo>
                  <a:lnTo>
                    <a:pt x="164" y="24"/>
                  </a:lnTo>
                  <a:lnTo>
                    <a:pt x="164" y="20"/>
                  </a:lnTo>
                  <a:lnTo>
                    <a:pt x="162" y="16"/>
                  </a:lnTo>
                  <a:lnTo>
                    <a:pt x="160" y="14"/>
                  </a:lnTo>
                  <a:lnTo>
                    <a:pt x="160" y="14"/>
                  </a:lnTo>
                  <a:lnTo>
                    <a:pt x="157" y="13"/>
                  </a:lnTo>
                  <a:lnTo>
                    <a:pt x="153" y="11"/>
                  </a:lnTo>
                  <a:lnTo>
                    <a:pt x="151" y="7"/>
                  </a:lnTo>
                  <a:lnTo>
                    <a:pt x="151" y="7"/>
                  </a:lnTo>
                  <a:lnTo>
                    <a:pt x="150" y="7"/>
                  </a:lnTo>
                  <a:lnTo>
                    <a:pt x="148" y="9"/>
                  </a:lnTo>
                  <a:lnTo>
                    <a:pt x="146" y="11"/>
                  </a:lnTo>
                  <a:lnTo>
                    <a:pt x="146" y="11"/>
                  </a:lnTo>
                  <a:lnTo>
                    <a:pt x="139" y="13"/>
                  </a:lnTo>
                  <a:lnTo>
                    <a:pt x="131" y="13"/>
                  </a:lnTo>
                  <a:lnTo>
                    <a:pt x="119" y="14"/>
                  </a:lnTo>
                  <a:lnTo>
                    <a:pt x="119" y="14"/>
                  </a:lnTo>
                  <a:lnTo>
                    <a:pt x="109" y="0"/>
                  </a:lnTo>
                  <a:lnTo>
                    <a:pt x="109" y="0"/>
                  </a:lnTo>
                  <a:lnTo>
                    <a:pt x="100" y="2"/>
                  </a:lnTo>
                  <a:lnTo>
                    <a:pt x="100" y="2"/>
                  </a:lnTo>
                  <a:lnTo>
                    <a:pt x="97" y="13"/>
                  </a:lnTo>
                  <a:lnTo>
                    <a:pt x="93" y="22"/>
                  </a:lnTo>
                  <a:lnTo>
                    <a:pt x="91" y="31"/>
                  </a:lnTo>
                  <a:lnTo>
                    <a:pt x="84" y="40"/>
                  </a:lnTo>
                  <a:lnTo>
                    <a:pt x="84" y="40"/>
                  </a:lnTo>
                  <a:lnTo>
                    <a:pt x="77" y="47"/>
                  </a:lnTo>
                  <a:lnTo>
                    <a:pt x="68" y="53"/>
                  </a:lnTo>
                  <a:lnTo>
                    <a:pt x="68" y="53"/>
                  </a:lnTo>
                  <a:lnTo>
                    <a:pt x="62" y="53"/>
                  </a:lnTo>
                  <a:lnTo>
                    <a:pt x="58" y="53"/>
                  </a:lnTo>
                  <a:lnTo>
                    <a:pt x="58" y="53"/>
                  </a:lnTo>
                  <a:lnTo>
                    <a:pt x="49" y="62"/>
                  </a:lnTo>
                  <a:lnTo>
                    <a:pt x="44" y="73"/>
                  </a:lnTo>
                  <a:lnTo>
                    <a:pt x="44" y="73"/>
                  </a:lnTo>
                  <a:lnTo>
                    <a:pt x="44" y="75"/>
                  </a:lnTo>
                  <a:lnTo>
                    <a:pt x="44" y="75"/>
                  </a:lnTo>
                  <a:lnTo>
                    <a:pt x="46" y="76"/>
                  </a:lnTo>
                  <a:lnTo>
                    <a:pt x="46" y="80"/>
                  </a:lnTo>
                  <a:lnTo>
                    <a:pt x="46" y="80"/>
                  </a:lnTo>
                  <a:lnTo>
                    <a:pt x="44" y="84"/>
                  </a:lnTo>
                  <a:lnTo>
                    <a:pt x="40" y="87"/>
                  </a:lnTo>
                  <a:lnTo>
                    <a:pt x="38" y="93"/>
                  </a:lnTo>
                  <a:lnTo>
                    <a:pt x="37" y="96"/>
                  </a:lnTo>
                  <a:lnTo>
                    <a:pt x="37" y="96"/>
                  </a:lnTo>
                  <a:lnTo>
                    <a:pt x="37" y="102"/>
                  </a:lnTo>
                  <a:lnTo>
                    <a:pt x="38" y="106"/>
                  </a:lnTo>
                  <a:lnTo>
                    <a:pt x="40" y="111"/>
                  </a:lnTo>
                  <a:lnTo>
                    <a:pt x="40" y="111"/>
                  </a:lnTo>
                  <a:lnTo>
                    <a:pt x="40" y="124"/>
                  </a:lnTo>
                  <a:lnTo>
                    <a:pt x="38" y="135"/>
                  </a:lnTo>
                  <a:lnTo>
                    <a:pt x="33" y="144"/>
                  </a:lnTo>
                  <a:lnTo>
                    <a:pt x="29" y="151"/>
                  </a:lnTo>
                  <a:lnTo>
                    <a:pt x="29" y="151"/>
                  </a:lnTo>
                  <a:lnTo>
                    <a:pt x="22" y="157"/>
                  </a:lnTo>
                  <a:lnTo>
                    <a:pt x="15" y="160"/>
                  </a:lnTo>
                  <a:lnTo>
                    <a:pt x="2" y="171"/>
                  </a:lnTo>
                  <a:lnTo>
                    <a:pt x="2" y="171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7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47" name="Freeform 230">
              <a:extLst>
                <a:ext uri="{FF2B5EF4-FFF2-40B4-BE49-F238E27FC236}">
                  <a16:creationId xmlns:a16="http://schemas.microsoft.com/office/drawing/2014/main" id="{8A758DC3-27D9-4A0C-8E81-F57CC73A5CB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40824" y="2425007"/>
              <a:ext cx="740020" cy="361853"/>
            </a:xfrm>
            <a:custGeom>
              <a:avLst/>
              <a:gdLst>
                <a:gd name="T0" fmla="*/ 77 w 499"/>
                <a:gd name="T1" fmla="*/ 37 h 244"/>
                <a:gd name="T2" fmla="*/ 97 w 499"/>
                <a:gd name="T3" fmla="*/ 40 h 244"/>
                <a:gd name="T4" fmla="*/ 126 w 499"/>
                <a:gd name="T5" fmla="*/ 48 h 244"/>
                <a:gd name="T6" fmla="*/ 157 w 499"/>
                <a:gd name="T7" fmla="*/ 42 h 244"/>
                <a:gd name="T8" fmla="*/ 144 w 499"/>
                <a:gd name="T9" fmla="*/ 20 h 244"/>
                <a:gd name="T10" fmla="*/ 153 w 499"/>
                <a:gd name="T11" fmla="*/ 0 h 244"/>
                <a:gd name="T12" fmla="*/ 184 w 499"/>
                <a:gd name="T13" fmla="*/ 4 h 244"/>
                <a:gd name="T14" fmla="*/ 215 w 499"/>
                <a:gd name="T15" fmla="*/ 22 h 244"/>
                <a:gd name="T16" fmla="*/ 235 w 499"/>
                <a:gd name="T17" fmla="*/ 44 h 244"/>
                <a:gd name="T18" fmla="*/ 261 w 499"/>
                <a:gd name="T19" fmla="*/ 51 h 244"/>
                <a:gd name="T20" fmla="*/ 284 w 499"/>
                <a:gd name="T21" fmla="*/ 48 h 244"/>
                <a:gd name="T22" fmla="*/ 305 w 499"/>
                <a:gd name="T23" fmla="*/ 59 h 244"/>
                <a:gd name="T24" fmla="*/ 326 w 499"/>
                <a:gd name="T25" fmla="*/ 68 h 244"/>
                <a:gd name="T26" fmla="*/ 350 w 499"/>
                <a:gd name="T27" fmla="*/ 68 h 244"/>
                <a:gd name="T28" fmla="*/ 377 w 499"/>
                <a:gd name="T29" fmla="*/ 62 h 244"/>
                <a:gd name="T30" fmla="*/ 412 w 499"/>
                <a:gd name="T31" fmla="*/ 49 h 244"/>
                <a:gd name="T32" fmla="*/ 443 w 499"/>
                <a:gd name="T33" fmla="*/ 59 h 244"/>
                <a:gd name="T34" fmla="*/ 436 w 499"/>
                <a:gd name="T35" fmla="*/ 80 h 244"/>
                <a:gd name="T36" fmla="*/ 438 w 499"/>
                <a:gd name="T37" fmla="*/ 89 h 244"/>
                <a:gd name="T38" fmla="*/ 432 w 499"/>
                <a:gd name="T39" fmla="*/ 104 h 244"/>
                <a:gd name="T40" fmla="*/ 465 w 499"/>
                <a:gd name="T41" fmla="*/ 99 h 244"/>
                <a:gd name="T42" fmla="*/ 481 w 499"/>
                <a:gd name="T43" fmla="*/ 111 h 244"/>
                <a:gd name="T44" fmla="*/ 496 w 499"/>
                <a:gd name="T45" fmla="*/ 130 h 244"/>
                <a:gd name="T46" fmla="*/ 487 w 499"/>
                <a:gd name="T47" fmla="*/ 130 h 244"/>
                <a:gd name="T48" fmla="*/ 479 w 499"/>
                <a:gd name="T49" fmla="*/ 131 h 244"/>
                <a:gd name="T50" fmla="*/ 461 w 499"/>
                <a:gd name="T51" fmla="*/ 137 h 244"/>
                <a:gd name="T52" fmla="*/ 439 w 499"/>
                <a:gd name="T53" fmla="*/ 142 h 244"/>
                <a:gd name="T54" fmla="*/ 410 w 499"/>
                <a:gd name="T55" fmla="*/ 161 h 244"/>
                <a:gd name="T56" fmla="*/ 385 w 499"/>
                <a:gd name="T57" fmla="*/ 177 h 244"/>
                <a:gd name="T58" fmla="*/ 363 w 499"/>
                <a:gd name="T59" fmla="*/ 170 h 244"/>
                <a:gd name="T60" fmla="*/ 361 w 499"/>
                <a:gd name="T61" fmla="*/ 197 h 244"/>
                <a:gd name="T62" fmla="*/ 352 w 499"/>
                <a:gd name="T63" fmla="*/ 217 h 244"/>
                <a:gd name="T64" fmla="*/ 308 w 499"/>
                <a:gd name="T65" fmla="*/ 224 h 244"/>
                <a:gd name="T66" fmla="*/ 284 w 499"/>
                <a:gd name="T67" fmla="*/ 237 h 244"/>
                <a:gd name="T68" fmla="*/ 252 w 499"/>
                <a:gd name="T69" fmla="*/ 244 h 244"/>
                <a:gd name="T70" fmla="*/ 219 w 499"/>
                <a:gd name="T71" fmla="*/ 230 h 244"/>
                <a:gd name="T72" fmla="*/ 177 w 499"/>
                <a:gd name="T73" fmla="*/ 226 h 244"/>
                <a:gd name="T74" fmla="*/ 142 w 499"/>
                <a:gd name="T75" fmla="*/ 224 h 244"/>
                <a:gd name="T76" fmla="*/ 117 w 499"/>
                <a:gd name="T77" fmla="*/ 204 h 244"/>
                <a:gd name="T78" fmla="*/ 100 w 499"/>
                <a:gd name="T79" fmla="*/ 182 h 244"/>
                <a:gd name="T80" fmla="*/ 79 w 499"/>
                <a:gd name="T81" fmla="*/ 170 h 244"/>
                <a:gd name="T82" fmla="*/ 57 w 499"/>
                <a:gd name="T83" fmla="*/ 159 h 244"/>
                <a:gd name="T84" fmla="*/ 55 w 499"/>
                <a:gd name="T85" fmla="*/ 133 h 244"/>
                <a:gd name="T86" fmla="*/ 37 w 499"/>
                <a:gd name="T87" fmla="*/ 113 h 244"/>
                <a:gd name="T88" fmla="*/ 9 w 499"/>
                <a:gd name="T89" fmla="*/ 108 h 244"/>
                <a:gd name="T90" fmla="*/ 0 w 499"/>
                <a:gd name="T91" fmla="*/ 84 h 244"/>
                <a:gd name="T92" fmla="*/ 15 w 499"/>
                <a:gd name="T93" fmla="*/ 64 h 244"/>
                <a:gd name="T94" fmla="*/ 22 w 499"/>
                <a:gd name="T95" fmla="*/ 49 h 244"/>
                <a:gd name="T96" fmla="*/ 48 w 499"/>
                <a:gd name="T97" fmla="*/ 37 h 244"/>
                <a:gd name="T98" fmla="*/ 71 w 499"/>
                <a:gd name="T99" fmla="*/ 33 h 244"/>
                <a:gd name="T100" fmla="*/ 197 w 499"/>
                <a:gd name="T101" fmla="*/ 22 h 244"/>
                <a:gd name="T102" fmla="*/ 199 w 499"/>
                <a:gd name="T103" fmla="*/ 26 h 244"/>
                <a:gd name="T104" fmla="*/ 193 w 499"/>
                <a:gd name="T105" fmla="*/ 33 h 244"/>
                <a:gd name="T106" fmla="*/ 193 w 499"/>
                <a:gd name="T107" fmla="*/ 22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99" h="244">
                  <a:moveTo>
                    <a:pt x="75" y="37"/>
                  </a:moveTo>
                  <a:lnTo>
                    <a:pt x="75" y="37"/>
                  </a:lnTo>
                  <a:lnTo>
                    <a:pt x="77" y="37"/>
                  </a:lnTo>
                  <a:lnTo>
                    <a:pt x="79" y="38"/>
                  </a:lnTo>
                  <a:lnTo>
                    <a:pt x="84" y="35"/>
                  </a:lnTo>
                  <a:lnTo>
                    <a:pt x="97" y="40"/>
                  </a:lnTo>
                  <a:lnTo>
                    <a:pt x="106" y="46"/>
                  </a:lnTo>
                  <a:lnTo>
                    <a:pt x="115" y="48"/>
                  </a:lnTo>
                  <a:lnTo>
                    <a:pt x="126" y="48"/>
                  </a:lnTo>
                  <a:lnTo>
                    <a:pt x="141" y="46"/>
                  </a:lnTo>
                  <a:lnTo>
                    <a:pt x="155" y="48"/>
                  </a:lnTo>
                  <a:lnTo>
                    <a:pt x="157" y="42"/>
                  </a:lnTo>
                  <a:lnTo>
                    <a:pt x="155" y="31"/>
                  </a:lnTo>
                  <a:lnTo>
                    <a:pt x="151" y="26"/>
                  </a:lnTo>
                  <a:lnTo>
                    <a:pt x="144" y="20"/>
                  </a:lnTo>
                  <a:lnTo>
                    <a:pt x="146" y="13"/>
                  </a:lnTo>
                  <a:lnTo>
                    <a:pt x="150" y="7"/>
                  </a:lnTo>
                  <a:lnTo>
                    <a:pt x="153" y="0"/>
                  </a:lnTo>
                  <a:lnTo>
                    <a:pt x="166" y="2"/>
                  </a:lnTo>
                  <a:lnTo>
                    <a:pt x="172" y="4"/>
                  </a:lnTo>
                  <a:lnTo>
                    <a:pt x="184" y="4"/>
                  </a:lnTo>
                  <a:lnTo>
                    <a:pt x="190" y="9"/>
                  </a:lnTo>
                  <a:lnTo>
                    <a:pt x="201" y="11"/>
                  </a:lnTo>
                  <a:lnTo>
                    <a:pt x="215" y="22"/>
                  </a:lnTo>
                  <a:lnTo>
                    <a:pt x="224" y="31"/>
                  </a:lnTo>
                  <a:lnTo>
                    <a:pt x="230" y="40"/>
                  </a:lnTo>
                  <a:lnTo>
                    <a:pt x="235" y="44"/>
                  </a:lnTo>
                  <a:lnTo>
                    <a:pt x="246" y="53"/>
                  </a:lnTo>
                  <a:lnTo>
                    <a:pt x="253" y="51"/>
                  </a:lnTo>
                  <a:lnTo>
                    <a:pt x="261" y="51"/>
                  </a:lnTo>
                  <a:lnTo>
                    <a:pt x="268" y="49"/>
                  </a:lnTo>
                  <a:lnTo>
                    <a:pt x="275" y="44"/>
                  </a:lnTo>
                  <a:lnTo>
                    <a:pt x="284" y="48"/>
                  </a:lnTo>
                  <a:lnTo>
                    <a:pt x="299" y="51"/>
                  </a:lnTo>
                  <a:lnTo>
                    <a:pt x="306" y="53"/>
                  </a:lnTo>
                  <a:lnTo>
                    <a:pt x="305" y="59"/>
                  </a:lnTo>
                  <a:lnTo>
                    <a:pt x="312" y="64"/>
                  </a:lnTo>
                  <a:lnTo>
                    <a:pt x="319" y="64"/>
                  </a:lnTo>
                  <a:lnTo>
                    <a:pt x="326" y="68"/>
                  </a:lnTo>
                  <a:lnTo>
                    <a:pt x="334" y="68"/>
                  </a:lnTo>
                  <a:lnTo>
                    <a:pt x="341" y="66"/>
                  </a:lnTo>
                  <a:lnTo>
                    <a:pt x="350" y="68"/>
                  </a:lnTo>
                  <a:lnTo>
                    <a:pt x="359" y="71"/>
                  </a:lnTo>
                  <a:lnTo>
                    <a:pt x="372" y="68"/>
                  </a:lnTo>
                  <a:lnTo>
                    <a:pt x="377" y="62"/>
                  </a:lnTo>
                  <a:lnTo>
                    <a:pt x="394" y="60"/>
                  </a:lnTo>
                  <a:lnTo>
                    <a:pt x="408" y="51"/>
                  </a:lnTo>
                  <a:lnTo>
                    <a:pt x="412" y="49"/>
                  </a:lnTo>
                  <a:lnTo>
                    <a:pt x="423" y="57"/>
                  </a:lnTo>
                  <a:lnTo>
                    <a:pt x="432" y="55"/>
                  </a:lnTo>
                  <a:lnTo>
                    <a:pt x="443" y="59"/>
                  </a:lnTo>
                  <a:lnTo>
                    <a:pt x="436" y="77"/>
                  </a:lnTo>
                  <a:lnTo>
                    <a:pt x="436" y="77"/>
                  </a:lnTo>
                  <a:lnTo>
                    <a:pt x="436" y="80"/>
                  </a:lnTo>
                  <a:lnTo>
                    <a:pt x="439" y="84"/>
                  </a:lnTo>
                  <a:lnTo>
                    <a:pt x="439" y="84"/>
                  </a:lnTo>
                  <a:lnTo>
                    <a:pt x="438" y="89"/>
                  </a:lnTo>
                  <a:lnTo>
                    <a:pt x="436" y="93"/>
                  </a:lnTo>
                  <a:lnTo>
                    <a:pt x="434" y="97"/>
                  </a:lnTo>
                  <a:lnTo>
                    <a:pt x="432" y="104"/>
                  </a:lnTo>
                  <a:lnTo>
                    <a:pt x="445" y="110"/>
                  </a:lnTo>
                  <a:lnTo>
                    <a:pt x="456" y="108"/>
                  </a:lnTo>
                  <a:lnTo>
                    <a:pt x="465" y="99"/>
                  </a:lnTo>
                  <a:lnTo>
                    <a:pt x="470" y="100"/>
                  </a:lnTo>
                  <a:lnTo>
                    <a:pt x="474" y="104"/>
                  </a:lnTo>
                  <a:lnTo>
                    <a:pt x="481" y="111"/>
                  </a:lnTo>
                  <a:lnTo>
                    <a:pt x="492" y="115"/>
                  </a:lnTo>
                  <a:lnTo>
                    <a:pt x="499" y="122"/>
                  </a:lnTo>
                  <a:lnTo>
                    <a:pt x="496" y="130"/>
                  </a:lnTo>
                  <a:lnTo>
                    <a:pt x="496" y="130"/>
                  </a:lnTo>
                  <a:lnTo>
                    <a:pt x="490" y="128"/>
                  </a:lnTo>
                  <a:lnTo>
                    <a:pt x="487" y="130"/>
                  </a:lnTo>
                  <a:lnTo>
                    <a:pt x="483" y="130"/>
                  </a:lnTo>
                  <a:lnTo>
                    <a:pt x="483" y="130"/>
                  </a:lnTo>
                  <a:lnTo>
                    <a:pt x="479" y="131"/>
                  </a:lnTo>
                  <a:lnTo>
                    <a:pt x="476" y="135"/>
                  </a:lnTo>
                  <a:lnTo>
                    <a:pt x="472" y="139"/>
                  </a:lnTo>
                  <a:lnTo>
                    <a:pt x="461" y="137"/>
                  </a:lnTo>
                  <a:lnTo>
                    <a:pt x="448" y="146"/>
                  </a:lnTo>
                  <a:lnTo>
                    <a:pt x="445" y="142"/>
                  </a:lnTo>
                  <a:lnTo>
                    <a:pt x="439" y="142"/>
                  </a:lnTo>
                  <a:lnTo>
                    <a:pt x="436" y="151"/>
                  </a:lnTo>
                  <a:lnTo>
                    <a:pt x="430" y="155"/>
                  </a:lnTo>
                  <a:lnTo>
                    <a:pt x="410" y="161"/>
                  </a:lnTo>
                  <a:lnTo>
                    <a:pt x="407" y="171"/>
                  </a:lnTo>
                  <a:lnTo>
                    <a:pt x="394" y="179"/>
                  </a:lnTo>
                  <a:lnTo>
                    <a:pt x="385" y="177"/>
                  </a:lnTo>
                  <a:lnTo>
                    <a:pt x="377" y="168"/>
                  </a:lnTo>
                  <a:lnTo>
                    <a:pt x="368" y="166"/>
                  </a:lnTo>
                  <a:lnTo>
                    <a:pt x="363" y="170"/>
                  </a:lnTo>
                  <a:lnTo>
                    <a:pt x="359" y="179"/>
                  </a:lnTo>
                  <a:lnTo>
                    <a:pt x="357" y="188"/>
                  </a:lnTo>
                  <a:lnTo>
                    <a:pt x="361" y="197"/>
                  </a:lnTo>
                  <a:lnTo>
                    <a:pt x="363" y="206"/>
                  </a:lnTo>
                  <a:lnTo>
                    <a:pt x="357" y="213"/>
                  </a:lnTo>
                  <a:lnTo>
                    <a:pt x="352" y="217"/>
                  </a:lnTo>
                  <a:lnTo>
                    <a:pt x="337" y="221"/>
                  </a:lnTo>
                  <a:lnTo>
                    <a:pt x="323" y="224"/>
                  </a:lnTo>
                  <a:lnTo>
                    <a:pt x="308" y="224"/>
                  </a:lnTo>
                  <a:lnTo>
                    <a:pt x="299" y="226"/>
                  </a:lnTo>
                  <a:lnTo>
                    <a:pt x="294" y="228"/>
                  </a:lnTo>
                  <a:lnTo>
                    <a:pt x="284" y="237"/>
                  </a:lnTo>
                  <a:lnTo>
                    <a:pt x="274" y="241"/>
                  </a:lnTo>
                  <a:lnTo>
                    <a:pt x="263" y="241"/>
                  </a:lnTo>
                  <a:lnTo>
                    <a:pt x="252" y="244"/>
                  </a:lnTo>
                  <a:lnTo>
                    <a:pt x="235" y="244"/>
                  </a:lnTo>
                  <a:lnTo>
                    <a:pt x="228" y="239"/>
                  </a:lnTo>
                  <a:lnTo>
                    <a:pt x="219" y="230"/>
                  </a:lnTo>
                  <a:lnTo>
                    <a:pt x="215" y="228"/>
                  </a:lnTo>
                  <a:lnTo>
                    <a:pt x="192" y="228"/>
                  </a:lnTo>
                  <a:lnTo>
                    <a:pt x="177" y="226"/>
                  </a:lnTo>
                  <a:lnTo>
                    <a:pt x="164" y="224"/>
                  </a:lnTo>
                  <a:lnTo>
                    <a:pt x="151" y="226"/>
                  </a:lnTo>
                  <a:lnTo>
                    <a:pt x="142" y="224"/>
                  </a:lnTo>
                  <a:lnTo>
                    <a:pt x="133" y="219"/>
                  </a:lnTo>
                  <a:lnTo>
                    <a:pt x="126" y="210"/>
                  </a:lnTo>
                  <a:lnTo>
                    <a:pt x="117" y="204"/>
                  </a:lnTo>
                  <a:lnTo>
                    <a:pt x="110" y="199"/>
                  </a:lnTo>
                  <a:lnTo>
                    <a:pt x="108" y="190"/>
                  </a:lnTo>
                  <a:lnTo>
                    <a:pt x="100" y="182"/>
                  </a:lnTo>
                  <a:lnTo>
                    <a:pt x="91" y="179"/>
                  </a:lnTo>
                  <a:lnTo>
                    <a:pt x="86" y="175"/>
                  </a:lnTo>
                  <a:lnTo>
                    <a:pt x="79" y="170"/>
                  </a:lnTo>
                  <a:lnTo>
                    <a:pt x="68" y="170"/>
                  </a:lnTo>
                  <a:lnTo>
                    <a:pt x="59" y="166"/>
                  </a:lnTo>
                  <a:lnTo>
                    <a:pt x="57" y="159"/>
                  </a:lnTo>
                  <a:lnTo>
                    <a:pt x="59" y="150"/>
                  </a:lnTo>
                  <a:lnTo>
                    <a:pt x="60" y="142"/>
                  </a:lnTo>
                  <a:lnTo>
                    <a:pt x="55" y="133"/>
                  </a:lnTo>
                  <a:lnTo>
                    <a:pt x="48" y="130"/>
                  </a:lnTo>
                  <a:lnTo>
                    <a:pt x="46" y="124"/>
                  </a:lnTo>
                  <a:lnTo>
                    <a:pt x="37" y="113"/>
                  </a:lnTo>
                  <a:lnTo>
                    <a:pt x="28" y="108"/>
                  </a:lnTo>
                  <a:lnTo>
                    <a:pt x="17" y="110"/>
                  </a:lnTo>
                  <a:lnTo>
                    <a:pt x="9" y="108"/>
                  </a:lnTo>
                  <a:lnTo>
                    <a:pt x="4" y="102"/>
                  </a:lnTo>
                  <a:lnTo>
                    <a:pt x="2" y="97"/>
                  </a:lnTo>
                  <a:lnTo>
                    <a:pt x="0" y="84"/>
                  </a:lnTo>
                  <a:lnTo>
                    <a:pt x="0" y="69"/>
                  </a:lnTo>
                  <a:lnTo>
                    <a:pt x="9" y="66"/>
                  </a:lnTo>
                  <a:lnTo>
                    <a:pt x="15" y="64"/>
                  </a:lnTo>
                  <a:lnTo>
                    <a:pt x="18" y="59"/>
                  </a:lnTo>
                  <a:lnTo>
                    <a:pt x="18" y="53"/>
                  </a:lnTo>
                  <a:lnTo>
                    <a:pt x="22" y="49"/>
                  </a:lnTo>
                  <a:lnTo>
                    <a:pt x="29" y="44"/>
                  </a:lnTo>
                  <a:lnTo>
                    <a:pt x="37" y="40"/>
                  </a:lnTo>
                  <a:lnTo>
                    <a:pt x="48" y="37"/>
                  </a:lnTo>
                  <a:lnTo>
                    <a:pt x="53" y="33"/>
                  </a:lnTo>
                  <a:lnTo>
                    <a:pt x="62" y="31"/>
                  </a:lnTo>
                  <a:lnTo>
                    <a:pt x="71" y="33"/>
                  </a:lnTo>
                  <a:lnTo>
                    <a:pt x="75" y="37"/>
                  </a:lnTo>
                  <a:close/>
                  <a:moveTo>
                    <a:pt x="197" y="22"/>
                  </a:moveTo>
                  <a:lnTo>
                    <a:pt x="197" y="22"/>
                  </a:lnTo>
                  <a:lnTo>
                    <a:pt x="197" y="24"/>
                  </a:lnTo>
                  <a:lnTo>
                    <a:pt x="199" y="26"/>
                  </a:lnTo>
                  <a:lnTo>
                    <a:pt x="199" y="26"/>
                  </a:lnTo>
                  <a:lnTo>
                    <a:pt x="197" y="28"/>
                  </a:lnTo>
                  <a:lnTo>
                    <a:pt x="195" y="29"/>
                  </a:lnTo>
                  <a:lnTo>
                    <a:pt x="193" y="33"/>
                  </a:lnTo>
                  <a:lnTo>
                    <a:pt x="193" y="33"/>
                  </a:lnTo>
                  <a:lnTo>
                    <a:pt x="193" y="26"/>
                  </a:lnTo>
                  <a:lnTo>
                    <a:pt x="193" y="22"/>
                  </a:lnTo>
                  <a:lnTo>
                    <a:pt x="197" y="22"/>
                  </a:lnTo>
                  <a:lnTo>
                    <a:pt x="197" y="2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48" name="Freeform 231">
              <a:extLst>
                <a:ext uri="{FF2B5EF4-FFF2-40B4-BE49-F238E27FC236}">
                  <a16:creationId xmlns:a16="http://schemas.microsoft.com/office/drawing/2014/main" id="{B3BA1D05-1BF4-4102-ADE0-43D5511C32FC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1435" y="2717159"/>
              <a:ext cx="16314" cy="16314"/>
            </a:xfrm>
            <a:custGeom>
              <a:avLst/>
              <a:gdLst>
                <a:gd name="T0" fmla="*/ 11 w 11"/>
                <a:gd name="T1" fmla="*/ 2 h 11"/>
                <a:gd name="T2" fmla="*/ 4 w 11"/>
                <a:gd name="T3" fmla="*/ 0 h 11"/>
                <a:gd name="T4" fmla="*/ 0 w 11"/>
                <a:gd name="T5" fmla="*/ 2 h 11"/>
                <a:gd name="T6" fmla="*/ 6 w 11"/>
                <a:gd name="T7" fmla="*/ 11 h 11"/>
                <a:gd name="T8" fmla="*/ 6 w 11"/>
                <a:gd name="T9" fmla="*/ 7 h 11"/>
                <a:gd name="T10" fmla="*/ 6 w 11"/>
                <a:gd name="T11" fmla="*/ 7 h 11"/>
                <a:gd name="T12" fmla="*/ 11 w 11"/>
                <a:gd name="T13" fmla="*/ 4 h 11"/>
                <a:gd name="T14" fmla="*/ 11 w 11"/>
                <a:gd name="T15" fmla="*/ 4 h 11"/>
                <a:gd name="T16" fmla="*/ 11 w 11"/>
                <a:gd name="T17" fmla="*/ 2 h 11"/>
                <a:gd name="T18" fmla="*/ 11 w 11"/>
                <a:gd name="T19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" h="11">
                  <a:moveTo>
                    <a:pt x="11" y="2"/>
                  </a:moveTo>
                  <a:lnTo>
                    <a:pt x="4" y="0"/>
                  </a:lnTo>
                  <a:lnTo>
                    <a:pt x="0" y="2"/>
                  </a:lnTo>
                  <a:lnTo>
                    <a:pt x="6" y="11"/>
                  </a:lnTo>
                  <a:lnTo>
                    <a:pt x="6" y="7"/>
                  </a:lnTo>
                  <a:lnTo>
                    <a:pt x="6" y="7"/>
                  </a:lnTo>
                  <a:lnTo>
                    <a:pt x="11" y="4"/>
                  </a:lnTo>
                  <a:lnTo>
                    <a:pt x="11" y="4"/>
                  </a:lnTo>
                  <a:lnTo>
                    <a:pt x="11" y="2"/>
                  </a:lnTo>
                  <a:lnTo>
                    <a:pt x="11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49" name="Freeform 232">
              <a:extLst>
                <a:ext uri="{FF2B5EF4-FFF2-40B4-BE49-F238E27FC236}">
                  <a16:creationId xmlns:a16="http://schemas.microsoft.com/office/drawing/2014/main" id="{75F93490-4D97-48A2-A23E-E0F0FA751776}"/>
                </a:ext>
              </a:extLst>
            </p:cNvPr>
            <p:cNvSpPr>
              <a:spLocks/>
            </p:cNvSpPr>
            <p:nvPr/>
          </p:nvSpPr>
          <p:spPr bwMode="auto">
            <a:xfrm>
              <a:off x="6193412" y="2543647"/>
              <a:ext cx="88980" cy="114192"/>
            </a:xfrm>
            <a:custGeom>
              <a:avLst/>
              <a:gdLst>
                <a:gd name="T0" fmla="*/ 30 w 60"/>
                <a:gd name="T1" fmla="*/ 77 h 77"/>
                <a:gd name="T2" fmla="*/ 34 w 60"/>
                <a:gd name="T3" fmla="*/ 66 h 77"/>
                <a:gd name="T4" fmla="*/ 36 w 60"/>
                <a:gd name="T5" fmla="*/ 64 h 77"/>
                <a:gd name="T6" fmla="*/ 41 w 60"/>
                <a:gd name="T7" fmla="*/ 60 h 77"/>
                <a:gd name="T8" fmla="*/ 41 w 60"/>
                <a:gd name="T9" fmla="*/ 57 h 77"/>
                <a:gd name="T10" fmla="*/ 45 w 60"/>
                <a:gd name="T11" fmla="*/ 57 h 77"/>
                <a:gd name="T12" fmla="*/ 49 w 60"/>
                <a:gd name="T13" fmla="*/ 59 h 77"/>
                <a:gd name="T14" fmla="*/ 56 w 60"/>
                <a:gd name="T15" fmla="*/ 60 h 77"/>
                <a:gd name="T16" fmla="*/ 51 w 60"/>
                <a:gd name="T17" fmla="*/ 51 h 77"/>
                <a:gd name="T18" fmla="*/ 47 w 60"/>
                <a:gd name="T19" fmla="*/ 48 h 77"/>
                <a:gd name="T20" fmla="*/ 45 w 60"/>
                <a:gd name="T21" fmla="*/ 40 h 77"/>
                <a:gd name="T22" fmla="*/ 45 w 60"/>
                <a:gd name="T23" fmla="*/ 37 h 77"/>
                <a:gd name="T24" fmla="*/ 43 w 60"/>
                <a:gd name="T25" fmla="*/ 31 h 77"/>
                <a:gd name="T26" fmla="*/ 40 w 60"/>
                <a:gd name="T27" fmla="*/ 26 h 77"/>
                <a:gd name="T28" fmla="*/ 40 w 60"/>
                <a:gd name="T29" fmla="*/ 22 h 77"/>
                <a:gd name="T30" fmla="*/ 38 w 60"/>
                <a:gd name="T31" fmla="*/ 17 h 77"/>
                <a:gd name="T32" fmla="*/ 34 w 60"/>
                <a:gd name="T33" fmla="*/ 13 h 77"/>
                <a:gd name="T34" fmla="*/ 27 w 60"/>
                <a:gd name="T35" fmla="*/ 6 h 77"/>
                <a:gd name="T36" fmla="*/ 18 w 60"/>
                <a:gd name="T37" fmla="*/ 2 h 77"/>
                <a:gd name="T38" fmla="*/ 12 w 60"/>
                <a:gd name="T39" fmla="*/ 0 h 77"/>
                <a:gd name="T40" fmla="*/ 9 w 60"/>
                <a:gd name="T41" fmla="*/ 2 h 77"/>
                <a:gd name="T42" fmla="*/ 7 w 60"/>
                <a:gd name="T43" fmla="*/ 2 h 77"/>
                <a:gd name="T44" fmla="*/ 0 w 60"/>
                <a:gd name="T45" fmla="*/ 4 h 77"/>
                <a:gd name="T46" fmla="*/ 0 w 60"/>
                <a:gd name="T47" fmla="*/ 8 h 77"/>
                <a:gd name="T48" fmla="*/ 7 w 60"/>
                <a:gd name="T49" fmla="*/ 13 h 77"/>
                <a:gd name="T50" fmla="*/ 10 w 60"/>
                <a:gd name="T51" fmla="*/ 19 h 77"/>
                <a:gd name="T52" fmla="*/ 16 w 60"/>
                <a:gd name="T53" fmla="*/ 30 h 77"/>
                <a:gd name="T54" fmla="*/ 21 w 60"/>
                <a:gd name="T55" fmla="*/ 35 h 77"/>
                <a:gd name="T56" fmla="*/ 23 w 60"/>
                <a:gd name="T57" fmla="*/ 40 h 77"/>
                <a:gd name="T58" fmla="*/ 23 w 60"/>
                <a:gd name="T59" fmla="*/ 46 h 77"/>
                <a:gd name="T60" fmla="*/ 23 w 60"/>
                <a:gd name="T61" fmla="*/ 50 h 77"/>
                <a:gd name="T62" fmla="*/ 25 w 60"/>
                <a:gd name="T63" fmla="*/ 51 h 77"/>
                <a:gd name="T64" fmla="*/ 23 w 60"/>
                <a:gd name="T65" fmla="*/ 55 h 77"/>
                <a:gd name="T66" fmla="*/ 23 w 60"/>
                <a:gd name="T67" fmla="*/ 57 h 77"/>
                <a:gd name="T68" fmla="*/ 23 w 60"/>
                <a:gd name="T69" fmla="*/ 62 h 77"/>
                <a:gd name="T70" fmla="*/ 23 w 60"/>
                <a:gd name="T71" fmla="*/ 66 h 77"/>
                <a:gd name="T72" fmla="*/ 25 w 60"/>
                <a:gd name="T73" fmla="*/ 68 h 77"/>
                <a:gd name="T74" fmla="*/ 23 w 60"/>
                <a:gd name="T75" fmla="*/ 73 h 77"/>
                <a:gd name="T76" fmla="*/ 25 w 60"/>
                <a:gd name="T77" fmla="*/ 75 h 77"/>
                <a:gd name="T78" fmla="*/ 30 w 60"/>
                <a:gd name="T79" fmla="*/ 7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60" h="77">
                  <a:moveTo>
                    <a:pt x="30" y="77"/>
                  </a:moveTo>
                  <a:lnTo>
                    <a:pt x="30" y="77"/>
                  </a:lnTo>
                  <a:lnTo>
                    <a:pt x="32" y="73"/>
                  </a:lnTo>
                  <a:lnTo>
                    <a:pt x="34" y="66"/>
                  </a:lnTo>
                  <a:lnTo>
                    <a:pt x="34" y="66"/>
                  </a:lnTo>
                  <a:lnTo>
                    <a:pt x="36" y="64"/>
                  </a:lnTo>
                  <a:lnTo>
                    <a:pt x="38" y="62"/>
                  </a:lnTo>
                  <a:lnTo>
                    <a:pt x="41" y="60"/>
                  </a:lnTo>
                  <a:lnTo>
                    <a:pt x="41" y="57"/>
                  </a:lnTo>
                  <a:lnTo>
                    <a:pt x="41" y="57"/>
                  </a:lnTo>
                  <a:lnTo>
                    <a:pt x="43" y="55"/>
                  </a:lnTo>
                  <a:lnTo>
                    <a:pt x="45" y="57"/>
                  </a:lnTo>
                  <a:lnTo>
                    <a:pt x="47" y="59"/>
                  </a:lnTo>
                  <a:lnTo>
                    <a:pt x="49" y="59"/>
                  </a:lnTo>
                  <a:lnTo>
                    <a:pt x="49" y="59"/>
                  </a:lnTo>
                  <a:lnTo>
                    <a:pt x="56" y="60"/>
                  </a:lnTo>
                  <a:lnTo>
                    <a:pt x="60" y="62"/>
                  </a:lnTo>
                  <a:lnTo>
                    <a:pt x="51" y="51"/>
                  </a:lnTo>
                  <a:lnTo>
                    <a:pt x="51" y="51"/>
                  </a:lnTo>
                  <a:lnTo>
                    <a:pt x="47" y="48"/>
                  </a:lnTo>
                  <a:lnTo>
                    <a:pt x="45" y="44"/>
                  </a:lnTo>
                  <a:lnTo>
                    <a:pt x="45" y="40"/>
                  </a:lnTo>
                  <a:lnTo>
                    <a:pt x="45" y="40"/>
                  </a:lnTo>
                  <a:lnTo>
                    <a:pt x="45" y="37"/>
                  </a:lnTo>
                  <a:lnTo>
                    <a:pt x="43" y="31"/>
                  </a:lnTo>
                  <a:lnTo>
                    <a:pt x="43" y="31"/>
                  </a:lnTo>
                  <a:lnTo>
                    <a:pt x="40" y="28"/>
                  </a:lnTo>
                  <a:lnTo>
                    <a:pt x="40" y="26"/>
                  </a:lnTo>
                  <a:lnTo>
                    <a:pt x="40" y="22"/>
                  </a:lnTo>
                  <a:lnTo>
                    <a:pt x="40" y="22"/>
                  </a:lnTo>
                  <a:lnTo>
                    <a:pt x="38" y="20"/>
                  </a:lnTo>
                  <a:lnTo>
                    <a:pt x="38" y="17"/>
                  </a:lnTo>
                  <a:lnTo>
                    <a:pt x="34" y="13"/>
                  </a:lnTo>
                  <a:lnTo>
                    <a:pt x="34" y="13"/>
                  </a:lnTo>
                  <a:lnTo>
                    <a:pt x="27" y="6"/>
                  </a:lnTo>
                  <a:lnTo>
                    <a:pt x="27" y="6"/>
                  </a:lnTo>
                  <a:lnTo>
                    <a:pt x="23" y="4"/>
                  </a:lnTo>
                  <a:lnTo>
                    <a:pt x="18" y="2"/>
                  </a:lnTo>
                  <a:lnTo>
                    <a:pt x="18" y="2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9" y="2"/>
                  </a:lnTo>
                  <a:lnTo>
                    <a:pt x="9" y="2"/>
                  </a:lnTo>
                  <a:lnTo>
                    <a:pt x="7" y="2"/>
                  </a:lnTo>
                  <a:lnTo>
                    <a:pt x="3" y="2"/>
                  </a:lnTo>
                  <a:lnTo>
                    <a:pt x="0" y="4"/>
                  </a:lnTo>
                  <a:lnTo>
                    <a:pt x="0" y="8"/>
                  </a:lnTo>
                  <a:lnTo>
                    <a:pt x="0" y="8"/>
                  </a:lnTo>
                  <a:lnTo>
                    <a:pt x="3" y="9"/>
                  </a:lnTo>
                  <a:lnTo>
                    <a:pt x="7" y="13"/>
                  </a:lnTo>
                  <a:lnTo>
                    <a:pt x="10" y="19"/>
                  </a:lnTo>
                  <a:lnTo>
                    <a:pt x="10" y="19"/>
                  </a:lnTo>
                  <a:lnTo>
                    <a:pt x="12" y="24"/>
                  </a:lnTo>
                  <a:lnTo>
                    <a:pt x="16" y="30"/>
                  </a:lnTo>
                  <a:lnTo>
                    <a:pt x="16" y="30"/>
                  </a:lnTo>
                  <a:lnTo>
                    <a:pt x="21" y="35"/>
                  </a:lnTo>
                  <a:lnTo>
                    <a:pt x="23" y="40"/>
                  </a:lnTo>
                  <a:lnTo>
                    <a:pt x="23" y="40"/>
                  </a:lnTo>
                  <a:lnTo>
                    <a:pt x="23" y="44"/>
                  </a:lnTo>
                  <a:lnTo>
                    <a:pt x="23" y="46"/>
                  </a:lnTo>
                  <a:lnTo>
                    <a:pt x="23" y="48"/>
                  </a:lnTo>
                  <a:lnTo>
                    <a:pt x="23" y="50"/>
                  </a:lnTo>
                  <a:lnTo>
                    <a:pt x="23" y="50"/>
                  </a:lnTo>
                  <a:lnTo>
                    <a:pt x="25" y="51"/>
                  </a:lnTo>
                  <a:lnTo>
                    <a:pt x="25" y="53"/>
                  </a:lnTo>
                  <a:lnTo>
                    <a:pt x="23" y="55"/>
                  </a:lnTo>
                  <a:lnTo>
                    <a:pt x="23" y="57"/>
                  </a:lnTo>
                  <a:lnTo>
                    <a:pt x="23" y="57"/>
                  </a:lnTo>
                  <a:lnTo>
                    <a:pt x="23" y="60"/>
                  </a:lnTo>
                  <a:lnTo>
                    <a:pt x="23" y="62"/>
                  </a:lnTo>
                  <a:lnTo>
                    <a:pt x="23" y="66"/>
                  </a:lnTo>
                  <a:lnTo>
                    <a:pt x="23" y="66"/>
                  </a:lnTo>
                  <a:lnTo>
                    <a:pt x="23" y="66"/>
                  </a:lnTo>
                  <a:lnTo>
                    <a:pt x="25" y="68"/>
                  </a:lnTo>
                  <a:lnTo>
                    <a:pt x="23" y="70"/>
                  </a:lnTo>
                  <a:lnTo>
                    <a:pt x="23" y="73"/>
                  </a:lnTo>
                  <a:lnTo>
                    <a:pt x="25" y="75"/>
                  </a:lnTo>
                  <a:lnTo>
                    <a:pt x="25" y="75"/>
                  </a:lnTo>
                  <a:lnTo>
                    <a:pt x="30" y="77"/>
                  </a:lnTo>
                  <a:lnTo>
                    <a:pt x="30" y="7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50" name="Freeform 233">
              <a:extLst>
                <a:ext uri="{FF2B5EF4-FFF2-40B4-BE49-F238E27FC236}">
                  <a16:creationId xmlns:a16="http://schemas.microsoft.com/office/drawing/2014/main" id="{D83847DA-7BA2-444E-89A5-E8F40533A74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6228" y="3065665"/>
              <a:ext cx="702944" cy="538331"/>
            </a:xfrm>
            <a:custGeom>
              <a:avLst/>
              <a:gdLst>
                <a:gd name="T0" fmla="*/ 8 w 474"/>
                <a:gd name="T1" fmla="*/ 22 h 363"/>
                <a:gd name="T2" fmla="*/ 17 w 474"/>
                <a:gd name="T3" fmla="*/ 49 h 363"/>
                <a:gd name="T4" fmla="*/ 42 w 474"/>
                <a:gd name="T5" fmla="*/ 69 h 363"/>
                <a:gd name="T6" fmla="*/ 53 w 474"/>
                <a:gd name="T7" fmla="*/ 122 h 363"/>
                <a:gd name="T8" fmla="*/ 68 w 474"/>
                <a:gd name="T9" fmla="*/ 133 h 363"/>
                <a:gd name="T10" fmla="*/ 79 w 474"/>
                <a:gd name="T11" fmla="*/ 171 h 363"/>
                <a:gd name="T12" fmla="*/ 101 w 474"/>
                <a:gd name="T13" fmla="*/ 195 h 363"/>
                <a:gd name="T14" fmla="*/ 119 w 474"/>
                <a:gd name="T15" fmla="*/ 200 h 363"/>
                <a:gd name="T16" fmla="*/ 106 w 474"/>
                <a:gd name="T17" fmla="*/ 182 h 363"/>
                <a:gd name="T18" fmla="*/ 101 w 474"/>
                <a:gd name="T19" fmla="*/ 173 h 363"/>
                <a:gd name="T20" fmla="*/ 86 w 474"/>
                <a:gd name="T21" fmla="*/ 129 h 363"/>
                <a:gd name="T22" fmla="*/ 79 w 474"/>
                <a:gd name="T23" fmla="*/ 115 h 363"/>
                <a:gd name="T24" fmla="*/ 57 w 474"/>
                <a:gd name="T25" fmla="*/ 86 h 363"/>
                <a:gd name="T26" fmla="*/ 48 w 474"/>
                <a:gd name="T27" fmla="*/ 66 h 363"/>
                <a:gd name="T28" fmla="*/ 35 w 474"/>
                <a:gd name="T29" fmla="*/ 31 h 363"/>
                <a:gd name="T30" fmla="*/ 53 w 474"/>
                <a:gd name="T31" fmla="*/ 27 h 363"/>
                <a:gd name="T32" fmla="*/ 64 w 474"/>
                <a:gd name="T33" fmla="*/ 38 h 363"/>
                <a:gd name="T34" fmla="*/ 73 w 474"/>
                <a:gd name="T35" fmla="*/ 60 h 363"/>
                <a:gd name="T36" fmla="*/ 86 w 474"/>
                <a:gd name="T37" fmla="*/ 80 h 363"/>
                <a:gd name="T38" fmla="*/ 97 w 474"/>
                <a:gd name="T39" fmla="*/ 98 h 363"/>
                <a:gd name="T40" fmla="*/ 108 w 474"/>
                <a:gd name="T41" fmla="*/ 118 h 363"/>
                <a:gd name="T42" fmla="*/ 119 w 474"/>
                <a:gd name="T43" fmla="*/ 129 h 363"/>
                <a:gd name="T44" fmla="*/ 124 w 474"/>
                <a:gd name="T45" fmla="*/ 146 h 363"/>
                <a:gd name="T46" fmla="*/ 150 w 474"/>
                <a:gd name="T47" fmla="*/ 175 h 363"/>
                <a:gd name="T48" fmla="*/ 161 w 474"/>
                <a:gd name="T49" fmla="*/ 184 h 363"/>
                <a:gd name="T50" fmla="*/ 172 w 474"/>
                <a:gd name="T51" fmla="*/ 204 h 363"/>
                <a:gd name="T52" fmla="*/ 186 w 474"/>
                <a:gd name="T53" fmla="*/ 230 h 363"/>
                <a:gd name="T54" fmla="*/ 186 w 474"/>
                <a:gd name="T55" fmla="*/ 284 h 363"/>
                <a:gd name="T56" fmla="*/ 219 w 474"/>
                <a:gd name="T57" fmla="*/ 313 h 363"/>
                <a:gd name="T58" fmla="*/ 244 w 474"/>
                <a:gd name="T59" fmla="*/ 322 h 363"/>
                <a:gd name="T60" fmla="*/ 277 w 474"/>
                <a:gd name="T61" fmla="*/ 339 h 363"/>
                <a:gd name="T62" fmla="*/ 316 w 474"/>
                <a:gd name="T63" fmla="*/ 355 h 363"/>
                <a:gd name="T64" fmla="*/ 370 w 474"/>
                <a:gd name="T65" fmla="*/ 352 h 363"/>
                <a:gd name="T66" fmla="*/ 379 w 474"/>
                <a:gd name="T67" fmla="*/ 353 h 363"/>
                <a:gd name="T68" fmla="*/ 388 w 474"/>
                <a:gd name="T69" fmla="*/ 352 h 363"/>
                <a:gd name="T70" fmla="*/ 414 w 474"/>
                <a:gd name="T71" fmla="*/ 332 h 363"/>
                <a:gd name="T72" fmla="*/ 439 w 474"/>
                <a:gd name="T73" fmla="*/ 306 h 363"/>
                <a:gd name="T74" fmla="*/ 454 w 474"/>
                <a:gd name="T75" fmla="*/ 299 h 363"/>
                <a:gd name="T76" fmla="*/ 463 w 474"/>
                <a:gd name="T77" fmla="*/ 302 h 363"/>
                <a:gd name="T78" fmla="*/ 472 w 474"/>
                <a:gd name="T79" fmla="*/ 260 h 363"/>
                <a:gd name="T80" fmla="*/ 449 w 474"/>
                <a:gd name="T81" fmla="*/ 237 h 363"/>
                <a:gd name="T82" fmla="*/ 416 w 474"/>
                <a:gd name="T83" fmla="*/ 275 h 363"/>
                <a:gd name="T84" fmla="*/ 407 w 474"/>
                <a:gd name="T85" fmla="*/ 297 h 363"/>
                <a:gd name="T86" fmla="*/ 399 w 474"/>
                <a:gd name="T87" fmla="*/ 293 h 363"/>
                <a:gd name="T88" fmla="*/ 372 w 474"/>
                <a:gd name="T89" fmla="*/ 302 h 363"/>
                <a:gd name="T90" fmla="*/ 365 w 474"/>
                <a:gd name="T91" fmla="*/ 311 h 363"/>
                <a:gd name="T92" fmla="*/ 352 w 474"/>
                <a:gd name="T93" fmla="*/ 306 h 363"/>
                <a:gd name="T94" fmla="*/ 334 w 474"/>
                <a:gd name="T95" fmla="*/ 299 h 363"/>
                <a:gd name="T96" fmla="*/ 306 w 474"/>
                <a:gd name="T97" fmla="*/ 244 h 363"/>
                <a:gd name="T98" fmla="*/ 306 w 474"/>
                <a:gd name="T99" fmla="*/ 226 h 363"/>
                <a:gd name="T100" fmla="*/ 305 w 474"/>
                <a:gd name="T101" fmla="*/ 191 h 363"/>
                <a:gd name="T102" fmla="*/ 312 w 474"/>
                <a:gd name="T103" fmla="*/ 162 h 363"/>
                <a:gd name="T104" fmla="*/ 305 w 474"/>
                <a:gd name="T105" fmla="*/ 144 h 363"/>
                <a:gd name="T106" fmla="*/ 281 w 474"/>
                <a:gd name="T107" fmla="*/ 131 h 363"/>
                <a:gd name="T108" fmla="*/ 272 w 474"/>
                <a:gd name="T109" fmla="*/ 106 h 363"/>
                <a:gd name="T110" fmla="*/ 261 w 474"/>
                <a:gd name="T111" fmla="*/ 84 h 363"/>
                <a:gd name="T112" fmla="*/ 244 w 474"/>
                <a:gd name="T113" fmla="*/ 64 h 363"/>
                <a:gd name="T114" fmla="*/ 223 w 474"/>
                <a:gd name="T115" fmla="*/ 67 h 363"/>
                <a:gd name="T116" fmla="*/ 204 w 474"/>
                <a:gd name="T117" fmla="*/ 69 h 363"/>
                <a:gd name="T118" fmla="*/ 193 w 474"/>
                <a:gd name="T119" fmla="*/ 47 h 363"/>
                <a:gd name="T120" fmla="*/ 172 w 474"/>
                <a:gd name="T121" fmla="*/ 25 h 363"/>
                <a:gd name="T122" fmla="*/ 40 w 474"/>
                <a:gd name="T12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74" h="363">
                  <a:moveTo>
                    <a:pt x="0" y="4"/>
                  </a:moveTo>
                  <a:lnTo>
                    <a:pt x="0" y="4"/>
                  </a:lnTo>
                  <a:lnTo>
                    <a:pt x="0" y="9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4" y="22"/>
                  </a:lnTo>
                  <a:lnTo>
                    <a:pt x="8" y="22"/>
                  </a:lnTo>
                  <a:lnTo>
                    <a:pt x="8" y="22"/>
                  </a:lnTo>
                  <a:lnTo>
                    <a:pt x="9" y="27"/>
                  </a:lnTo>
                  <a:lnTo>
                    <a:pt x="11" y="33"/>
                  </a:lnTo>
                  <a:lnTo>
                    <a:pt x="11" y="38"/>
                  </a:lnTo>
                  <a:lnTo>
                    <a:pt x="13" y="44"/>
                  </a:lnTo>
                  <a:lnTo>
                    <a:pt x="13" y="44"/>
                  </a:lnTo>
                  <a:lnTo>
                    <a:pt x="17" y="49"/>
                  </a:lnTo>
                  <a:lnTo>
                    <a:pt x="22" y="55"/>
                  </a:lnTo>
                  <a:lnTo>
                    <a:pt x="33" y="64"/>
                  </a:lnTo>
                  <a:lnTo>
                    <a:pt x="33" y="64"/>
                  </a:lnTo>
                  <a:lnTo>
                    <a:pt x="37" y="66"/>
                  </a:lnTo>
                  <a:lnTo>
                    <a:pt x="40" y="66"/>
                  </a:lnTo>
                  <a:lnTo>
                    <a:pt x="40" y="66"/>
                  </a:lnTo>
                  <a:lnTo>
                    <a:pt x="42" y="69"/>
                  </a:lnTo>
                  <a:lnTo>
                    <a:pt x="44" y="73"/>
                  </a:lnTo>
                  <a:lnTo>
                    <a:pt x="46" y="84"/>
                  </a:lnTo>
                  <a:lnTo>
                    <a:pt x="48" y="106"/>
                  </a:lnTo>
                  <a:lnTo>
                    <a:pt x="48" y="106"/>
                  </a:lnTo>
                  <a:lnTo>
                    <a:pt x="33" y="111"/>
                  </a:lnTo>
                  <a:lnTo>
                    <a:pt x="33" y="111"/>
                  </a:lnTo>
                  <a:lnTo>
                    <a:pt x="53" y="122"/>
                  </a:lnTo>
                  <a:lnTo>
                    <a:pt x="53" y="127"/>
                  </a:lnTo>
                  <a:lnTo>
                    <a:pt x="53" y="127"/>
                  </a:lnTo>
                  <a:lnTo>
                    <a:pt x="57" y="129"/>
                  </a:lnTo>
                  <a:lnTo>
                    <a:pt x="60" y="129"/>
                  </a:lnTo>
                  <a:lnTo>
                    <a:pt x="64" y="131"/>
                  </a:lnTo>
                  <a:lnTo>
                    <a:pt x="68" y="133"/>
                  </a:lnTo>
                  <a:lnTo>
                    <a:pt x="68" y="133"/>
                  </a:lnTo>
                  <a:lnTo>
                    <a:pt x="71" y="142"/>
                  </a:lnTo>
                  <a:lnTo>
                    <a:pt x="77" y="142"/>
                  </a:lnTo>
                  <a:lnTo>
                    <a:pt x="77" y="142"/>
                  </a:lnTo>
                  <a:lnTo>
                    <a:pt x="79" y="149"/>
                  </a:lnTo>
                  <a:lnTo>
                    <a:pt x="79" y="157"/>
                  </a:lnTo>
                  <a:lnTo>
                    <a:pt x="77" y="164"/>
                  </a:lnTo>
                  <a:lnTo>
                    <a:pt x="79" y="171"/>
                  </a:lnTo>
                  <a:lnTo>
                    <a:pt x="79" y="171"/>
                  </a:lnTo>
                  <a:lnTo>
                    <a:pt x="84" y="175"/>
                  </a:lnTo>
                  <a:lnTo>
                    <a:pt x="90" y="177"/>
                  </a:lnTo>
                  <a:lnTo>
                    <a:pt x="90" y="182"/>
                  </a:lnTo>
                  <a:lnTo>
                    <a:pt x="90" y="182"/>
                  </a:lnTo>
                  <a:lnTo>
                    <a:pt x="93" y="186"/>
                  </a:lnTo>
                  <a:lnTo>
                    <a:pt x="101" y="195"/>
                  </a:lnTo>
                  <a:lnTo>
                    <a:pt x="108" y="202"/>
                  </a:lnTo>
                  <a:lnTo>
                    <a:pt x="113" y="211"/>
                  </a:lnTo>
                  <a:lnTo>
                    <a:pt x="113" y="211"/>
                  </a:lnTo>
                  <a:lnTo>
                    <a:pt x="115" y="206"/>
                  </a:lnTo>
                  <a:lnTo>
                    <a:pt x="119" y="206"/>
                  </a:lnTo>
                  <a:lnTo>
                    <a:pt x="119" y="206"/>
                  </a:lnTo>
                  <a:lnTo>
                    <a:pt x="119" y="200"/>
                  </a:lnTo>
                  <a:lnTo>
                    <a:pt x="119" y="197"/>
                  </a:lnTo>
                  <a:lnTo>
                    <a:pt x="119" y="197"/>
                  </a:lnTo>
                  <a:lnTo>
                    <a:pt x="113" y="191"/>
                  </a:lnTo>
                  <a:lnTo>
                    <a:pt x="108" y="189"/>
                  </a:lnTo>
                  <a:lnTo>
                    <a:pt x="108" y="189"/>
                  </a:lnTo>
                  <a:lnTo>
                    <a:pt x="108" y="184"/>
                  </a:lnTo>
                  <a:lnTo>
                    <a:pt x="106" y="182"/>
                  </a:lnTo>
                  <a:lnTo>
                    <a:pt x="106" y="182"/>
                  </a:lnTo>
                  <a:lnTo>
                    <a:pt x="102" y="180"/>
                  </a:lnTo>
                  <a:lnTo>
                    <a:pt x="101" y="180"/>
                  </a:lnTo>
                  <a:lnTo>
                    <a:pt x="99" y="179"/>
                  </a:lnTo>
                  <a:lnTo>
                    <a:pt x="99" y="179"/>
                  </a:lnTo>
                  <a:lnTo>
                    <a:pt x="101" y="175"/>
                  </a:lnTo>
                  <a:lnTo>
                    <a:pt x="101" y="173"/>
                  </a:lnTo>
                  <a:lnTo>
                    <a:pt x="101" y="169"/>
                  </a:lnTo>
                  <a:lnTo>
                    <a:pt x="97" y="169"/>
                  </a:lnTo>
                  <a:lnTo>
                    <a:pt x="97" y="169"/>
                  </a:lnTo>
                  <a:lnTo>
                    <a:pt x="91" y="149"/>
                  </a:lnTo>
                  <a:lnTo>
                    <a:pt x="90" y="140"/>
                  </a:lnTo>
                  <a:lnTo>
                    <a:pt x="86" y="129"/>
                  </a:lnTo>
                  <a:lnTo>
                    <a:pt x="86" y="129"/>
                  </a:lnTo>
                  <a:lnTo>
                    <a:pt x="82" y="129"/>
                  </a:lnTo>
                  <a:lnTo>
                    <a:pt x="79" y="127"/>
                  </a:lnTo>
                  <a:lnTo>
                    <a:pt x="79" y="127"/>
                  </a:lnTo>
                  <a:lnTo>
                    <a:pt x="79" y="124"/>
                  </a:lnTo>
                  <a:lnTo>
                    <a:pt x="79" y="122"/>
                  </a:lnTo>
                  <a:lnTo>
                    <a:pt x="79" y="118"/>
                  </a:lnTo>
                  <a:lnTo>
                    <a:pt x="79" y="115"/>
                  </a:lnTo>
                  <a:lnTo>
                    <a:pt x="75" y="115"/>
                  </a:lnTo>
                  <a:lnTo>
                    <a:pt x="75" y="115"/>
                  </a:lnTo>
                  <a:lnTo>
                    <a:pt x="68" y="102"/>
                  </a:lnTo>
                  <a:lnTo>
                    <a:pt x="64" y="86"/>
                  </a:lnTo>
                  <a:lnTo>
                    <a:pt x="64" y="86"/>
                  </a:lnTo>
                  <a:lnTo>
                    <a:pt x="57" y="86"/>
                  </a:lnTo>
                  <a:lnTo>
                    <a:pt x="57" y="86"/>
                  </a:lnTo>
                  <a:lnTo>
                    <a:pt x="57" y="80"/>
                  </a:lnTo>
                  <a:lnTo>
                    <a:pt x="55" y="76"/>
                  </a:lnTo>
                  <a:lnTo>
                    <a:pt x="55" y="71"/>
                  </a:lnTo>
                  <a:lnTo>
                    <a:pt x="55" y="66"/>
                  </a:lnTo>
                  <a:lnTo>
                    <a:pt x="55" y="66"/>
                  </a:lnTo>
                  <a:lnTo>
                    <a:pt x="48" y="66"/>
                  </a:lnTo>
                  <a:lnTo>
                    <a:pt x="48" y="66"/>
                  </a:lnTo>
                  <a:lnTo>
                    <a:pt x="44" y="55"/>
                  </a:lnTo>
                  <a:lnTo>
                    <a:pt x="40" y="44"/>
                  </a:lnTo>
                  <a:lnTo>
                    <a:pt x="40" y="44"/>
                  </a:lnTo>
                  <a:lnTo>
                    <a:pt x="33" y="36"/>
                  </a:lnTo>
                  <a:lnTo>
                    <a:pt x="33" y="36"/>
                  </a:lnTo>
                  <a:lnTo>
                    <a:pt x="35" y="35"/>
                  </a:lnTo>
                  <a:lnTo>
                    <a:pt x="35" y="31"/>
                  </a:lnTo>
                  <a:lnTo>
                    <a:pt x="35" y="25"/>
                  </a:lnTo>
                  <a:lnTo>
                    <a:pt x="35" y="25"/>
                  </a:lnTo>
                  <a:lnTo>
                    <a:pt x="48" y="33"/>
                  </a:lnTo>
                  <a:lnTo>
                    <a:pt x="48" y="33"/>
                  </a:lnTo>
                  <a:lnTo>
                    <a:pt x="51" y="29"/>
                  </a:lnTo>
                  <a:lnTo>
                    <a:pt x="53" y="29"/>
                  </a:lnTo>
                  <a:lnTo>
                    <a:pt x="53" y="27"/>
                  </a:lnTo>
                  <a:lnTo>
                    <a:pt x="53" y="27"/>
                  </a:lnTo>
                  <a:lnTo>
                    <a:pt x="60" y="27"/>
                  </a:lnTo>
                  <a:lnTo>
                    <a:pt x="60" y="27"/>
                  </a:lnTo>
                  <a:lnTo>
                    <a:pt x="60" y="35"/>
                  </a:lnTo>
                  <a:lnTo>
                    <a:pt x="64" y="35"/>
                  </a:lnTo>
                  <a:lnTo>
                    <a:pt x="64" y="35"/>
                  </a:lnTo>
                  <a:lnTo>
                    <a:pt x="64" y="38"/>
                  </a:lnTo>
                  <a:lnTo>
                    <a:pt x="64" y="42"/>
                  </a:lnTo>
                  <a:lnTo>
                    <a:pt x="62" y="47"/>
                  </a:lnTo>
                  <a:lnTo>
                    <a:pt x="62" y="47"/>
                  </a:lnTo>
                  <a:lnTo>
                    <a:pt x="66" y="51"/>
                  </a:lnTo>
                  <a:lnTo>
                    <a:pt x="71" y="56"/>
                  </a:lnTo>
                  <a:lnTo>
                    <a:pt x="71" y="56"/>
                  </a:lnTo>
                  <a:lnTo>
                    <a:pt x="73" y="60"/>
                  </a:lnTo>
                  <a:lnTo>
                    <a:pt x="73" y="64"/>
                  </a:lnTo>
                  <a:lnTo>
                    <a:pt x="73" y="67"/>
                  </a:lnTo>
                  <a:lnTo>
                    <a:pt x="75" y="71"/>
                  </a:lnTo>
                  <a:lnTo>
                    <a:pt x="75" y="71"/>
                  </a:lnTo>
                  <a:lnTo>
                    <a:pt x="80" y="76"/>
                  </a:lnTo>
                  <a:lnTo>
                    <a:pt x="86" y="80"/>
                  </a:lnTo>
                  <a:lnTo>
                    <a:pt x="86" y="80"/>
                  </a:lnTo>
                  <a:lnTo>
                    <a:pt x="86" y="86"/>
                  </a:lnTo>
                  <a:lnTo>
                    <a:pt x="86" y="91"/>
                  </a:lnTo>
                  <a:lnTo>
                    <a:pt x="86" y="91"/>
                  </a:lnTo>
                  <a:lnTo>
                    <a:pt x="90" y="91"/>
                  </a:lnTo>
                  <a:lnTo>
                    <a:pt x="90" y="91"/>
                  </a:lnTo>
                  <a:lnTo>
                    <a:pt x="93" y="95"/>
                  </a:lnTo>
                  <a:lnTo>
                    <a:pt x="97" y="98"/>
                  </a:lnTo>
                  <a:lnTo>
                    <a:pt x="101" y="107"/>
                  </a:lnTo>
                  <a:lnTo>
                    <a:pt x="101" y="107"/>
                  </a:lnTo>
                  <a:lnTo>
                    <a:pt x="108" y="107"/>
                  </a:lnTo>
                  <a:lnTo>
                    <a:pt x="108" y="107"/>
                  </a:lnTo>
                  <a:lnTo>
                    <a:pt x="108" y="113"/>
                  </a:lnTo>
                  <a:lnTo>
                    <a:pt x="108" y="118"/>
                  </a:lnTo>
                  <a:lnTo>
                    <a:pt x="108" y="118"/>
                  </a:lnTo>
                  <a:lnTo>
                    <a:pt x="110" y="118"/>
                  </a:lnTo>
                  <a:lnTo>
                    <a:pt x="111" y="118"/>
                  </a:lnTo>
                  <a:lnTo>
                    <a:pt x="115" y="120"/>
                  </a:lnTo>
                  <a:lnTo>
                    <a:pt x="115" y="120"/>
                  </a:lnTo>
                  <a:lnTo>
                    <a:pt x="117" y="126"/>
                  </a:lnTo>
                  <a:lnTo>
                    <a:pt x="119" y="129"/>
                  </a:lnTo>
                  <a:lnTo>
                    <a:pt x="119" y="129"/>
                  </a:lnTo>
                  <a:lnTo>
                    <a:pt x="130" y="135"/>
                  </a:lnTo>
                  <a:lnTo>
                    <a:pt x="130" y="135"/>
                  </a:lnTo>
                  <a:lnTo>
                    <a:pt x="128" y="138"/>
                  </a:lnTo>
                  <a:lnTo>
                    <a:pt x="126" y="140"/>
                  </a:lnTo>
                  <a:lnTo>
                    <a:pt x="122" y="142"/>
                  </a:lnTo>
                  <a:lnTo>
                    <a:pt x="122" y="142"/>
                  </a:lnTo>
                  <a:lnTo>
                    <a:pt x="124" y="146"/>
                  </a:lnTo>
                  <a:lnTo>
                    <a:pt x="122" y="149"/>
                  </a:lnTo>
                  <a:lnTo>
                    <a:pt x="122" y="149"/>
                  </a:lnTo>
                  <a:lnTo>
                    <a:pt x="137" y="158"/>
                  </a:lnTo>
                  <a:lnTo>
                    <a:pt x="142" y="164"/>
                  </a:lnTo>
                  <a:lnTo>
                    <a:pt x="148" y="169"/>
                  </a:lnTo>
                  <a:lnTo>
                    <a:pt x="148" y="169"/>
                  </a:lnTo>
                  <a:lnTo>
                    <a:pt x="150" y="175"/>
                  </a:lnTo>
                  <a:lnTo>
                    <a:pt x="152" y="179"/>
                  </a:lnTo>
                  <a:lnTo>
                    <a:pt x="153" y="182"/>
                  </a:lnTo>
                  <a:lnTo>
                    <a:pt x="153" y="182"/>
                  </a:lnTo>
                  <a:lnTo>
                    <a:pt x="157" y="182"/>
                  </a:lnTo>
                  <a:lnTo>
                    <a:pt x="159" y="182"/>
                  </a:lnTo>
                  <a:lnTo>
                    <a:pt x="161" y="184"/>
                  </a:lnTo>
                  <a:lnTo>
                    <a:pt x="161" y="184"/>
                  </a:lnTo>
                  <a:lnTo>
                    <a:pt x="159" y="188"/>
                  </a:lnTo>
                  <a:lnTo>
                    <a:pt x="159" y="189"/>
                  </a:lnTo>
                  <a:lnTo>
                    <a:pt x="161" y="191"/>
                  </a:lnTo>
                  <a:lnTo>
                    <a:pt x="164" y="191"/>
                  </a:lnTo>
                  <a:lnTo>
                    <a:pt x="164" y="191"/>
                  </a:lnTo>
                  <a:lnTo>
                    <a:pt x="172" y="204"/>
                  </a:lnTo>
                  <a:lnTo>
                    <a:pt x="172" y="204"/>
                  </a:lnTo>
                  <a:lnTo>
                    <a:pt x="172" y="208"/>
                  </a:lnTo>
                  <a:lnTo>
                    <a:pt x="172" y="211"/>
                  </a:lnTo>
                  <a:lnTo>
                    <a:pt x="172" y="211"/>
                  </a:lnTo>
                  <a:lnTo>
                    <a:pt x="179" y="220"/>
                  </a:lnTo>
                  <a:lnTo>
                    <a:pt x="184" y="224"/>
                  </a:lnTo>
                  <a:lnTo>
                    <a:pt x="186" y="230"/>
                  </a:lnTo>
                  <a:lnTo>
                    <a:pt x="186" y="230"/>
                  </a:lnTo>
                  <a:lnTo>
                    <a:pt x="188" y="239"/>
                  </a:lnTo>
                  <a:lnTo>
                    <a:pt x="188" y="246"/>
                  </a:lnTo>
                  <a:lnTo>
                    <a:pt x="184" y="259"/>
                  </a:lnTo>
                  <a:lnTo>
                    <a:pt x="183" y="264"/>
                  </a:lnTo>
                  <a:lnTo>
                    <a:pt x="183" y="271"/>
                  </a:lnTo>
                  <a:lnTo>
                    <a:pt x="183" y="277"/>
                  </a:lnTo>
                  <a:lnTo>
                    <a:pt x="186" y="284"/>
                  </a:lnTo>
                  <a:lnTo>
                    <a:pt x="186" y="284"/>
                  </a:lnTo>
                  <a:lnTo>
                    <a:pt x="190" y="286"/>
                  </a:lnTo>
                  <a:lnTo>
                    <a:pt x="195" y="288"/>
                  </a:lnTo>
                  <a:lnTo>
                    <a:pt x="199" y="290"/>
                  </a:lnTo>
                  <a:lnTo>
                    <a:pt x="204" y="291"/>
                  </a:lnTo>
                  <a:lnTo>
                    <a:pt x="204" y="291"/>
                  </a:lnTo>
                  <a:lnTo>
                    <a:pt x="219" y="313"/>
                  </a:lnTo>
                  <a:lnTo>
                    <a:pt x="219" y="313"/>
                  </a:lnTo>
                  <a:lnTo>
                    <a:pt x="224" y="315"/>
                  </a:lnTo>
                  <a:lnTo>
                    <a:pt x="230" y="315"/>
                  </a:lnTo>
                  <a:lnTo>
                    <a:pt x="235" y="317"/>
                  </a:lnTo>
                  <a:lnTo>
                    <a:pt x="241" y="319"/>
                  </a:lnTo>
                  <a:lnTo>
                    <a:pt x="241" y="319"/>
                  </a:lnTo>
                  <a:lnTo>
                    <a:pt x="244" y="322"/>
                  </a:lnTo>
                  <a:lnTo>
                    <a:pt x="250" y="326"/>
                  </a:lnTo>
                  <a:lnTo>
                    <a:pt x="255" y="332"/>
                  </a:lnTo>
                  <a:lnTo>
                    <a:pt x="261" y="335"/>
                  </a:lnTo>
                  <a:lnTo>
                    <a:pt x="261" y="335"/>
                  </a:lnTo>
                  <a:lnTo>
                    <a:pt x="266" y="337"/>
                  </a:lnTo>
                  <a:lnTo>
                    <a:pt x="272" y="337"/>
                  </a:lnTo>
                  <a:lnTo>
                    <a:pt x="277" y="339"/>
                  </a:lnTo>
                  <a:lnTo>
                    <a:pt x="285" y="341"/>
                  </a:lnTo>
                  <a:lnTo>
                    <a:pt x="285" y="341"/>
                  </a:lnTo>
                  <a:lnTo>
                    <a:pt x="290" y="344"/>
                  </a:lnTo>
                  <a:lnTo>
                    <a:pt x="294" y="350"/>
                  </a:lnTo>
                  <a:lnTo>
                    <a:pt x="294" y="350"/>
                  </a:lnTo>
                  <a:lnTo>
                    <a:pt x="316" y="355"/>
                  </a:lnTo>
                  <a:lnTo>
                    <a:pt x="316" y="355"/>
                  </a:lnTo>
                  <a:lnTo>
                    <a:pt x="323" y="355"/>
                  </a:lnTo>
                  <a:lnTo>
                    <a:pt x="326" y="353"/>
                  </a:lnTo>
                  <a:lnTo>
                    <a:pt x="334" y="350"/>
                  </a:lnTo>
                  <a:lnTo>
                    <a:pt x="334" y="350"/>
                  </a:lnTo>
                  <a:lnTo>
                    <a:pt x="343" y="348"/>
                  </a:lnTo>
                  <a:lnTo>
                    <a:pt x="352" y="348"/>
                  </a:lnTo>
                  <a:lnTo>
                    <a:pt x="370" y="352"/>
                  </a:lnTo>
                  <a:lnTo>
                    <a:pt x="370" y="352"/>
                  </a:lnTo>
                  <a:lnTo>
                    <a:pt x="370" y="348"/>
                  </a:lnTo>
                  <a:lnTo>
                    <a:pt x="370" y="348"/>
                  </a:lnTo>
                  <a:lnTo>
                    <a:pt x="372" y="348"/>
                  </a:lnTo>
                  <a:lnTo>
                    <a:pt x="372" y="348"/>
                  </a:lnTo>
                  <a:lnTo>
                    <a:pt x="376" y="350"/>
                  </a:lnTo>
                  <a:lnTo>
                    <a:pt x="379" y="353"/>
                  </a:lnTo>
                  <a:lnTo>
                    <a:pt x="385" y="363"/>
                  </a:lnTo>
                  <a:lnTo>
                    <a:pt x="385" y="363"/>
                  </a:lnTo>
                  <a:lnTo>
                    <a:pt x="388" y="361"/>
                  </a:lnTo>
                  <a:lnTo>
                    <a:pt x="388" y="357"/>
                  </a:lnTo>
                  <a:lnTo>
                    <a:pt x="388" y="355"/>
                  </a:lnTo>
                  <a:lnTo>
                    <a:pt x="388" y="355"/>
                  </a:lnTo>
                  <a:lnTo>
                    <a:pt x="388" y="352"/>
                  </a:lnTo>
                  <a:lnTo>
                    <a:pt x="392" y="346"/>
                  </a:lnTo>
                  <a:lnTo>
                    <a:pt x="398" y="339"/>
                  </a:lnTo>
                  <a:lnTo>
                    <a:pt x="418" y="341"/>
                  </a:lnTo>
                  <a:lnTo>
                    <a:pt x="418" y="341"/>
                  </a:lnTo>
                  <a:lnTo>
                    <a:pt x="418" y="337"/>
                  </a:lnTo>
                  <a:lnTo>
                    <a:pt x="416" y="333"/>
                  </a:lnTo>
                  <a:lnTo>
                    <a:pt x="414" y="332"/>
                  </a:lnTo>
                  <a:lnTo>
                    <a:pt x="414" y="332"/>
                  </a:lnTo>
                  <a:lnTo>
                    <a:pt x="408" y="324"/>
                  </a:lnTo>
                  <a:lnTo>
                    <a:pt x="405" y="321"/>
                  </a:lnTo>
                  <a:lnTo>
                    <a:pt x="405" y="315"/>
                  </a:lnTo>
                  <a:lnTo>
                    <a:pt x="410" y="315"/>
                  </a:lnTo>
                  <a:lnTo>
                    <a:pt x="412" y="306"/>
                  </a:lnTo>
                  <a:lnTo>
                    <a:pt x="439" y="306"/>
                  </a:lnTo>
                  <a:lnTo>
                    <a:pt x="445" y="302"/>
                  </a:lnTo>
                  <a:lnTo>
                    <a:pt x="445" y="302"/>
                  </a:lnTo>
                  <a:lnTo>
                    <a:pt x="447" y="301"/>
                  </a:lnTo>
                  <a:lnTo>
                    <a:pt x="450" y="301"/>
                  </a:lnTo>
                  <a:lnTo>
                    <a:pt x="452" y="301"/>
                  </a:lnTo>
                  <a:lnTo>
                    <a:pt x="454" y="299"/>
                  </a:lnTo>
                  <a:lnTo>
                    <a:pt x="454" y="299"/>
                  </a:lnTo>
                  <a:lnTo>
                    <a:pt x="454" y="299"/>
                  </a:lnTo>
                  <a:lnTo>
                    <a:pt x="456" y="297"/>
                  </a:lnTo>
                  <a:lnTo>
                    <a:pt x="458" y="293"/>
                  </a:lnTo>
                  <a:lnTo>
                    <a:pt x="458" y="293"/>
                  </a:lnTo>
                  <a:lnTo>
                    <a:pt x="458" y="301"/>
                  </a:lnTo>
                  <a:lnTo>
                    <a:pt x="458" y="301"/>
                  </a:lnTo>
                  <a:lnTo>
                    <a:pt x="463" y="302"/>
                  </a:lnTo>
                  <a:lnTo>
                    <a:pt x="467" y="302"/>
                  </a:lnTo>
                  <a:lnTo>
                    <a:pt x="465" y="301"/>
                  </a:lnTo>
                  <a:lnTo>
                    <a:pt x="465" y="301"/>
                  </a:lnTo>
                  <a:lnTo>
                    <a:pt x="465" y="295"/>
                  </a:lnTo>
                  <a:lnTo>
                    <a:pt x="465" y="286"/>
                  </a:lnTo>
                  <a:lnTo>
                    <a:pt x="465" y="286"/>
                  </a:lnTo>
                  <a:lnTo>
                    <a:pt x="472" y="260"/>
                  </a:lnTo>
                  <a:lnTo>
                    <a:pt x="474" y="244"/>
                  </a:lnTo>
                  <a:lnTo>
                    <a:pt x="474" y="239"/>
                  </a:lnTo>
                  <a:lnTo>
                    <a:pt x="472" y="235"/>
                  </a:lnTo>
                  <a:lnTo>
                    <a:pt x="472" y="235"/>
                  </a:lnTo>
                  <a:lnTo>
                    <a:pt x="469" y="233"/>
                  </a:lnTo>
                  <a:lnTo>
                    <a:pt x="461" y="233"/>
                  </a:lnTo>
                  <a:lnTo>
                    <a:pt x="449" y="237"/>
                  </a:lnTo>
                  <a:lnTo>
                    <a:pt x="423" y="248"/>
                  </a:lnTo>
                  <a:lnTo>
                    <a:pt x="423" y="248"/>
                  </a:lnTo>
                  <a:lnTo>
                    <a:pt x="423" y="260"/>
                  </a:lnTo>
                  <a:lnTo>
                    <a:pt x="423" y="266"/>
                  </a:lnTo>
                  <a:lnTo>
                    <a:pt x="421" y="271"/>
                  </a:lnTo>
                  <a:lnTo>
                    <a:pt x="416" y="275"/>
                  </a:lnTo>
                  <a:lnTo>
                    <a:pt x="416" y="275"/>
                  </a:lnTo>
                  <a:lnTo>
                    <a:pt x="418" y="281"/>
                  </a:lnTo>
                  <a:lnTo>
                    <a:pt x="418" y="284"/>
                  </a:lnTo>
                  <a:lnTo>
                    <a:pt x="416" y="286"/>
                  </a:lnTo>
                  <a:lnTo>
                    <a:pt x="416" y="286"/>
                  </a:lnTo>
                  <a:lnTo>
                    <a:pt x="408" y="290"/>
                  </a:lnTo>
                  <a:lnTo>
                    <a:pt x="408" y="290"/>
                  </a:lnTo>
                  <a:lnTo>
                    <a:pt x="407" y="297"/>
                  </a:lnTo>
                  <a:lnTo>
                    <a:pt x="407" y="297"/>
                  </a:lnTo>
                  <a:lnTo>
                    <a:pt x="403" y="297"/>
                  </a:lnTo>
                  <a:lnTo>
                    <a:pt x="403" y="297"/>
                  </a:lnTo>
                  <a:lnTo>
                    <a:pt x="401" y="299"/>
                  </a:lnTo>
                  <a:lnTo>
                    <a:pt x="399" y="299"/>
                  </a:lnTo>
                  <a:lnTo>
                    <a:pt x="399" y="293"/>
                  </a:lnTo>
                  <a:lnTo>
                    <a:pt x="399" y="293"/>
                  </a:lnTo>
                  <a:lnTo>
                    <a:pt x="392" y="293"/>
                  </a:lnTo>
                  <a:lnTo>
                    <a:pt x="387" y="293"/>
                  </a:lnTo>
                  <a:lnTo>
                    <a:pt x="387" y="293"/>
                  </a:lnTo>
                  <a:lnTo>
                    <a:pt x="383" y="301"/>
                  </a:lnTo>
                  <a:lnTo>
                    <a:pt x="383" y="301"/>
                  </a:lnTo>
                  <a:lnTo>
                    <a:pt x="376" y="302"/>
                  </a:lnTo>
                  <a:lnTo>
                    <a:pt x="372" y="302"/>
                  </a:lnTo>
                  <a:lnTo>
                    <a:pt x="370" y="304"/>
                  </a:lnTo>
                  <a:lnTo>
                    <a:pt x="370" y="304"/>
                  </a:lnTo>
                  <a:lnTo>
                    <a:pt x="368" y="308"/>
                  </a:lnTo>
                  <a:lnTo>
                    <a:pt x="368" y="310"/>
                  </a:lnTo>
                  <a:lnTo>
                    <a:pt x="368" y="311"/>
                  </a:lnTo>
                  <a:lnTo>
                    <a:pt x="368" y="311"/>
                  </a:lnTo>
                  <a:lnTo>
                    <a:pt x="365" y="311"/>
                  </a:lnTo>
                  <a:lnTo>
                    <a:pt x="363" y="311"/>
                  </a:lnTo>
                  <a:lnTo>
                    <a:pt x="365" y="308"/>
                  </a:lnTo>
                  <a:lnTo>
                    <a:pt x="365" y="308"/>
                  </a:lnTo>
                  <a:lnTo>
                    <a:pt x="359" y="310"/>
                  </a:lnTo>
                  <a:lnTo>
                    <a:pt x="354" y="311"/>
                  </a:lnTo>
                  <a:lnTo>
                    <a:pt x="354" y="311"/>
                  </a:lnTo>
                  <a:lnTo>
                    <a:pt x="352" y="306"/>
                  </a:lnTo>
                  <a:lnTo>
                    <a:pt x="350" y="301"/>
                  </a:lnTo>
                  <a:lnTo>
                    <a:pt x="350" y="301"/>
                  </a:lnTo>
                  <a:lnTo>
                    <a:pt x="347" y="301"/>
                  </a:lnTo>
                  <a:lnTo>
                    <a:pt x="341" y="301"/>
                  </a:lnTo>
                  <a:lnTo>
                    <a:pt x="337" y="301"/>
                  </a:lnTo>
                  <a:lnTo>
                    <a:pt x="334" y="299"/>
                  </a:lnTo>
                  <a:lnTo>
                    <a:pt x="334" y="299"/>
                  </a:lnTo>
                  <a:lnTo>
                    <a:pt x="330" y="293"/>
                  </a:lnTo>
                  <a:lnTo>
                    <a:pt x="328" y="286"/>
                  </a:lnTo>
                  <a:lnTo>
                    <a:pt x="328" y="286"/>
                  </a:lnTo>
                  <a:lnTo>
                    <a:pt x="316" y="268"/>
                  </a:lnTo>
                  <a:lnTo>
                    <a:pt x="312" y="257"/>
                  </a:lnTo>
                  <a:lnTo>
                    <a:pt x="306" y="244"/>
                  </a:lnTo>
                  <a:lnTo>
                    <a:pt x="306" y="244"/>
                  </a:lnTo>
                  <a:lnTo>
                    <a:pt x="301" y="248"/>
                  </a:lnTo>
                  <a:lnTo>
                    <a:pt x="301" y="248"/>
                  </a:lnTo>
                  <a:lnTo>
                    <a:pt x="303" y="244"/>
                  </a:lnTo>
                  <a:lnTo>
                    <a:pt x="303" y="239"/>
                  </a:lnTo>
                  <a:lnTo>
                    <a:pt x="303" y="233"/>
                  </a:lnTo>
                  <a:lnTo>
                    <a:pt x="301" y="230"/>
                  </a:lnTo>
                  <a:lnTo>
                    <a:pt x="306" y="226"/>
                  </a:lnTo>
                  <a:lnTo>
                    <a:pt x="306" y="226"/>
                  </a:lnTo>
                  <a:lnTo>
                    <a:pt x="306" y="219"/>
                  </a:lnTo>
                  <a:lnTo>
                    <a:pt x="305" y="213"/>
                  </a:lnTo>
                  <a:lnTo>
                    <a:pt x="301" y="204"/>
                  </a:lnTo>
                  <a:lnTo>
                    <a:pt x="301" y="204"/>
                  </a:lnTo>
                  <a:lnTo>
                    <a:pt x="303" y="197"/>
                  </a:lnTo>
                  <a:lnTo>
                    <a:pt x="305" y="191"/>
                  </a:lnTo>
                  <a:lnTo>
                    <a:pt x="305" y="191"/>
                  </a:lnTo>
                  <a:lnTo>
                    <a:pt x="301" y="182"/>
                  </a:lnTo>
                  <a:lnTo>
                    <a:pt x="299" y="173"/>
                  </a:lnTo>
                  <a:lnTo>
                    <a:pt x="299" y="173"/>
                  </a:lnTo>
                  <a:lnTo>
                    <a:pt x="301" y="171"/>
                  </a:lnTo>
                  <a:lnTo>
                    <a:pt x="306" y="168"/>
                  </a:lnTo>
                  <a:lnTo>
                    <a:pt x="312" y="162"/>
                  </a:lnTo>
                  <a:lnTo>
                    <a:pt x="314" y="158"/>
                  </a:lnTo>
                  <a:lnTo>
                    <a:pt x="314" y="158"/>
                  </a:lnTo>
                  <a:lnTo>
                    <a:pt x="314" y="153"/>
                  </a:lnTo>
                  <a:lnTo>
                    <a:pt x="312" y="146"/>
                  </a:lnTo>
                  <a:lnTo>
                    <a:pt x="308" y="146"/>
                  </a:lnTo>
                  <a:lnTo>
                    <a:pt x="308" y="146"/>
                  </a:lnTo>
                  <a:lnTo>
                    <a:pt x="305" y="144"/>
                  </a:lnTo>
                  <a:lnTo>
                    <a:pt x="303" y="142"/>
                  </a:lnTo>
                  <a:lnTo>
                    <a:pt x="299" y="140"/>
                  </a:lnTo>
                  <a:lnTo>
                    <a:pt x="299" y="140"/>
                  </a:lnTo>
                  <a:lnTo>
                    <a:pt x="292" y="138"/>
                  </a:lnTo>
                  <a:lnTo>
                    <a:pt x="285" y="135"/>
                  </a:lnTo>
                  <a:lnTo>
                    <a:pt x="285" y="135"/>
                  </a:lnTo>
                  <a:lnTo>
                    <a:pt x="281" y="131"/>
                  </a:lnTo>
                  <a:lnTo>
                    <a:pt x="281" y="127"/>
                  </a:lnTo>
                  <a:lnTo>
                    <a:pt x="281" y="127"/>
                  </a:lnTo>
                  <a:lnTo>
                    <a:pt x="279" y="122"/>
                  </a:lnTo>
                  <a:lnTo>
                    <a:pt x="274" y="111"/>
                  </a:lnTo>
                  <a:lnTo>
                    <a:pt x="274" y="111"/>
                  </a:lnTo>
                  <a:lnTo>
                    <a:pt x="272" y="107"/>
                  </a:lnTo>
                  <a:lnTo>
                    <a:pt x="272" y="106"/>
                  </a:lnTo>
                  <a:lnTo>
                    <a:pt x="272" y="104"/>
                  </a:lnTo>
                  <a:lnTo>
                    <a:pt x="270" y="100"/>
                  </a:lnTo>
                  <a:lnTo>
                    <a:pt x="270" y="100"/>
                  </a:lnTo>
                  <a:lnTo>
                    <a:pt x="263" y="95"/>
                  </a:lnTo>
                  <a:lnTo>
                    <a:pt x="261" y="89"/>
                  </a:lnTo>
                  <a:lnTo>
                    <a:pt x="261" y="89"/>
                  </a:lnTo>
                  <a:lnTo>
                    <a:pt x="261" y="84"/>
                  </a:lnTo>
                  <a:lnTo>
                    <a:pt x="259" y="80"/>
                  </a:lnTo>
                  <a:lnTo>
                    <a:pt x="259" y="80"/>
                  </a:lnTo>
                  <a:lnTo>
                    <a:pt x="250" y="71"/>
                  </a:lnTo>
                  <a:lnTo>
                    <a:pt x="250" y="71"/>
                  </a:lnTo>
                  <a:lnTo>
                    <a:pt x="246" y="66"/>
                  </a:lnTo>
                  <a:lnTo>
                    <a:pt x="244" y="64"/>
                  </a:lnTo>
                  <a:lnTo>
                    <a:pt x="244" y="64"/>
                  </a:lnTo>
                  <a:lnTo>
                    <a:pt x="239" y="62"/>
                  </a:lnTo>
                  <a:lnTo>
                    <a:pt x="234" y="60"/>
                  </a:lnTo>
                  <a:lnTo>
                    <a:pt x="234" y="60"/>
                  </a:lnTo>
                  <a:lnTo>
                    <a:pt x="228" y="60"/>
                  </a:lnTo>
                  <a:lnTo>
                    <a:pt x="226" y="62"/>
                  </a:lnTo>
                  <a:lnTo>
                    <a:pt x="226" y="62"/>
                  </a:lnTo>
                  <a:lnTo>
                    <a:pt x="223" y="67"/>
                  </a:lnTo>
                  <a:lnTo>
                    <a:pt x="221" y="69"/>
                  </a:lnTo>
                  <a:lnTo>
                    <a:pt x="219" y="71"/>
                  </a:lnTo>
                  <a:lnTo>
                    <a:pt x="219" y="71"/>
                  </a:lnTo>
                  <a:lnTo>
                    <a:pt x="215" y="73"/>
                  </a:lnTo>
                  <a:lnTo>
                    <a:pt x="212" y="73"/>
                  </a:lnTo>
                  <a:lnTo>
                    <a:pt x="204" y="69"/>
                  </a:lnTo>
                  <a:lnTo>
                    <a:pt x="204" y="69"/>
                  </a:lnTo>
                  <a:lnTo>
                    <a:pt x="199" y="64"/>
                  </a:lnTo>
                  <a:lnTo>
                    <a:pt x="197" y="60"/>
                  </a:lnTo>
                  <a:lnTo>
                    <a:pt x="195" y="56"/>
                  </a:lnTo>
                  <a:lnTo>
                    <a:pt x="195" y="56"/>
                  </a:lnTo>
                  <a:lnTo>
                    <a:pt x="197" y="53"/>
                  </a:lnTo>
                  <a:lnTo>
                    <a:pt x="193" y="47"/>
                  </a:lnTo>
                  <a:lnTo>
                    <a:pt x="193" y="47"/>
                  </a:lnTo>
                  <a:lnTo>
                    <a:pt x="188" y="42"/>
                  </a:lnTo>
                  <a:lnTo>
                    <a:pt x="183" y="38"/>
                  </a:lnTo>
                  <a:lnTo>
                    <a:pt x="183" y="38"/>
                  </a:lnTo>
                  <a:lnTo>
                    <a:pt x="179" y="36"/>
                  </a:lnTo>
                  <a:lnTo>
                    <a:pt x="175" y="31"/>
                  </a:lnTo>
                  <a:lnTo>
                    <a:pt x="175" y="31"/>
                  </a:lnTo>
                  <a:lnTo>
                    <a:pt x="172" y="25"/>
                  </a:lnTo>
                  <a:lnTo>
                    <a:pt x="172" y="25"/>
                  </a:lnTo>
                  <a:lnTo>
                    <a:pt x="166" y="22"/>
                  </a:lnTo>
                  <a:lnTo>
                    <a:pt x="135" y="20"/>
                  </a:lnTo>
                  <a:lnTo>
                    <a:pt x="133" y="31"/>
                  </a:lnTo>
                  <a:lnTo>
                    <a:pt x="82" y="29"/>
                  </a:lnTo>
                  <a:lnTo>
                    <a:pt x="40" y="5"/>
                  </a:lnTo>
                  <a:lnTo>
                    <a:pt x="40" y="0"/>
                  </a:lnTo>
                  <a:lnTo>
                    <a:pt x="0" y="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51" name="Freeform 234">
              <a:extLst>
                <a:ext uri="{FF2B5EF4-FFF2-40B4-BE49-F238E27FC236}">
                  <a16:creationId xmlns:a16="http://schemas.microsoft.com/office/drawing/2014/main" id="{AFEA2F55-31BD-4140-BC7D-72D2F90A266E}"/>
                </a:ext>
              </a:extLst>
            </p:cNvPr>
            <p:cNvSpPr>
              <a:spLocks/>
            </p:cNvSpPr>
            <p:nvPr/>
          </p:nvSpPr>
          <p:spPr bwMode="auto">
            <a:xfrm>
              <a:off x="6894872" y="4650997"/>
              <a:ext cx="13348" cy="22246"/>
            </a:xfrm>
            <a:custGeom>
              <a:avLst/>
              <a:gdLst>
                <a:gd name="T0" fmla="*/ 4 w 9"/>
                <a:gd name="T1" fmla="*/ 0 h 15"/>
                <a:gd name="T2" fmla="*/ 4 w 9"/>
                <a:gd name="T3" fmla="*/ 0 h 15"/>
                <a:gd name="T4" fmla="*/ 2 w 9"/>
                <a:gd name="T5" fmla="*/ 0 h 15"/>
                <a:gd name="T6" fmla="*/ 0 w 9"/>
                <a:gd name="T7" fmla="*/ 2 h 15"/>
                <a:gd name="T8" fmla="*/ 0 w 9"/>
                <a:gd name="T9" fmla="*/ 6 h 15"/>
                <a:gd name="T10" fmla="*/ 2 w 9"/>
                <a:gd name="T11" fmla="*/ 11 h 15"/>
                <a:gd name="T12" fmla="*/ 8 w 9"/>
                <a:gd name="T13" fmla="*/ 15 h 15"/>
                <a:gd name="T14" fmla="*/ 8 w 9"/>
                <a:gd name="T15" fmla="*/ 15 h 15"/>
                <a:gd name="T16" fmla="*/ 9 w 9"/>
                <a:gd name="T17" fmla="*/ 6 h 15"/>
                <a:gd name="T18" fmla="*/ 9 w 9"/>
                <a:gd name="T19" fmla="*/ 2 h 15"/>
                <a:gd name="T20" fmla="*/ 8 w 9"/>
                <a:gd name="T21" fmla="*/ 0 h 15"/>
                <a:gd name="T22" fmla="*/ 4 w 9"/>
                <a:gd name="T23" fmla="*/ 0 h 15"/>
                <a:gd name="T24" fmla="*/ 4 w 9"/>
                <a:gd name="T25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5">
                  <a:moveTo>
                    <a:pt x="4" y="0"/>
                  </a:moveTo>
                  <a:lnTo>
                    <a:pt x="4" y="0"/>
                  </a:lnTo>
                  <a:lnTo>
                    <a:pt x="2" y="0"/>
                  </a:lnTo>
                  <a:lnTo>
                    <a:pt x="0" y="2"/>
                  </a:lnTo>
                  <a:lnTo>
                    <a:pt x="0" y="6"/>
                  </a:lnTo>
                  <a:lnTo>
                    <a:pt x="2" y="11"/>
                  </a:lnTo>
                  <a:lnTo>
                    <a:pt x="8" y="15"/>
                  </a:lnTo>
                  <a:lnTo>
                    <a:pt x="8" y="15"/>
                  </a:lnTo>
                  <a:lnTo>
                    <a:pt x="9" y="6"/>
                  </a:lnTo>
                  <a:lnTo>
                    <a:pt x="9" y="2"/>
                  </a:lnTo>
                  <a:lnTo>
                    <a:pt x="8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52" name="Freeform 235">
              <a:extLst>
                <a:ext uri="{FF2B5EF4-FFF2-40B4-BE49-F238E27FC236}">
                  <a16:creationId xmlns:a16="http://schemas.microsoft.com/office/drawing/2014/main" id="{9608177A-CACD-40CB-895A-C565FB10EE65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8274" y="3249557"/>
              <a:ext cx="290669" cy="361853"/>
            </a:xfrm>
            <a:custGeom>
              <a:avLst/>
              <a:gdLst>
                <a:gd name="T0" fmla="*/ 0 w 196"/>
                <a:gd name="T1" fmla="*/ 122 h 244"/>
                <a:gd name="T2" fmla="*/ 5 w 196"/>
                <a:gd name="T3" fmla="*/ 129 h 244"/>
                <a:gd name="T4" fmla="*/ 9 w 196"/>
                <a:gd name="T5" fmla="*/ 135 h 244"/>
                <a:gd name="T6" fmla="*/ 9 w 196"/>
                <a:gd name="T7" fmla="*/ 147 h 244"/>
                <a:gd name="T8" fmla="*/ 7 w 196"/>
                <a:gd name="T9" fmla="*/ 158 h 244"/>
                <a:gd name="T10" fmla="*/ 12 w 196"/>
                <a:gd name="T11" fmla="*/ 184 h 244"/>
                <a:gd name="T12" fmla="*/ 11 w 196"/>
                <a:gd name="T13" fmla="*/ 211 h 244"/>
                <a:gd name="T14" fmla="*/ 16 w 196"/>
                <a:gd name="T15" fmla="*/ 209 h 244"/>
                <a:gd name="T16" fmla="*/ 21 w 196"/>
                <a:gd name="T17" fmla="*/ 206 h 244"/>
                <a:gd name="T18" fmla="*/ 21 w 196"/>
                <a:gd name="T19" fmla="*/ 204 h 244"/>
                <a:gd name="T20" fmla="*/ 29 w 196"/>
                <a:gd name="T21" fmla="*/ 206 h 244"/>
                <a:gd name="T22" fmla="*/ 34 w 196"/>
                <a:gd name="T23" fmla="*/ 206 h 244"/>
                <a:gd name="T24" fmla="*/ 40 w 196"/>
                <a:gd name="T25" fmla="*/ 206 h 244"/>
                <a:gd name="T26" fmla="*/ 45 w 196"/>
                <a:gd name="T27" fmla="*/ 206 h 244"/>
                <a:gd name="T28" fmla="*/ 49 w 196"/>
                <a:gd name="T29" fmla="*/ 209 h 244"/>
                <a:gd name="T30" fmla="*/ 54 w 196"/>
                <a:gd name="T31" fmla="*/ 218 h 244"/>
                <a:gd name="T32" fmla="*/ 54 w 196"/>
                <a:gd name="T33" fmla="*/ 222 h 244"/>
                <a:gd name="T34" fmla="*/ 62 w 196"/>
                <a:gd name="T35" fmla="*/ 224 h 244"/>
                <a:gd name="T36" fmla="*/ 63 w 196"/>
                <a:gd name="T37" fmla="*/ 224 h 244"/>
                <a:gd name="T38" fmla="*/ 65 w 196"/>
                <a:gd name="T39" fmla="*/ 233 h 244"/>
                <a:gd name="T40" fmla="*/ 67 w 196"/>
                <a:gd name="T41" fmla="*/ 237 h 244"/>
                <a:gd name="T42" fmla="*/ 72 w 196"/>
                <a:gd name="T43" fmla="*/ 237 h 244"/>
                <a:gd name="T44" fmla="*/ 74 w 196"/>
                <a:gd name="T45" fmla="*/ 237 h 244"/>
                <a:gd name="T46" fmla="*/ 78 w 196"/>
                <a:gd name="T47" fmla="*/ 244 h 244"/>
                <a:gd name="T48" fmla="*/ 80 w 196"/>
                <a:gd name="T49" fmla="*/ 244 h 244"/>
                <a:gd name="T50" fmla="*/ 83 w 196"/>
                <a:gd name="T51" fmla="*/ 242 h 244"/>
                <a:gd name="T52" fmla="*/ 85 w 196"/>
                <a:gd name="T53" fmla="*/ 237 h 244"/>
                <a:gd name="T54" fmla="*/ 85 w 196"/>
                <a:gd name="T55" fmla="*/ 231 h 244"/>
                <a:gd name="T56" fmla="*/ 87 w 196"/>
                <a:gd name="T57" fmla="*/ 226 h 244"/>
                <a:gd name="T58" fmla="*/ 89 w 196"/>
                <a:gd name="T59" fmla="*/ 224 h 244"/>
                <a:gd name="T60" fmla="*/ 100 w 196"/>
                <a:gd name="T61" fmla="*/ 228 h 244"/>
                <a:gd name="T62" fmla="*/ 105 w 196"/>
                <a:gd name="T63" fmla="*/ 228 h 244"/>
                <a:gd name="T64" fmla="*/ 107 w 196"/>
                <a:gd name="T65" fmla="*/ 228 h 244"/>
                <a:gd name="T66" fmla="*/ 113 w 196"/>
                <a:gd name="T67" fmla="*/ 226 h 244"/>
                <a:gd name="T68" fmla="*/ 113 w 196"/>
                <a:gd name="T69" fmla="*/ 224 h 244"/>
                <a:gd name="T70" fmla="*/ 113 w 196"/>
                <a:gd name="T71" fmla="*/ 217 h 244"/>
                <a:gd name="T72" fmla="*/ 114 w 196"/>
                <a:gd name="T73" fmla="*/ 217 h 244"/>
                <a:gd name="T74" fmla="*/ 118 w 196"/>
                <a:gd name="T75" fmla="*/ 218 h 244"/>
                <a:gd name="T76" fmla="*/ 178 w 196"/>
                <a:gd name="T77" fmla="*/ 220 h 244"/>
                <a:gd name="T78" fmla="*/ 182 w 196"/>
                <a:gd name="T79" fmla="*/ 209 h 244"/>
                <a:gd name="T80" fmla="*/ 182 w 196"/>
                <a:gd name="T81" fmla="*/ 206 h 244"/>
                <a:gd name="T82" fmla="*/ 178 w 196"/>
                <a:gd name="T83" fmla="*/ 204 h 244"/>
                <a:gd name="T84" fmla="*/ 196 w 196"/>
                <a:gd name="T85" fmla="*/ 42 h 244"/>
                <a:gd name="T86" fmla="*/ 144 w 196"/>
                <a:gd name="T87" fmla="*/ 29 h 244"/>
                <a:gd name="T88" fmla="*/ 82 w 196"/>
                <a:gd name="T89" fmla="*/ 75 h 244"/>
                <a:gd name="T90" fmla="*/ 78 w 196"/>
                <a:gd name="T91" fmla="*/ 75 h 244"/>
                <a:gd name="T92" fmla="*/ 65 w 196"/>
                <a:gd name="T93" fmla="*/ 78 h 244"/>
                <a:gd name="T94" fmla="*/ 63 w 196"/>
                <a:gd name="T95" fmla="*/ 85 h 244"/>
                <a:gd name="T96" fmla="*/ 63 w 196"/>
                <a:gd name="T97" fmla="*/ 116 h 244"/>
                <a:gd name="T98" fmla="*/ 3 w 196"/>
                <a:gd name="T99" fmla="*/ 118 h 244"/>
                <a:gd name="T100" fmla="*/ 0 w 196"/>
                <a:gd name="T101" fmla="*/ 122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96" h="244">
                  <a:moveTo>
                    <a:pt x="0" y="122"/>
                  </a:moveTo>
                  <a:lnTo>
                    <a:pt x="0" y="122"/>
                  </a:lnTo>
                  <a:lnTo>
                    <a:pt x="1" y="126"/>
                  </a:lnTo>
                  <a:lnTo>
                    <a:pt x="5" y="129"/>
                  </a:lnTo>
                  <a:lnTo>
                    <a:pt x="7" y="133"/>
                  </a:lnTo>
                  <a:lnTo>
                    <a:pt x="9" y="135"/>
                  </a:lnTo>
                  <a:lnTo>
                    <a:pt x="9" y="135"/>
                  </a:lnTo>
                  <a:lnTo>
                    <a:pt x="9" y="147"/>
                  </a:lnTo>
                  <a:lnTo>
                    <a:pt x="7" y="158"/>
                  </a:lnTo>
                  <a:lnTo>
                    <a:pt x="7" y="158"/>
                  </a:lnTo>
                  <a:lnTo>
                    <a:pt x="11" y="171"/>
                  </a:lnTo>
                  <a:lnTo>
                    <a:pt x="12" y="184"/>
                  </a:lnTo>
                  <a:lnTo>
                    <a:pt x="12" y="197"/>
                  </a:lnTo>
                  <a:lnTo>
                    <a:pt x="11" y="211"/>
                  </a:lnTo>
                  <a:lnTo>
                    <a:pt x="11" y="211"/>
                  </a:lnTo>
                  <a:lnTo>
                    <a:pt x="16" y="209"/>
                  </a:lnTo>
                  <a:lnTo>
                    <a:pt x="18" y="208"/>
                  </a:lnTo>
                  <a:lnTo>
                    <a:pt x="21" y="206"/>
                  </a:lnTo>
                  <a:lnTo>
                    <a:pt x="21" y="206"/>
                  </a:lnTo>
                  <a:lnTo>
                    <a:pt x="21" y="204"/>
                  </a:lnTo>
                  <a:lnTo>
                    <a:pt x="23" y="204"/>
                  </a:lnTo>
                  <a:lnTo>
                    <a:pt x="29" y="206"/>
                  </a:lnTo>
                  <a:lnTo>
                    <a:pt x="29" y="206"/>
                  </a:lnTo>
                  <a:lnTo>
                    <a:pt x="34" y="206"/>
                  </a:lnTo>
                  <a:lnTo>
                    <a:pt x="40" y="206"/>
                  </a:lnTo>
                  <a:lnTo>
                    <a:pt x="40" y="206"/>
                  </a:lnTo>
                  <a:lnTo>
                    <a:pt x="43" y="206"/>
                  </a:lnTo>
                  <a:lnTo>
                    <a:pt x="45" y="206"/>
                  </a:lnTo>
                  <a:lnTo>
                    <a:pt x="49" y="209"/>
                  </a:lnTo>
                  <a:lnTo>
                    <a:pt x="49" y="209"/>
                  </a:lnTo>
                  <a:lnTo>
                    <a:pt x="52" y="213"/>
                  </a:lnTo>
                  <a:lnTo>
                    <a:pt x="54" y="218"/>
                  </a:lnTo>
                  <a:lnTo>
                    <a:pt x="54" y="218"/>
                  </a:lnTo>
                  <a:lnTo>
                    <a:pt x="54" y="222"/>
                  </a:lnTo>
                  <a:lnTo>
                    <a:pt x="56" y="222"/>
                  </a:lnTo>
                  <a:lnTo>
                    <a:pt x="62" y="224"/>
                  </a:lnTo>
                  <a:lnTo>
                    <a:pt x="62" y="224"/>
                  </a:lnTo>
                  <a:lnTo>
                    <a:pt x="63" y="224"/>
                  </a:lnTo>
                  <a:lnTo>
                    <a:pt x="63" y="228"/>
                  </a:lnTo>
                  <a:lnTo>
                    <a:pt x="65" y="233"/>
                  </a:lnTo>
                  <a:lnTo>
                    <a:pt x="65" y="233"/>
                  </a:lnTo>
                  <a:lnTo>
                    <a:pt x="67" y="237"/>
                  </a:lnTo>
                  <a:lnTo>
                    <a:pt x="69" y="237"/>
                  </a:lnTo>
                  <a:lnTo>
                    <a:pt x="72" y="237"/>
                  </a:lnTo>
                  <a:lnTo>
                    <a:pt x="74" y="237"/>
                  </a:lnTo>
                  <a:lnTo>
                    <a:pt x="74" y="237"/>
                  </a:lnTo>
                  <a:lnTo>
                    <a:pt x="76" y="240"/>
                  </a:lnTo>
                  <a:lnTo>
                    <a:pt x="78" y="244"/>
                  </a:lnTo>
                  <a:lnTo>
                    <a:pt x="78" y="244"/>
                  </a:lnTo>
                  <a:lnTo>
                    <a:pt x="80" y="244"/>
                  </a:lnTo>
                  <a:lnTo>
                    <a:pt x="83" y="242"/>
                  </a:lnTo>
                  <a:lnTo>
                    <a:pt x="83" y="242"/>
                  </a:lnTo>
                  <a:lnTo>
                    <a:pt x="85" y="240"/>
                  </a:lnTo>
                  <a:lnTo>
                    <a:pt x="85" y="237"/>
                  </a:lnTo>
                  <a:lnTo>
                    <a:pt x="85" y="235"/>
                  </a:lnTo>
                  <a:lnTo>
                    <a:pt x="85" y="231"/>
                  </a:lnTo>
                  <a:lnTo>
                    <a:pt x="85" y="231"/>
                  </a:lnTo>
                  <a:lnTo>
                    <a:pt x="87" y="226"/>
                  </a:lnTo>
                  <a:lnTo>
                    <a:pt x="87" y="226"/>
                  </a:lnTo>
                  <a:lnTo>
                    <a:pt x="89" y="224"/>
                  </a:lnTo>
                  <a:lnTo>
                    <a:pt x="89" y="224"/>
                  </a:lnTo>
                  <a:lnTo>
                    <a:pt x="100" y="228"/>
                  </a:lnTo>
                  <a:lnTo>
                    <a:pt x="100" y="228"/>
                  </a:lnTo>
                  <a:lnTo>
                    <a:pt x="105" y="228"/>
                  </a:lnTo>
                  <a:lnTo>
                    <a:pt x="107" y="228"/>
                  </a:lnTo>
                  <a:lnTo>
                    <a:pt x="107" y="228"/>
                  </a:lnTo>
                  <a:lnTo>
                    <a:pt x="111" y="228"/>
                  </a:lnTo>
                  <a:lnTo>
                    <a:pt x="113" y="226"/>
                  </a:lnTo>
                  <a:lnTo>
                    <a:pt x="113" y="224"/>
                  </a:lnTo>
                  <a:lnTo>
                    <a:pt x="113" y="224"/>
                  </a:lnTo>
                  <a:lnTo>
                    <a:pt x="111" y="218"/>
                  </a:lnTo>
                  <a:lnTo>
                    <a:pt x="113" y="217"/>
                  </a:lnTo>
                  <a:lnTo>
                    <a:pt x="114" y="217"/>
                  </a:lnTo>
                  <a:lnTo>
                    <a:pt x="114" y="217"/>
                  </a:lnTo>
                  <a:lnTo>
                    <a:pt x="116" y="217"/>
                  </a:lnTo>
                  <a:lnTo>
                    <a:pt x="118" y="218"/>
                  </a:lnTo>
                  <a:lnTo>
                    <a:pt x="120" y="220"/>
                  </a:lnTo>
                  <a:lnTo>
                    <a:pt x="178" y="220"/>
                  </a:lnTo>
                  <a:lnTo>
                    <a:pt x="178" y="220"/>
                  </a:lnTo>
                  <a:lnTo>
                    <a:pt x="182" y="209"/>
                  </a:lnTo>
                  <a:lnTo>
                    <a:pt x="182" y="209"/>
                  </a:lnTo>
                  <a:lnTo>
                    <a:pt x="182" y="206"/>
                  </a:lnTo>
                  <a:lnTo>
                    <a:pt x="180" y="204"/>
                  </a:lnTo>
                  <a:lnTo>
                    <a:pt x="178" y="204"/>
                  </a:lnTo>
                  <a:lnTo>
                    <a:pt x="167" y="42"/>
                  </a:lnTo>
                  <a:lnTo>
                    <a:pt x="196" y="42"/>
                  </a:lnTo>
                  <a:lnTo>
                    <a:pt x="142" y="0"/>
                  </a:lnTo>
                  <a:lnTo>
                    <a:pt x="144" y="29"/>
                  </a:lnTo>
                  <a:lnTo>
                    <a:pt x="83" y="31"/>
                  </a:lnTo>
                  <a:lnTo>
                    <a:pt x="82" y="75"/>
                  </a:lnTo>
                  <a:lnTo>
                    <a:pt x="82" y="75"/>
                  </a:lnTo>
                  <a:lnTo>
                    <a:pt x="78" y="75"/>
                  </a:lnTo>
                  <a:lnTo>
                    <a:pt x="72" y="75"/>
                  </a:lnTo>
                  <a:lnTo>
                    <a:pt x="65" y="78"/>
                  </a:lnTo>
                  <a:lnTo>
                    <a:pt x="63" y="82"/>
                  </a:lnTo>
                  <a:lnTo>
                    <a:pt x="63" y="85"/>
                  </a:lnTo>
                  <a:lnTo>
                    <a:pt x="63" y="85"/>
                  </a:lnTo>
                  <a:lnTo>
                    <a:pt x="63" y="116"/>
                  </a:lnTo>
                  <a:lnTo>
                    <a:pt x="3" y="118"/>
                  </a:lnTo>
                  <a:lnTo>
                    <a:pt x="3" y="118"/>
                  </a:lnTo>
                  <a:lnTo>
                    <a:pt x="3" y="118"/>
                  </a:lnTo>
                  <a:lnTo>
                    <a:pt x="0" y="122"/>
                  </a:lnTo>
                  <a:lnTo>
                    <a:pt x="0" y="12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53" name="Freeform 236">
              <a:extLst>
                <a:ext uri="{FF2B5EF4-FFF2-40B4-BE49-F238E27FC236}">
                  <a16:creationId xmlns:a16="http://schemas.microsoft.com/office/drawing/2014/main" id="{51491C81-F628-4010-BD3D-E5EE617F522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0983" y="3311844"/>
              <a:ext cx="387065" cy="458249"/>
            </a:xfrm>
            <a:custGeom>
              <a:avLst/>
              <a:gdLst>
                <a:gd name="T0" fmla="*/ 80 w 261"/>
                <a:gd name="T1" fmla="*/ 302 h 309"/>
                <a:gd name="T2" fmla="*/ 84 w 261"/>
                <a:gd name="T3" fmla="*/ 306 h 309"/>
                <a:gd name="T4" fmla="*/ 93 w 261"/>
                <a:gd name="T5" fmla="*/ 297 h 309"/>
                <a:gd name="T6" fmla="*/ 100 w 261"/>
                <a:gd name="T7" fmla="*/ 297 h 309"/>
                <a:gd name="T8" fmla="*/ 104 w 261"/>
                <a:gd name="T9" fmla="*/ 286 h 309"/>
                <a:gd name="T10" fmla="*/ 106 w 261"/>
                <a:gd name="T11" fmla="*/ 273 h 309"/>
                <a:gd name="T12" fmla="*/ 108 w 261"/>
                <a:gd name="T13" fmla="*/ 264 h 309"/>
                <a:gd name="T14" fmla="*/ 111 w 261"/>
                <a:gd name="T15" fmla="*/ 255 h 309"/>
                <a:gd name="T16" fmla="*/ 119 w 261"/>
                <a:gd name="T17" fmla="*/ 251 h 309"/>
                <a:gd name="T18" fmla="*/ 122 w 261"/>
                <a:gd name="T19" fmla="*/ 238 h 309"/>
                <a:gd name="T20" fmla="*/ 135 w 261"/>
                <a:gd name="T21" fmla="*/ 227 h 309"/>
                <a:gd name="T22" fmla="*/ 146 w 261"/>
                <a:gd name="T23" fmla="*/ 224 h 309"/>
                <a:gd name="T24" fmla="*/ 153 w 261"/>
                <a:gd name="T25" fmla="*/ 209 h 309"/>
                <a:gd name="T26" fmla="*/ 160 w 261"/>
                <a:gd name="T27" fmla="*/ 204 h 309"/>
                <a:gd name="T28" fmla="*/ 168 w 261"/>
                <a:gd name="T29" fmla="*/ 193 h 309"/>
                <a:gd name="T30" fmla="*/ 175 w 261"/>
                <a:gd name="T31" fmla="*/ 187 h 309"/>
                <a:gd name="T32" fmla="*/ 181 w 261"/>
                <a:gd name="T33" fmla="*/ 182 h 309"/>
                <a:gd name="T34" fmla="*/ 184 w 261"/>
                <a:gd name="T35" fmla="*/ 184 h 309"/>
                <a:gd name="T36" fmla="*/ 191 w 261"/>
                <a:gd name="T37" fmla="*/ 189 h 309"/>
                <a:gd name="T38" fmla="*/ 197 w 261"/>
                <a:gd name="T39" fmla="*/ 189 h 309"/>
                <a:gd name="T40" fmla="*/ 208 w 261"/>
                <a:gd name="T41" fmla="*/ 186 h 309"/>
                <a:gd name="T42" fmla="*/ 224 w 261"/>
                <a:gd name="T43" fmla="*/ 184 h 309"/>
                <a:gd name="T44" fmla="*/ 253 w 261"/>
                <a:gd name="T45" fmla="*/ 176 h 309"/>
                <a:gd name="T46" fmla="*/ 255 w 261"/>
                <a:gd name="T47" fmla="*/ 164 h 309"/>
                <a:gd name="T48" fmla="*/ 252 w 261"/>
                <a:gd name="T49" fmla="*/ 116 h 309"/>
                <a:gd name="T50" fmla="*/ 244 w 261"/>
                <a:gd name="T51" fmla="*/ 113 h 309"/>
                <a:gd name="T52" fmla="*/ 242 w 261"/>
                <a:gd name="T53" fmla="*/ 98 h 309"/>
                <a:gd name="T54" fmla="*/ 237 w 261"/>
                <a:gd name="T55" fmla="*/ 89 h 309"/>
                <a:gd name="T56" fmla="*/ 224 w 261"/>
                <a:gd name="T57" fmla="*/ 84 h 309"/>
                <a:gd name="T58" fmla="*/ 91 w 261"/>
                <a:gd name="T59" fmla="*/ 0 h 309"/>
                <a:gd name="T60" fmla="*/ 106 w 261"/>
                <a:gd name="T61" fmla="*/ 164 h 309"/>
                <a:gd name="T62" fmla="*/ 44 w 261"/>
                <a:gd name="T63" fmla="*/ 178 h 309"/>
                <a:gd name="T64" fmla="*/ 38 w 261"/>
                <a:gd name="T65" fmla="*/ 175 h 309"/>
                <a:gd name="T66" fmla="*/ 37 w 261"/>
                <a:gd name="T67" fmla="*/ 182 h 309"/>
                <a:gd name="T68" fmla="*/ 31 w 261"/>
                <a:gd name="T69" fmla="*/ 186 h 309"/>
                <a:gd name="T70" fmla="*/ 24 w 261"/>
                <a:gd name="T71" fmla="*/ 186 h 309"/>
                <a:gd name="T72" fmla="*/ 11 w 261"/>
                <a:gd name="T73" fmla="*/ 184 h 309"/>
                <a:gd name="T74" fmla="*/ 9 w 261"/>
                <a:gd name="T75" fmla="*/ 195 h 309"/>
                <a:gd name="T76" fmla="*/ 4 w 261"/>
                <a:gd name="T77" fmla="*/ 202 h 309"/>
                <a:gd name="T78" fmla="*/ 0 w 261"/>
                <a:gd name="T79" fmla="*/ 209 h 309"/>
                <a:gd name="T80" fmla="*/ 2 w 261"/>
                <a:gd name="T81" fmla="*/ 218 h 309"/>
                <a:gd name="T82" fmla="*/ 2 w 261"/>
                <a:gd name="T83" fmla="*/ 231 h 309"/>
                <a:gd name="T84" fmla="*/ 7 w 261"/>
                <a:gd name="T85" fmla="*/ 237 h 309"/>
                <a:gd name="T86" fmla="*/ 13 w 261"/>
                <a:gd name="T87" fmla="*/ 257 h 309"/>
                <a:gd name="T88" fmla="*/ 18 w 261"/>
                <a:gd name="T89" fmla="*/ 253 h 309"/>
                <a:gd name="T90" fmla="*/ 26 w 261"/>
                <a:gd name="T91" fmla="*/ 257 h 309"/>
                <a:gd name="T92" fmla="*/ 29 w 261"/>
                <a:gd name="T93" fmla="*/ 251 h 309"/>
                <a:gd name="T94" fmla="*/ 38 w 261"/>
                <a:gd name="T95" fmla="*/ 255 h 309"/>
                <a:gd name="T96" fmla="*/ 44 w 261"/>
                <a:gd name="T97" fmla="*/ 255 h 309"/>
                <a:gd name="T98" fmla="*/ 46 w 261"/>
                <a:gd name="T99" fmla="*/ 271 h 309"/>
                <a:gd name="T100" fmla="*/ 48 w 261"/>
                <a:gd name="T101" fmla="*/ 278 h 309"/>
                <a:gd name="T102" fmla="*/ 51 w 261"/>
                <a:gd name="T103" fmla="*/ 284 h 309"/>
                <a:gd name="T104" fmla="*/ 44 w 261"/>
                <a:gd name="T105" fmla="*/ 293 h 309"/>
                <a:gd name="T106" fmla="*/ 51 w 261"/>
                <a:gd name="T107" fmla="*/ 293 h 309"/>
                <a:gd name="T108" fmla="*/ 57 w 261"/>
                <a:gd name="T109" fmla="*/ 295 h 309"/>
                <a:gd name="T110" fmla="*/ 64 w 261"/>
                <a:gd name="T111" fmla="*/ 304 h 309"/>
                <a:gd name="T112" fmla="*/ 71 w 261"/>
                <a:gd name="T113" fmla="*/ 308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61" h="309">
                  <a:moveTo>
                    <a:pt x="73" y="309"/>
                  </a:moveTo>
                  <a:lnTo>
                    <a:pt x="73" y="309"/>
                  </a:lnTo>
                  <a:lnTo>
                    <a:pt x="75" y="308"/>
                  </a:lnTo>
                  <a:lnTo>
                    <a:pt x="80" y="302"/>
                  </a:lnTo>
                  <a:lnTo>
                    <a:pt x="80" y="302"/>
                  </a:lnTo>
                  <a:lnTo>
                    <a:pt x="82" y="302"/>
                  </a:lnTo>
                  <a:lnTo>
                    <a:pt x="84" y="304"/>
                  </a:lnTo>
                  <a:lnTo>
                    <a:pt x="84" y="306"/>
                  </a:lnTo>
                  <a:lnTo>
                    <a:pt x="86" y="297"/>
                  </a:lnTo>
                  <a:lnTo>
                    <a:pt x="91" y="293"/>
                  </a:lnTo>
                  <a:lnTo>
                    <a:pt x="91" y="293"/>
                  </a:lnTo>
                  <a:lnTo>
                    <a:pt x="93" y="297"/>
                  </a:lnTo>
                  <a:lnTo>
                    <a:pt x="95" y="299"/>
                  </a:lnTo>
                  <a:lnTo>
                    <a:pt x="97" y="299"/>
                  </a:lnTo>
                  <a:lnTo>
                    <a:pt x="97" y="299"/>
                  </a:lnTo>
                  <a:lnTo>
                    <a:pt x="100" y="297"/>
                  </a:lnTo>
                  <a:lnTo>
                    <a:pt x="100" y="295"/>
                  </a:lnTo>
                  <a:lnTo>
                    <a:pt x="102" y="291"/>
                  </a:lnTo>
                  <a:lnTo>
                    <a:pt x="104" y="286"/>
                  </a:lnTo>
                  <a:lnTo>
                    <a:pt x="104" y="286"/>
                  </a:lnTo>
                  <a:lnTo>
                    <a:pt x="104" y="280"/>
                  </a:lnTo>
                  <a:lnTo>
                    <a:pt x="104" y="275"/>
                  </a:lnTo>
                  <a:lnTo>
                    <a:pt x="106" y="273"/>
                  </a:lnTo>
                  <a:lnTo>
                    <a:pt x="106" y="273"/>
                  </a:lnTo>
                  <a:lnTo>
                    <a:pt x="109" y="271"/>
                  </a:lnTo>
                  <a:lnTo>
                    <a:pt x="109" y="269"/>
                  </a:lnTo>
                  <a:lnTo>
                    <a:pt x="108" y="264"/>
                  </a:lnTo>
                  <a:lnTo>
                    <a:pt x="108" y="264"/>
                  </a:lnTo>
                  <a:lnTo>
                    <a:pt x="108" y="260"/>
                  </a:lnTo>
                  <a:lnTo>
                    <a:pt x="109" y="257"/>
                  </a:lnTo>
                  <a:lnTo>
                    <a:pt x="109" y="257"/>
                  </a:lnTo>
                  <a:lnTo>
                    <a:pt x="111" y="255"/>
                  </a:lnTo>
                  <a:lnTo>
                    <a:pt x="115" y="249"/>
                  </a:lnTo>
                  <a:lnTo>
                    <a:pt x="115" y="249"/>
                  </a:lnTo>
                  <a:lnTo>
                    <a:pt x="119" y="251"/>
                  </a:lnTo>
                  <a:lnTo>
                    <a:pt x="119" y="251"/>
                  </a:lnTo>
                  <a:lnTo>
                    <a:pt x="119" y="251"/>
                  </a:lnTo>
                  <a:lnTo>
                    <a:pt x="120" y="246"/>
                  </a:lnTo>
                  <a:lnTo>
                    <a:pt x="122" y="238"/>
                  </a:lnTo>
                  <a:lnTo>
                    <a:pt x="122" y="238"/>
                  </a:lnTo>
                  <a:lnTo>
                    <a:pt x="124" y="233"/>
                  </a:lnTo>
                  <a:lnTo>
                    <a:pt x="130" y="229"/>
                  </a:lnTo>
                  <a:lnTo>
                    <a:pt x="130" y="229"/>
                  </a:lnTo>
                  <a:lnTo>
                    <a:pt x="135" y="227"/>
                  </a:lnTo>
                  <a:lnTo>
                    <a:pt x="140" y="226"/>
                  </a:lnTo>
                  <a:lnTo>
                    <a:pt x="140" y="226"/>
                  </a:lnTo>
                  <a:lnTo>
                    <a:pt x="142" y="226"/>
                  </a:lnTo>
                  <a:lnTo>
                    <a:pt x="146" y="224"/>
                  </a:lnTo>
                  <a:lnTo>
                    <a:pt x="148" y="218"/>
                  </a:lnTo>
                  <a:lnTo>
                    <a:pt x="148" y="218"/>
                  </a:lnTo>
                  <a:lnTo>
                    <a:pt x="150" y="213"/>
                  </a:lnTo>
                  <a:lnTo>
                    <a:pt x="153" y="209"/>
                  </a:lnTo>
                  <a:lnTo>
                    <a:pt x="153" y="209"/>
                  </a:lnTo>
                  <a:lnTo>
                    <a:pt x="159" y="206"/>
                  </a:lnTo>
                  <a:lnTo>
                    <a:pt x="160" y="206"/>
                  </a:lnTo>
                  <a:lnTo>
                    <a:pt x="160" y="204"/>
                  </a:lnTo>
                  <a:lnTo>
                    <a:pt x="160" y="204"/>
                  </a:lnTo>
                  <a:lnTo>
                    <a:pt x="162" y="197"/>
                  </a:lnTo>
                  <a:lnTo>
                    <a:pt x="164" y="193"/>
                  </a:lnTo>
                  <a:lnTo>
                    <a:pt x="168" y="193"/>
                  </a:lnTo>
                  <a:lnTo>
                    <a:pt x="168" y="193"/>
                  </a:lnTo>
                  <a:lnTo>
                    <a:pt x="173" y="191"/>
                  </a:lnTo>
                  <a:lnTo>
                    <a:pt x="175" y="189"/>
                  </a:lnTo>
                  <a:lnTo>
                    <a:pt x="175" y="187"/>
                  </a:lnTo>
                  <a:lnTo>
                    <a:pt x="175" y="187"/>
                  </a:lnTo>
                  <a:lnTo>
                    <a:pt x="177" y="184"/>
                  </a:lnTo>
                  <a:lnTo>
                    <a:pt x="179" y="184"/>
                  </a:lnTo>
                  <a:lnTo>
                    <a:pt x="181" y="182"/>
                  </a:lnTo>
                  <a:lnTo>
                    <a:pt x="182" y="184"/>
                  </a:lnTo>
                  <a:lnTo>
                    <a:pt x="182" y="184"/>
                  </a:lnTo>
                  <a:lnTo>
                    <a:pt x="182" y="186"/>
                  </a:lnTo>
                  <a:lnTo>
                    <a:pt x="184" y="184"/>
                  </a:lnTo>
                  <a:lnTo>
                    <a:pt x="186" y="184"/>
                  </a:lnTo>
                  <a:lnTo>
                    <a:pt x="188" y="184"/>
                  </a:lnTo>
                  <a:lnTo>
                    <a:pt x="188" y="184"/>
                  </a:lnTo>
                  <a:lnTo>
                    <a:pt x="191" y="189"/>
                  </a:lnTo>
                  <a:lnTo>
                    <a:pt x="191" y="191"/>
                  </a:lnTo>
                  <a:lnTo>
                    <a:pt x="195" y="191"/>
                  </a:lnTo>
                  <a:lnTo>
                    <a:pt x="197" y="189"/>
                  </a:lnTo>
                  <a:lnTo>
                    <a:pt x="197" y="189"/>
                  </a:lnTo>
                  <a:lnTo>
                    <a:pt x="201" y="189"/>
                  </a:lnTo>
                  <a:lnTo>
                    <a:pt x="204" y="187"/>
                  </a:lnTo>
                  <a:lnTo>
                    <a:pt x="208" y="186"/>
                  </a:lnTo>
                  <a:lnTo>
                    <a:pt x="208" y="186"/>
                  </a:lnTo>
                  <a:lnTo>
                    <a:pt x="210" y="186"/>
                  </a:lnTo>
                  <a:lnTo>
                    <a:pt x="215" y="184"/>
                  </a:lnTo>
                  <a:lnTo>
                    <a:pt x="224" y="184"/>
                  </a:lnTo>
                  <a:lnTo>
                    <a:pt x="224" y="184"/>
                  </a:lnTo>
                  <a:lnTo>
                    <a:pt x="235" y="178"/>
                  </a:lnTo>
                  <a:lnTo>
                    <a:pt x="244" y="176"/>
                  </a:lnTo>
                  <a:lnTo>
                    <a:pt x="253" y="176"/>
                  </a:lnTo>
                  <a:lnTo>
                    <a:pt x="253" y="176"/>
                  </a:lnTo>
                  <a:lnTo>
                    <a:pt x="253" y="175"/>
                  </a:lnTo>
                  <a:lnTo>
                    <a:pt x="255" y="171"/>
                  </a:lnTo>
                  <a:lnTo>
                    <a:pt x="255" y="171"/>
                  </a:lnTo>
                  <a:lnTo>
                    <a:pt x="255" y="164"/>
                  </a:lnTo>
                  <a:lnTo>
                    <a:pt x="261" y="160"/>
                  </a:lnTo>
                  <a:lnTo>
                    <a:pt x="259" y="113"/>
                  </a:lnTo>
                  <a:lnTo>
                    <a:pt x="259" y="113"/>
                  </a:lnTo>
                  <a:lnTo>
                    <a:pt x="252" y="116"/>
                  </a:lnTo>
                  <a:lnTo>
                    <a:pt x="244" y="116"/>
                  </a:lnTo>
                  <a:lnTo>
                    <a:pt x="242" y="116"/>
                  </a:lnTo>
                  <a:lnTo>
                    <a:pt x="242" y="116"/>
                  </a:lnTo>
                  <a:lnTo>
                    <a:pt x="244" y="113"/>
                  </a:lnTo>
                  <a:lnTo>
                    <a:pt x="242" y="107"/>
                  </a:lnTo>
                  <a:lnTo>
                    <a:pt x="242" y="107"/>
                  </a:lnTo>
                  <a:lnTo>
                    <a:pt x="241" y="104"/>
                  </a:lnTo>
                  <a:lnTo>
                    <a:pt x="242" y="98"/>
                  </a:lnTo>
                  <a:lnTo>
                    <a:pt x="242" y="98"/>
                  </a:lnTo>
                  <a:lnTo>
                    <a:pt x="242" y="94"/>
                  </a:lnTo>
                  <a:lnTo>
                    <a:pt x="241" y="93"/>
                  </a:lnTo>
                  <a:lnTo>
                    <a:pt x="237" y="89"/>
                  </a:lnTo>
                  <a:lnTo>
                    <a:pt x="237" y="89"/>
                  </a:lnTo>
                  <a:lnTo>
                    <a:pt x="232" y="87"/>
                  </a:lnTo>
                  <a:lnTo>
                    <a:pt x="224" y="84"/>
                  </a:lnTo>
                  <a:lnTo>
                    <a:pt x="224" y="84"/>
                  </a:lnTo>
                  <a:lnTo>
                    <a:pt x="221" y="78"/>
                  </a:lnTo>
                  <a:lnTo>
                    <a:pt x="221" y="76"/>
                  </a:lnTo>
                  <a:lnTo>
                    <a:pt x="120" y="0"/>
                  </a:lnTo>
                  <a:lnTo>
                    <a:pt x="91" y="0"/>
                  </a:lnTo>
                  <a:lnTo>
                    <a:pt x="102" y="162"/>
                  </a:lnTo>
                  <a:lnTo>
                    <a:pt x="102" y="162"/>
                  </a:lnTo>
                  <a:lnTo>
                    <a:pt x="104" y="162"/>
                  </a:lnTo>
                  <a:lnTo>
                    <a:pt x="106" y="164"/>
                  </a:lnTo>
                  <a:lnTo>
                    <a:pt x="106" y="167"/>
                  </a:lnTo>
                  <a:lnTo>
                    <a:pt x="106" y="167"/>
                  </a:lnTo>
                  <a:lnTo>
                    <a:pt x="102" y="178"/>
                  </a:lnTo>
                  <a:lnTo>
                    <a:pt x="44" y="178"/>
                  </a:lnTo>
                  <a:lnTo>
                    <a:pt x="44" y="178"/>
                  </a:lnTo>
                  <a:lnTo>
                    <a:pt x="42" y="176"/>
                  </a:lnTo>
                  <a:lnTo>
                    <a:pt x="40" y="175"/>
                  </a:lnTo>
                  <a:lnTo>
                    <a:pt x="38" y="175"/>
                  </a:lnTo>
                  <a:lnTo>
                    <a:pt x="38" y="175"/>
                  </a:lnTo>
                  <a:lnTo>
                    <a:pt x="37" y="175"/>
                  </a:lnTo>
                  <a:lnTo>
                    <a:pt x="35" y="176"/>
                  </a:lnTo>
                  <a:lnTo>
                    <a:pt x="37" y="182"/>
                  </a:lnTo>
                  <a:lnTo>
                    <a:pt x="37" y="182"/>
                  </a:lnTo>
                  <a:lnTo>
                    <a:pt x="37" y="184"/>
                  </a:lnTo>
                  <a:lnTo>
                    <a:pt x="35" y="186"/>
                  </a:lnTo>
                  <a:lnTo>
                    <a:pt x="31" y="186"/>
                  </a:lnTo>
                  <a:lnTo>
                    <a:pt x="31" y="186"/>
                  </a:lnTo>
                  <a:lnTo>
                    <a:pt x="29" y="186"/>
                  </a:lnTo>
                  <a:lnTo>
                    <a:pt x="24" y="186"/>
                  </a:lnTo>
                  <a:lnTo>
                    <a:pt x="24" y="186"/>
                  </a:lnTo>
                  <a:lnTo>
                    <a:pt x="13" y="182"/>
                  </a:lnTo>
                  <a:lnTo>
                    <a:pt x="13" y="182"/>
                  </a:lnTo>
                  <a:lnTo>
                    <a:pt x="11" y="184"/>
                  </a:lnTo>
                  <a:lnTo>
                    <a:pt x="11" y="184"/>
                  </a:lnTo>
                  <a:lnTo>
                    <a:pt x="9" y="189"/>
                  </a:lnTo>
                  <a:lnTo>
                    <a:pt x="9" y="189"/>
                  </a:lnTo>
                  <a:lnTo>
                    <a:pt x="9" y="193"/>
                  </a:lnTo>
                  <a:lnTo>
                    <a:pt x="9" y="195"/>
                  </a:lnTo>
                  <a:lnTo>
                    <a:pt x="9" y="198"/>
                  </a:lnTo>
                  <a:lnTo>
                    <a:pt x="7" y="200"/>
                  </a:lnTo>
                  <a:lnTo>
                    <a:pt x="7" y="200"/>
                  </a:lnTo>
                  <a:lnTo>
                    <a:pt x="4" y="202"/>
                  </a:lnTo>
                  <a:lnTo>
                    <a:pt x="2" y="202"/>
                  </a:lnTo>
                  <a:lnTo>
                    <a:pt x="2" y="202"/>
                  </a:lnTo>
                  <a:lnTo>
                    <a:pt x="0" y="206"/>
                  </a:lnTo>
                  <a:lnTo>
                    <a:pt x="0" y="209"/>
                  </a:lnTo>
                  <a:lnTo>
                    <a:pt x="2" y="211"/>
                  </a:lnTo>
                  <a:lnTo>
                    <a:pt x="2" y="211"/>
                  </a:lnTo>
                  <a:lnTo>
                    <a:pt x="2" y="213"/>
                  </a:lnTo>
                  <a:lnTo>
                    <a:pt x="2" y="218"/>
                  </a:lnTo>
                  <a:lnTo>
                    <a:pt x="0" y="224"/>
                  </a:lnTo>
                  <a:lnTo>
                    <a:pt x="0" y="224"/>
                  </a:lnTo>
                  <a:lnTo>
                    <a:pt x="0" y="227"/>
                  </a:lnTo>
                  <a:lnTo>
                    <a:pt x="2" y="231"/>
                  </a:lnTo>
                  <a:lnTo>
                    <a:pt x="2" y="231"/>
                  </a:lnTo>
                  <a:lnTo>
                    <a:pt x="6" y="235"/>
                  </a:lnTo>
                  <a:lnTo>
                    <a:pt x="7" y="237"/>
                  </a:lnTo>
                  <a:lnTo>
                    <a:pt x="7" y="237"/>
                  </a:lnTo>
                  <a:lnTo>
                    <a:pt x="9" y="249"/>
                  </a:lnTo>
                  <a:lnTo>
                    <a:pt x="9" y="257"/>
                  </a:lnTo>
                  <a:lnTo>
                    <a:pt x="13" y="257"/>
                  </a:lnTo>
                  <a:lnTo>
                    <a:pt x="13" y="257"/>
                  </a:lnTo>
                  <a:lnTo>
                    <a:pt x="15" y="255"/>
                  </a:lnTo>
                  <a:lnTo>
                    <a:pt x="17" y="253"/>
                  </a:lnTo>
                  <a:lnTo>
                    <a:pt x="18" y="253"/>
                  </a:lnTo>
                  <a:lnTo>
                    <a:pt x="18" y="253"/>
                  </a:lnTo>
                  <a:lnTo>
                    <a:pt x="22" y="255"/>
                  </a:lnTo>
                  <a:lnTo>
                    <a:pt x="22" y="257"/>
                  </a:lnTo>
                  <a:lnTo>
                    <a:pt x="24" y="257"/>
                  </a:lnTo>
                  <a:lnTo>
                    <a:pt x="26" y="257"/>
                  </a:lnTo>
                  <a:lnTo>
                    <a:pt x="26" y="257"/>
                  </a:lnTo>
                  <a:lnTo>
                    <a:pt x="29" y="255"/>
                  </a:lnTo>
                  <a:lnTo>
                    <a:pt x="29" y="251"/>
                  </a:lnTo>
                  <a:lnTo>
                    <a:pt x="29" y="251"/>
                  </a:lnTo>
                  <a:lnTo>
                    <a:pt x="31" y="253"/>
                  </a:lnTo>
                  <a:lnTo>
                    <a:pt x="35" y="255"/>
                  </a:lnTo>
                  <a:lnTo>
                    <a:pt x="38" y="255"/>
                  </a:lnTo>
                  <a:lnTo>
                    <a:pt x="38" y="255"/>
                  </a:lnTo>
                  <a:lnTo>
                    <a:pt x="42" y="253"/>
                  </a:lnTo>
                  <a:lnTo>
                    <a:pt x="44" y="253"/>
                  </a:lnTo>
                  <a:lnTo>
                    <a:pt x="44" y="255"/>
                  </a:lnTo>
                  <a:lnTo>
                    <a:pt x="44" y="255"/>
                  </a:lnTo>
                  <a:lnTo>
                    <a:pt x="48" y="264"/>
                  </a:lnTo>
                  <a:lnTo>
                    <a:pt x="48" y="264"/>
                  </a:lnTo>
                  <a:lnTo>
                    <a:pt x="48" y="268"/>
                  </a:lnTo>
                  <a:lnTo>
                    <a:pt x="46" y="271"/>
                  </a:lnTo>
                  <a:lnTo>
                    <a:pt x="44" y="273"/>
                  </a:lnTo>
                  <a:lnTo>
                    <a:pt x="44" y="275"/>
                  </a:lnTo>
                  <a:lnTo>
                    <a:pt x="44" y="275"/>
                  </a:lnTo>
                  <a:lnTo>
                    <a:pt x="48" y="278"/>
                  </a:lnTo>
                  <a:lnTo>
                    <a:pt x="49" y="282"/>
                  </a:lnTo>
                  <a:lnTo>
                    <a:pt x="49" y="282"/>
                  </a:lnTo>
                  <a:lnTo>
                    <a:pt x="49" y="284"/>
                  </a:lnTo>
                  <a:lnTo>
                    <a:pt x="51" y="284"/>
                  </a:lnTo>
                  <a:lnTo>
                    <a:pt x="55" y="284"/>
                  </a:lnTo>
                  <a:lnTo>
                    <a:pt x="44" y="291"/>
                  </a:lnTo>
                  <a:lnTo>
                    <a:pt x="44" y="291"/>
                  </a:lnTo>
                  <a:lnTo>
                    <a:pt x="44" y="293"/>
                  </a:lnTo>
                  <a:lnTo>
                    <a:pt x="48" y="295"/>
                  </a:lnTo>
                  <a:lnTo>
                    <a:pt x="48" y="295"/>
                  </a:lnTo>
                  <a:lnTo>
                    <a:pt x="49" y="293"/>
                  </a:lnTo>
                  <a:lnTo>
                    <a:pt x="51" y="293"/>
                  </a:lnTo>
                  <a:lnTo>
                    <a:pt x="53" y="295"/>
                  </a:lnTo>
                  <a:lnTo>
                    <a:pt x="53" y="295"/>
                  </a:lnTo>
                  <a:lnTo>
                    <a:pt x="55" y="295"/>
                  </a:lnTo>
                  <a:lnTo>
                    <a:pt x="57" y="295"/>
                  </a:lnTo>
                  <a:lnTo>
                    <a:pt x="60" y="297"/>
                  </a:lnTo>
                  <a:lnTo>
                    <a:pt x="60" y="299"/>
                  </a:lnTo>
                  <a:lnTo>
                    <a:pt x="60" y="299"/>
                  </a:lnTo>
                  <a:lnTo>
                    <a:pt x="64" y="304"/>
                  </a:lnTo>
                  <a:lnTo>
                    <a:pt x="66" y="306"/>
                  </a:lnTo>
                  <a:lnTo>
                    <a:pt x="68" y="308"/>
                  </a:lnTo>
                  <a:lnTo>
                    <a:pt x="68" y="308"/>
                  </a:lnTo>
                  <a:lnTo>
                    <a:pt x="71" y="308"/>
                  </a:lnTo>
                  <a:lnTo>
                    <a:pt x="73" y="309"/>
                  </a:lnTo>
                  <a:lnTo>
                    <a:pt x="73" y="30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54" name="Freeform 237">
              <a:extLst>
                <a:ext uri="{FF2B5EF4-FFF2-40B4-BE49-F238E27FC236}">
                  <a16:creationId xmlns:a16="http://schemas.microsoft.com/office/drawing/2014/main" id="{AFA53BB1-9123-4C35-B5BD-2B8E64F53DD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922595" y="3857589"/>
              <a:ext cx="437487" cy="174995"/>
            </a:xfrm>
            <a:custGeom>
              <a:avLst/>
              <a:gdLst>
                <a:gd name="T0" fmla="*/ 240 w 295"/>
                <a:gd name="T1" fmla="*/ 53 h 118"/>
                <a:gd name="T2" fmla="*/ 231 w 295"/>
                <a:gd name="T3" fmla="*/ 56 h 118"/>
                <a:gd name="T4" fmla="*/ 220 w 295"/>
                <a:gd name="T5" fmla="*/ 53 h 118"/>
                <a:gd name="T6" fmla="*/ 209 w 295"/>
                <a:gd name="T7" fmla="*/ 65 h 118"/>
                <a:gd name="T8" fmla="*/ 198 w 295"/>
                <a:gd name="T9" fmla="*/ 78 h 118"/>
                <a:gd name="T10" fmla="*/ 187 w 295"/>
                <a:gd name="T11" fmla="*/ 78 h 118"/>
                <a:gd name="T12" fmla="*/ 175 w 295"/>
                <a:gd name="T13" fmla="*/ 85 h 118"/>
                <a:gd name="T14" fmla="*/ 169 w 295"/>
                <a:gd name="T15" fmla="*/ 107 h 118"/>
                <a:gd name="T16" fmla="*/ 147 w 295"/>
                <a:gd name="T17" fmla="*/ 104 h 118"/>
                <a:gd name="T18" fmla="*/ 160 w 295"/>
                <a:gd name="T19" fmla="*/ 116 h 118"/>
                <a:gd name="T20" fmla="*/ 184 w 295"/>
                <a:gd name="T21" fmla="*/ 115 h 118"/>
                <a:gd name="T22" fmla="*/ 200 w 295"/>
                <a:gd name="T23" fmla="*/ 111 h 118"/>
                <a:gd name="T24" fmla="*/ 218 w 295"/>
                <a:gd name="T25" fmla="*/ 104 h 118"/>
                <a:gd name="T26" fmla="*/ 227 w 295"/>
                <a:gd name="T27" fmla="*/ 87 h 118"/>
                <a:gd name="T28" fmla="*/ 238 w 295"/>
                <a:gd name="T29" fmla="*/ 73 h 118"/>
                <a:gd name="T30" fmla="*/ 255 w 295"/>
                <a:gd name="T31" fmla="*/ 58 h 118"/>
                <a:gd name="T32" fmla="*/ 266 w 295"/>
                <a:gd name="T33" fmla="*/ 56 h 118"/>
                <a:gd name="T34" fmla="*/ 277 w 295"/>
                <a:gd name="T35" fmla="*/ 53 h 118"/>
                <a:gd name="T36" fmla="*/ 280 w 295"/>
                <a:gd name="T37" fmla="*/ 40 h 118"/>
                <a:gd name="T38" fmla="*/ 280 w 295"/>
                <a:gd name="T39" fmla="*/ 38 h 118"/>
                <a:gd name="T40" fmla="*/ 288 w 295"/>
                <a:gd name="T41" fmla="*/ 42 h 118"/>
                <a:gd name="T42" fmla="*/ 295 w 295"/>
                <a:gd name="T43" fmla="*/ 36 h 118"/>
                <a:gd name="T44" fmla="*/ 288 w 295"/>
                <a:gd name="T45" fmla="*/ 23 h 118"/>
                <a:gd name="T46" fmla="*/ 275 w 295"/>
                <a:gd name="T47" fmla="*/ 20 h 118"/>
                <a:gd name="T48" fmla="*/ 275 w 295"/>
                <a:gd name="T49" fmla="*/ 14 h 118"/>
                <a:gd name="T50" fmla="*/ 268 w 295"/>
                <a:gd name="T51" fmla="*/ 3 h 118"/>
                <a:gd name="T52" fmla="*/ 255 w 295"/>
                <a:gd name="T53" fmla="*/ 3 h 118"/>
                <a:gd name="T54" fmla="*/ 251 w 295"/>
                <a:gd name="T55" fmla="*/ 13 h 118"/>
                <a:gd name="T56" fmla="*/ 240 w 295"/>
                <a:gd name="T57" fmla="*/ 42 h 118"/>
                <a:gd name="T58" fmla="*/ 49 w 295"/>
                <a:gd name="T59" fmla="*/ 96 h 118"/>
                <a:gd name="T60" fmla="*/ 58 w 295"/>
                <a:gd name="T61" fmla="*/ 89 h 118"/>
                <a:gd name="T62" fmla="*/ 51 w 295"/>
                <a:gd name="T63" fmla="*/ 80 h 118"/>
                <a:gd name="T64" fmla="*/ 51 w 295"/>
                <a:gd name="T65" fmla="*/ 60 h 118"/>
                <a:gd name="T66" fmla="*/ 43 w 295"/>
                <a:gd name="T67" fmla="*/ 27 h 118"/>
                <a:gd name="T68" fmla="*/ 36 w 295"/>
                <a:gd name="T69" fmla="*/ 16 h 118"/>
                <a:gd name="T70" fmla="*/ 25 w 295"/>
                <a:gd name="T71" fmla="*/ 13 h 118"/>
                <a:gd name="T72" fmla="*/ 20 w 295"/>
                <a:gd name="T73" fmla="*/ 25 h 118"/>
                <a:gd name="T74" fmla="*/ 12 w 295"/>
                <a:gd name="T75" fmla="*/ 20 h 118"/>
                <a:gd name="T76" fmla="*/ 0 w 295"/>
                <a:gd name="T77" fmla="*/ 18 h 118"/>
                <a:gd name="T78" fmla="*/ 3 w 295"/>
                <a:gd name="T79" fmla="*/ 42 h 118"/>
                <a:gd name="T80" fmla="*/ 9 w 295"/>
                <a:gd name="T81" fmla="*/ 65 h 118"/>
                <a:gd name="T82" fmla="*/ 16 w 295"/>
                <a:gd name="T83" fmla="*/ 73 h 118"/>
                <a:gd name="T84" fmla="*/ 16 w 295"/>
                <a:gd name="T85" fmla="*/ 82 h 118"/>
                <a:gd name="T86" fmla="*/ 25 w 295"/>
                <a:gd name="T87" fmla="*/ 87 h 118"/>
                <a:gd name="T88" fmla="*/ 38 w 295"/>
                <a:gd name="T89" fmla="*/ 100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95" h="118">
                  <a:moveTo>
                    <a:pt x="238" y="42"/>
                  </a:moveTo>
                  <a:lnTo>
                    <a:pt x="242" y="51"/>
                  </a:lnTo>
                  <a:lnTo>
                    <a:pt x="240" y="53"/>
                  </a:lnTo>
                  <a:lnTo>
                    <a:pt x="237" y="51"/>
                  </a:lnTo>
                  <a:lnTo>
                    <a:pt x="233" y="54"/>
                  </a:lnTo>
                  <a:lnTo>
                    <a:pt x="231" y="56"/>
                  </a:lnTo>
                  <a:lnTo>
                    <a:pt x="226" y="58"/>
                  </a:lnTo>
                  <a:lnTo>
                    <a:pt x="220" y="53"/>
                  </a:lnTo>
                  <a:lnTo>
                    <a:pt x="220" y="53"/>
                  </a:lnTo>
                  <a:lnTo>
                    <a:pt x="217" y="51"/>
                  </a:lnTo>
                  <a:lnTo>
                    <a:pt x="217" y="51"/>
                  </a:lnTo>
                  <a:lnTo>
                    <a:pt x="209" y="65"/>
                  </a:lnTo>
                  <a:lnTo>
                    <a:pt x="202" y="78"/>
                  </a:lnTo>
                  <a:lnTo>
                    <a:pt x="202" y="78"/>
                  </a:lnTo>
                  <a:lnTo>
                    <a:pt x="198" y="78"/>
                  </a:lnTo>
                  <a:lnTo>
                    <a:pt x="195" y="78"/>
                  </a:lnTo>
                  <a:lnTo>
                    <a:pt x="187" y="78"/>
                  </a:lnTo>
                  <a:lnTo>
                    <a:pt x="187" y="78"/>
                  </a:lnTo>
                  <a:lnTo>
                    <a:pt x="182" y="80"/>
                  </a:lnTo>
                  <a:lnTo>
                    <a:pt x="176" y="82"/>
                  </a:lnTo>
                  <a:lnTo>
                    <a:pt x="175" y="85"/>
                  </a:lnTo>
                  <a:lnTo>
                    <a:pt x="173" y="89"/>
                  </a:lnTo>
                  <a:lnTo>
                    <a:pt x="171" y="98"/>
                  </a:lnTo>
                  <a:lnTo>
                    <a:pt x="169" y="107"/>
                  </a:lnTo>
                  <a:lnTo>
                    <a:pt x="169" y="107"/>
                  </a:lnTo>
                  <a:lnTo>
                    <a:pt x="147" y="94"/>
                  </a:lnTo>
                  <a:lnTo>
                    <a:pt x="147" y="104"/>
                  </a:lnTo>
                  <a:lnTo>
                    <a:pt x="149" y="111"/>
                  </a:lnTo>
                  <a:lnTo>
                    <a:pt x="155" y="115"/>
                  </a:lnTo>
                  <a:lnTo>
                    <a:pt x="160" y="116"/>
                  </a:lnTo>
                  <a:lnTo>
                    <a:pt x="167" y="118"/>
                  </a:lnTo>
                  <a:lnTo>
                    <a:pt x="175" y="116"/>
                  </a:lnTo>
                  <a:lnTo>
                    <a:pt x="184" y="115"/>
                  </a:lnTo>
                  <a:lnTo>
                    <a:pt x="187" y="111"/>
                  </a:lnTo>
                  <a:lnTo>
                    <a:pt x="197" y="109"/>
                  </a:lnTo>
                  <a:lnTo>
                    <a:pt x="200" y="111"/>
                  </a:lnTo>
                  <a:lnTo>
                    <a:pt x="209" y="111"/>
                  </a:lnTo>
                  <a:lnTo>
                    <a:pt x="217" y="107"/>
                  </a:lnTo>
                  <a:lnTo>
                    <a:pt x="218" y="104"/>
                  </a:lnTo>
                  <a:lnTo>
                    <a:pt x="222" y="94"/>
                  </a:lnTo>
                  <a:lnTo>
                    <a:pt x="224" y="89"/>
                  </a:lnTo>
                  <a:lnTo>
                    <a:pt x="227" y="87"/>
                  </a:lnTo>
                  <a:lnTo>
                    <a:pt x="231" y="82"/>
                  </a:lnTo>
                  <a:lnTo>
                    <a:pt x="235" y="78"/>
                  </a:lnTo>
                  <a:lnTo>
                    <a:pt x="238" y="73"/>
                  </a:lnTo>
                  <a:lnTo>
                    <a:pt x="240" y="62"/>
                  </a:lnTo>
                  <a:lnTo>
                    <a:pt x="244" y="56"/>
                  </a:lnTo>
                  <a:lnTo>
                    <a:pt x="255" y="58"/>
                  </a:lnTo>
                  <a:lnTo>
                    <a:pt x="266" y="58"/>
                  </a:lnTo>
                  <a:lnTo>
                    <a:pt x="266" y="56"/>
                  </a:lnTo>
                  <a:lnTo>
                    <a:pt x="266" y="56"/>
                  </a:lnTo>
                  <a:lnTo>
                    <a:pt x="271" y="54"/>
                  </a:lnTo>
                  <a:lnTo>
                    <a:pt x="277" y="53"/>
                  </a:lnTo>
                  <a:lnTo>
                    <a:pt x="277" y="53"/>
                  </a:lnTo>
                  <a:lnTo>
                    <a:pt x="280" y="49"/>
                  </a:lnTo>
                  <a:lnTo>
                    <a:pt x="280" y="43"/>
                  </a:lnTo>
                  <a:lnTo>
                    <a:pt x="280" y="40"/>
                  </a:lnTo>
                  <a:lnTo>
                    <a:pt x="280" y="38"/>
                  </a:lnTo>
                  <a:lnTo>
                    <a:pt x="280" y="38"/>
                  </a:lnTo>
                  <a:lnTo>
                    <a:pt x="280" y="38"/>
                  </a:lnTo>
                  <a:lnTo>
                    <a:pt x="282" y="40"/>
                  </a:lnTo>
                  <a:lnTo>
                    <a:pt x="284" y="40"/>
                  </a:lnTo>
                  <a:lnTo>
                    <a:pt x="288" y="42"/>
                  </a:lnTo>
                  <a:lnTo>
                    <a:pt x="293" y="36"/>
                  </a:lnTo>
                  <a:lnTo>
                    <a:pt x="295" y="36"/>
                  </a:lnTo>
                  <a:lnTo>
                    <a:pt x="295" y="36"/>
                  </a:lnTo>
                  <a:lnTo>
                    <a:pt x="291" y="31"/>
                  </a:lnTo>
                  <a:lnTo>
                    <a:pt x="288" y="23"/>
                  </a:lnTo>
                  <a:lnTo>
                    <a:pt x="288" y="23"/>
                  </a:lnTo>
                  <a:lnTo>
                    <a:pt x="280" y="22"/>
                  </a:lnTo>
                  <a:lnTo>
                    <a:pt x="277" y="22"/>
                  </a:lnTo>
                  <a:lnTo>
                    <a:pt x="275" y="20"/>
                  </a:lnTo>
                  <a:lnTo>
                    <a:pt x="275" y="20"/>
                  </a:lnTo>
                  <a:lnTo>
                    <a:pt x="275" y="16"/>
                  </a:lnTo>
                  <a:lnTo>
                    <a:pt x="275" y="14"/>
                  </a:lnTo>
                  <a:lnTo>
                    <a:pt x="277" y="13"/>
                  </a:lnTo>
                  <a:lnTo>
                    <a:pt x="277" y="13"/>
                  </a:lnTo>
                  <a:lnTo>
                    <a:pt x="268" y="3"/>
                  </a:lnTo>
                  <a:lnTo>
                    <a:pt x="255" y="0"/>
                  </a:lnTo>
                  <a:lnTo>
                    <a:pt x="255" y="0"/>
                  </a:lnTo>
                  <a:lnTo>
                    <a:pt x="255" y="3"/>
                  </a:lnTo>
                  <a:lnTo>
                    <a:pt x="255" y="9"/>
                  </a:lnTo>
                  <a:lnTo>
                    <a:pt x="251" y="13"/>
                  </a:lnTo>
                  <a:lnTo>
                    <a:pt x="251" y="13"/>
                  </a:lnTo>
                  <a:lnTo>
                    <a:pt x="242" y="25"/>
                  </a:lnTo>
                  <a:lnTo>
                    <a:pt x="240" y="33"/>
                  </a:lnTo>
                  <a:lnTo>
                    <a:pt x="240" y="42"/>
                  </a:lnTo>
                  <a:lnTo>
                    <a:pt x="238" y="42"/>
                  </a:lnTo>
                  <a:close/>
                  <a:moveTo>
                    <a:pt x="42" y="102"/>
                  </a:moveTo>
                  <a:lnTo>
                    <a:pt x="49" y="96"/>
                  </a:lnTo>
                  <a:lnTo>
                    <a:pt x="60" y="100"/>
                  </a:lnTo>
                  <a:lnTo>
                    <a:pt x="60" y="100"/>
                  </a:lnTo>
                  <a:lnTo>
                    <a:pt x="58" y="89"/>
                  </a:lnTo>
                  <a:lnTo>
                    <a:pt x="54" y="80"/>
                  </a:lnTo>
                  <a:lnTo>
                    <a:pt x="51" y="80"/>
                  </a:lnTo>
                  <a:lnTo>
                    <a:pt x="51" y="80"/>
                  </a:lnTo>
                  <a:lnTo>
                    <a:pt x="47" y="60"/>
                  </a:lnTo>
                  <a:lnTo>
                    <a:pt x="51" y="60"/>
                  </a:lnTo>
                  <a:lnTo>
                    <a:pt x="51" y="60"/>
                  </a:lnTo>
                  <a:lnTo>
                    <a:pt x="49" y="49"/>
                  </a:lnTo>
                  <a:lnTo>
                    <a:pt x="47" y="38"/>
                  </a:lnTo>
                  <a:lnTo>
                    <a:pt x="43" y="27"/>
                  </a:lnTo>
                  <a:lnTo>
                    <a:pt x="38" y="20"/>
                  </a:lnTo>
                  <a:lnTo>
                    <a:pt x="38" y="20"/>
                  </a:lnTo>
                  <a:lnTo>
                    <a:pt x="36" y="16"/>
                  </a:lnTo>
                  <a:lnTo>
                    <a:pt x="33" y="16"/>
                  </a:lnTo>
                  <a:lnTo>
                    <a:pt x="29" y="14"/>
                  </a:lnTo>
                  <a:lnTo>
                    <a:pt x="25" y="13"/>
                  </a:lnTo>
                  <a:lnTo>
                    <a:pt x="25" y="18"/>
                  </a:lnTo>
                  <a:lnTo>
                    <a:pt x="23" y="25"/>
                  </a:lnTo>
                  <a:lnTo>
                    <a:pt x="20" y="25"/>
                  </a:lnTo>
                  <a:lnTo>
                    <a:pt x="18" y="29"/>
                  </a:lnTo>
                  <a:lnTo>
                    <a:pt x="12" y="29"/>
                  </a:lnTo>
                  <a:lnTo>
                    <a:pt x="12" y="20"/>
                  </a:lnTo>
                  <a:lnTo>
                    <a:pt x="5" y="16"/>
                  </a:lnTo>
                  <a:lnTo>
                    <a:pt x="0" y="18"/>
                  </a:lnTo>
                  <a:lnTo>
                    <a:pt x="0" y="18"/>
                  </a:lnTo>
                  <a:lnTo>
                    <a:pt x="0" y="29"/>
                  </a:lnTo>
                  <a:lnTo>
                    <a:pt x="2" y="42"/>
                  </a:lnTo>
                  <a:lnTo>
                    <a:pt x="3" y="42"/>
                  </a:lnTo>
                  <a:lnTo>
                    <a:pt x="3" y="42"/>
                  </a:lnTo>
                  <a:lnTo>
                    <a:pt x="5" y="53"/>
                  </a:lnTo>
                  <a:lnTo>
                    <a:pt x="9" y="65"/>
                  </a:lnTo>
                  <a:lnTo>
                    <a:pt x="9" y="65"/>
                  </a:lnTo>
                  <a:lnTo>
                    <a:pt x="12" y="69"/>
                  </a:lnTo>
                  <a:lnTo>
                    <a:pt x="16" y="73"/>
                  </a:lnTo>
                  <a:lnTo>
                    <a:pt x="16" y="73"/>
                  </a:lnTo>
                  <a:lnTo>
                    <a:pt x="16" y="78"/>
                  </a:lnTo>
                  <a:lnTo>
                    <a:pt x="16" y="82"/>
                  </a:lnTo>
                  <a:lnTo>
                    <a:pt x="16" y="82"/>
                  </a:lnTo>
                  <a:lnTo>
                    <a:pt x="20" y="85"/>
                  </a:lnTo>
                  <a:lnTo>
                    <a:pt x="25" y="87"/>
                  </a:lnTo>
                  <a:lnTo>
                    <a:pt x="25" y="87"/>
                  </a:lnTo>
                  <a:lnTo>
                    <a:pt x="34" y="96"/>
                  </a:lnTo>
                  <a:lnTo>
                    <a:pt x="38" y="100"/>
                  </a:lnTo>
                  <a:lnTo>
                    <a:pt x="42" y="102"/>
                  </a:lnTo>
                  <a:lnTo>
                    <a:pt x="42" y="102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55" name="Freeform 238">
              <a:extLst>
                <a:ext uri="{FF2B5EF4-FFF2-40B4-BE49-F238E27FC236}">
                  <a16:creationId xmlns:a16="http://schemas.microsoft.com/office/drawing/2014/main" id="{0BB309AD-4AA6-466A-8DB8-1E88C4AC7591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9467" y="4332151"/>
              <a:ext cx="78600" cy="222451"/>
            </a:xfrm>
            <a:custGeom>
              <a:avLst/>
              <a:gdLst>
                <a:gd name="T0" fmla="*/ 35 w 53"/>
                <a:gd name="T1" fmla="*/ 91 h 150"/>
                <a:gd name="T2" fmla="*/ 27 w 53"/>
                <a:gd name="T3" fmla="*/ 90 h 150"/>
                <a:gd name="T4" fmla="*/ 31 w 53"/>
                <a:gd name="T5" fmla="*/ 86 h 150"/>
                <a:gd name="T6" fmla="*/ 26 w 53"/>
                <a:gd name="T7" fmla="*/ 79 h 150"/>
                <a:gd name="T8" fmla="*/ 26 w 53"/>
                <a:gd name="T9" fmla="*/ 68 h 150"/>
                <a:gd name="T10" fmla="*/ 24 w 53"/>
                <a:gd name="T11" fmla="*/ 55 h 150"/>
                <a:gd name="T12" fmla="*/ 24 w 53"/>
                <a:gd name="T13" fmla="*/ 53 h 150"/>
                <a:gd name="T14" fmla="*/ 26 w 53"/>
                <a:gd name="T15" fmla="*/ 39 h 150"/>
                <a:gd name="T16" fmla="*/ 24 w 53"/>
                <a:gd name="T17" fmla="*/ 8 h 150"/>
                <a:gd name="T18" fmla="*/ 20 w 53"/>
                <a:gd name="T19" fmla="*/ 6 h 150"/>
                <a:gd name="T20" fmla="*/ 11 w 53"/>
                <a:gd name="T21" fmla="*/ 0 h 150"/>
                <a:gd name="T22" fmla="*/ 15 w 53"/>
                <a:gd name="T23" fmla="*/ 8 h 150"/>
                <a:gd name="T24" fmla="*/ 17 w 53"/>
                <a:gd name="T25" fmla="*/ 13 h 150"/>
                <a:gd name="T26" fmla="*/ 18 w 53"/>
                <a:gd name="T27" fmla="*/ 20 h 150"/>
                <a:gd name="T28" fmla="*/ 15 w 53"/>
                <a:gd name="T29" fmla="*/ 30 h 150"/>
                <a:gd name="T30" fmla="*/ 11 w 53"/>
                <a:gd name="T31" fmla="*/ 33 h 150"/>
                <a:gd name="T32" fmla="*/ 7 w 53"/>
                <a:gd name="T33" fmla="*/ 37 h 150"/>
                <a:gd name="T34" fmla="*/ 9 w 53"/>
                <a:gd name="T35" fmla="*/ 48 h 150"/>
                <a:gd name="T36" fmla="*/ 13 w 53"/>
                <a:gd name="T37" fmla="*/ 50 h 150"/>
                <a:gd name="T38" fmla="*/ 13 w 53"/>
                <a:gd name="T39" fmla="*/ 55 h 150"/>
                <a:gd name="T40" fmla="*/ 4 w 53"/>
                <a:gd name="T41" fmla="*/ 62 h 150"/>
                <a:gd name="T42" fmla="*/ 2 w 53"/>
                <a:gd name="T43" fmla="*/ 75 h 150"/>
                <a:gd name="T44" fmla="*/ 2 w 53"/>
                <a:gd name="T45" fmla="*/ 81 h 150"/>
                <a:gd name="T46" fmla="*/ 0 w 53"/>
                <a:gd name="T47" fmla="*/ 86 h 150"/>
                <a:gd name="T48" fmla="*/ 6 w 53"/>
                <a:gd name="T49" fmla="*/ 97 h 150"/>
                <a:gd name="T50" fmla="*/ 9 w 53"/>
                <a:gd name="T51" fmla="*/ 102 h 150"/>
                <a:gd name="T52" fmla="*/ 13 w 53"/>
                <a:gd name="T53" fmla="*/ 108 h 150"/>
                <a:gd name="T54" fmla="*/ 24 w 53"/>
                <a:gd name="T55" fmla="*/ 104 h 150"/>
                <a:gd name="T56" fmla="*/ 26 w 53"/>
                <a:gd name="T57" fmla="*/ 112 h 150"/>
                <a:gd name="T58" fmla="*/ 24 w 53"/>
                <a:gd name="T59" fmla="*/ 124 h 150"/>
                <a:gd name="T60" fmla="*/ 24 w 53"/>
                <a:gd name="T61" fmla="*/ 132 h 150"/>
                <a:gd name="T62" fmla="*/ 33 w 53"/>
                <a:gd name="T63" fmla="*/ 141 h 150"/>
                <a:gd name="T64" fmla="*/ 38 w 53"/>
                <a:gd name="T65" fmla="*/ 142 h 150"/>
                <a:gd name="T66" fmla="*/ 40 w 53"/>
                <a:gd name="T67" fmla="*/ 150 h 150"/>
                <a:gd name="T68" fmla="*/ 46 w 53"/>
                <a:gd name="T69" fmla="*/ 146 h 150"/>
                <a:gd name="T70" fmla="*/ 46 w 53"/>
                <a:gd name="T71" fmla="*/ 142 h 150"/>
                <a:gd name="T72" fmla="*/ 42 w 53"/>
                <a:gd name="T73" fmla="*/ 128 h 150"/>
                <a:gd name="T74" fmla="*/ 44 w 53"/>
                <a:gd name="T75" fmla="*/ 128 h 150"/>
                <a:gd name="T76" fmla="*/ 53 w 53"/>
                <a:gd name="T77" fmla="*/ 124 h 150"/>
                <a:gd name="T78" fmla="*/ 53 w 53"/>
                <a:gd name="T79" fmla="*/ 119 h 150"/>
                <a:gd name="T80" fmla="*/ 53 w 53"/>
                <a:gd name="T81" fmla="*/ 115 h 150"/>
                <a:gd name="T82" fmla="*/ 51 w 53"/>
                <a:gd name="T83" fmla="*/ 104 h 150"/>
                <a:gd name="T84" fmla="*/ 42 w 53"/>
                <a:gd name="T85" fmla="*/ 99 h 150"/>
                <a:gd name="T86" fmla="*/ 38 w 53"/>
                <a:gd name="T87" fmla="*/ 95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3" h="150">
                  <a:moveTo>
                    <a:pt x="38" y="93"/>
                  </a:moveTo>
                  <a:lnTo>
                    <a:pt x="38" y="93"/>
                  </a:lnTo>
                  <a:lnTo>
                    <a:pt x="35" y="91"/>
                  </a:lnTo>
                  <a:lnTo>
                    <a:pt x="31" y="90"/>
                  </a:lnTo>
                  <a:lnTo>
                    <a:pt x="27" y="90"/>
                  </a:lnTo>
                  <a:lnTo>
                    <a:pt x="27" y="90"/>
                  </a:lnTo>
                  <a:lnTo>
                    <a:pt x="29" y="88"/>
                  </a:lnTo>
                  <a:lnTo>
                    <a:pt x="29" y="88"/>
                  </a:lnTo>
                  <a:lnTo>
                    <a:pt x="31" y="86"/>
                  </a:lnTo>
                  <a:lnTo>
                    <a:pt x="31" y="82"/>
                  </a:lnTo>
                  <a:lnTo>
                    <a:pt x="26" y="79"/>
                  </a:lnTo>
                  <a:lnTo>
                    <a:pt x="26" y="79"/>
                  </a:lnTo>
                  <a:lnTo>
                    <a:pt x="27" y="77"/>
                  </a:lnTo>
                  <a:lnTo>
                    <a:pt x="27" y="73"/>
                  </a:lnTo>
                  <a:lnTo>
                    <a:pt x="26" y="68"/>
                  </a:lnTo>
                  <a:lnTo>
                    <a:pt x="24" y="59"/>
                  </a:lnTo>
                  <a:lnTo>
                    <a:pt x="24" y="59"/>
                  </a:lnTo>
                  <a:lnTo>
                    <a:pt x="24" y="55"/>
                  </a:lnTo>
                  <a:lnTo>
                    <a:pt x="26" y="55"/>
                  </a:lnTo>
                  <a:lnTo>
                    <a:pt x="26" y="57"/>
                  </a:lnTo>
                  <a:lnTo>
                    <a:pt x="24" y="53"/>
                  </a:lnTo>
                  <a:lnTo>
                    <a:pt x="20" y="46"/>
                  </a:lnTo>
                  <a:lnTo>
                    <a:pt x="26" y="39"/>
                  </a:lnTo>
                  <a:lnTo>
                    <a:pt x="26" y="39"/>
                  </a:lnTo>
                  <a:lnTo>
                    <a:pt x="27" y="30"/>
                  </a:lnTo>
                  <a:lnTo>
                    <a:pt x="26" y="22"/>
                  </a:lnTo>
                  <a:lnTo>
                    <a:pt x="24" y="8"/>
                  </a:lnTo>
                  <a:lnTo>
                    <a:pt x="24" y="8"/>
                  </a:lnTo>
                  <a:lnTo>
                    <a:pt x="22" y="6"/>
                  </a:lnTo>
                  <a:lnTo>
                    <a:pt x="20" y="6"/>
                  </a:lnTo>
                  <a:lnTo>
                    <a:pt x="22" y="4"/>
                  </a:lnTo>
                  <a:lnTo>
                    <a:pt x="24" y="4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11" y="2"/>
                  </a:lnTo>
                  <a:lnTo>
                    <a:pt x="15" y="8"/>
                  </a:lnTo>
                  <a:lnTo>
                    <a:pt x="15" y="8"/>
                  </a:lnTo>
                  <a:lnTo>
                    <a:pt x="17" y="9"/>
                  </a:lnTo>
                  <a:lnTo>
                    <a:pt x="17" y="13"/>
                  </a:lnTo>
                  <a:lnTo>
                    <a:pt x="17" y="17"/>
                  </a:lnTo>
                  <a:lnTo>
                    <a:pt x="18" y="20"/>
                  </a:lnTo>
                  <a:lnTo>
                    <a:pt x="18" y="20"/>
                  </a:lnTo>
                  <a:lnTo>
                    <a:pt x="18" y="22"/>
                  </a:lnTo>
                  <a:lnTo>
                    <a:pt x="18" y="24"/>
                  </a:lnTo>
                  <a:lnTo>
                    <a:pt x="15" y="30"/>
                  </a:lnTo>
                  <a:lnTo>
                    <a:pt x="15" y="30"/>
                  </a:lnTo>
                  <a:lnTo>
                    <a:pt x="13" y="31"/>
                  </a:lnTo>
                  <a:lnTo>
                    <a:pt x="11" y="33"/>
                  </a:lnTo>
                  <a:lnTo>
                    <a:pt x="9" y="33"/>
                  </a:lnTo>
                  <a:lnTo>
                    <a:pt x="7" y="37"/>
                  </a:lnTo>
                  <a:lnTo>
                    <a:pt x="7" y="37"/>
                  </a:lnTo>
                  <a:lnTo>
                    <a:pt x="9" y="42"/>
                  </a:lnTo>
                  <a:lnTo>
                    <a:pt x="9" y="48"/>
                  </a:lnTo>
                  <a:lnTo>
                    <a:pt x="9" y="48"/>
                  </a:lnTo>
                  <a:lnTo>
                    <a:pt x="9" y="50"/>
                  </a:lnTo>
                  <a:lnTo>
                    <a:pt x="11" y="50"/>
                  </a:lnTo>
                  <a:lnTo>
                    <a:pt x="13" y="50"/>
                  </a:lnTo>
                  <a:lnTo>
                    <a:pt x="15" y="53"/>
                  </a:lnTo>
                  <a:lnTo>
                    <a:pt x="15" y="53"/>
                  </a:lnTo>
                  <a:lnTo>
                    <a:pt x="13" y="55"/>
                  </a:lnTo>
                  <a:lnTo>
                    <a:pt x="11" y="59"/>
                  </a:lnTo>
                  <a:lnTo>
                    <a:pt x="4" y="62"/>
                  </a:lnTo>
                  <a:lnTo>
                    <a:pt x="4" y="62"/>
                  </a:lnTo>
                  <a:lnTo>
                    <a:pt x="2" y="64"/>
                  </a:lnTo>
                  <a:lnTo>
                    <a:pt x="2" y="68"/>
                  </a:lnTo>
                  <a:lnTo>
                    <a:pt x="2" y="75"/>
                  </a:lnTo>
                  <a:lnTo>
                    <a:pt x="2" y="75"/>
                  </a:lnTo>
                  <a:lnTo>
                    <a:pt x="2" y="79"/>
                  </a:lnTo>
                  <a:lnTo>
                    <a:pt x="2" y="81"/>
                  </a:lnTo>
                  <a:lnTo>
                    <a:pt x="0" y="84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2" y="95"/>
                  </a:lnTo>
                  <a:lnTo>
                    <a:pt x="2" y="95"/>
                  </a:lnTo>
                  <a:lnTo>
                    <a:pt x="6" y="97"/>
                  </a:lnTo>
                  <a:lnTo>
                    <a:pt x="7" y="99"/>
                  </a:lnTo>
                  <a:lnTo>
                    <a:pt x="9" y="102"/>
                  </a:lnTo>
                  <a:lnTo>
                    <a:pt x="9" y="102"/>
                  </a:lnTo>
                  <a:lnTo>
                    <a:pt x="11" y="106"/>
                  </a:lnTo>
                  <a:lnTo>
                    <a:pt x="11" y="108"/>
                  </a:lnTo>
                  <a:lnTo>
                    <a:pt x="13" y="108"/>
                  </a:lnTo>
                  <a:lnTo>
                    <a:pt x="13" y="108"/>
                  </a:lnTo>
                  <a:lnTo>
                    <a:pt x="24" y="104"/>
                  </a:lnTo>
                  <a:lnTo>
                    <a:pt x="24" y="104"/>
                  </a:lnTo>
                  <a:lnTo>
                    <a:pt x="24" y="106"/>
                  </a:lnTo>
                  <a:lnTo>
                    <a:pt x="26" y="112"/>
                  </a:lnTo>
                  <a:lnTo>
                    <a:pt x="26" y="112"/>
                  </a:lnTo>
                  <a:lnTo>
                    <a:pt x="26" y="117"/>
                  </a:lnTo>
                  <a:lnTo>
                    <a:pt x="24" y="124"/>
                  </a:lnTo>
                  <a:lnTo>
                    <a:pt x="24" y="124"/>
                  </a:lnTo>
                  <a:lnTo>
                    <a:pt x="22" y="128"/>
                  </a:lnTo>
                  <a:lnTo>
                    <a:pt x="22" y="130"/>
                  </a:lnTo>
                  <a:lnTo>
                    <a:pt x="24" y="132"/>
                  </a:lnTo>
                  <a:lnTo>
                    <a:pt x="24" y="132"/>
                  </a:lnTo>
                  <a:lnTo>
                    <a:pt x="27" y="137"/>
                  </a:lnTo>
                  <a:lnTo>
                    <a:pt x="33" y="141"/>
                  </a:lnTo>
                  <a:lnTo>
                    <a:pt x="33" y="141"/>
                  </a:lnTo>
                  <a:lnTo>
                    <a:pt x="38" y="142"/>
                  </a:lnTo>
                  <a:lnTo>
                    <a:pt x="38" y="142"/>
                  </a:lnTo>
                  <a:lnTo>
                    <a:pt x="38" y="146"/>
                  </a:lnTo>
                  <a:lnTo>
                    <a:pt x="38" y="150"/>
                  </a:lnTo>
                  <a:lnTo>
                    <a:pt x="40" y="150"/>
                  </a:lnTo>
                  <a:lnTo>
                    <a:pt x="40" y="150"/>
                  </a:lnTo>
                  <a:lnTo>
                    <a:pt x="44" y="150"/>
                  </a:lnTo>
                  <a:lnTo>
                    <a:pt x="46" y="146"/>
                  </a:lnTo>
                  <a:lnTo>
                    <a:pt x="46" y="144"/>
                  </a:lnTo>
                  <a:lnTo>
                    <a:pt x="46" y="142"/>
                  </a:lnTo>
                  <a:lnTo>
                    <a:pt x="46" y="142"/>
                  </a:lnTo>
                  <a:lnTo>
                    <a:pt x="44" y="139"/>
                  </a:lnTo>
                  <a:lnTo>
                    <a:pt x="42" y="133"/>
                  </a:lnTo>
                  <a:lnTo>
                    <a:pt x="42" y="128"/>
                  </a:lnTo>
                  <a:lnTo>
                    <a:pt x="44" y="128"/>
                  </a:lnTo>
                  <a:lnTo>
                    <a:pt x="44" y="128"/>
                  </a:lnTo>
                  <a:lnTo>
                    <a:pt x="44" y="128"/>
                  </a:lnTo>
                  <a:lnTo>
                    <a:pt x="49" y="128"/>
                  </a:lnTo>
                  <a:lnTo>
                    <a:pt x="53" y="126"/>
                  </a:lnTo>
                  <a:lnTo>
                    <a:pt x="53" y="124"/>
                  </a:lnTo>
                  <a:lnTo>
                    <a:pt x="53" y="124"/>
                  </a:lnTo>
                  <a:lnTo>
                    <a:pt x="53" y="121"/>
                  </a:lnTo>
                  <a:lnTo>
                    <a:pt x="53" y="119"/>
                  </a:lnTo>
                  <a:lnTo>
                    <a:pt x="53" y="117"/>
                  </a:lnTo>
                  <a:lnTo>
                    <a:pt x="53" y="115"/>
                  </a:lnTo>
                  <a:lnTo>
                    <a:pt x="53" y="115"/>
                  </a:lnTo>
                  <a:lnTo>
                    <a:pt x="53" y="110"/>
                  </a:lnTo>
                  <a:lnTo>
                    <a:pt x="53" y="106"/>
                  </a:lnTo>
                  <a:lnTo>
                    <a:pt x="51" y="104"/>
                  </a:lnTo>
                  <a:lnTo>
                    <a:pt x="49" y="102"/>
                  </a:lnTo>
                  <a:lnTo>
                    <a:pt x="49" y="102"/>
                  </a:lnTo>
                  <a:lnTo>
                    <a:pt x="42" y="99"/>
                  </a:lnTo>
                  <a:lnTo>
                    <a:pt x="40" y="97"/>
                  </a:lnTo>
                  <a:lnTo>
                    <a:pt x="38" y="95"/>
                  </a:lnTo>
                  <a:lnTo>
                    <a:pt x="38" y="95"/>
                  </a:lnTo>
                  <a:lnTo>
                    <a:pt x="38" y="93"/>
                  </a:lnTo>
                  <a:lnTo>
                    <a:pt x="38" y="9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56" name="Freeform 239">
              <a:extLst>
                <a:ext uri="{FF2B5EF4-FFF2-40B4-BE49-F238E27FC236}">
                  <a16:creationId xmlns:a16="http://schemas.microsoft.com/office/drawing/2014/main" id="{F26A9C21-E226-4B4F-BCEF-E9AF76787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558231" y="4427063"/>
              <a:ext cx="180927" cy="391513"/>
            </a:xfrm>
            <a:custGeom>
              <a:avLst/>
              <a:gdLst>
                <a:gd name="T0" fmla="*/ 96 w 122"/>
                <a:gd name="T1" fmla="*/ 15 h 264"/>
                <a:gd name="T2" fmla="*/ 85 w 122"/>
                <a:gd name="T3" fmla="*/ 31 h 264"/>
                <a:gd name="T4" fmla="*/ 80 w 122"/>
                <a:gd name="T5" fmla="*/ 33 h 264"/>
                <a:gd name="T6" fmla="*/ 82 w 122"/>
                <a:gd name="T7" fmla="*/ 37 h 264"/>
                <a:gd name="T8" fmla="*/ 83 w 122"/>
                <a:gd name="T9" fmla="*/ 44 h 264"/>
                <a:gd name="T10" fmla="*/ 78 w 122"/>
                <a:gd name="T11" fmla="*/ 48 h 264"/>
                <a:gd name="T12" fmla="*/ 72 w 122"/>
                <a:gd name="T13" fmla="*/ 55 h 264"/>
                <a:gd name="T14" fmla="*/ 67 w 122"/>
                <a:gd name="T15" fmla="*/ 53 h 264"/>
                <a:gd name="T16" fmla="*/ 67 w 122"/>
                <a:gd name="T17" fmla="*/ 66 h 264"/>
                <a:gd name="T18" fmla="*/ 63 w 122"/>
                <a:gd name="T19" fmla="*/ 64 h 264"/>
                <a:gd name="T20" fmla="*/ 58 w 122"/>
                <a:gd name="T21" fmla="*/ 66 h 264"/>
                <a:gd name="T22" fmla="*/ 51 w 122"/>
                <a:gd name="T23" fmla="*/ 71 h 264"/>
                <a:gd name="T24" fmla="*/ 43 w 122"/>
                <a:gd name="T25" fmla="*/ 68 h 264"/>
                <a:gd name="T26" fmla="*/ 34 w 122"/>
                <a:gd name="T27" fmla="*/ 77 h 264"/>
                <a:gd name="T28" fmla="*/ 16 w 122"/>
                <a:gd name="T29" fmla="*/ 93 h 264"/>
                <a:gd name="T30" fmla="*/ 14 w 122"/>
                <a:gd name="T31" fmla="*/ 104 h 264"/>
                <a:gd name="T32" fmla="*/ 23 w 122"/>
                <a:gd name="T33" fmla="*/ 137 h 264"/>
                <a:gd name="T34" fmla="*/ 23 w 122"/>
                <a:gd name="T35" fmla="*/ 151 h 264"/>
                <a:gd name="T36" fmla="*/ 12 w 122"/>
                <a:gd name="T37" fmla="*/ 160 h 264"/>
                <a:gd name="T38" fmla="*/ 12 w 122"/>
                <a:gd name="T39" fmla="*/ 173 h 264"/>
                <a:gd name="T40" fmla="*/ 5 w 122"/>
                <a:gd name="T41" fmla="*/ 179 h 264"/>
                <a:gd name="T42" fmla="*/ 0 w 122"/>
                <a:gd name="T43" fmla="*/ 193 h 264"/>
                <a:gd name="T44" fmla="*/ 7 w 122"/>
                <a:gd name="T45" fmla="*/ 217 h 264"/>
                <a:gd name="T46" fmla="*/ 16 w 122"/>
                <a:gd name="T47" fmla="*/ 241 h 264"/>
                <a:gd name="T48" fmla="*/ 36 w 122"/>
                <a:gd name="T49" fmla="*/ 264 h 264"/>
                <a:gd name="T50" fmla="*/ 41 w 122"/>
                <a:gd name="T51" fmla="*/ 264 h 264"/>
                <a:gd name="T52" fmla="*/ 54 w 122"/>
                <a:gd name="T53" fmla="*/ 259 h 264"/>
                <a:gd name="T54" fmla="*/ 65 w 122"/>
                <a:gd name="T55" fmla="*/ 252 h 264"/>
                <a:gd name="T56" fmla="*/ 71 w 122"/>
                <a:gd name="T57" fmla="*/ 228 h 264"/>
                <a:gd name="T58" fmla="*/ 83 w 122"/>
                <a:gd name="T59" fmla="*/ 191 h 264"/>
                <a:gd name="T60" fmla="*/ 92 w 122"/>
                <a:gd name="T61" fmla="*/ 162 h 264"/>
                <a:gd name="T62" fmla="*/ 91 w 122"/>
                <a:gd name="T63" fmla="*/ 148 h 264"/>
                <a:gd name="T64" fmla="*/ 107 w 122"/>
                <a:gd name="T65" fmla="*/ 115 h 264"/>
                <a:gd name="T66" fmla="*/ 105 w 122"/>
                <a:gd name="T67" fmla="*/ 104 h 264"/>
                <a:gd name="T68" fmla="*/ 109 w 122"/>
                <a:gd name="T69" fmla="*/ 100 h 264"/>
                <a:gd name="T70" fmla="*/ 114 w 122"/>
                <a:gd name="T71" fmla="*/ 88 h 264"/>
                <a:gd name="T72" fmla="*/ 107 w 122"/>
                <a:gd name="T73" fmla="*/ 62 h 264"/>
                <a:gd name="T74" fmla="*/ 114 w 122"/>
                <a:gd name="T75" fmla="*/ 62 h 264"/>
                <a:gd name="T76" fmla="*/ 120 w 122"/>
                <a:gd name="T77" fmla="*/ 69 h 264"/>
                <a:gd name="T78" fmla="*/ 120 w 122"/>
                <a:gd name="T79" fmla="*/ 64 h 264"/>
                <a:gd name="T80" fmla="*/ 120 w 122"/>
                <a:gd name="T81" fmla="*/ 37 h 264"/>
                <a:gd name="T82" fmla="*/ 114 w 122"/>
                <a:gd name="T83" fmla="*/ 11 h 264"/>
                <a:gd name="T84" fmla="*/ 107 w 122"/>
                <a:gd name="T85" fmla="*/ 11 h 264"/>
                <a:gd name="T86" fmla="*/ 100 w 122"/>
                <a:gd name="T87" fmla="*/ 0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22" h="264">
                  <a:moveTo>
                    <a:pt x="100" y="0"/>
                  </a:moveTo>
                  <a:lnTo>
                    <a:pt x="100" y="0"/>
                  </a:lnTo>
                  <a:lnTo>
                    <a:pt x="96" y="15"/>
                  </a:lnTo>
                  <a:lnTo>
                    <a:pt x="92" y="31"/>
                  </a:lnTo>
                  <a:lnTo>
                    <a:pt x="92" y="31"/>
                  </a:lnTo>
                  <a:lnTo>
                    <a:pt x="85" y="31"/>
                  </a:lnTo>
                  <a:lnTo>
                    <a:pt x="82" y="33"/>
                  </a:lnTo>
                  <a:lnTo>
                    <a:pt x="80" y="33"/>
                  </a:lnTo>
                  <a:lnTo>
                    <a:pt x="80" y="33"/>
                  </a:lnTo>
                  <a:lnTo>
                    <a:pt x="80" y="37"/>
                  </a:lnTo>
                  <a:lnTo>
                    <a:pt x="80" y="37"/>
                  </a:lnTo>
                  <a:lnTo>
                    <a:pt x="82" y="37"/>
                  </a:lnTo>
                  <a:lnTo>
                    <a:pt x="82" y="38"/>
                  </a:lnTo>
                  <a:lnTo>
                    <a:pt x="83" y="40"/>
                  </a:lnTo>
                  <a:lnTo>
                    <a:pt x="83" y="44"/>
                  </a:lnTo>
                  <a:lnTo>
                    <a:pt x="78" y="44"/>
                  </a:lnTo>
                  <a:lnTo>
                    <a:pt x="78" y="44"/>
                  </a:lnTo>
                  <a:lnTo>
                    <a:pt x="78" y="48"/>
                  </a:lnTo>
                  <a:lnTo>
                    <a:pt x="76" y="55"/>
                  </a:lnTo>
                  <a:lnTo>
                    <a:pt x="76" y="55"/>
                  </a:lnTo>
                  <a:lnTo>
                    <a:pt x="72" y="55"/>
                  </a:lnTo>
                  <a:lnTo>
                    <a:pt x="72" y="53"/>
                  </a:lnTo>
                  <a:lnTo>
                    <a:pt x="67" y="53"/>
                  </a:lnTo>
                  <a:lnTo>
                    <a:pt x="67" y="53"/>
                  </a:lnTo>
                  <a:lnTo>
                    <a:pt x="69" y="60"/>
                  </a:lnTo>
                  <a:lnTo>
                    <a:pt x="67" y="66"/>
                  </a:lnTo>
                  <a:lnTo>
                    <a:pt x="67" y="66"/>
                  </a:lnTo>
                  <a:lnTo>
                    <a:pt x="67" y="66"/>
                  </a:lnTo>
                  <a:lnTo>
                    <a:pt x="65" y="64"/>
                  </a:lnTo>
                  <a:lnTo>
                    <a:pt x="63" y="64"/>
                  </a:lnTo>
                  <a:lnTo>
                    <a:pt x="60" y="62"/>
                  </a:lnTo>
                  <a:lnTo>
                    <a:pt x="60" y="62"/>
                  </a:lnTo>
                  <a:lnTo>
                    <a:pt x="58" y="66"/>
                  </a:lnTo>
                  <a:lnTo>
                    <a:pt x="56" y="69"/>
                  </a:lnTo>
                  <a:lnTo>
                    <a:pt x="56" y="69"/>
                  </a:lnTo>
                  <a:lnTo>
                    <a:pt x="51" y="71"/>
                  </a:lnTo>
                  <a:lnTo>
                    <a:pt x="49" y="69"/>
                  </a:lnTo>
                  <a:lnTo>
                    <a:pt x="45" y="68"/>
                  </a:lnTo>
                  <a:lnTo>
                    <a:pt x="43" y="68"/>
                  </a:lnTo>
                  <a:lnTo>
                    <a:pt x="43" y="73"/>
                  </a:lnTo>
                  <a:lnTo>
                    <a:pt x="43" y="73"/>
                  </a:lnTo>
                  <a:lnTo>
                    <a:pt x="34" y="77"/>
                  </a:lnTo>
                  <a:lnTo>
                    <a:pt x="25" y="82"/>
                  </a:lnTo>
                  <a:lnTo>
                    <a:pt x="18" y="89"/>
                  </a:lnTo>
                  <a:lnTo>
                    <a:pt x="16" y="93"/>
                  </a:lnTo>
                  <a:lnTo>
                    <a:pt x="14" y="97"/>
                  </a:lnTo>
                  <a:lnTo>
                    <a:pt x="14" y="97"/>
                  </a:lnTo>
                  <a:lnTo>
                    <a:pt x="14" y="104"/>
                  </a:lnTo>
                  <a:lnTo>
                    <a:pt x="14" y="111"/>
                  </a:lnTo>
                  <a:lnTo>
                    <a:pt x="20" y="124"/>
                  </a:lnTo>
                  <a:lnTo>
                    <a:pt x="23" y="137"/>
                  </a:lnTo>
                  <a:lnTo>
                    <a:pt x="25" y="144"/>
                  </a:lnTo>
                  <a:lnTo>
                    <a:pt x="23" y="151"/>
                  </a:lnTo>
                  <a:lnTo>
                    <a:pt x="23" y="151"/>
                  </a:lnTo>
                  <a:lnTo>
                    <a:pt x="18" y="157"/>
                  </a:lnTo>
                  <a:lnTo>
                    <a:pt x="12" y="160"/>
                  </a:lnTo>
                  <a:lnTo>
                    <a:pt x="12" y="160"/>
                  </a:lnTo>
                  <a:lnTo>
                    <a:pt x="10" y="164"/>
                  </a:lnTo>
                  <a:lnTo>
                    <a:pt x="10" y="166"/>
                  </a:lnTo>
                  <a:lnTo>
                    <a:pt x="12" y="173"/>
                  </a:lnTo>
                  <a:lnTo>
                    <a:pt x="12" y="173"/>
                  </a:lnTo>
                  <a:lnTo>
                    <a:pt x="9" y="175"/>
                  </a:lnTo>
                  <a:lnTo>
                    <a:pt x="5" y="179"/>
                  </a:lnTo>
                  <a:lnTo>
                    <a:pt x="5" y="179"/>
                  </a:lnTo>
                  <a:lnTo>
                    <a:pt x="1" y="186"/>
                  </a:lnTo>
                  <a:lnTo>
                    <a:pt x="0" y="193"/>
                  </a:lnTo>
                  <a:lnTo>
                    <a:pt x="1" y="201"/>
                  </a:lnTo>
                  <a:lnTo>
                    <a:pt x="1" y="206"/>
                  </a:lnTo>
                  <a:lnTo>
                    <a:pt x="7" y="217"/>
                  </a:lnTo>
                  <a:lnTo>
                    <a:pt x="12" y="230"/>
                  </a:lnTo>
                  <a:lnTo>
                    <a:pt x="12" y="230"/>
                  </a:lnTo>
                  <a:lnTo>
                    <a:pt x="16" y="241"/>
                  </a:lnTo>
                  <a:lnTo>
                    <a:pt x="20" y="250"/>
                  </a:lnTo>
                  <a:lnTo>
                    <a:pt x="27" y="257"/>
                  </a:lnTo>
                  <a:lnTo>
                    <a:pt x="36" y="264"/>
                  </a:lnTo>
                  <a:lnTo>
                    <a:pt x="36" y="264"/>
                  </a:lnTo>
                  <a:lnTo>
                    <a:pt x="40" y="264"/>
                  </a:lnTo>
                  <a:lnTo>
                    <a:pt x="41" y="264"/>
                  </a:lnTo>
                  <a:lnTo>
                    <a:pt x="41" y="264"/>
                  </a:lnTo>
                  <a:lnTo>
                    <a:pt x="41" y="264"/>
                  </a:lnTo>
                  <a:lnTo>
                    <a:pt x="54" y="259"/>
                  </a:lnTo>
                  <a:lnTo>
                    <a:pt x="61" y="255"/>
                  </a:lnTo>
                  <a:lnTo>
                    <a:pt x="65" y="252"/>
                  </a:lnTo>
                  <a:lnTo>
                    <a:pt x="65" y="252"/>
                  </a:lnTo>
                  <a:lnTo>
                    <a:pt x="69" y="244"/>
                  </a:lnTo>
                  <a:lnTo>
                    <a:pt x="71" y="237"/>
                  </a:lnTo>
                  <a:lnTo>
                    <a:pt x="71" y="228"/>
                  </a:lnTo>
                  <a:lnTo>
                    <a:pt x="72" y="219"/>
                  </a:lnTo>
                  <a:lnTo>
                    <a:pt x="72" y="219"/>
                  </a:lnTo>
                  <a:lnTo>
                    <a:pt x="83" y="191"/>
                  </a:lnTo>
                  <a:lnTo>
                    <a:pt x="89" y="177"/>
                  </a:lnTo>
                  <a:lnTo>
                    <a:pt x="92" y="162"/>
                  </a:lnTo>
                  <a:lnTo>
                    <a:pt x="92" y="162"/>
                  </a:lnTo>
                  <a:lnTo>
                    <a:pt x="91" y="155"/>
                  </a:lnTo>
                  <a:lnTo>
                    <a:pt x="91" y="148"/>
                  </a:lnTo>
                  <a:lnTo>
                    <a:pt x="91" y="148"/>
                  </a:lnTo>
                  <a:lnTo>
                    <a:pt x="102" y="129"/>
                  </a:lnTo>
                  <a:lnTo>
                    <a:pt x="102" y="129"/>
                  </a:lnTo>
                  <a:lnTo>
                    <a:pt x="107" y="115"/>
                  </a:lnTo>
                  <a:lnTo>
                    <a:pt x="107" y="115"/>
                  </a:lnTo>
                  <a:lnTo>
                    <a:pt x="105" y="108"/>
                  </a:lnTo>
                  <a:lnTo>
                    <a:pt x="105" y="104"/>
                  </a:lnTo>
                  <a:lnTo>
                    <a:pt x="105" y="104"/>
                  </a:lnTo>
                  <a:lnTo>
                    <a:pt x="109" y="100"/>
                  </a:lnTo>
                  <a:lnTo>
                    <a:pt x="109" y="100"/>
                  </a:lnTo>
                  <a:lnTo>
                    <a:pt x="111" y="91"/>
                  </a:lnTo>
                  <a:lnTo>
                    <a:pt x="111" y="89"/>
                  </a:lnTo>
                  <a:lnTo>
                    <a:pt x="114" y="88"/>
                  </a:lnTo>
                  <a:lnTo>
                    <a:pt x="114" y="82"/>
                  </a:lnTo>
                  <a:lnTo>
                    <a:pt x="114" y="82"/>
                  </a:lnTo>
                  <a:lnTo>
                    <a:pt x="107" y="62"/>
                  </a:lnTo>
                  <a:lnTo>
                    <a:pt x="107" y="62"/>
                  </a:lnTo>
                  <a:lnTo>
                    <a:pt x="111" y="64"/>
                  </a:lnTo>
                  <a:lnTo>
                    <a:pt x="114" y="62"/>
                  </a:lnTo>
                  <a:lnTo>
                    <a:pt x="114" y="62"/>
                  </a:lnTo>
                  <a:lnTo>
                    <a:pt x="114" y="69"/>
                  </a:lnTo>
                  <a:lnTo>
                    <a:pt x="120" y="69"/>
                  </a:lnTo>
                  <a:lnTo>
                    <a:pt x="120" y="69"/>
                  </a:lnTo>
                  <a:lnTo>
                    <a:pt x="120" y="66"/>
                  </a:lnTo>
                  <a:lnTo>
                    <a:pt x="120" y="64"/>
                  </a:lnTo>
                  <a:lnTo>
                    <a:pt x="122" y="62"/>
                  </a:lnTo>
                  <a:lnTo>
                    <a:pt x="122" y="62"/>
                  </a:lnTo>
                  <a:lnTo>
                    <a:pt x="120" y="37"/>
                  </a:lnTo>
                  <a:lnTo>
                    <a:pt x="118" y="22"/>
                  </a:lnTo>
                  <a:lnTo>
                    <a:pt x="114" y="11"/>
                  </a:lnTo>
                  <a:lnTo>
                    <a:pt x="114" y="11"/>
                  </a:lnTo>
                  <a:lnTo>
                    <a:pt x="112" y="9"/>
                  </a:lnTo>
                  <a:lnTo>
                    <a:pt x="111" y="9"/>
                  </a:lnTo>
                  <a:lnTo>
                    <a:pt x="107" y="11"/>
                  </a:lnTo>
                  <a:lnTo>
                    <a:pt x="107" y="11"/>
                  </a:lnTo>
                  <a:lnTo>
                    <a:pt x="100" y="0"/>
                  </a:lnTo>
                  <a:lnTo>
                    <a:pt x="10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57" name="Freeform 240">
              <a:extLst>
                <a:ext uri="{FF2B5EF4-FFF2-40B4-BE49-F238E27FC236}">
                  <a16:creationId xmlns:a16="http://schemas.microsoft.com/office/drawing/2014/main" id="{A2E35ED5-139F-4FBC-8D83-6D9D6136FC0D}"/>
                </a:ext>
              </a:extLst>
            </p:cNvPr>
            <p:cNvSpPr>
              <a:spLocks/>
            </p:cNvSpPr>
            <p:nvPr/>
          </p:nvSpPr>
          <p:spPr bwMode="auto">
            <a:xfrm>
              <a:off x="6046594" y="2763132"/>
              <a:ext cx="69702" cy="65252"/>
            </a:xfrm>
            <a:custGeom>
              <a:avLst/>
              <a:gdLst>
                <a:gd name="T0" fmla="*/ 4 w 47"/>
                <a:gd name="T1" fmla="*/ 16 h 44"/>
                <a:gd name="T2" fmla="*/ 4 w 47"/>
                <a:gd name="T3" fmla="*/ 16 h 44"/>
                <a:gd name="T4" fmla="*/ 4 w 47"/>
                <a:gd name="T5" fmla="*/ 22 h 44"/>
                <a:gd name="T6" fmla="*/ 2 w 47"/>
                <a:gd name="T7" fmla="*/ 29 h 44"/>
                <a:gd name="T8" fmla="*/ 2 w 47"/>
                <a:gd name="T9" fmla="*/ 29 h 44"/>
                <a:gd name="T10" fmla="*/ 0 w 47"/>
                <a:gd name="T11" fmla="*/ 33 h 44"/>
                <a:gd name="T12" fmla="*/ 2 w 47"/>
                <a:gd name="T13" fmla="*/ 36 h 44"/>
                <a:gd name="T14" fmla="*/ 2 w 47"/>
                <a:gd name="T15" fmla="*/ 36 h 44"/>
                <a:gd name="T16" fmla="*/ 6 w 47"/>
                <a:gd name="T17" fmla="*/ 42 h 44"/>
                <a:gd name="T18" fmla="*/ 6 w 47"/>
                <a:gd name="T19" fmla="*/ 44 h 44"/>
                <a:gd name="T20" fmla="*/ 6 w 47"/>
                <a:gd name="T21" fmla="*/ 44 h 44"/>
                <a:gd name="T22" fmla="*/ 13 w 47"/>
                <a:gd name="T23" fmla="*/ 42 h 44"/>
                <a:gd name="T24" fmla="*/ 22 w 47"/>
                <a:gd name="T25" fmla="*/ 40 h 44"/>
                <a:gd name="T26" fmla="*/ 22 w 47"/>
                <a:gd name="T27" fmla="*/ 40 h 44"/>
                <a:gd name="T28" fmla="*/ 26 w 47"/>
                <a:gd name="T29" fmla="*/ 40 h 44"/>
                <a:gd name="T30" fmla="*/ 27 w 47"/>
                <a:gd name="T31" fmla="*/ 36 h 44"/>
                <a:gd name="T32" fmla="*/ 27 w 47"/>
                <a:gd name="T33" fmla="*/ 36 h 44"/>
                <a:gd name="T34" fmla="*/ 29 w 47"/>
                <a:gd name="T35" fmla="*/ 35 h 44"/>
                <a:gd name="T36" fmla="*/ 31 w 47"/>
                <a:gd name="T37" fmla="*/ 35 h 44"/>
                <a:gd name="T38" fmla="*/ 31 w 47"/>
                <a:gd name="T39" fmla="*/ 35 h 44"/>
                <a:gd name="T40" fmla="*/ 33 w 47"/>
                <a:gd name="T41" fmla="*/ 33 h 44"/>
                <a:gd name="T42" fmla="*/ 33 w 47"/>
                <a:gd name="T43" fmla="*/ 33 h 44"/>
                <a:gd name="T44" fmla="*/ 35 w 47"/>
                <a:gd name="T45" fmla="*/ 31 h 44"/>
                <a:gd name="T46" fmla="*/ 37 w 47"/>
                <a:gd name="T47" fmla="*/ 31 h 44"/>
                <a:gd name="T48" fmla="*/ 40 w 47"/>
                <a:gd name="T49" fmla="*/ 31 h 44"/>
                <a:gd name="T50" fmla="*/ 40 w 47"/>
                <a:gd name="T51" fmla="*/ 31 h 44"/>
                <a:gd name="T52" fmla="*/ 44 w 47"/>
                <a:gd name="T53" fmla="*/ 31 h 44"/>
                <a:gd name="T54" fmla="*/ 44 w 47"/>
                <a:gd name="T55" fmla="*/ 29 h 44"/>
                <a:gd name="T56" fmla="*/ 46 w 47"/>
                <a:gd name="T57" fmla="*/ 27 h 44"/>
                <a:gd name="T58" fmla="*/ 46 w 47"/>
                <a:gd name="T59" fmla="*/ 27 h 44"/>
                <a:gd name="T60" fmla="*/ 44 w 47"/>
                <a:gd name="T61" fmla="*/ 25 h 44"/>
                <a:gd name="T62" fmla="*/ 46 w 47"/>
                <a:gd name="T63" fmla="*/ 24 h 44"/>
                <a:gd name="T64" fmla="*/ 47 w 47"/>
                <a:gd name="T65" fmla="*/ 24 h 44"/>
                <a:gd name="T66" fmla="*/ 44 w 47"/>
                <a:gd name="T67" fmla="*/ 16 h 44"/>
                <a:gd name="T68" fmla="*/ 44 w 47"/>
                <a:gd name="T69" fmla="*/ 16 h 44"/>
                <a:gd name="T70" fmla="*/ 44 w 47"/>
                <a:gd name="T71" fmla="*/ 13 h 44"/>
                <a:gd name="T72" fmla="*/ 46 w 47"/>
                <a:gd name="T73" fmla="*/ 9 h 44"/>
                <a:gd name="T74" fmla="*/ 44 w 47"/>
                <a:gd name="T75" fmla="*/ 5 h 44"/>
                <a:gd name="T76" fmla="*/ 44 w 47"/>
                <a:gd name="T77" fmla="*/ 5 h 44"/>
                <a:gd name="T78" fmla="*/ 40 w 47"/>
                <a:gd name="T79" fmla="*/ 0 h 44"/>
                <a:gd name="T80" fmla="*/ 24 w 47"/>
                <a:gd name="T81" fmla="*/ 5 h 44"/>
                <a:gd name="T82" fmla="*/ 18 w 47"/>
                <a:gd name="T83" fmla="*/ 11 h 44"/>
                <a:gd name="T84" fmla="*/ 11 w 47"/>
                <a:gd name="T85" fmla="*/ 11 h 44"/>
                <a:gd name="T86" fmla="*/ 4 w 47"/>
                <a:gd name="T87" fmla="*/ 16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7" h="44">
                  <a:moveTo>
                    <a:pt x="4" y="16"/>
                  </a:moveTo>
                  <a:lnTo>
                    <a:pt x="4" y="16"/>
                  </a:lnTo>
                  <a:lnTo>
                    <a:pt x="4" y="22"/>
                  </a:lnTo>
                  <a:lnTo>
                    <a:pt x="2" y="29"/>
                  </a:lnTo>
                  <a:lnTo>
                    <a:pt x="2" y="29"/>
                  </a:lnTo>
                  <a:lnTo>
                    <a:pt x="0" y="33"/>
                  </a:lnTo>
                  <a:lnTo>
                    <a:pt x="2" y="36"/>
                  </a:lnTo>
                  <a:lnTo>
                    <a:pt x="2" y="36"/>
                  </a:lnTo>
                  <a:lnTo>
                    <a:pt x="6" y="42"/>
                  </a:lnTo>
                  <a:lnTo>
                    <a:pt x="6" y="44"/>
                  </a:lnTo>
                  <a:lnTo>
                    <a:pt x="6" y="44"/>
                  </a:lnTo>
                  <a:lnTo>
                    <a:pt x="13" y="42"/>
                  </a:lnTo>
                  <a:lnTo>
                    <a:pt x="22" y="40"/>
                  </a:lnTo>
                  <a:lnTo>
                    <a:pt x="22" y="40"/>
                  </a:lnTo>
                  <a:lnTo>
                    <a:pt x="26" y="40"/>
                  </a:lnTo>
                  <a:lnTo>
                    <a:pt x="27" y="36"/>
                  </a:lnTo>
                  <a:lnTo>
                    <a:pt x="27" y="36"/>
                  </a:lnTo>
                  <a:lnTo>
                    <a:pt x="29" y="35"/>
                  </a:lnTo>
                  <a:lnTo>
                    <a:pt x="31" y="35"/>
                  </a:lnTo>
                  <a:lnTo>
                    <a:pt x="31" y="35"/>
                  </a:lnTo>
                  <a:lnTo>
                    <a:pt x="33" y="33"/>
                  </a:lnTo>
                  <a:lnTo>
                    <a:pt x="33" y="33"/>
                  </a:lnTo>
                  <a:lnTo>
                    <a:pt x="35" y="31"/>
                  </a:lnTo>
                  <a:lnTo>
                    <a:pt x="37" y="31"/>
                  </a:lnTo>
                  <a:lnTo>
                    <a:pt x="40" y="31"/>
                  </a:lnTo>
                  <a:lnTo>
                    <a:pt x="40" y="31"/>
                  </a:lnTo>
                  <a:lnTo>
                    <a:pt x="44" y="31"/>
                  </a:lnTo>
                  <a:lnTo>
                    <a:pt x="44" y="29"/>
                  </a:lnTo>
                  <a:lnTo>
                    <a:pt x="46" y="27"/>
                  </a:lnTo>
                  <a:lnTo>
                    <a:pt x="46" y="27"/>
                  </a:lnTo>
                  <a:lnTo>
                    <a:pt x="44" y="25"/>
                  </a:lnTo>
                  <a:lnTo>
                    <a:pt x="46" y="24"/>
                  </a:lnTo>
                  <a:lnTo>
                    <a:pt x="47" y="24"/>
                  </a:lnTo>
                  <a:lnTo>
                    <a:pt x="44" y="16"/>
                  </a:lnTo>
                  <a:lnTo>
                    <a:pt x="44" y="16"/>
                  </a:lnTo>
                  <a:lnTo>
                    <a:pt x="44" y="13"/>
                  </a:lnTo>
                  <a:lnTo>
                    <a:pt x="46" y="9"/>
                  </a:lnTo>
                  <a:lnTo>
                    <a:pt x="44" y="5"/>
                  </a:lnTo>
                  <a:lnTo>
                    <a:pt x="44" y="5"/>
                  </a:lnTo>
                  <a:lnTo>
                    <a:pt x="40" y="0"/>
                  </a:lnTo>
                  <a:lnTo>
                    <a:pt x="24" y="5"/>
                  </a:lnTo>
                  <a:lnTo>
                    <a:pt x="18" y="11"/>
                  </a:lnTo>
                  <a:lnTo>
                    <a:pt x="11" y="11"/>
                  </a:lnTo>
                  <a:lnTo>
                    <a:pt x="4" y="1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58" name="Freeform 241">
              <a:extLst>
                <a:ext uri="{FF2B5EF4-FFF2-40B4-BE49-F238E27FC236}">
                  <a16:creationId xmlns:a16="http://schemas.microsoft.com/office/drawing/2014/main" id="{C42DC713-6BAE-4948-8C6C-A9EDB31E1FDB}"/>
                </a:ext>
              </a:extLst>
            </p:cNvPr>
            <p:cNvSpPr>
              <a:spLocks/>
            </p:cNvSpPr>
            <p:nvPr/>
          </p:nvSpPr>
          <p:spPr bwMode="auto">
            <a:xfrm>
              <a:off x="5695122" y="2496191"/>
              <a:ext cx="16314" cy="29660"/>
            </a:xfrm>
            <a:custGeom>
              <a:avLst/>
              <a:gdLst>
                <a:gd name="T0" fmla="*/ 2 w 11"/>
                <a:gd name="T1" fmla="*/ 12 h 20"/>
                <a:gd name="T2" fmla="*/ 2 w 11"/>
                <a:gd name="T3" fmla="*/ 12 h 20"/>
                <a:gd name="T4" fmla="*/ 0 w 11"/>
                <a:gd name="T5" fmla="*/ 9 h 20"/>
                <a:gd name="T6" fmla="*/ 0 w 11"/>
                <a:gd name="T7" fmla="*/ 9 h 20"/>
                <a:gd name="T8" fmla="*/ 2 w 11"/>
                <a:gd name="T9" fmla="*/ 7 h 20"/>
                <a:gd name="T10" fmla="*/ 2 w 11"/>
                <a:gd name="T11" fmla="*/ 7 h 20"/>
                <a:gd name="T12" fmla="*/ 2 w 11"/>
                <a:gd name="T13" fmla="*/ 1 h 20"/>
                <a:gd name="T14" fmla="*/ 2 w 11"/>
                <a:gd name="T15" fmla="*/ 1 h 20"/>
                <a:gd name="T16" fmla="*/ 6 w 11"/>
                <a:gd name="T17" fmla="*/ 0 h 20"/>
                <a:gd name="T18" fmla="*/ 6 w 11"/>
                <a:gd name="T19" fmla="*/ 0 h 20"/>
                <a:gd name="T20" fmla="*/ 6 w 11"/>
                <a:gd name="T21" fmla="*/ 0 h 20"/>
                <a:gd name="T22" fmla="*/ 8 w 11"/>
                <a:gd name="T23" fmla="*/ 5 h 20"/>
                <a:gd name="T24" fmla="*/ 8 w 11"/>
                <a:gd name="T25" fmla="*/ 5 h 20"/>
                <a:gd name="T26" fmla="*/ 9 w 11"/>
                <a:gd name="T27" fmla="*/ 7 h 20"/>
                <a:gd name="T28" fmla="*/ 11 w 11"/>
                <a:gd name="T29" fmla="*/ 7 h 20"/>
                <a:gd name="T30" fmla="*/ 9 w 11"/>
                <a:gd name="T31" fmla="*/ 11 h 20"/>
                <a:gd name="T32" fmla="*/ 9 w 11"/>
                <a:gd name="T33" fmla="*/ 11 h 20"/>
                <a:gd name="T34" fmla="*/ 8 w 11"/>
                <a:gd name="T35" fmla="*/ 14 h 20"/>
                <a:gd name="T36" fmla="*/ 9 w 11"/>
                <a:gd name="T37" fmla="*/ 18 h 20"/>
                <a:gd name="T38" fmla="*/ 9 w 11"/>
                <a:gd name="T39" fmla="*/ 20 h 20"/>
                <a:gd name="T40" fmla="*/ 9 w 11"/>
                <a:gd name="T41" fmla="*/ 20 h 20"/>
                <a:gd name="T42" fmla="*/ 4 w 11"/>
                <a:gd name="T43" fmla="*/ 18 h 20"/>
                <a:gd name="T44" fmla="*/ 4 w 11"/>
                <a:gd name="T45" fmla="*/ 18 h 20"/>
                <a:gd name="T46" fmla="*/ 2 w 11"/>
                <a:gd name="T47" fmla="*/ 16 h 20"/>
                <a:gd name="T48" fmla="*/ 0 w 11"/>
                <a:gd name="T49" fmla="*/ 14 h 20"/>
                <a:gd name="T50" fmla="*/ 2 w 11"/>
                <a:gd name="T51" fmla="*/ 12 h 20"/>
                <a:gd name="T52" fmla="*/ 2 w 11"/>
                <a:gd name="T53" fmla="*/ 1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1" h="20">
                  <a:moveTo>
                    <a:pt x="2" y="12"/>
                  </a:moveTo>
                  <a:lnTo>
                    <a:pt x="2" y="12"/>
                  </a:lnTo>
                  <a:lnTo>
                    <a:pt x="0" y="9"/>
                  </a:lnTo>
                  <a:lnTo>
                    <a:pt x="0" y="9"/>
                  </a:lnTo>
                  <a:lnTo>
                    <a:pt x="2" y="7"/>
                  </a:lnTo>
                  <a:lnTo>
                    <a:pt x="2" y="7"/>
                  </a:lnTo>
                  <a:lnTo>
                    <a:pt x="2" y="1"/>
                  </a:lnTo>
                  <a:lnTo>
                    <a:pt x="2" y="1"/>
                  </a:lnTo>
                  <a:lnTo>
                    <a:pt x="6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8" y="5"/>
                  </a:lnTo>
                  <a:lnTo>
                    <a:pt x="8" y="5"/>
                  </a:lnTo>
                  <a:lnTo>
                    <a:pt x="9" y="7"/>
                  </a:lnTo>
                  <a:lnTo>
                    <a:pt x="11" y="7"/>
                  </a:lnTo>
                  <a:lnTo>
                    <a:pt x="9" y="11"/>
                  </a:lnTo>
                  <a:lnTo>
                    <a:pt x="9" y="11"/>
                  </a:lnTo>
                  <a:lnTo>
                    <a:pt x="8" y="14"/>
                  </a:lnTo>
                  <a:lnTo>
                    <a:pt x="9" y="18"/>
                  </a:lnTo>
                  <a:lnTo>
                    <a:pt x="9" y="20"/>
                  </a:lnTo>
                  <a:lnTo>
                    <a:pt x="9" y="20"/>
                  </a:lnTo>
                  <a:lnTo>
                    <a:pt x="4" y="18"/>
                  </a:lnTo>
                  <a:lnTo>
                    <a:pt x="4" y="18"/>
                  </a:lnTo>
                  <a:lnTo>
                    <a:pt x="2" y="16"/>
                  </a:lnTo>
                  <a:lnTo>
                    <a:pt x="0" y="14"/>
                  </a:lnTo>
                  <a:lnTo>
                    <a:pt x="2" y="12"/>
                  </a:lnTo>
                  <a:lnTo>
                    <a:pt x="2" y="1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59" name="Freeform 242">
              <a:extLst>
                <a:ext uri="{FF2B5EF4-FFF2-40B4-BE49-F238E27FC236}">
                  <a16:creationId xmlns:a16="http://schemas.microsoft.com/office/drawing/2014/main" id="{A4227F44-EEE4-4195-91B8-8596767EFA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055492" y="2263360"/>
              <a:ext cx="134954" cy="105294"/>
            </a:xfrm>
            <a:custGeom>
              <a:avLst/>
              <a:gdLst>
                <a:gd name="T0" fmla="*/ 0 w 91"/>
                <a:gd name="T1" fmla="*/ 33 h 71"/>
                <a:gd name="T2" fmla="*/ 11 w 91"/>
                <a:gd name="T3" fmla="*/ 45 h 71"/>
                <a:gd name="T4" fmla="*/ 21 w 91"/>
                <a:gd name="T5" fmla="*/ 49 h 71"/>
                <a:gd name="T6" fmla="*/ 34 w 91"/>
                <a:gd name="T7" fmla="*/ 64 h 71"/>
                <a:gd name="T8" fmla="*/ 41 w 91"/>
                <a:gd name="T9" fmla="*/ 64 h 71"/>
                <a:gd name="T10" fmla="*/ 54 w 91"/>
                <a:gd name="T11" fmla="*/ 65 h 71"/>
                <a:gd name="T12" fmla="*/ 58 w 91"/>
                <a:gd name="T13" fmla="*/ 69 h 71"/>
                <a:gd name="T14" fmla="*/ 65 w 91"/>
                <a:gd name="T15" fmla="*/ 67 h 71"/>
                <a:gd name="T16" fmla="*/ 72 w 91"/>
                <a:gd name="T17" fmla="*/ 67 h 71"/>
                <a:gd name="T18" fmla="*/ 74 w 91"/>
                <a:gd name="T19" fmla="*/ 67 h 71"/>
                <a:gd name="T20" fmla="*/ 76 w 91"/>
                <a:gd name="T21" fmla="*/ 62 h 71"/>
                <a:gd name="T22" fmla="*/ 83 w 91"/>
                <a:gd name="T23" fmla="*/ 62 h 71"/>
                <a:gd name="T24" fmla="*/ 83 w 91"/>
                <a:gd name="T25" fmla="*/ 53 h 71"/>
                <a:gd name="T26" fmla="*/ 83 w 91"/>
                <a:gd name="T27" fmla="*/ 44 h 71"/>
                <a:gd name="T28" fmla="*/ 89 w 91"/>
                <a:gd name="T29" fmla="*/ 38 h 71"/>
                <a:gd name="T30" fmla="*/ 91 w 91"/>
                <a:gd name="T31" fmla="*/ 31 h 71"/>
                <a:gd name="T32" fmla="*/ 91 w 91"/>
                <a:gd name="T33" fmla="*/ 29 h 71"/>
                <a:gd name="T34" fmla="*/ 83 w 91"/>
                <a:gd name="T35" fmla="*/ 25 h 71"/>
                <a:gd name="T36" fmla="*/ 76 w 91"/>
                <a:gd name="T37" fmla="*/ 20 h 71"/>
                <a:gd name="T38" fmla="*/ 72 w 91"/>
                <a:gd name="T39" fmla="*/ 20 h 71"/>
                <a:gd name="T40" fmla="*/ 67 w 91"/>
                <a:gd name="T41" fmla="*/ 18 h 71"/>
                <a:gd name="T42" fmla="*/ 62 w 91"/>
                <a:gd name="T43" fmla="*/ 11 h 71"/>
                <a:gd name="T44" fmla="*/ 54 w 91"/>
                <a:gd name="T45" fmla="*/ 13 h 71"/>
                <a:gd name="T46" fmla="*/ 51 w 91"/>
                <a:gd name="T47" fmla="*/ 9 h 71"/>
                <a:gd name="T48" fmla="*/ 45 w 91"/>
                <a:gd name="T49" fmla="*/ 7 h 71"/>
                <a:gd name="T50" fmla="*/ 31 w 91"/>
                <a:gd name="T51" fmla="*/ 5 h 71"/>
                <a:gd name="T52" fmla="*/ 21 w 91"/>
                <a:gd name="T53" fmla="*/ 2 h 71"/>
                <a:gd name="T54" fmla="*/ 16 w 91"/>
                <a:gd name="T55" fmla="*/ 0 h 71"/>
                <a:gd name="T56" fmla="*/ 1 w 91"/>
                <a:gd name="T57" fmla="*/ 5 h 71"/>
                <a:gd name="T58" fmla="*/ 1 w 91"/>
                <a:gd name="T59" fmla="*/ 5 h 71"/>
                <a:gd name="T60" fmla="*/ 0 w 91"/>
                <a:gd name="T61" fmla="*/ 20 h 71"/>
                <a:gd name="T62" fmla="*/ 0 w 91"/>
                <a:gd name="T63" fmla="*/ 33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1" h="71">
                  <a:moveTo>
                    <a:pt x="0" y="33"/>
                  </a:moveTo>
                  <a:lnTo>
                    <a:pt x="0" y="33"/>
                  </a:lnTo>
                  <a:lnTo>
                    <a:pt x="11" y="45"/>
                  </a:lnTo>
                  <a:lnTo>
                    <a:pt x="11" y="45"/>
                  </a:lnTo>
                  <a:lnTo>
                    <a:pt x="16" y="47"/>
                  </a:lnTo>
                  <a:lnTo>
                    <a:pt x="21" y="49"/>
                  </a:lnTo>
                  <a:lnTo>
                    <a:pt x="31" y="49"/>
                  </a:lnTo>
                  <a:lnTo>
                    <a:pt x="34" y="64"/>
                  </a:lnTo>
                  <a:lnTo>
                    <a:pt x="34" y="64"/>
                  </a:lnTo>
                  <a:lnTo>
                    <a:pt x="41" y="64"/>
                  </a:lnTo>
                  <a:lnTo>
                    <a:pt x="54" y="65"/>
                  </a:lnTo>
                  <a:lnTo>
                    <a:pt x="54" y="65"/>
                  </a:lnTo>
                  <a:lnTo>
                    <a:pt x="56" y="67"/>
                  </a:lnTo>
                  <a:lnTo>
                    <a:pt x="58" y="69"/>
                  </a:lnTo>
                  <a:lnTo>
                    <a:pt x="58" y="71"/>
                  </a:lnTo>
                  <a:lnTo>
                    <a:pt x="65" y="67"/>
                  </a:lnTo>
                  <a:lnTo>
                    <a:pt x="65" y="67"/>
                  </a:lnTo>
                  <a:lnTo>
                    <a:pt x="72" y="67"/>
                  </a:lnTo>
                  <a:lnTo>
                    <a:pt x="72" y="67"/>
                  </a:lnTo>
                  <a:lnTo>
                    <a:pt x="74" y="67"/>
                  </a:lnTo>
                  <a:lnTo>
                    <a:pt x="76" y="65"/>
                  </a:lnTo>
                  <a:lnTo>
                    <a:pt x="76" y="62"/>
                  </a:lnTo>
                  <a:lnTo>
                    <a:pt x="83" y="62"/>
                  </a:lnTo>
                  <a:lnTo>
                    <a:pt x="83" y="62"/>
                  </a:lnTo>
                  <a:lnTo>
                    <a:pt x="83" y="53"/>
                  </a:lnTo>
                  <a:lnTo>
                    <a:pt x="83" y="53"/>
                  </a:lnTo>
                  <a:lnTo>
                    <a:pt x="83" y="47"/>
                  </a:lnTo>
                  <a:lnTo>
                    <a:pt x="83" y="44"/>
                  </a:lnTo>
                  <a:lnTo>
                    <a:pt x="89" y="38"/>
                  </a:lnTo>
                  <a:lnTo>
                    <a:pt x="89" y="38"/>
                  </a:lnTo>
                  <a:lnTo>
                    <a:pt x="91" y="35"/>
                  </a:lnTo>
                  <a:lnTo>
                    <a:pt x="91" y="31"/>
                  </a:lnTo>
                  <a:lnTo>
                    <a:pt x="91" y="29"/>
                  </a:lnTo>
                  <a:lnTo>
                    <a:pt x="91" y="29"/>
                  </a:lnTo>
                  <a:lnTo>
                    <a:pt x="83" y="25"/>
                  </a:lnTo>
                  <a:lnTo>
                    <a:pt x="83" y="25"/>
                  </a:lnTo>
                  <a:lnTo>
                    <a:pt x="80" y="24"/>
                  </a:lnTo>
                  <a:lnTo>
                    <a:pt x="76" y="20"/>
                  </a:lnTo>
                  <a:lnTo>
                    <a:pt x="76" y="20"/>
                  </a:lnTo>
                  <a:lnTo>
                    <a:pt x="72" y="20"/>
                  </a:lnTo>
                  <a:lnTo>
                    <a:pt x="67" y="18"/>
                  </a:lnTo>
                  <a:lnTo>
                    <a:pt x="67" y="18"/>
                  </a:lnTo>
                  <a:lnTo>
                    <a:pt x="63" y="13"/>
                  </a:lnTo>
                  <a:lnTo>
                    <a:pt x="62" y="11"/>
                  </a:lnTo>
                  <a:lnTo>
                    <a:pt x="62" y="11"/>
                  </a:lnTo>
                  <a:lnTo>
                    <a:pt x="54" y="13"/>
                  </a:lnTo>
                  <a:lnTo>
                    <a:pt x="54" y="13"/>
                  </a:lnTo>
                  <a:lnTo>
                    <a:pt x="51" y="9"/>
                  </a:lnTo>
                  <a:lnTo>
                    <a:pt x="45" y="7"/>
                  </a:lnTo>
                  <a:lnTo>
                    <a:pt x="45" y="7"/>
                  </a:lnTo>
                  <a:lnTo>
                    <a:pt x="40" y="7"/>
                  </a:lnTo>
                  <a:lnTo>
                    <a:pt x="31" y="5"/>
                  </a:lnTo>
                  <a:lnTo>
                    <a:pt x="31" y="5"/>
                  </a:lnTo>
                  <a:lnTo>
                    <a:pt x="21" y="2"/>
                  </a:lnTo>
                  <a:lnTo>
                    <a:pt x="16" y="0"/>
                  </a:lnTo>
                  <a:lnTo>
                    <a:pt x="16" y="0"/>
                  </a:lnTo>
                  <a:lnTo>
                    <a:pt x="7" y="2"/>
                  </a:lnTo>
                  <a:lnTo>
                    <a:pt x="1" y="5"/>
                  </a:lnTo>
                  <a:lnTo>
                    <a:pt x="1" y="5"/>
                  </a:lnTo>
                  <a:lnTo>
                    <a:pt x="1" y="5"/>
                  </a:lnTo>
                  <a:lnTo>
                    <a:pt x="0" y="13"/>
                  </a:lnTo>
                  <a:lnTo>
                    <a:pt x="0" y="20"/>
                  </a:lnTo>
                  <a:lnTo>
                    <a:pt x="1" y="33"/>
                  </a:lnTo>
                  <a:lnTo>
                    <a:pt x="0" y="3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60" name="Freeform 243">
              <a:extLst>
                <a:ext uri="{FF2B5EF4-FFF2-40B4-BE49-F238E27FC236}">
                  <a16:creationId xmlns:a16="http://schemas.microsoft.com/office/drawing/2014/main" id="{D4F8728C-4420-4A26-8FA9-86BA7E9D0E2E}"/>
                </a:ext>
              </a:extLst>
            </p:cNvPr>
            <p:cNvSpPr>
              <a:spLocks/>
            </p:cNvSpPr>
            <p:nvPr/>
          </p:nvSpPr>
          <p:spPr bwMode="auto">
            <a:xfrm>
              <a:off x="5754442" y="3055284"/>
              <a:ext cx="400411" cy="418207"/>
            </a:xfrm>
            <a:custGeom>
              <a:avLst/>
              <a:gdLst>
                <a:gd name="T0" fmla="*/ 44 w 270"/>
                <a:gd name="T1" fmla="*/ 7 h 282"/>
                <a:gd name="T2" fmla="*/ 42 w 270"/>
                <a:gd name="T3" fmla="*/ 18 h 282"/>
                <a:gd name="T4" fmla="*/ 33 w 270"/>
                <a:gd name="T5" fmla="*/ 23 h 282"/>
                <a:gd name="T6" fmla="*/ 26 w 270"/>
                <a:gd name="T7" fmla="*/ 27 h 282"/>
                <a:gd name="T8" fmla="*/ 24 w 270"/>
                <a:gd name="T9" fmla="*/ 32 h 282"/>
                <a:gd name="T10" fmla="*/ 24 w 270"/>
                <a:gd name="T11" fmla="*/ 45 h 282"/>
                <a:gd name="T12" fmla="*/ 20 w 270"/>
                <a:gd name="T13" fmla="*/ 51 h 282"/>
                <a:gd name="T14" fmla="*/ 17 w 270"/>
                <a:gd name="T15" fmla="*/ 54 h 282"/>
                <a:gd name="T16" fmla="*/ 13 w 270"/>
                <a:gd name="T17" fmla="*/ 58 h 282"/>
                <a:gd name="T18" fmla="*/ 9 w 270"/>
                <a:gd name="T19" fmla="*/ 62 h 282"/>
                <a:gd name="T20" fmla="*/ 9 w 270"/>
                <a:gd name="T21" fmla="*/ 98 h 282"/>
                <a:gd name="T22" fmla="*/ 11 w 270"/>
                <a:gd name="T23" fmla="*/ 109 h 282"/>
                <a:gd name="T24" fmla="*/ 11 w 270"/>
                <a:gd name="T25" fmla="*/ 111 h 282"/>
                <a:gd name="T26" fmla="*/ 11 w 270"/>
                <a:gd name="T27" fmla="*/ 118 h 282"/>
                <a:gd name="T28" fmla="*/ 11 w 270"/>
                <a:gd name="T29" fmla="*/ 138 h 282"/>
                <a:gd name="T30" fmla="*/ 6 w 270"/>
                <a:gd name="T31" fmla="*/ 145 h 282"/>
                <a:gd name="T32" fmla="*/ 6 w 270"/>
                <a:gd name="T33" fmla="*/ 153 h 282"/>
                <a:gd name="T34" fmla="*/ 13 w 270"/>
                <a:gd name="T35" fmla="*/ 165 h 282"/>
                <a:gd name="T36" fmla="*/ 17 w 270"/>
                <a:gd name="T37" fmla="*/ 175 h 282"/>
                <a:gd name="T38" fmla="*/ 20 w 270"/>
                <a:gd name="T39" fmla="*/ 184 h 282"/>
                <a:gd name="T40" fmla="*/ 33 w 270"/>
                <a:gd name="T41" fmla="*/ 187 h 282"/>
                <a:gd name="T42" fmla="*/ 39 w 270"/>
                <a:gd name="T43" fmla="*/ 191 h 282"/>
                <a:gd name="T44" fmla="*/ 42 w 270"/>
                <a:gd name="T45" fmla="*/ 195 h 282"/>
                <a:gd name="T46" fmla="*/ 50 w 270"/>
                <a:gd name="T47" fmla="*/ 200 h 282"/>
                <a:gd name="T48" fmla="*/ 101 w 270"/>
                <a:gd name="T49" fmla="*/ 211 h 282"/>
                <a:gd name="T50" fmla="*/ 254 w 270"/>
                <a:gd name="T51" fmla="*/ 267 h 282"/>
                <a:gd name="T52" fmla="*/ 268 w 270"/>
                <a:gd name="T53" fmla="*/ 85 h 282"/>
                <a:gd name="T54" fmla="*/ 265 w 270"/>
                <a:gd name="T55" fmla="*/ 82 h 282"/>
                <a:gd name="T56" fmla="*/ 263 w 270"/>
                <a:gd name="T57" fmla="*/ 71 h 282"/>
                <a:gd name="T58" fmla="*/ 266 w 270"/>
                <a:gd name="T59" fmla="*/ 58 h 282"/>
                <a:gd name="T60" fmla="*/ 266 w 270"/>
                <a:gd name="T61" fmla="*/ 51 h 282"/>
                <a:gd name="T62" fmla="*/ 261 w 270"/>
                <a:gd name="T63" fmla="*/ 38 h 282"/>
                <a:gd name="T64" fmla="*/ 250 w 270"/>
                <a:gd name="T65" fmla="*/ 27 h 282"/>
                <a:gd name="T66" fmla="*/ 241 w 270"/>
                <a:gd name="T67" fmla="*/ 27 h 282"/>
                <a:gd name="T68" fmla="*/ 230 w 270"/>
                <a:gd name="T69" fmla="*/ 18 h 282"/>
                <a:gd name="T70" fmla="*/ 206 w 270"/>
                <a:gd name="T71" fmla="*/ 11 h 282"/>
                <a:gd name="T72" fmla="*/ 179 w 270"/>
                <a:gd name="T73" fmla="*/ 32 h 282"/>
                <a:gd name="T74" fmla="*/ 186 w 270"/>
                <a:gd name="T75" fmla="*/ 40 h 282"/>
                <a:gd name="T76" fmla="*/ 186 w 270"/>
                <a:gd name="T77" fmla="*/ 49 h 282"/>
                <a:gd name="T78" fmla="*/ 170 w 270"/>
                <a:gd name="T79" fmla="*/ 63 h 282"/>
                <a:gd name="T80" fmla="*/ 152 w 270"/>
                <a:gd name="T81" fmla="*/ 53 h 282"/>
                <a:gd name="T82" fmla="*/ 121 w 270"/>
                <a:gd name="T83" fmla="*/ 43 h 282"/>
                <a:gd name="T84" fmla="*/ 110 w 270"/>
                <a:gd name="T85" fmla="*/ 31 h 282"/>
                <a:gd name="T86" fmla="*/ 99 w 270"/>
                <a:gd name="T87" fmla="*/ 20 h 282"/>
                <a:gd name="T88" fmla="*/ 73 w 270"/>
                <a:gd name="T89" fmla="*/ 16 h 282"/>
                <a:gd name="T90" fmla="*/ 62 w 270"/>
                <a:gd name="T91" fmla="*/ 11 h 282"/>
                <a:gd name="T92" fmla="*/ 53 w 270"/>
                <a:gd name="T93" fmla="*/ 9 h 282"/>
                <a:gd name="T94" fmla="*/ 50 w 270"/>
                <a:gd name="T95" fmla="*/ 3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70" h="282">
                  <a:moveTo>
                    <a:pt x="48" y="0"/>
                  </a:moveTo>
                  <a:lnTo>
                    <a:pt x="44" y="7"/>
                  </a:lnTo>
                  <a:lnTo>
                    <a:pt x="44" y="7"/>
                  </a:lnTo>
                  <a:lnTo>
                    <a:pt x="44" y="12"/>
                  </a:lnTo>
                  <a:lnTo>
                    <a:pt x="44" y="14"/>
                  </a:lnTo>
                  <a:lnTo>
                    <a:pt x="42" y="18"/>
                  </a:lnTo>
                  <a:lnTo>
                    <a:pt x="42" y="18"/>
                  </a:lnTo>
                  <a:lnTo>
                    <a:pt x="35" y="22"/>
                  </a:lnTo>
                  <a:lnTo>
                    <a:pt x="33" y="23"/>
                  </a:lnTo>
                  <a:lnTo>
                    <a:pt x="31" y="25"/>
                  </a:lnTo>
                  <a:lnTo>
                    <a:pt x="31" y="25"/>
                  </a:lnTo>
                  <a:lnTo>
                    <a:pt x="26" y="27"/>
                  </a:lnTo>
                  <a:lnTo>
                    <a:pt x="24" y="29"/>
                  </a:lnTo>
                  <a:lnTo>
                    <a:pt x="24" y="29"/>
                  </a:lnTo>
                  <a:lnTo>
                    <a:pt x="24" y="32"/>
                  </a:lnTo>
                  <a:lnTo>
                    <a:pt x="24" y="42"/>
                  </a:lnTo>
                  <a:lnTo>
                    <a:pt x="24" y="42"/>
                  </a:lnTo>
                  <a:lnTo>
                    <a:pt x="24" y="45"/>
                  </a:lnTo>
                  <a:lnTo>
                    <a:pt x="24" y="47"/>
                  </a:lnTo>
                  <a:lnTo>
                    <a:pt x="22" y="49"/>
                  </a:lnTo>
                  <a:lnTo>
                    <a:pt x="20" y="51"/>
                  </a:lnTo>
                  <a:lnTo>
                    <a:pt x="20" y="51"/>
                  </a:lnTo>
                  <a:lnTo>
                    <a:pt x="20" y="53"/>
                  </a:lnTo>
                  <a:lnTo>
                    <a:pt x="17" y="54"/>
                  </a:lnTo>
                  <a:lnTo>
                    <a:pt x="15" y="56"/>
                  </a:lnTo>
                  <a:lnTo>
                    <a:pt x="15" y="56"/>
                  </a:lnTo>
                  <a:lnTo>
                    <a:pt x="13" y="58"/>
                  </a:lnTo>
                  <a:lnTo>
                    <a:pt x="9" y="60"/>
                  </a:lnTo>
                  <a:lnTo>
                    <a:pt x="9" y="60"/>
                  </a:lnTo>
                  <a:lnTo>
                    <a:pt x="9" y="62"/>
                  </a:lnTo>
                  <a:lnTo>
                    <a:pt x="9" y="63"/>
                  </a:lnTo>
                  <a:lnTo>
                    <a:pt x="11" y="67"/>
                  </a:lnTo>
                  <a:lnTo>
                    <a:pt x="9" y="98"/>
                  </a:lnTo>
                  <a:lnTo>
                    <a:pt x="15" y="105"/>
                  </a:lnTo>
                  <a:lnTo>
                    <a:pt x="15" y="105"/>
                  </a:lnTo>
                  <a:lnTo>
                    <a:pt x="11" y="109"/>
                  </a:lnTo>
                  <a:lnTo>
                    <a:pt x="9" y="111"/>
                  </a:lnTo>
                  <a:lnTo>
                    <a:pt x="11" y="111"/>
                  </a:lnTo>
                  <a:lnTo>
                    <a:pt x="11" y="111"/>
                  </a:lnTo>
                  <a:lnTo>
                    <a:pt x="11" y="113"/>
                  </a:lnTo>
                  <a:lnTo>
                    <a:pt x="11" y="114"/>
                  </a:lnTo>
                  <a:lnTo>
                    <a:pt x="11" y="118"/>
                  </a:lnTo>
                  <a:lnTo>
                    <a:pt x="11" y="118"/>
                  </a:lnTo>
                  <a:lnTo>
                    <a:pt x="11" y="125"/>
                  </a:lnTo>
                  <a:lnTo>
                    <a:pt x="11" y="138"/>
                  </a:lnTo>
                  <a:lnTo>
                    <a:pt x="11" y="138"/>
                  </a:lnTo>
                  <a:lnTo>
                    <a:pt x="9" y="142"/>
                  </a:lnTo>
                  <a:lnTo>
                    <a:pt x="6" y="145"/>
                  </a:lnTo>
                  <a:lnTo>
                    <a:pt x="0" y="147"/>
                  </a:lnTo>
                  <a:lnTo>
                    <a:pt x="0" y="147"/>
                  </a:lnTo>
                  <a:lnTo>
                    <a:pt x="6" y="153"/>
                  </a:lnTo>
                  <a:lnTo>
                    <a:pt x="6" y="153"/>
                  </a:lnTo>
                  <a:lnTo>
                    <a:pt x="9" y="160"/>
                  </a:lnTo>
                  <a:lnTo>
                    <a:pt x="13" y="165"/>
                  </a:lnTo>
                  <a:lnTo>
                    <a:pt x="13" y="165"/>
                  </a:lnTo>
                  <a:lnTo>
                    <a:pt x="15" y="169"/>
                  </a:lnTo>
                  <a:lnTo>
                    <a:pt x="17" y="175"/>
                  </a:lnTo>
                  <a:lnTo>
                    <a:pt x="17" y="175"/>
                  </a:lnTo>
                  <a:lnTo>
                    <a:pt x="19" y="182"/>
                  </a:lnTo>
                  <a:lnTo>
                    <a:pt x="20" y="184"/>
                  </a:lnTo>
                  <a:lnTo>
                    <a:pt x="22" y="186"/>
                  </a:lnTo>
                  <a:lnTo>
                    <a:pt x="22" y="186"/>
                  </a:lnTo>
                  <a:lnTo>
                    <a:pt x="33" y="187"/>
                  </a:lnTo>
                  <a:lnTo>
                    <a:pt x="33" y="187"/>
                  </a:lnTo>
                  <a:lnTo>
                    <a:pt x="37" y="189"/>
                  </a:lnTo>
                  <a:lnTo>
                    <a:pt x="39" y="191"/>
                  </a:lnTo>
                  <a:lnTo>
                    <a:pt x="39" y="193"/>
                  </a:lnTo>
                  <a:lnTo>
                    <a:pt x="42" y="195"/>
                  </a:lnTo>
                  <a:lnTo>
                    <a:pt x="42" y="195"/>
                  </a:lnTo>
                  <a:lnTo>
                    <a:pt x="44" y="195"/>
                  </a:lnTo>
                  <a:lnTo>
                    <a:pt x="48" y="196"/>
                  </a:lnTo>
                  <a:lnTo>
                    <a:pt x="50" y="200"/>
                  </a:lnTo>
                  <a:lnTo>
                    <a:pt x="88" y="224"/>
                  </a:lnTo>
                  <a:lnTo>
                    <a:pt x="90" y="220"/>
                  </a:lnTo>
                  <a:lnTo>
                    <a:pt x="101" y="211"/>
                  </a:lnTo>
                  <a:lnTo>
                    <a:pt x="117" y="200"/>
                  </a:lnTo>
                  <a:lnTo>
                    <a:pt x="254" y="282"/>
                  </a:lnTo>
                  <a:lnTo>
                    <a:pt x="254" y="267"/>
                  </a:lnTo>
                  <a:lnTo>
                    <a:pt x="270" y="267"/>
                  </a:lnTo>
                  <a:lnTo>
                    <a:pt x="270" y="229"/>
                  </a:lnTo>
                  <a:lnTo>
                    <a:pt x="268" y="85"/>
                  </a:lnTo>
                  <a:lnTo>
                    <a:pt x="268" y="85"/>
                  </a:lnTo>
                  <a:lnTo>
                    <a:pt x="268" y="85"/>
                  </a:lnTo>
                  <a:lnTo>
                    <a:pt x="265" y="82"/>
                  </a:lnTo>
                  <a:lnTo>
                    <a:pt x="265" y="82"/>
                  </a:lnTo>
                  <a:lnTo>
                    <a:pt x="263" y="78"/>
                  </a:lnTo>
                  <a:lnTo>
                    <a:pt x="263" y="71"/>
                  </a:lnTo>
                  <a:lnTo>
                    <a:pt x="263" y="71"/>
                  </a:lnTo>
                  <a:lnTo>
                    <a:pt x="263" y="63"/>
                  </a:lnTo>
                  <a:lnTo>
                    <a:pt x="266" y="58"/>
                  </a:lnTo>
                  <a:lnTo>
                    <a:pt x="266" y="58"/>
                  </a:lnTo>
                  <a:lnTo>
                    <a:pt x="266" y="56"/>
                  </a:lnTo>
                  <a:lnTo>
                    <a:pt x="266" y="51"/>
                  </a:lnTo>
                  <a:lnTo>
                    <a:pt x="263" y="43"/>
                  </a:lnTo>
                  <a:lnTo>
                    <a:pt x="263" y="43"/>
                  </a:lnTo>
                  <a:lnTo>
                    <a:pt x="261" y="38"/>
                  </a:lnTo>
                  <a:lnTo>
                    <a:pt x="261" y="34"/>
                  </a:lnTo>
                  <a:lnTo>
                    <a:pt x="261" y="34"/>
                  </a:lnTo>
                  <a:lnTo>
                    <a:pt x="250" y="27"/>
                  </a:lnTo>
                  <a:lnTo>
                    <a:pt x="250" y="27"/>
                  </a:lnTo>
                  <a:lnTo>
                    <a:pt x="246" y="27"/>
                  </a:lnTo>
                  <a:lnTo>
                    <a:pt x="241" y="27"/>
                  </a:lnTo>
                  <a:lnTo>
                    <a:pt x="237" y="27"/>
                  </a:lnTo>
                  <a:lnTo>
                    <a:pt x="234" y="27"/>
                  </a:lnTo>
                  <a:lnTo>
                    <a:pt x="230" y="18"/>
                  </a:lnTo>
                  <a:lnTo>
                    <a:pt x="230" y="18"/>
                  </a:lnTo>
                  <a:lnTo>
                    <a:pt x="206" y="11"/>
                  </a:lnTo>
                  <a:lnTo>
                    <a:pt x="206" y="11"/>
                  </a:lnTo>
                  <a:lnTo>
                    <a:pt x="199" y="12"/>
                  </a:lnTo>
                  <a:lnTo>
                    <a:pt x="192" y="18"/>
                  </a:lnTo>
                  <a:lnTo>
                    <a:pt x="179" y="32"/>
                  </a:lnTo>
                  <a:lnTo>
                    <a:pt x="179" y="32"/>
                  </a:lnTo>
                  <a:lnTo>
                    <a:pt x="183" y="36"/>
                  </a:lnTo>
                  <a:lnTo>
                    <a:pt x="186" y="40"/>
                  </a:lnTo>
                  <a:lnTo>
                    <a:pt x="186" y="40"/>
                  </a:lnTo>
                  <a:lnTo>
                    <a:pt x="186" y="43"/>
                  </a:lnTo>
                  <a:lnTo>
                    <a:pt x="186" y="49"/>
                  </a:lnTo>
                  <a:lnTo>
                    <a:pt x="186" y="49"/>
                  </a:lnTo>
                  <a:lnTo>
                    <a:pt x="170" y="63"/>
                  </a:lnTo>
                  <a:lnTo>
                    <a:pt x="170" y="63"/>
                  </a:lnTo>
                  <a:lnTo>
                    <a:pt x="162" y="56"/>
                  </a:lnTo>
                  <a:lnTo>
                    <a:pt x="162" y="56"/>
                  </a:lnTo>
                  <a:lnTo>
                    <a:pt x="152" y="53"/>
                  </a:lnTo>
                  <a:lnTo>
                    <a:pt x="141" y="51"/>
                  </a:lnTo>
                  <a:lnTo>
                    <a:pt x="130" y="49"/>
                  </a:lnTo>
                  <a:lnTo>
                    <a:pt x="121" y="43"/>
                  </a:lnTo>
                  <a:lnTo>
                    <a:pt x="121" y="43"/>
                  </a:lnTo>
                  <a:lnTo>
                    <a:pt x="115" y="38"/>
                  </a:lnTo>
                  <a:lnTo>
                    <a:pt x="110" y="31"/>
                  </a:lnTo>
                  <a:lnTo>
                    <a:pt x="104" y="25"/>
                  </a:lnTo>
                  <a:lnTo>
                    <a:pt x="99" y="20"/>
                  </a:lnTo>
                  <a:lnTo>
                    <a:pt x="99" y="20"/>
                  </a:lnTo>
                  <a:lnTo>
                    <a:pt x="91" y="18"/>
                  </a:lnTo>
                  <a:lnTo>
                    <a:pt x="82" y="16"/>
                  </a:lnTo>
                  <a:lnTo>
                    <a:pt x="73" y="16"/>
                  </a:lnTo>
                  <a:lnTo>
                    <a:pt x="62" y="14"/>
                  </a:lnTo>
                  <a:lnTo>
                    <a:pt x="62" y="11"/>
                  </a:lnTo>
                  <a:lnTo>
                    <a:pt x="62" y="11"/>
                  </a:lnTo>
                  <a:lnTo>
                    <a:pt x="59" y="9"/>
                  </a:lnTo>
                  <a:lnTo>
                    <a:pt x="55" y="9"/>
                  </a:lnTo>
                  <a:lnTo>
                    <a:pt x="53" y="9"/>
                  </a:lnTo>
                  <a:lnTo>
                    <a:pt x="50" y="7"/>
                  </a:lnTo>
                  <a:lnTo>
                    <a:pt x="50" y="7"/>
                  </a:lnTo>
                  <a:lnTo>
                    <a:pt x="50" y="3"/>
                  </a:lnTo>
                  <a:lnTo>
                    <a:pt x="48" y="0"/>
                  </a:lnTo>
                  <a:lnTo>
                    <a:pt x="4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61" name="Freeform 244">
              <a:extLst>
                <a:ext uri="{FF2B5EF4-FFF2-40B4-BE49-F238E27FC236}">
                  <a16:creationId xmlns:a16="http://schemas.microsoft.com/office/drawing/2014/main" id="{D9B8DF7E-50C7-4A3C-BC05-3571FC1C9E8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1363" y="3795303"/>
              <a:ext cx="103810" cy="137920"/>
            </a:xfrm>
            <a:custGeom>
              <a:avLst/>
              <a:gdLst>
                <a:gd name="T0" fmla="*/ 0 w 70"/>
                <a:gd name="T1" fmla="*/ 42 h 93"/>
                <a:gd name="T2" fmla="*/ 4 w 70"/>
                <a:gd name="T3" fmla="*/ 51 h 93"/>
                <a:gd name="T4" fmla="*/ 10 w 70"/>
                <a:gd name="T5" fmla="*/ 55 h 93"/>
                <a:gd name="T6" fmla="*/ 19 w 70"/>
                <a:gd name="T7" fmla="*/ 60 h 93"/>
                <a:gd name="T8" fmla="*/ 24 w 70"/>
                <a:gd name="T9" fmla="*/ 64 h 93"/>
                <a:gd name="T10" fmla="*/ 41 w 70"/>
                <a:gd name="T11" fmla="*/ 82 h 93"/>
                <a:gd name="T12" fmla="*/ 51 w 70"/>
                <a:gd name="T13" fmla="*/ 91 h 93"/>
                <a:gd name="T14" fmla="*/ 68 w 70"/>
                <a:gd name="T15" fmla="*/ 93 h 93"/>
                <a:gd name="T16" fmla="*/ 66 w 70"/>
                <a:gd name="T17" fmla="*/ 91 h 93"/>
                <a:gd name="T18" fmla="*/ 64 w 70"/>
                <a:gd name="T19" fmla="*/ 85 h 93"/>
                <a:gd name="T20" fmla="*/ 64 w 70"/>
                <a:gd name="T21" fmla="*/ 78 h 93"/>
                <a:gd name="T22" fmla="*/ 64 w 70"/>
                <a:gd name="T23" fmla="*/ 76 h 93"/>
                <a:gd name="T24" fmla="*/ 68 w 70"/>
                <a:gd name="T25" fmla="*/ 73 h 93"/>
                <a:gd name="T26" fmla="*/ 70 w 70"/>
                <a:gd name="T27" fmla="*/ 67 h 93"/>
                <a:gd name="T28" fmla="*/ 70 w 70"/>
                <a:gd name="T29" fmla="*/ 64 h 93"/>
                <a:gd name="T30" fmla="*/ 68 w 70"/>
                <a:gd name="T31" fmla="*/ 64 h 93"/>
                <a:gd name="T32" fmla="*/ 64 w 70"/>
                <a:gd name="T33" fmla="*/ 60 h 93"/>
                <a:gd name="T34" fmla="*/ 62 w 70"/>
                <a:gd name="T35" fmla="*/ 55 h 93"/>
                <a:gd name="T36" fmla="*/ 57 w 70"/>
                <a:gd name="T37" fmla="*/ 45 h 93"/>
                <a:gd name="T38" fmla="*/ 57 w 70"/>
                <a:gd name="T39" fmla="*/ 45 h 93"/>
                <a:gd name="T40" fmla="*/ 46 w 70"/>
                <a:gd name="T41" fmla="*/ 40 h 93"/>
                <a:gd name="T42" fmla="*/ 53 w 70"/>
                <a:gd name="T43" fmla="*/ 29 h 93"/>
                <a:gd name="T44" fmla="*/ 55 w 70"/>
                <a:gd name="T45" fmla="*/ 25 h 93"/>
                <a:gd name="T46" fmla="*/ 51 w 70"/>
                <a:gd name="T47" fmla="*/ 16 h 93"/>
                <a:gd name="T48" fmla="*/ 51 w 70"/>
                <a:gd name="T49" fmla="*/ 14 h 93"/>
                <a:gd name="T50" fmla="*/ 46 w 70"/>
                <a:gd name="T51" fmla="*/ 16 h 93"/>
                <a:gd name="T52" fmla="*/ 41 w 70"/>
                <a:gd name="T53" fmla="*/ 25 h 93"/>
                <a:gd name="T54" fmla="*/ 37 w 70"/>
                <a:gd name="T55" fmla="*/ 22 h 93"/>
                <a:gd name="T56" fmla="*/ 41 w 70"/>
                <a:gd name="T57" fmla="*/ 14 h 93"/>
                <a:gd name="T58" fmla="*/ 39 w 70"/>
                <a:gd name="T59" fmla="*/ 11 h 93"/>
                <a:gd name="T60" fmla="*/ 35 w 70"/>
                <a:gd name="T61" fmla="*/ 0 h 93"/>
                <a:gd name="T62" fmla="*/ 33 w 70"/>
                <a:gd name="T63" fmla="*/ 5 h 93"/>
                <a:gd name="T64" fmla="*/ 28 w 70"/>
                <a:gd name="T65" fmla="*/ 5 h 93"/>
                <a:gd name="T66" fmla="*/ 24 w 70"/>
                <a:gd name="T67" fmla="*/ 5 h 93"/>
                <a:gd name="T68" fmla="*/ 24 w 70"/>
                <a:gd name="T69" fmla="*/ 11 h 93"/>
                <a:gd name="T70" fmla="*/ 22 w 70"/>
                <a:gd name="T71" fmla="*/ 11 h 93"/>
                <a:gd name="T72" fmla="*/ 15 w 70"/>
                <a:gd name="T73" fmla="*/ 16 h 93"/>
                <a:gd name="T74" fmla="*/ 8 w 70"/>
                <a:gd name="T75" fmla="*/ 27 h 93"/>
                <a:gd name="T76" fmla="*/ 2 w 70"/>
                <a:gd name="T77" fmla="*/ 36 h 93"/>
                <a:gd name="T78" fmla="*/ 0 w 70"/>
                <a:gd name="T79" fmla="*/ 42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70" h="93">
                  <a:moveTo>
                    <a:pt x="0" y="42"/>
                  </a:moveTo>
                  <a:lnTo>
                    <a:pt x="0" y="42"/>
                  </a:lnTo>
                  <a:lnTo>
                    <a:pt x="2" y="47"/>
                  </a:lnTo>
                  <a:lnTo>
                    <a:pt x="4" y="51"/>
                  </a:lnTo>
                  <a:lnTo>
                    <a:pt x="4" y="51"/>
                  </a:lnTo>
                  <a:lnTo>
                    <a:pt x="10" y="55"/>
                  </a:lnTo>
                  <a:lnTo>
                    <a:pt x="13" y="58"/>
                  </a:lnTo>
                  <a:lnTo>
                    <a:pt x="19" y="60"/>
                  </a:lnTo>
                  <a:lnTo>
                    <a:pt x="24" y="64"/>
                  </a:lnTo>
                  <a:lnTo>
                    <a:pt x="24" y="64"/>
                  </a:lnTo>
                  <a:lnTo>
                    <a:pt x="31" y="73"/>
                  </a:lnTo>
                  <a:lnTo>
                    <a:pt x="41" y="82"/>
                  </a:lnTo>
                  <a:lnTo>
                    <a:pt x="46" y="87"/>
                  </a:lnTo>
                  <a:lnTo>
                    <a:pt x="51" y="91"/>
                  </a:lnTo>
                  <a:lnTo>
                    <a:pt x="59" y="93"/>
                  </a:lnTo>
                  <a:lnTo>
                    <a:pt x="68" y="93"/>
                  </a:lnTo>
                  <a:lnTo>
                    <a:pt x="68" y="93"/>
                  </a:lnTo>
                  <a:lnTo>
                    <a:pt x="66" y="91"/>
                  </a:lnTo>
                  <a:lnTo>
                    <a:pt x="64" y="85"/>
                  </a:lnTo>
                  <a:lnTo>
                    <a:pt x="64" y="85"/>
                  </a:lnTo>
                  <a:lnTo>
                    <a:pt x="64" y="80"/>
                  </a:lnTo>
                  <a:lnTo>
                    <a:pt x="64" y="78"/>
                  </a:lnTo>
                  <a:lnTo>
                    <a:pt x="64" y="76"/>
                  </a:lnTo>
                  <a:lnTo>
                    <a:pt x="64" y="76"/>
                  </a:lnTo>
                  <a:lnTo>
                    <a:pt x="68" y="75"/>
                  </a:lnTo>
                  <a:lnTo>
                    <a:pt x="68" y="73"/>
                  </a:lnTo>
                  <a:lnTo>
                    <a:pt x="70" y="67"/>
                  </a:lnTo>
                  <a:lnTo>
                    <a:pt x="70" y="67"/>
                  </a:lnTo>
                  <a:lnTo>
                    <a:pt x="70" y="64"/>
                  </a:lnTo>
                  <a:lnTo>
                    <a:pt x="70" y="64"/>
                  </a:lnTo>
                  <a:lnTo>
                    <a:pt x="68" y="64"/>
                  </a:lnTo>
                  <a:lnTo>
                    <a:pt x="68" y="64"/>
                  </a:lnTo>
                  <a:lnTo>
                    <a:pt x="66" y="62"/>
                  </a:lnTo>
                  <a:lnTo>
                    <a:pt x="64" y="60"/>
                  </a:lnTo>
                  <a:lnTo>
                    <a:pt x="62" y="55"/>
                  </a:lnTo>
                  <a:lnTo>
                    <a:pt x="62" y="55"/>
                  </a:lnTo>
                  <a:lnTo>
                    <a:pt x="59" y="47"/>
                  </a:lnTo>
                  <a:lnTo>
                    <a:pt x="57" y="45"/>
                  </a:lnTo>
                  <a:lnTo>
                    <a:pt x="57" y="45"/>
                  </a:lnTo>
                  <a:lnTo>
                    <a:pt x="57" y="45"/>
                  </a:lnTo>
                  <a:lnTo>
                    <a:pt x="46" y="40"/>
                  </a:lnTo>
                  <a:lnTo>
                    <a:pt x="46" y="40"/>
                  </a:lnTo>
                  <a:lnTo>
                    <a:pt x="48" y="36"/>
                  </a:lnTo>
                  <a:lnTo>
                    <a:pt x="53" y="29"/>
                  </a:lnTo>
                  <a:lnTo>
                    <a:pt x="53" y="29"/>
                  </a:lnTo>
                  <a:lnTo>
                    <a:pt x="55" y="25"/>
                  </a:lnTo>
                  <a:lnTo>
                    <a:pt x="55" y="22"/>
                  </a:lnTo>
                  <a:lnTo>
                    <a:pt x="51" y="16"/>
                  </a:lnTo>
                  <a:lnTo>
                    <a:pt x="51" y="16"/>
                  </a:lnTo>
                  <a:lnTo>
                    <a:pt x="51" y="14"/>
                  </a:lnTo>
                  <a:lnTo>
                    <a:pt x="50" y="14"/>
                  </a:lnTo>
                  <a:lnTo>
                    <a:pt x="46" y="16"/>
                  </a:lnTo>
                  <a:lnTo>
                    <a:pt x="46" y="16"/>
                  </a:lnTo>
                  <a:lnTo>
                    <a:pt x="41" y="25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39" y="18"/>
                  </a:lnTo>
                  <a:lnTo>
                    <a:pt x="41" y="14"/>
                  </a:lnTo>
                  <a:lnTo>
                    <a:pt x="39" y="11"/>
                  </a:lnTo>
                  <a:lnTo>
                    <a:pt x="39" y="11"/>
                  </a:lnTo>
                  <a:lnTo>
                    <a:pt x="35" y="0"/>
                  </a:lnTo>
                  <a:lnTo>
                    <a:pt x="35" y="0"/>
                  </a:lnTo>
                  <a:lnTo>
                    <a:pt x="35" y="2"/>
                  </a:lnTo>
                  <a:lnTo>
                    <a:pt x="33" y="5"/>
                  </a:lnTo>
                  <a:lnTo>
                    <a:pt x="33" y="5"/>
                  </a:lnTo>
                  <a:lnTo>
                    <a:pt x="28" y="5"/>
                  </a:lnTo>
                  <a:lnTo>
                    <a:pt x="24" y="5"/>
                  </a:lnTo>
                  <a:lnTo>
                    <a:pt x="24" y="5"/>
                  </a:lnTo>
                  <a:lnTo>
                    <a:pt x="24" y="7"/>
                  </a:lnTo>
                  <a:lnTo>
                    <a:pt x="24" y="11"/>
                  </a:lnTo>
                  <a:lnTo>
                    <a:pt x="22" y="11"/>
                  </a:lnTo>
                  <a:lnTo>
                    <a:pt x="22" y="11"/>
                  </a:lnTo>
                  <a:lnTo>
                    <a:pt x="17" y="14"/>
                  </a:lnTo>
                  <a:lnTo>
                    <a:pt x="15" y="16"/>
                  </a:lnTo>
                  <a:lnTo>
                    <a:pt x="15" y="16"/>
                  </a:lnTo>
                  <a:lnTo>
                    <a:pt x="8" y="27"/>
                  </a:lnTo>
                  <a:lnTo>
                    <a:pt x="8" y="27"/>
                  </a:lnTo>
                  <a:lnTo>
                    <a:pt x="2" y="36"/>
                  </a:lnTo>
                  <a:lnTo>
                    <a:pt x="0" y="42"/>
                  </a:lnTo>
                  <a:lnTo>
                    <a:pt x="0" y="4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62" name="Freeform 245">
              <a:extLst>
                <a:ext uri="{FF2B5EF4-FFF2-40B4-BE49-F238E27FC236}">
                  <a16:creationId xmlns:a16="http://schemas.microsoft.com/office/drawing/2014/main" id="{8AA27C78-B5D5-45D1-91A3-B8C957DFD082}"/>
                </a:ext>
              </a:extLst>
            </p:cNvPr>
            <p:cNvSpPr>
              <a:spLocks/>
            </p:cNvSpPr>
            <p:nvPr/>
          </p:nvSpPr>
          <p:spPr bwMode="auto">
            <a:xfrm>
              <a:off x="6190446" y="4919420"/>
              <a:ext cx="45974" cy="40042"/>
            </a:xfrm>
            <a:custGeom>
              <a:avLst/>
              <a:gdLst>
                <a:gd name="T0" fmla="*/ 14 w 31"/>
                <a:gd name="T1" fmla="*/ 25 h 27"/>
                <a:gd name="T2" fmla="*/ 14 w 31"/>
                <a:gd name="T3" fmla="*/ 25 h 27"/>
                <a:gd name="T4" fmla="*/ 18 w 31"/>
                <a:gd name="T5" fmla="*/ 22 h 27"/>
                <a:gd name="T6" fmla="*/ 18 w 31"/>
                <a:gd name="T7" fmla="*/ 22 h 27"/>
                <a:gd name="T8" fmla="*/ 23 w 31"/>
                <a:gd name="T9" fmla="*/ 18 h 27"/>
                <a:gd name="T10" fmla="*/ 23 w 31"/>
                <a:gd name="T11" fmla="*/ 18 h 27"/>
                <a:gd name="T12" fmla="*/ 27 w 31"/>
                <a:gd name="T13" fmla="*/ 18 h 27"/>
                <a:gd name="T14" fmla="*/ 29 w 31"/>
                <a:gd name="T15" fmla="*/ 16 h 27"/>
                <a:gd name="T16" fmla="*/ 29 w 31"/>
                <a:gd name="T17" fmla="*/ 16 h 27"/>
                <a:gd name="T18" fmla="*/ 31 w 31"/>
                <a:gd name="T19" fmla="*/ 12 h 27"/>
                <a:gd name="T20" fmla="*/ 29 w 31"/>
                <a:gd name="T21" fmla="*/ 9 h 27"/>
                <a:gd name="T22" fmla="*/ 29 w 31"/>
                <a:gd name="T23" fmla="*/ 9 h 27"/>
                <a:gd name="T24" fmla="*/ 25 w 31"/>
                <a:gd name="T25" fmla="*/ 5 h 27"/>
                <a:gd name="T26" fmla="*/ 23 w 31"/>
                <a:gd name="T27" fmla="*/ 3 h 27"/>
                <a:gd name="T28" fmla="*/ 23 w 31"/>
                <a:gd name="T29" fmla="*/ 3 h 27"/>
                <a:gd name="T30" fmla="*/ 20 w 31"/>
                <a:gd name="T31" fmla="*/ 0 h 27"/>
                <a:gd name="T32" fmla="*/ 20 w 31"/>
                <a:gd name="T33" fmla="*/ 0 h 27"/>
                <a:gd name="T34" fmla="*/ 16 w 31"/>
                <a:gd name="T35" fmla="*/ 2 h 27"/>
                <a:gd name="T36" fmla="*/ 9 w 31"/>
                <a:gd name="T37" fmla="*/ 7 h 27"/>
                <a:gd name="T38" fmla="*/ 9 w 31"/>
                <a:gd name="T39" fmla="*/ 7 h 27"/>
                <a:gd name="T40" fmla="*/ 7 w 31"/>
                <a:gd name="T41" fmla="*/ 9 h 27"/>
                <a:gd name="T42" fmla="*/ 3 w 31"/>
                <a:gd name="T43" fmla="*/ 9 h 27"/>
                <a:gd name="T44" fmla="*/ 3 w 31"/>
                <a:gd name="T45" fmla="*/ 9 h 27"/>
                <a:gd name="T46" fmla="*/ 0 w 31"/>
                <a:gd name="T47" fmla="*/ 12 h 27"/>
                <a:gd name="T48" fmla="*/ 0 w 31"/>
                <a:gd name="T49" fmla="*/ 14 h 27"/>
                <a:gd name="T50" fmla="*/ 0 w 31"/>
                <a:gd name="T51" fmla="*/ 16 h 27"/>
                <a:gd name="T52" fmla="*/ 0 w 31"/>
                <a:gd name="T53" fmla="*/ 16 h 27"/>
                <a:gd name="T54" fmla="*/ 2 w 31"/>
                <a:gd name="T55" fmla="*/ 16 h 27"/>
                <a:gd name="T56" fmla="*/ 3 w 31"/>
                <a:gd name="T57" fmla="*/ 22 h 27"/>
                <a:gd name="T58" fmla="*/ 3 w 31"/>
                <a:gd name="T59" fmla="*/ 22 h 27"/>
                <a:gd name="T60" fmla="*/ 5 w 31"/>
                <a:gd name="T61" fmla="*/ 25 h 27"/>
                <a:gd name="T62" fmla="*/ 7 w 31"/>
                <a:gd name="T63" fmla="*/ 27 h 27"/>
                <a:gd name="T64" fmla="*/ 9 w 31"/>
                <a:gd name="T65" fmla="*/ 27 h 27"/>
                <a:gd name="T66" fmla="*/ 9 w 31"/>
                <a:gd name="T67" fmla="*/ 27 h 27"/>
                <a:gd name="T68" fmla="*/ 12 w 31"/>
                <a:gd name="T69" fmla="*/ 27 h 27"/>
                <a:gd name="T70" fmla="*/ 14 w 31"/>
                <a:gd name="T71" fmla="*/ 25 h 27"/>
                <a:gd name="T72" fmla="*/ 14 w 31"/>
                <a:gd name="T73" fmla="*/ 2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1" h="27">
                  <a:moveTo>
                    <a:pt x="14" y="25"/>
                  </a:moveTo>
                  <a:lnTo>
                    <a:pt x="14" y="25"/>
                  </a:lnTo>
                  <a:lnTo>
                    <a:pt x="18" y="22"/>
                  </a:lnTo>
                  <a:lnTo>
                    <a:pt x="18" y="22"/>
                  </a:lnTo>
                  <a:lnTo>
                    <a:pt x="23" y="18"/>
                  </a:lnTo>
                  <a:lnTo>
                    <a:pt x="23" y="18"/>
                  </a:lnTo>
                  <a:lnTo>
                    <a:pt x="27" y="18"/>
                  </a:lnTo>
                  <a:lnTo>
                    <a:pt x="29" y="16"/>
                  </a:lnTo>
                  <a:lnTo>
                    <a:pt x="29" y="16"/>
                  </a:lnTo>
                  <a:lnTo>
                    <a:pt x="31" y="12"/>
                  </a:lnTo>
                  <a:lnTo>
                    <a:pt x="29" y="9"/>
                  </a:lnTo>
                  <a:lnTo>
                    <a:pt x="29" y="9"/>
                  </a:lnTo>
                  <a:lnTo>
                    <a:pt x="25" y="5"/>
                  </a:lnTo>
                  <a:lnTo>
                    <a:pt x="23" y="3"/>
                  </a:lnTo>
                  <a:lnTo>
                    <a:pt x="23" y="3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16" y="2"/>
                  </a:lnTo>
                  <a:lnTo>
                    <a:pt x="9" y="7"/>
                  </a:lnTo>
                  <a:lnTo>
                    <a:pt x="9" y="7"/>
                  </a:lnTo>
                  <a:lnTo>
                    <a:pt x="7" y="9"/>
                  </a:lnTo>
                  <a:lnTo>
                    <a:pt x="3" y="9"/>
                  </a:lnTo>
                  <a:lnTo>
                    <a:pt x="3" y="9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2" y="16"/>
                  </a:lnTo>
                  <a:lnTo>
                    <a:pt x="3" y="22"/>
                  </a:lnTo>
                  <a:lnTo>
                    <a:pt x="3" y="22"/>
                  </a:lnTo>
                  <a:lnTo>
                    <a:pt x="5" y="25"/>
                  </a:lnTo>
                  <a:lnTo>
                    <a:pt x="7" y="27"/>
                  </a:lnTo>
                  <a:lnTo>
                    <a:pt x="9" y="27"/>
                  </a:lnTo>
                  <a:lnTo>
                    <a:pt x="9" y="27"/>
                  </a:lnTo>
                  <a:lnTo>
                    <a:pt x="12" y="27"/>
                  </a:lnTo>
                  <a:lnTo>
                    <a:pt x="14" y="25"/>
                  </a:lnTo>
                  <a:lnTo>
                    <a:pt x="14" y="2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63" name="Freeform 246">
              <a:extLst>
                <a:ext uri="{FF2B5EF4-FFF2-40B4-BE49-F238E27FC236}">
                  <a16:creationId xmlns:a16="http://schemas.microsoft.com/office/drawing/2014/main" id="{9BA3BB04-5342-49B0-94D5-3E092F69B6E0}"/>
                </a:ext>
              </a:extLst>
            </p:cNvPr>
            <p:cNvSpPr>
              <a:spLocks/>
            </p:cNvSpPr>
            <p:nvPr/>
          </p:nvSpPr>
          <p:spPr bwMode="auto">
            <a:xfrm>
              <a:off x="6390651" y="3012277"/>
              <a:ext cx="45974" cy="59320"/>
            </a:xfrm>
            <a:custGeom>
              <a:avLst/>
              <a:gdLst>
                <a:gd name="T0" fmla="*/ 3 w 31"/>
                <a:gd name="T1" fmla="*/ 40 h 40"/>
                <a:gd name="T2" fmla="*/ 3 w 31"/>
                <a:gd name="T3" fmla="*/ 40 h 40"/>
                <a:gd name="T4" fmla="*/ 12 w 31"/>
                <a:gd name="T5" fmla="*/ 38 h 40"/>
                <a:gd name="T6" fmla="*/ 12 w 31"/>
                <a:gd name="T7" fmla="*/ 38 h 40"/>
                <a:gd name="T8" fmla="*/ 16 w 31"/>
                <a:gd name="T9" fmla="*/ 32 h 40"/>
                <a:gd name="T10" fmla="*/ 16 w 31"/>
                <a:gd name="T11" fmla="*/ 32 h 40"/>
                <a:gd name="T12" fmla="*/ 18 w 31"/>
                <a:gd name="T13" fmla="*/ 31 h 40"/>
                <a:gd name="T14" fmla="*/ 21 w 31"/>
                <a:gd name="T15" fmla="*/ 29 h 40"/>
                <a:gd name="T16" fmla="*/ 21 w 31"/>
                <a:gd name="T17" fmla="*/ 29 h 40"/>
                <a:gd name="T18" fmla="*/ 21 w 31"/>
                <a:gd name="T19" fmla="*/ 21 h 40"/>
                <a:gd name="T20" fmla="*/ 23 w 31"/>
                <a:gd name="T21" fmla="*/ 18 h 40"/>
                <a:gd name="T22" fmla="*/ 23 w 31"/>
                <a:gd name="T23" fmla="*/ 18 h 40"/>
                <a:gd name="T24" fmla="*/ 27 w 31"/>
                <a:gd name="T25" fmla="*/ 9 h 40"/>
                <a:gd name="T26" fmla="*/ 31 w 31"/>
                <a:gd name="T27" fmla="*/ 1 h 40"/>
                <a:gd name="T28" fmla="*/ 31 w 31"/>
                <a:gd name="T29" fmla="*/ 1 h 40"/>
                <a:gd name="T30" fmla="*/ 29 w 31"/>
                <a:gd name="T31" fmla="*/ 0 h 40"/>
                <a:gd name="T32" fmla="*/ 27 w 31"/>
                <a:gd name="T33" fmla="*/ 0 h 40"/>
                <a:gd name="T34" fmla="*/ 23 w 31"/>
                <a:gd name="T35" fmla="*/ 1 h 40"/>
                <a:gd name="T36" fmla="*/ 20 w 31"/>
                <a:gd name="T37" fmla="*/ 1 h 40"/>
                <a:gd name="T38" fmla="*/ 20 w 31"/>
                <a:gd name="T39" fmla="*/ 1 h 40"/>
                <a:gd name="T40" fmla="*/ 18 w 31"/>
                <a:gd name="T41" fmla="*/ 1 h 40"/>
                <a:gd name="T42" fmla="*/ 14 w 31"/>
                <a:gd name="T43" fmla="*/ 3 h 40"/>
                <a:gd name="T44" fmla="*/ 12 w 31"/>
                <a:gd name="T45" fmla="*/ 9 h 40"/>
                <a:gd name="T46" fmla="*/ 12 w 31"/>
                <a:gd name="T47" fmla="*/ 9 h 40"/>
                <a:gd name="T48" fmla="*/ 10 w 31"/>
                <a:gd name="T49" fmla="*/ 16 h 40"/>
                <a:gd name="T50" fmla="*/ 7 w 31"/>
                <a:gd name="T51" fmla="*/ 23 h 40"/>
                <a:gd name="T52" fmla="*/ 0 w 31"/>
                <a:gd name="T53" fmla="*/ 34 h 40"/>
                <a:gd name="T54" fmla="*/ 0 w 31"/>
                <a:gd name="T55" fmla="*/ 34 h 40"/>
                <a:gd name="T56" fmla="*/ 0 w 31"/>
                <a:gd name="T57" fmla="*/ 36 h 40"/>
                <a:gd name="T58" fmla="*/ 0 w 31"/>
                <a:gd name="T59" fmla="*/ 38 h 40"/>
                <a:gd name="T60" fmla="*/ 1 w 31"/>
                <a:gd name="T61" fmla="*/ 40 h 40"/>
                <a:gd name="T62" fmla="*/ 3 w 31"/>
                <a:gd name="T63" fmla="*/ 40 h 40"/>
                <a:gd name="T64" fmla="*/ 3 w 31"/>
                <a:gd name="T65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1" h="40">
                  <a:moveTo>
                    <a:pt x="3" y="40"/>
                  </a:moveTo>
                  <a:lnTo>
                    <a:pt x="3" y="40"/>
                  </a:lnTo>
                  <a:lnTo>
                    <a:pt x="12" y="38"/>
                  </a:lnTo>
                  <a:lnTo>
                    <a:pt x="12" y="38"/>
                  </a:lnTo>
                  <a:lnTo>
                    <a:pt x="16" y="32"/>
                  </a:lnTo>
                  <a:lnTo>
                    <a:pt x="16" y="32"/>
                  </a:lnTo>
                  <a:lnTo>
                    <a:pt x="18" y="31"/>
                  </a:lnTo>
                  <a:lnTo>
                    <a:pt x="21" y="29"/>
                  </a:lnTo>
                  <a:lnTo>
                    <a:pt x="21" y="29"/>
                  </a:lnTo>
                  <a:lnTo>
                    <a:pt x="21" y="21"/>
                  </a:lnTo>
                  <a:lnTo>
                    <a:pt x="23" y="18"/>
                  </a:lnTo>
                  <a:lnTo>
                    <a:pt x="23" y="18"/>
                  </a:lnTo>
                  <a:lnTo>
                    <a:pt x="27" y="9"/>
                  </a:lnTo>
                  <a:lnTo>
                    <a:pt x="31" y="1"/>
                  </a:lnTo>
                  <a:lnTo>
                    <a:pt x="31" y="1"/>
                  </a:lnTo>
                  <a:lnTo>
                    <a:pt x="29" y="0"/>
                  </a:lnTo>
                  <a:lnTo>
                    <a:pt x="27" y="0"/>
                  </a:lnTo>
                  <a:lnTo>
                    <a:pt x="23" y="1"/>
                  </a:lnTo>
                  <a:lnTo>
                    <a:pt x="20" y="1"/>
                  </a:lnTo>
                  <a:lnTo>
                    <a:pt x="20" y="1"/>
                  </a:lnTo>
                  <a:lnTo>
                    <a:pt x="18" y="1"/>
                  </a:lnTo>
                  <a:lnTo>
                    <a:pt x="14" y="3"/>
                  </a:lnTo>
                  <a:lnTo>
                    <a:pt x="12" y="9"/>
                  </a:lnTo>
                  <a:lnTo>
                    <a:pt x="12" y="9"/>
                  </a:lnTo>
                  <a:lnTo>
                    <a:pt x="10" y="16"/>
                  </a:lnTo>
                  <a:lnTo>
                    <a:pt x="7" y="23"/>
                  </a:lnTo>
                  <a:lnTo>
                    <a:pt x="0" y="34"/>
                  </a:lnTo>
                  <a:lnTo>
                    <a:pt x="0" y="34"/>
                  </a:lnTo>
                  <a:lnTo>
                    <a:pt x="0" y="36"/>
                  </a:lnTo>
                  <a:lnTo>
                    <a:pt x="0" y="38"/>
                  </a:lnTo>
                  <a:lnTo>
                    <a:pt x="1" y="40"/>
                  </a:lnTo>
                  <a:lnTo>
                    <a:pt x="3" y="40"/>
                  </a:lnTo>
                  <a:lnTo>
                    <a:pt x="3" y="4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64" name="Freeform 247">
              <a:extLst>
                <a:ext uri="{FF2B5EF4-FFF2-40B4-BE49-F238E27FC236}">
                  <a16:creationId xmlns:a16="http://schemas.microsoft.com/office/drawing/2014/main" id="{D31185D7-BB7A-49AC-8D1E-A9C309684354}"/>
                </a:ext>
              </a:extLst>
            </p:cNvPr>
            <p:cNvSpPr>
              <a:spLocks/>
            </p:cNvSpPr>
            <p:nvPr/>
          </p:nvSpPr>
          <p:spPr bwMode="auto">
            <a:xfrm>
              <a:off x="6059941" y="2198108"/>
              <a:ext cx="177961" cy="108260"/>
            </a:xfrm>
            <a:custGeom>
              <a:avLst/>
              <a:gdLst>
                <a:gd name="T0" fmla="*/ 51 w 120"/>
                <a:gd name="T1" fmla="*/ 4 h 73"/>
                <a:gd name="T2" fmla="*/ 48 w 120"/>
                <a:gd name="T3" fmla="*/ 18 h 73"/>
                <a:gd name="T4" fmla="*/ 44 w 120"/>
                <a:gd name="T5" fmla="*/ 28 h 73"/>
                <a:gd name="T6" fmla="*/ 29 w 120"/>
                <a:gd name="T7" fmla="*/ 28 h 73"/>
                <a:gd name="T8" fmla="*/ 24 w 120"/>
                <a:gd name="T9" fmla="*/ 18 h 73"/>
                <a:gd name="T10" fmla="*/ 20 w 120"/>
                <a:gd name="T11" fmla="*/ 7 h 73"/>
                <a:gd name="T12" fmla="*/ 9 w 120"/>
                <a:gd name="T13" fmla="*/ 13 h 73"/>
                <a:gd name="T14" fmla="*/ 9 w 120"/>
                <a:gd name="T15" fmla="*/ 20 h 73"/>
                <a:gd name="T16" fmla="*/ 9 w 120"/>
                <a:gd name="T17" fmla="*/ 28 h 73"/>
                <a:gd name="T18" fmla="*/ 0 w 120"/>
                <a:gd name="T19" fmla="*/ 42 h 73"/>
                <a:gd name="T20" fmla="*/ 0 w 120"/>
                <a:gd name="T21" fmla="*/ 49 h 73"/>
                <a:gd name="T22" fmla="*/ 6 w 120"/>
                <a:gd name="T23" fmla="*/ 46 h 73"/>
                <a:gd name="T24" fmla="*/ 13 w 120"/>
                <a:gd name="T25" fmla="*/ 44 h 73"/>
                <a:gd name="T26" fmla="*/ 28 w 120"/>
                <a:gd name="T27" fmla="*/ 49 h 73"/>
                <a:gd name="T28" fmla="*/ 37 w 120"/>
                <a:gd name="T29" fmla="*/ 51 h 73"/>
                <a:gd name="T30" fmla="*/ 42 w 120"/>
                <a:gd name="T31" fmla="*/ 51 h 73"/>
                <a:gd name="T32" fmla="*/ 51 w 120"/>
                <a:gd name="T33" fmla="*/ 57 h 73"/>
                <a:gd name="T34" fmla="*/ 59 w 120"/>
                <a:gd name="T35" fmla="*/ 55 h 73"/>
                <a:gd name="T36" fmla="*/ 60 w 120"/>
                <a:gd name="T37" fmla="*/ 57 h 73"/>
                <a:gd name="T38" fmla="*/ 64 w 120"/>
                <a:gd name="T39" fmla="*/ 62 h 73"/>
                <a:gd name="T40" fmla="*/ 73 w 120"/>
                <a:gd name="T41" fmla="*/ 64 h 73"/>
                <a:gd name="T42" fmla="*/ 77 w 120"/>
                <a:gd name="T43" fmla="*/ 68 h 73"/>
                <a:gd name="T44" fmla="*/ 80 w 120"/>
                <a:gd name="T45" fmla="*/ 69 h 73"/>
                <a:gd name="T46" fmla="*/ 88 w 120"/>
                <a:gd name="T47" fmla="*/ 73 h 73"/>
                <a:gd name="T48" fmla="*/ 95 w 120"/>
                <a:gd name="T49" fmla="*/ 66 h 73"/>
                <a:gd name="T50" fmla="*/ 99 w 120"/>
                <a:gd name="T51" fmla="*/ 66 h 73"/>
                <a:gd name="T52" fmla="*/ 104 w 120"/>
                <a:gd name="T53" fmla="*/ 66 h 73"/>
                <a:gd name="T54" fmla="*/ 104 w 120"/>
                <a:gd name="T55" fmla="*/ 60 h 73"/>
                <a:gd name="T56" fmla="*/ 108 w 120"/>
                <a:gd name="T57" fmla="*/ 53 h 73"/>
                <a:gd name="T58" fmla="*/ 110 w 120"/>
                <a:gd name="T59" fmla="*/ 49 h 73"/>
                <a:gd name="T60" fmla="*/ 117 w 120"/>
                <a:gd name="T61" fmla="*/ 51 h 73"/>
                <a:gd name="T62" fmla="*/ 119 w 120"/>
                <a:gd name="T63" fmla="*/ 44 h 73"/>
                <a:gd name="T64" fmla="*/ 113 w 120"/>
                <a:gd name="T65" fmla="*/ 37 h 73"/>
                <a:gd name="T66" fmla="*/ 111 w 120"/>
                <a:gd name="T67" fmla="*/ 35 h 73"/>
                <a:gd name="T68" fmla="*/ 108 w 120"/>
                <a:gd name="T69" fmla="*/ 33 h 73"/>
                <a:gd name="T70" fmla="*/ 108 w 120"/>
                <a:gd name="T71" fmla="*/ 33 h 73"/>
                <a:gd name="T72" fmla="*/ 106 w 120"/>
                <a:gd name="T73" fmla="*/ 20 h 73"/>
                <a:gd name="T74" fmla="*/ 99 w 120"/>
                <a:gd name="T75" fmla="*/ 20 h 73"/>
                <a:gd name="T76" fmla="*/ 97 w 120"/>
                <a:gd name="T77" fmla="*/ 20 h 73"/>
                <a:gd name="T78" fmla="*/ 95 w 120"/>
                <a:gd name="T79" fmla="*/ 13 h 73"/>
                <a:gd name="T80" fmla="*/ 82 w 120"/>
                <a:gd name="T81" fmla="*/ 7 h 73"/>
                <a:gd name="T82" fmla="*/ 79 w 120"/>
                <a:gd name="T83" fmla="*/ 7 h 73"/>
                <a:gd name="T84" fmla="*/ 75 w 120"/>
                <a:gd name="T85" fmla="*/ 4 h 73"/>
                <a:gd name="T86" fmla="*/ 73 w 120"/>
                <a:gd name="T87" fmla="*/ 2 h 73"/>
                <a:gd name="T88" fmla="*/ 62 w 120"/>
                <a:gd name="T89" fmla="*/ 0 h 73"/>
                <a:gd name="T90" fmla="*/ 60 w 120"/>
                <a:gd name="T91" fmla="*/ 2 h 73"/>
                <a:gd name="T92" fmla="*/ 57 w 120"/>
                <a:gd name="T93" fmla="*/ 4 h 73"/>
                <a:gd name="T94" fmla="*/ 51 w 120"/>
                <a:gd name="T95" fmla="*/ 4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20" h="73">
                  <a:moveTo>
                    <a:pt x="51" y="4"/>
                  </a:moveTo>
                  <a:lnTo>
                    <a:pt x="51" y="4"/>
                  </a:lnTo>
                  <a:lnTo>
                    <a:pt x="49" y="11"/>
                  </a:lnTo>
                  <a:lnTo>
                    <a:pt x="48" y="18"/>
                  </a:lnTo>
                  <a:lnTo>
                    <a:pt x="44" y="28"/>
                  </a:lnTo>
                  <a:lnTo>
                    <a:pt x="44" y="28"/>
                  </a:lnTo>
                  <a:lnTo>
                    <a:pt x="37" y="28"/>
                  </a:lnTo>
                  <a:lnTo>
                    <a:pt x="29" y="28"/>
                  </a:lnTo>
                  <a:lnTo>
                    <a:pt x="29" y="28"/>
                  </a:lnTo>
                  <a:lnTo>
                    <a:pt x="24" y="18"/>
                  </a:lnTo>
                  <a:lnTo>
                    <a:pt x="20" y="7"/>
                  </a:lnTo>
                  <a:lnTo>
                    <a:pt x="20" y="7"/>
                  </a:lnTo>
                  <a:lnTo>
                    <a:pt x="9" y="13"/>
                  </a:lnTo>
                  <a:lnTo>
                    <a:pt x="9" y="13"/>
                  </a:lnTo>
                  <a:lnTo>
                    <a:pt x="9" y="17"/>
                  </a:lnTo>
                  <a:lnTo>
                    <a:pt x="9" y="20"/>
                  </a:lnTo>
                  <a:lnTo>
                    <a:pt x="9" y="28"/>
                  </a:lnTo>
                  <a:lnTo>
                    <a:pt x="9" y="28"/>
                  </a:lnTo>
                  <a:lnTo>
                    <a:pt x="6" y="35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0" y="49"/>
                  </a:lnTo>
                  <a:lnTo>
                    <a:pt x="0" y="49"/>
                  </a:lnTo>
                  <a:lnTo>
                    <a:pt x="6" y="46"/>
                  </a:lnTo>
                  <a:lnTo>
                    <a:pt x="13" y="44"/>
                  </a:lnTo>
                  <a:lnTo>
                    <a:pt x="13" y="44"/>
                  </a:lnTo>
                  <a:lnTo>
                    <a:pt x="18" y="46"/>
                  </a:lnTo>
                  <a:lnTo>
                    <a:pt x="28" y="49"/>
                  </a:lnTo>
                  <a:lnTo>
                    <a:pt x="28" y="49"/>
                  </a:lnTo>
                  <a:lnTo>
                    <a:pt x="37" y="51"/>
                  </a:lnTo>
                  <a:lnTo>
                    <a:pt x="42" y="51"/>
                  </a:lnTo>
                  <a:lnTo>
                    <a:pt x="42" y="51"/>
                  </a:lnTo>
                  <a:lnTo>
                    <a:pt x="48" y="53"/>
                  </a:lnTo>
                  <a:lnTo>
                    <a:pt x="51" y="57"/>
                  </a:lnTo>
                  <a:lnTo>
                    <a:pt x="51" y="57"/>
                  </a:lnTo>
                  <a:lnTo>
                    <a:pt x="59" y="55"/>
                  </a:lnTo>
                  <a:lnTo>
                    <a:pt x="59" y="55"/>
                  </a:lnTo>
                  <a:lnTo>
                    <a:pt x="60" y="57"/>
                  </a:lnTo>
                  <a:lnTo>
                    <a:pt x="64" y="62"/>
                  </a:lnTo>
                  <a:lnTo>
                    <a:pt x="64" y="62"/>
                  </a:lnTo>
                  <a:lnTo>
                    <a:pt x="69" y="64"/>
                  </a:lnTo>
                  <a:lnTo>
                    <a:pt x="73" y="64"/>
                  </a:lnTo>
                  <a:lnTo>
                    <a:pt x="73" y="64"/>
                  </a:lnTo>
                  <a:lnTo>
                    <a:pt x="77" y="68"/>
                  </a:lnTo>
                  <a:lnTo>
                    <a:pt x="80" y="69"/>
                  </a:lnTo>
                  <a:lnTo>
                    <a:pt x="80" y="69"/>
                  </a:lnTo>
                  <a:lnTo>
                    <a:pt x="88" y="73"/>
                  </a:lnTo>
                  <a:lnTo>
                    <a:pt x="88" y="73"/>
                  </a:lnTo>
                  <a:lnTo>
                    <a:pt x="91" y="68"/>
                  </a:lnTo>
                  <a:lnTo>
                    <a:pt x="95" y="66"/>
                  </a:lnTo>
                  <a:lnTo>
                    <a:pt x="99" y="66"/>
                  </a:lnTo>
                  <a:lnTo>
                    <a:pt x="99" y="66"/>
                  </a:lnTo>
                  <a:lnTo>
                    <a:pt x="102" y="68"/>
                  </a:lnTo>
                  <a:lnTo>
                    <a:pt x="104" y="66"/>
                  </a:lnTo>
                  <a:lnTo>
                    <a:pt x="104" y="60"/>
                  </a:lnTo>
                  <a:lnTo>
                    <a:pt x="104" y="60"/>
                  </a:lnTo>
                  <a:lnTo>
                    <a:pt x="106" y="55"/>
                  </a:lnTo>
                  <a:lnTo>
                    <a:pt x="108" y="53"/>
                  </a:lnTo>
                  <a:lnTo>
                    <a:pt x="110" y="49"/>
                  </a:lnTo>
                  <a:lnTo>
                    <a:pt x="110" y="49"/>
                  </a:lnTo>
                  <a:lnTo>
                    <a:pt x="113" y="51"/>
                  </a:lnTo>
                  <a:lnTo>
                    <a:pt x="117" y="51"/>
                  </a:lnTo>
                  <a:lnTo>
                    <a:pt x="120" y="49"/>
                  </a:lnTo>
                  <a:lnTo>
                    <a:pt x="119" y="44"/>
                  </a:lnTo>
                  <a:lnTo>
                    <a:pt x="119" y="44"/>
                  </a:lnTo>
                  <a:lnTo>
                    <a:pt x="113" y="37"/>
                  </a:lnTo>
                  <a:lnTo>
                    <a:pt x="113" y="37"/>
                  </a:lnTo>
                  <a:lnTo>
                    <a:pt x="111" y="35"/>
                  </a:lnTo>
                  <a:lnTo>
                    <a:pt x="110" y="35"/>
                  </a:lnTo>
                  <a:lnTo>
                    <a:pt x="108" y="33"/>
                  </a:lnTo>
                  <a:lnTo>
                    <a:pt x="108" y="33"/>
                  </a:lnTo>
                  <a:lnTo>
                    <a:pt x="108" y="33"/>
                  </a:lnTo>
                  <a:lnTo>
                    <a:pt x="106" y="20"/>
                  </a:lnTo>
                  <a:lnTo>
                    <a:pt x="106" y="20"/>
                  </a:lnTo>
                  <a:lnTo>
                    <a:pt x="102" y="20"/>
                  </a:lnTo>
                  <a:lnTo>
                    <a:pt x="99" y="20"/>
                  </a:lnTo>
                  <a:lnTo>
                    <a:pt x="97" y="20"/>
                  </a:lnTo>
                  <a:lnTo>
                    <a:pt x="97" y="20"/>
                  </a:lnTo>
                  <a:lnTo>
                    <a:pt x="95" y="15"/>
                  </a:lnTo>
                  <a:lnTo>
                    <a:pt x="95" y="13"/>
                  </a:lnTo>
                  <a:lnTo>
                    <a:pt x="86" y="17"/>
                  </a:lnTo>
                  <a:lnTo>
                    <a:pt x="82" y="7"/>
                  </a:lnTo>
                  <a:lnTo>
                    <a:pt x="79" y="7"/>
                  </a:lnTo>
                  <a:lnTo>
                    <a:pt x="79" y="7"/>
                  </a:lnTo>
                  <a:lnTo>
                    <a:pt x="77" y="6"/>
                  </a:lnTo>
                  <a:lnTo>
                    <a:pt x="75" y="4"/>
                  </a:lnTo>
                  <a:lnTo>
                    <a:pt x="73" y="2"/>
                  </a:lnTo>
                  <a:lnTo>
                    <a:pt x="73" y="2"/>
                  </a:lnTo>
                  <a:lnTo>
                    <a:pt x="66" y="0"/>
                  </a:lnTo>
                  <a:lnTo>
                    <a:pt x="62" y="0"/>
                  </a:lnTo>
                  <a:lnTo>
                    <a:pt x="62" y="0"/>
                  </a:lnTo>
                  <a:lnTo>
                    <a:pt x="60" y="2"/>
                  </a:lnTo>
                  <a:lnTo>
                    <a:pt x="57" y="4"/>
                  </a:lnTo>
                  <a:lnTo>
                    <a:pt x="57" y="4"/>
                  </a:lnTo>
                  <a:lnTo>
                    <a:pt x="51" y="4"/>
                  </a:lnTo>
                  <a:lnTo>
                    <a:pt x="51" y="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65" name="Freeform 248">
              <a:extLst>
                <a:ext uri="{FF2B5EF4-FFF2-40B4-BE49-F238E27FC236}">
                  <a16:creationId xmlns:a16="http://schemas.microsoft.com/office/drawing/2014/main" id="{915A6211-8647-4E87-A0CB-D9FAA613D2A6}"/>
                </a:ext>
              </a:extLst>
            </p:cNvPr>
            <p:cNvSpPr>
              <a:spLocks/>
            </p:cNvSpPr>
            <p:nvPr/>
          </p:nvSpPr>
          <p:spPr bwMode="auto">
            <a:xfrm>
              <a:off x="7925561" y="3381545"/>
              <a:ext cx="161648" cy="259526"/>
            </a:xfrm>
            <a:custGeom>
              <a:avLst/>
              <a:gdLst>
                <a:gd name="T0" fmla="*/ 80 w 109"/>
                <a:gd name="T1" fmla="*/ 162 h 175"/>
                <a:gd name="T2" fmla="*/ 82 w 109"/>
                <a:gd name="T3" fmla="*/ 153 h 175"/>
                <a:gd name="T4" fmla="*/ 78 w 109"/>
                <a:gd name="T5" fmla="*/ 139 h 175"/>
                <a:gd name="T6" fmla="*/ 71 w 109"/>
                <a:gd name="T7" fmla="*/ 129 h 175"/>
                <a:gd name="T8" fmla="*/ 67 w 109"/>
                <a:gd name="T9" fmla="*/ 115 h 175"/>
                <a:gd name="T10" fmla="*/ 60 w 109"/>
                <a:gd name="T11" fmla="*/ 95 h 175"/>
                <a:gd name="T12" fmla="*/ 49 w 109"/>
                <a:gd name="T13" fmla="*/ 93 h 175"/>
                <a:gd name="T14" fmla="*/ 38 w 109"/>
                <a:gd name="T15" fmla="*/ 86 h 175"/>
                <a:gd name="T16" fmla="*/ 29 w 109"/>
                <a:gd name="T17" fmla="*/ 89 h 175"/>
                <a:gd name="T18" fmla="*/ 21 w 109"/>
                <a:gd name="T19" fmla="*/ 98 h 175"/>
                <a:gd name="T20" fmla="*/ 14 w 109"/>
                <a:gd name="T21" fmla="*/ 95 h 175"/>
                <a:gd name="T22" fmla="*/ 5 w 109"/>
                <a:gd name="T23" fmla="*/ 86 h 175"/>
                <a:gd name="T24" fmla="*/ 5 w 109"/>
                <a:gd name="T25" fmla="*/ 77 h 175"/>
                <a:gd name="T26" fmla="*/ 10 w 109"/>
                <a:gd name="T27" fmla="*/ 64 h 175"/>
                <a:gd name="T28" fmla="*/ 0 w 109"/>
                <a:gd name="T29" fmla="*/ 64 h 175"/>
                <a:gd name="T30" fmla="*/ 5 w 109"/>
                <a:gd name="T31" fmla="*/ 51 h 175"/>
                <a:gd name="T32" fmla="*/ 10 w 109"/>
                <a:gd name="T33" fmla="*/ 37 h 175"/>
                <a:gd name="T34" fmla="*/ 14 w 109"/>
                <a:gd name="T35" fmla="*/ 37 h 175"/>
                <a:gd name="T36" fmla="*/ 23 w 109"/>
                <a:gd name="T37" fmla="*/ 24 h 175"/>
                <a:gd name="T38" fmla="*/ 20 w 109"/>
                <a:gd name="T39" fmla="*/ 2 h 175"/>
                <a:gd name="T40" fmla="*/ 36 w 109"/>
                <a:gd name="T41" fmla="*/ 7 h 175"/>
                <a:gd name="T42" fmla="*/ 40 w 109"/>
                <a:gd name="T43" fmla="*/ 18 h 175"/>
                <a:gd name="T44" fmla="*/ 49 w 109"/>
                <a:gd name="T45" fmla="*/ 26 h 175"/>
                <a:gd name="T46" fmla="*/ 60 w 109"/>
                <a:gd name="T47" fmla="*/ 24 h 175"/>
                <a:gd name="T48" fmla="*/ 72 w 109"/>
                <a:gd name="T49" fmla="*/ 33 h 175"/>
                <a:gd name="T50" fmla="*/ 69 w 109"/>
                <a:gd name="T51" fmla="*/ 44 h 175"/>
                <a:gd name="T52" fmla="*/ 65 w 109"/>
                <a:gd name="T53" fmla="*/ 62 h 175"/>
                <a:gd name="T54" fmla="*/ 52 w 109"/>
                <a:gd name="T55" fmla="*/ 66 h 175"/>
                <a:gd name="T56" fmla="*/ 65 w 109"/>
                <a:gd name="T57" fmla="*/ 78 h 175"/>
                <a:gd name="T58" fmla="*/ 76 w 109"/>
                <a:gd name="T59" fmla="*/ 100 h 175"/>
                <a:gd name="T60" fmla="*/ 82 w 109"/>
                <a:gd name="T61" fmla="*/ 111 h 175"/>
                <a:gd name="T62" fmla="*/ 94 w 109"/>
                <a:gd name="T63" fmla="*/ 122 h 175"/>
                <a:gd name="T64" fmla="*/ 100 w 109"/>
                <a:gd name="T65" fmla="*/ 137 h 175"/>
                <a:gd name="T66" fmla="*/ 107 w 109"/>
                <a:gd name="T67" fmla="*/ 148 h 175"/>
                <a:gd name="T68" fmla="*/ 107 w 109"/>
                <a:gd name="T69" fmla="*/ 164 h 175"/>
                <a:gd name="T70" fmla="*/ 96 w 109"/>
                <a:gd name="T71" fmla="*/ 162 h 175"/>
                <a:gd name="T72" fmla="*/ 87 w 109"/>
                <a:gd name="T73" fmla="*/ 166 h 175"/>
                <a:gd name="T74" fmla="*/ 83 w 109"/>
                <a:gd name="T75" fmla="*/ 175 h 175"/>
                <a:gd name="T76" fmla="*/ 76 w 109"/>
                <a:gd name="T77" fmla="*/ 168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9" h="175">
                  <a:moveTo>
                    <a:pt x="76" y="168"/>
                  </a:moveTo>
                  <a:lnTo>
                    <a:pt x="80" y="162"/>
                  </a:lnTo>
                  <a:lnTo>
                    <a:pt x="83" y="157"/>
                  </a:lnTo>
                  <a:lnTo>
                    <a:pt x="82" y="153"/>
                  </a:lnTo>
                  <a:lnTo>
                    <a:pt x="78" y="146"/>
                  </a:lnTo>
                  <a:lnTo>
                    <a:pt x="78" y="139"/>
                  </a:lnTo>
                  <a:lnTo>
                    <a:pt x="76" y="135"/>
                  </a:lnTo>
                  <a:lnTo>
                    <a:pt x="71" y="129"/>
                  </a:lnTo>
                  <a:lnTo>
                    <a:pt x="67" y="124"/>
                  </a:lnTo>
                  <a:lnTo>
                    <a:pt x="67" y="115"/>
                  </a:lnTo>
                  <a:lnTo>
                    <a:pt x="67" y="108"/>
                  </a:lnTo>
                  <a:lnTo>
                    <a:pt x="60" y="95"/>
                  </a:lnTo>
                  <a:lnTo>
                    <a:pt x="54" y="97"/>
                  </a:lnTo>
                  <a:lnTo>
                    <a:pt x="49" y="93"/>
                  </a:lnTo>
                  <a:lnTo>
                    <a:pt x="45" y="86"/>
                  </a:lnTo>
                  <a:lnTo>
                    <a:pt x="38" y="86"/>
                  </a:lnTo>
                  <a:lnTo>
                    <a:pt x="34" y="89"/>
                  </a:lnTo>
                  <a:lnTo>
                    <a:pt x="29" y="89"/>
                  </a:lnTo>
                  <a:lnTo>
                    <a:pt x="27" y="97"/>
                  </a:lnTo>
                  <a:lnTo>
                    <a:pt x="21" y="98"/>
                  </a:lnTo>
                  <a:lnTo>
                    <a:pt x="18" y="97"/>
                  </a:lnTo>
                  <a:lnTo>
                    <a:pt x="14" y="95"/>
                  </a:lnTo>
                  <a:lnTo>
                    <a:pt x="7" y="93"/>
                  </a:lnTo>
                  <a:lnTo>
                    <a:pt x="5" y="86"/>
                  </a:lnTo>
                  <a:lnTo>
                    <a:pt x="3" y="82"/>
                  </a:lnTo>
                  <a:lnTo>
                    <a:pt x="5" y="77"/>
                  </a:lnTo>
                  <a:lnTo>
                    <a:pt x="10" y="69"/>
                  </a:lnTo>
                  <a:lnTo>
                    <a:pt x="10" y="64"/>
                  </a:lnTo>
                  <a:lnTo>
                    <a:pt x="3" y="66"/>
                  </a:lnTo>
                  <a:lnTo>
                    <a:pt x="0" y="64"/>
                  </a:lnTo>
                  <a:lnTo>
                    <a:pt x="0" y="60"/>
                  </a:lnTo>
                  <a:lnTo>
                    <a:pt x="5" y="51"/>
                  </a:lnTo>
                  <a:lnTo>
                    <a:pt x="3" y="44"/>
                  </a:lnTo>
                  <a:lnTo>
                    <a:pt x="10" y="37"/>
                  </a:lnTo>
                  <a:lnTo>
                    <a:pt x="10" y="37"/>
                  </a:lnTo>
                  <a:lnTo>
                    <a:pt x="14" y="37"/>
                  </a:lnTo>
                  <a:lnTo>
                    <a:pt x="21" y="33"/>
                  </a:lnTo>
                  <a:lnTo>
                    <a:pt x="23" y="24"/>
                  </a:lnTo>
                  <a:lnTo>
                    <a:pt x="18" y="7"/>
                  </a:lnTo>
                  <a:lnTo>
                    <a:pt x="20" y="2"/>
                  </a:lnTo>
                  <a:lnTo>
                    <a:pt x="27" y="0"/>
                  </a:lnTo>
                  <a:lnTo>
                    <a:pt x="36" y="7"/>
                  </a:lnTo>
                  <a:lnTo>
                    <a:pt x="36" y="13"/>
                  </a:lnTo>
                  <a:lnTo>
                    <a:pt x="40" y="18"/>
                  </a:lnTo>
                  <a:lnTo>
                    <a:pt x="47" y="22"/>
                  </a:lnTo>
                  <a:lnTo>
                    <a:pt x="49" y="26"/>
                  </a:lnTo>
                  <a:lnTo>
                    <a:pt x="54" y="29"/>
                  </a:lnTo>
                  <a:lnTo>
                    <a:pt x="60" y="24"/>
                  </a:lnTo>
                  <a:lnTo>
                    <a:pt x="67" y="26"/>
                  </a:lnTo>
                  <a:lnTo>
                    <a:pt x="72" y="33"/>
                  </a:lnTo>
                  <a:lnTo>
                    <a:pt x="72" y="42"/>
                  </a:lnTo>
                  <a:lnTo>
                    <a:pt x="69" y="44"/>
                  </a:lnTo>
                  <a:lnTo>
                    <a:pt x="69" y="58"/>
                  </a:lnTo>
                  <a:lnTo>
                    <a:pt x="65" y="62"/>
                  </a:lnTo>
                  <a:lnTo>
                    <a:pt x="58" y="62"/>
                  </a:lnTo>
                  <a:lnTo>
                    <a:pt x="52" y="66"/>
                  </a:lnTo>
                  <a:lnTo>
                    <a:pt x="56" y="73"/>
                  </a:lnTo>
                  <a:lnTo>
                    <a:pt x="65" y="78"/>
                  </a:lnTo>
                  <a:lnTo>
                    <a:pt x="69" y="91"/>
                  </a:lnTo>
                  <a:lnTo>
                    <a:pt x="76" y="100"/>
                  </a:lnTo>
                  <a:lnTo>
                    <a:pt x="82" y="106"/>
                  </a:lnTo>
                  <a:lnTo>
                    <a:pt x="82" y="111"/>
                  </a:lnTo>
                  <a:lnTo>
                    <a:pt x="87" y="119"/>
                  </a:lnTo>
                  <a:lnTo>
                    <a:pt x="94" y="122"/>
                  </a:lnTo>
                  <a:lnTo>
                    <a:pt x="98" y="129"/>
                  </a:lnTo>
                  <a:lnTo>
                    <a:pt x="100" y="137"/>
                  </a:lnTo>
                  <a:lnTo>
                    <a:pt x="107" y="140"/>
                  </a:lnTo>
                  <a:lnTo>
                    <a:pt x="107" y="148"/>
                  </a:lnTo>
                  <a:lnTo>
                    <a:pt x="109" y="159"/>
                  </a:lnTo>
                  <a:lnTo>
                    <a:pt x="107" y="164"/>
                  </a:lnTo>
                  <a:lnTo>
                    <a:pt x="100" y="166"/>
                  </a:lnTo>
                  <a:lnTo>
                    <a:pt x="96" y="162"/>
                  </a:lnTo>
                  <a:lnTo>
                    <a:pt x="92" y="160"/>
                  </a:lnTo>
                  <a:lnTo>
                    <a:pt x="87" y="166"/>
                  </a:lnTo>
                  <a:lnTo>
                    <a:pt x="87" y="175"/>
                  </a:lnTo>
                  <a:lnTo>
                    <a:pt x="83" y="175"/>
                  </a:lnTo>
                  <a:lnTo>
                    <a:pt x="78" y="170"/>
                  </a:lnTo>
                  <a:lnTo>
                    <a:pt x="76" y="168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66" name="Freeform 249">
              <a:extLst>
                <a:ext uri="{FF2B5EF4-FFF2-40B4-BE49-F238E27FC236}">
                  <a16:creationId xmlns:a16="http://schemas.microsoft.com/office/drawing/2014/main" id="{42DA223D-E426-453A-B822-64098A7047D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89991" y="2736438"/>
              <a:ext cx="256560" cy="124572"/>
            </a:xfrm>
            <a:custGeom>
              <a:avLst/>
              <a:gdLst>
                <a:gd name="T0" fmla="*/ 47 w 173"/>
                <a:gd name="T1" fmla="*/ 84 h 84"/>
                <a:gd name="T2" fmla="*/ 38 w 173"/>
                <a:gd name="T3" fmla="*/ 84 h 84"/>
                <a:gd name="T4" fmla="*/ 31 w 173"/>
                <a:gd name="T5" fmla="*/ 82 h 84"/>
                <a:gd name="T6" fmla="*/ 20 w 173"/>
                <a:gd name="T7" fmla="*/ 82 h 84"/>
                <a:gd name="T8" fmla="*/ 5 w 173"/>
                <a:gd name="T9" fmla="*/ 78 h 84"/>
                <a:gd name="T10" fmla="*/ 18 w 173"/>
                <a:gd name="T11" fmla="*/ 65 h 84"/>
                <a:gd name="T12" fmla="*/ 22 w 173"/>
                <a:gd name="T13" fmla="*/ 67 h 84"/>
                <a:gd name="T14" fmla="*/ 25 w 173"/>
                <a:gd name="T15" fmla="*/ 65 h 84"/>
                <a:gd name="T16" fmla="*/ 29 w 173"/>
                <a:gd name="T17" fmla="*/ 63 h 84"/>
                <a:gd name="T18" fmla="*/ 38 w 173"/>
                <a:gd name="T19" fmla="*/ 65 h 84"/>
                <a:gd name="T20" fmla="*/ 51 w 173"/>
                <a:gd name="T21" fmla="*/ 51 h 84"/>
                <a:gd name="T22" fmla="*/ 45 w 173"/>
                <a:gd name="T23" fmla="*/ 47 h 84"/>
                <a:gd name="T24" fmla="*/ 35 w 173"/>
                <a:gd name="T25" fmla="*/ 42 h 84"/>
                <a:gd name="T26" fmla="*/ 31 w 173"/>
                <a:gd name="T27" fmla="*/ 36 h 84"/>
                <a:gd name="T28" fmla="*/ 24 w 173"/>
                <a:gd name="T29" fmla="*/ 38 h 84"/>
                <a:gd name="T30" fmla="*/ 16 w 173"/>
                <a:gd name="T31" fmla="*/ 33 h 84"/>
                <a:gd name="T32" fmla="*/ 22 w 173"/>
                <a:gd name="T33" fmla="*/ 29 h 84"/>
                <a:gd name="T34" fmla="*/ 29 w 173"/>
                <a:gd name="T35" fmla="*/ 18 h 84"/>
                <a:gd name="T36" fmla="*/ 20 w 173"/>
                <a:gd name="T37" fmla="*/ 18 h 84"/>
                <a:gd name="T38" fmla="*/ 33 w 173"/>
                <a:gd name="T39" fmla="*/ 7 h 84"/>
                <a:gd name="T40" fmla="*/ 55 w 173"/>
                <a:gd name="T41" fmla="*/ 12 h 84"/>
                <a:gd name="T42" fmla="*/ 62 w 173"/>
                <a:gd name="T43" fmla="*/ 16 h 84"/>
                <a:gd name="T44" fmla="*/ 67 w 173"/>
                <a:gd name="T45" fmla="*/ 11 h 84"/>
                <a:gd name="T46" fmla="*/ 73 w 173"/>
                <a:gd name="T47" fmla="*/ 5 h 84"/>
                <a:gd name="T48" fmla="*/ 82 w 173"/>
                <a:gd name="T49" fmla="*/ 2 h 84"/>
                <a:gd name="T50" fmla="*/ 89 w 173"/>
                <a:gd name="T51" fmla="*/ 7 h 84"/>
                <a:gd name="T52" fmla="*/ 96 w 173"/>
                <a:gd name="T53" fmla="*/ 9 h 84"/>
                <a:gd name="T54" fmla="*/ 109 w 173"/>
                <a:gd name="T55" fmla="*/ 2 h 84"/>
                <a:gd name="T56" fmla="*/ 133 w 173"/>
                <a:gd name="T57" fmla="*/ 0 h 84"/>
                <a:gd name="T58" fmla="*/ 146 w 173"/>
                <a:gd name="T59" fmla="*/ 2 h 84"/>
                <a:gd name="T60" fmla="*/ 158 w 173"/>
                <a:gd name="T61" fmla="*/ 9 h 84"/>
                <a:gd name="T62" fmla="*/ 173 w 173"/>
                <a:gd name="T63" fmla="*/ 14 h 84"/>
                <a:gd name="T64" fmla="*/ 157 w 173"/>
                <a:gd name="T65" fmla="*/ 25 h 84"/>
                <a:gd name="T66" fmla="*/ 146 w 173"/>
                <a:gd name="T67" fmla="*/ 33 h 84"/>
                <a:gd name="T68" fmla="*/ 142 w 173"/>
                <a:gd name="T69" fmla="*/ 38 h 84"/>
                <a:gd name="T70" fmla="*/ 122 w 173"/>
                <a:gd name="T71" fmla="*/ 43 h 84"/>
                <a:gd name="T72" fmla="*/ 115 w 173"/>
                <a:gd name="T73" fmla="*/ 53 h 84"/>
                <a:gd name="T74" fmla="*/ 113 w 173"/>
                <a:gd name="T75" fmla="*/ 62 h 84"/>
                <a:gd name="T76" fmla="*/ 98 w 173"/>
                <a:gd name="T77" fmla="*/ 65 h 84"/>
                <a:gd name="T78" fmla="*/ 91 w 173"/>
                <a:gd name="T79" fmla="*/ 71 h 84"/>
                <a:gd name="T80" fmla="*/ 86 w 173"/>
                <a:gd name="T81" fmla="*/ 62 h 84"/>
                <a:gd name="T82" fmla="*/ 76 w 173"/>
                <a:gd name="T83" fmla="*/ 67 h 84"/>
                <a:gd name="T84" fmla="*/ 69 w 173"/>
                <a:gd name="T85" fmla="*/ 74 h 84"/>
                <a:gd name="T86" fmla="*/ 58 w 173"/>
                <a:gd name="T87" fmla="*/ 82 h 84"/>
                <a:gd name="T88" fmla="*/ 146 w 173"/>
                <a:gd name="T89" fmla="*/ 5 h 84"/>
                <a:gd name="T90" fmla="*/ 137 w 173"/>
                <a:gd name="T91" fmla="*/ 16 h 84"/>
                <a:gd name="T92" fmla="*/ 118 w 173"/>
                <a:gd name="T93" fmla="*/ 9 h 84"/>
                <a:gd name="T94" fmla="*/ 137 w 173"/>
                <a:gd name="T95" fmla="*/ 5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73" h="84">
                  <a:moveTo>
                    <a:pt x="58" y="82"/>
                  </a:moveTo>
                  <a:lnTo>
                    <a:pt x="58" y="82"/>
                  </a:lnTo>
                  <a:lnTo>
                    <a:pt x="53" y="82"/>
                  </a:lnTo>
                  <a:lnTo>
                    <a:pt x="47" y="84"/>
                  </a:lnTo>
                  <a:lnTo>
                    <a:pt x="47" y="84"/>
                  </a:lnTo>
                  <a:lnTo>
                    <a:pt x="42" y="84"/>
                  </a:lnTo>
                  <a:lnTo>
                    <a:pt x="38" y="84"/>
                  </a:lnTo>
                  <a:lnTo>
                    <a:pt x="38" y="84"/>
                  </a:lnTo>
                  <a:lnTo>
                    <a:pt x="35" y="84"/>
                  </a:lnTo>
                  <a:lnTo>
                    <a:pt x="33" y="84"/>
                  </a:lnTo>
                  <a:lnTo>
                    <a:pt x="31" y="82"/>
                  </a:lnTo>
                  <a:lnTo>
                    <a:pt x="31" y="82"/>
                  </a:lnTo>
                  <a:lnTo>
                    <a:pt x="29" y="80"/>
                  </a:lnTo>
                  <a:lnTo>
                    <a:pt x="27" y="80"/>
                  </a:lnTo>
                  <a:lnTo>
                    <a:pt x="20" y="82"/>
                  </a:lnTo>
                  <a:lnTo>
                    <a:pt x="20" y="82"/>
                  </a:lnTo>
                  <a:lnTo>
                    <a:pt x="18" y="82"/>
                  </a:lnTo>
                  <a:lnTo>
                    <a:pt x="16" y="80"/>
                  </a:lnTo>
                  <a:lnTo>
                    <a:pt x="16" y="78"/>
                  </a:lnTo>
                  <a:lnTo>
                    <a:pt x="5" y="78"/>
                  </a:lnTo>
                  <a:lnTo>
                    <a:pt x="0" y="71"/>
                  </a:lnTo>
                  <a:lnTo>
                    <a:pt x="9" y="67"/>
                  </a:lnTo>
                  <a:lnTo>
                    <a:pt x="14" y="71"/>
                  </a:lnTo>
                  <a:lnTo>
                    <a:pt x="18" y="65"/>
                  </a:lnTo>
                  <a:lnTo>
                    <a:pt x="18" y="65"/>
                  </a:lnTo>
                  <a:lnTo>
                    <a:pt x="20" y="65"/>
                  </a:lnTo>
                  <a:lnTo>
                    <a:pt x="22" y="67"/>
                  </a:lnTo>
                  <a:lnTo>
                    <a:pt x="22" y="67"/>
                  </a:lnTo>
                  <a:lnTo>
                    <a:pt x="22" y="69"/>
                  </a:lnTo>
                  <a:lnTo>
                    <a:pt x="24" y="71"/>
                  </a:lnTo>
                  <a:lnTo>
                    <a:pt x="25" y="69"/>
                  </a:lnTo>
                  <a:lnTo>
                    <a:pt x="25" y="65"/>
                  </a:lnTo>
                  <a:lnTo>
                    <a:pt x="25" y="65"/>
                  </a:lnTo>
                  <a:lnTo>
                    <a:pt x="25" y="63"/>
                  </a:lnTo>
                  <a:lnTo>
                    <a:pt x="27" y="63"/>
                  </a:lnTo>
                  <a:lnTo>
                    <a:pt x="29" y="63"/>
                  </a:lnTo>
                  <a:lnTo>
                    <a:pt x="29" y="63"/>
                  </a:lnTo>
                  <a:lnTo>
                    <a:pt x="31" y="63"/>
                  </a:lnTo>
                  <a:lnTo>
                    <a:pt x="38" y="65"/>
                  </a:lnTo>
                  <a:lnTo>
                    <a:pt x="38" y="65"/>
                  </a:lnTo>
                  <a:lnTo>
                    <a:pt x="42" y="63"/>
                  </a:lnTo>
                  <a:lnTo>
                    <a:pt x="45" y="58"/>
                  </a:lnTo>
                  <a:lnTo>
                    <a:pt x="51" y="51"/>
                  </a:lnTo>
                  <a:lnTo>
                    <a:pt x="51" y="51"/>
                  </a:lnTo>
                  <a:lnTo>
                    <a:pt x="53" y="49"/>
                  </a:lnTo>
                  <a:lnTo>
                    <a:pt x="53" y="49"/>
                  </a:lnTo>
                  <a:lnTo>
                    <a:pt x="51" y="4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40" y="43"/>
                  </a:lnTo>
                  <a:lnTo>
                    <a:pt x="35" y="42"/>
                  </a:lnTo>
                  <a:lnTo>
                    <a:pt x="35" y="42"/>
                  </a:lnTo>
                  <a:lnTo>
                    <a:pt x="31" y="42"/>
                  </a:lnTo>
                  <a:lnTo>
                    <a:pt x="31" y="38"/>
                  </a:lnTo>
                  <a:lnTo>
                    <a:pt x="31" y="38"/>
                  </a:lnTo>
                  <a:lnTo>
                    <a:pt x="31" y="36"/>
                  </a:lnTo>
                  <a:lnTo>
                    <a:pt x="31" y="36"/>
                  </a:lnTo>
                  <a:lnTo>
                    <a:pt x="25" y="38"/>
                  </a:lnTo>
                  <a:lnTo>
                    <a:pt x="25" y="38"/>
                  </a:lnTo>
                  <a:lnTo>
                    <a:pt x="24" y="38"/>
                  </a:lnTo>
                  <a:lnTo>
                    <a:pt x="22" y="36"/>
                  </a:lnTo>
                  <a:lnTo>
                    <a:pt x="20" y="34"/>
                  </a:lnTo>
                  <a:lnTo>
                    <a:pt x="16" y="33"/>
                  </a:lnTo>
                  <a:lnTo>
                    <a:pt x="16" y="33"/>
                  </a:lnTo>
                  <a:lnTo>
                    <a:pt x="14" y="33"/>
                  </a:lnTo>
                  <a:lnTo>
                    <a:pt x="16" y="31"/>
                  </a:lnTo>
                  <a:lnTo>
                    <a:pt x="22" y="29"/>
                  </a:lnTo>
                  <a:lnTo>
                    <a:pt x="22" y="29"/>
                  </a:lnTo>
                  <a:lnTo>
                    <a:pt x="27" y="23"/>
                  </a:lnTo>
                  <a:lnTo>
                    <a:pt x="27" y="23"/>
                  </a:lnTo>
                  <a:lnTo>
                    <a:pt x="29" y="20"/>
                  </a:lnTo>
                  <a:lnTo>
                    <a:pt x="29" y="18"/>
                  </a:lnTo>
                  <a:lnTo>
                    <a:pt x="27" y="16"/>
                  </a:lnTo>
                  <a:lnTo>
                    <a:pt x="27" y="16"/>
                  </a:lnTo>
                  <a:lnTo>
                    <a:pt x="25" y="16"/>
                  </a:lnTo>
                  <a:lnTo>
                    <a:pt x="20" y="18"/>
                  </a:lnTo>
                  <a:lnTo>
                    <a:pt x="20" y="18"/>
                  </a:lnTo>
                  <a:lnTo>
                    <a:pt x="24" y="12"/>
                  </a:lnTo>
                  <a:lnTo>
                    <a:pt x="29" y="9"/>
                  </a:lnTo>
                  <a:lnTo>
                    <a:pt x="33" y="7"/>
                  </a:lnTo>
                  <a:lnTo>
                    <a:pt x="45" y="7"/>
                  </a:lnTo>
                  <a:lnTo>
                    <a:pt x="45" y="7"/>
                  </a:lnTo>
                  <a:lnTo>
                    <a:pt x="49" y="9"/>
                  </a:lnTo>
                  <a:lnTo>
                    <a:pt x="55" y="12"/>
                  </a:lnTo>
                  <a:lnTo>
                    <a:pt x="60" y="16"/>
                  </a:lnTo>
                  <a:lnTo>
                    <a:pt x="62" y="16"/>
                  </a:lnTo>
                  <a:lnTo>
                    <a:pt x="62" y="16"/>
                  </a:lnTo>
                  <a:lnTo>
                    <a:pt x="62" y="16"/>
                  </a:lnTo>
                  <a:lnTo>
                    <a:pt x="62" y="14"/>
                  </a:lnTo>
                  <a:lnTo>
                    <a:pt x="64" y="12"/>
                  </a:lnTo>
                  <a:lnTo>
                    <a:pt x="67" y="11"/>
                  </a:lnTo>
                  <a:lnTo>
                    <a:pt x="67" y="11"/>
                  </a:lnTo>
                  <a:lnTo>
                    <a:pt x="69" y="7"/>
                  </a:lnTo>
                  <a:lnTo>
                    <a:pt x="71" y="5"/>
                  </a:lnTo>
                  <a:lnTo>
                    <a:pt x="73" y="5"/>
                  </a:lnTo>
                  <a:lnTo>
                    <a:pt x="73" y="5"/>
                  </a:lnTo>
                  <a:lnTo>
                    <a:pt x="75" y="5"/>
                  </a:lnTo>
                  <a:lnTo>
                    <a:pt x="82" y="2"/>
                  </a:lnTo>
                  <a:lnTo>
                    <a:pt x="82" y="2"/>
                  </a:lnTo>
                  <a:lnTo>
                    <a:pt x="82" y="2"/>
                  </a:lnTo>
                  <a:lnTo>
                    <a:pt x="84" y="3"/>
                  </a:lnTo>
                  <a:lnTo>
                    <a:pt x="86" y="5"/>
                  </a:lnTo>
                  <a:lnTo>
                    <a:pt x="89" y="7"/>
                  </a:lnTo>
                  <a:lnTo>
                    <a:pt x="89" y="7"/>
                  </a:lnTo>
                  <a:lnTo>
                    <a:pt x="91" y="7"/>
                  </a:lnTo>
                  <a:lnTo>
                    <a:pt x="93" y="9"/>
                  </a:lnTo>
                  <a:lnTo>
                    <a:pt x="93" y="9"/>
                  </a:lnTo>
                  <a:lnTo>
                    <a:pt x="96" y="9"/>
                  </a:lnTo>
                  <a:lnTo>
                    <a:pt x="96" y="9"/>
                  </a:lnTo>
                  <a:lnTo>
                    <a:pt x="100" y="7"/>
                  </a:lnTo>
                  <a:lnTo>
                    <a:pt x="106" y="5"/>
                  </a:lnTo>
                  <a:lnTo>
                    <a:pt x="109" y="2"/>
                  </a:lnTo>
                  <a:lnTo>
                    <a:pt x="113" y="2"/>
                  </a:lnTo>
                  <a:lnTo>
                    <a:pt x="113" y="2"/>
                  </a:lnTo>
                  <a:lnTo>
                    <a:pt x="122" y="2"/>
                  </a:lnTo>
                  <a:lnTo>
                    <a:pt x="133" y="0"/>
                  </a:lnTo>
                  <a:lnTo>
                    <a:pt x="133" y="0"/>
                  </a:lnTo>
                  <a:lnTo>
                    <a:pt x="140" y="0"/>
                  </a:lnTo>
                  <a:lnTo>
                    <a:pt x="146" y="2"/>
                  </a:lnTo>
                  <a:lnTo>
                    <a:pt x="146" y="2"/>
                  </a:lnTo>
                  <a:lnTo>
                    <a:pt x="153" y="3"/>
                  </a:lnTo>
                  <a:lnTo>
                    <a:pt x="157" y="7"/>
                  </a:lnTo>
                  <a:lnTo>
                    <a:pt x="157" y="7"/>
                  </a:lnTo>
                  <a:lnTo>
                    <a:pt x="158" y="9"/>
                  </a:lnTo>
                  <a:lnTo>
                    <a:pt x="162" y="9"/>
                  </a:lnTo>
                  <a:lnTo>
                    <a:pt x="166" y="11"/>
                  </a:lnTo>
                  <a:lnTo>
                    <a:pt x="173" y="14"/>
                  </a:lnTo>
                  <a:lnTo>
                    <a:pt x="173" y="14"/>
                  </a:lnTo>
                  <a:lnTo>
                    <a:pt x="168" y="18"/>
                  </a:lnTo>
                  <a:lnTo>
                    <a:pt x="160" y="22"/>
                  </a:lnTo>
                  <a:lnTo>
                    <a:pt x="160" y="22"/>
                  </a:lnTo>
                  <a:lnTo>
                    <a:pt x="157" y="25"/>
                  </a:lnTo>
                  <a:lnTo>
                    <a:pt x="153" y="29"/>
                  </a:lnTo>
                  <a:lnTo>
                    <a:pt x="153" y="29"/>
                  </a:lnTo>
                  <a:lnTo>
                    <a:pt x="149" y="31"/>
                  </a:lnTo>
                  <a:lnTo>
                    <a:pt x="146" y="33"/>
                  </a:lnTo>
                  <a:lnTo>
                    <a:pt x="146" y="33"/>
                  </a:lnTo>
                  <a:lnTo>
                    <a:pt x="142" y="36"/>
                  </a:lnTo>
                  <a:lnTo>
                    <a:pt x="142" y="38"/>
                  </a:lnTo>
                  <a:lnTo>
                    <a:pt x="142" y="38"/>
                  </a:lnTo>
                  <a:lnTo>
                    <a:pt x="142" y="40"/>
                  </a:lnTo>
                  <a:lnTo>
                    <a:pt x="138" y="42"/>
                  </a:lnTo>
                  <a:lnTo>
                    <a:pt x="131" y="42"/>
                  </a:lnTo>
                  <a:lnTo>
                    <a:pt x="122" y="43"/>
                  </a:lnTo>
                  <a:lnTo>
                    <a:pt x="118" y="45"/>
                  </a:lnTo>
                  <a:lnTo>
                    <a:pt x="117" y="49"/>
                  </a:lnTo>
                  <a:lnTo>
                    <a:pt x="117" y="49"/>
                  </a:lnTo>
                  <a:lnTo>
                    <a:pt x="115" y="53"/>
                  </a:lnTo>
                  <a:lnTo>
                    <a:pt x="115" y="56"/>
                  </a:lnTo>
                  <a:lnTo>
                    <a:pt x="115" y="60"/>
                  </a:lnTo>
                  <a:lnTo>
                    <a:pt x="113" y="62"/>
                  </a:lnTo>
                  <a:lnTo>
                    <a:pt x="113" y="62"/>
                  </a:lnTo>
                  <a:lnTo>
                    <a:pt x="109" y="63"/>
                  </a:lnTo>
                  <a:lnTo>
                    <a:pt x="106" y="65"/>
                  </a:lnTo>
                  <a:lnTo>
                    <a:pt x="98" y="65"/>
                  </a:lnTo>
                  <a:lnTo>
                    <a:pt x="98" y="65"/>
                  </a:lnTo>
                  <a:lnTo>
                    <a:pt x="95" y="69"/>
                  </a:lnTo>
                  <a:lnTo>
                    <a:pt x="93" y="69"/>
                  </a:lnTo>
                  <a:lnTo>
                    <a:pt x="91" y="71"/>
                  </a:lnTo>
                  <a:lnTo>
                    <a:pt x="91" y="71"/>
                  </a:lnTo>
                  <a:lnTo>
                    <a:pt x="89" y="69"/>
                  </a:lnTo>
                  <a:lnTo>
                    <a:pt x="87" y="65"/>
                  </a:lnTo>
                  <a:lnTo>
                    <a:pt x="87" y="63"/>
                  </a:lnTo>
                  <a:lnTo>
                    <a:pt x="86" y="62"/>
                  </a:lnTo>
                  <a:lnTo>
                    <a:pt x="86" y="62"/>
                  </a:lnTo>
                  <a:lnTo>
                    <a:pt x="82" y="62"/>
                  </a:lnTo>
                  <a:lnTo>
                    <a:pt x="80" y="63"/>
                  </a:lnTo>
                  <a:lnTo>
                    <a:pt x="76" y="67"/>
                  </a:lnTo>
                  <a:lnTo>
                    <a:pt x="76" y="67"/>
                  </a:lnTo>
                  <a:lnTo>
                    <a:pt x="73" y="71"/>
                  </a:lnTo>
                  <a:lnTo>
                    <a:pt x="69" y="74"/>
                  </a:lnTo>
                  <a:lnTo>
                    <a:pt x="69" y="74"/>
                  </a:lnTo>
                  <a:lnTo>
                    <a:pt x="64" y="76"/>
                  </a:lnTo>
                  <a:lnTo>
                    <a:pt x="64" y="76"/>
                  </a:lnTo>
                  <a:lnTo>
                    <a:pt x="58" y="82"/>
                  </a:lnTo>
                  <a:lnTo>
                    <a:pt x="58" y="82"/>
                  </a:lnTo>
                  <a:close/>
                  <a:moveTo>
                    <a:pt x="140" y="2"/>
                  </a:moveTo>
                  <a:lnTo>
                    <a:pt x="140" y="2"/>
                  </a:lnTo>
                  <a:lnTo>
                    <a:pt x="144" y="3"/>
                  </a:lnTo>
                  <a:lnTo>
                    <a:pt x="146" y="5"/>
                  </a:lnTo>
                  <a:lnTo>
                    <a:pt x="144" y="9"/>
                  </a:lnTo>
                  <a:lnTo>
                    <a:pt x="138" y="14"/>
                  </a:lnTo>
                  <a:lnTo>
                    <a:pt x="137" y="16"/>
                  </a:lnTo>
                  <a:lnTo>
                    <a:pt x="137" y="16"/>
                  </a:lnTo>
                  <a:lnTo>
                    <a:pt x="129" y="18"/>
                  </a:lnTo>
                  <a:lnTo>
                    <a:pt x="122" y="16"/>
                  </a:lnTo>
                  <a:lnTo>
                    <a:pt x="118" y="9"/>
                  </a:lnTo>
                  <a:lnTo>
                    <a:pt x="118" y="9"/>
                  </a:lnTo>
                  <a:lnTo>
                    <a:pt x="127" y="9"/>
                  </a:lnTo>
                  <a:lnTo>
                    <a:pt x="137" y="7"/>
                  </a:lnTo>
                  <a:lnTo>
                    <a:pt x="137" y="7"/>
                  </a:lnTo>
                  <a:lnTo>
                    <a:pt x="137" y="5"/>
                  </a:lnTo>
                  <a:lnTo>
                    <a:pt x="138" y="3"/>
                  </a:lnTo>
                  <a:lnTo>
                    <a:pt x="140" y="2"/>
                  </a:lnTo>
                  <a:lnTo>
                    <a:pt x="140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67" name="Freeform 250">
              <a:extLst>
                <a:ext uri="{FF2B5EF4-FFF2-40B4-BE49-F238E27FC236}">
                  <a16:creationId xmlns:a16="http://schemas.microsoft.com/office/drawing/2014/main" id="{5F9B8E78-E7B9-4FF5-BC07-56E14BA19B0C}"/>
                </a:ext>
              </a:extLst>
            </p:cNvPr>
            <p:cNvSpPr>
              <a:spLocks/>
            </p:cNvSpPr>
            <p:nvPr/>
          </p:nvSpPr>
          <p:spPr bwMode="auto">
            <a:xfrm>
              <a:off x="6638313" y="3144265"/>
              <a:ext cx="62286" cy="50422"/>
            </a:xfrm>
            <a:custGeom>
              <a:avLst/>
              <a:gdLst>
                <a:gd name="T0" fmla="*/ 40 w 42"/>
                <a:gd name="T1" fmla="*/ 33 h 34"/>
                <a:gd name="T2" fmla="*/ 40 w 42"/>
                <a:gd name="T3" fmla="*/ 33 h 34"/>
                <a:gd name="T4" fmla="*/ 37 w 42"/>
                <a:gd name="T5" fmla="*/ 27 h 34"/>
                <a:gd name="T6" fmla="*/ 31 w 42"/>
                <a:gd name="T7" fmla="*/ 20 h 34"/>
                <a:gd name="T8" fmla="*/ 31 w 42"/>
                <a:gd name="T9" fmla="*/ 20 h 34"/>
                <a:gd name="T10" fmla="*/ 33 w 42"/>
                <a:gd name="T11" fmla="*/ 18 h 34"/>
                <a:gd name="T12" fmla="*/ 33 w 42"/>
                <a:gd name="T13" fmla="*/ 16 h 34"/>
                <a:gd name="T14" fmla="*/ 33 w 42"/>
                <a:gd name="T15" fmla="*/ 9 h 34"/>
                <a:gd name="T16" fmla="*/ 33 w 42"/>
                <a:gd name="T17" fmla="*/ 9 h 34"/>
                <a:gd name="T18" fmla="*/ 40 w 42"/>
                <a:gd name="T19" fmla="*/ 9 h 34"/>
                <a:gd name="T20" fmla="*/ 42 w 42"/>
                <a:gd name="T21" fmla="*/ 9 h 34"/>
                <a:gd name="T22" fmla="*/ 42 w 42"/>
                <a:gd name="T23" fmla="*/ 7 h 34"/>
                <a:gd name="T24" fmla="*/ 37 w 42"/>
                <a:gd name="T25" fmla="*/ 0 h 34"/>
                <a:gd name="T26" fmla="*/ 37 w 42"/>
                <a:gd name="T27" fmla="*/ 0 h 34"/>
                <a:gd name="T28" fmla="*/ 33 w 42"/>
                <a:gd name="T29" fmla="*/ 0 h 34"/>
                <a:gd name="T30" fmla="*/ 28 w 42"/>
                <a:gd name="T31" fmla="*/ 0 h 34"/>
                <a:gd name="T32" fmla="*/ 28 w 42"/>
                <a:gd name="T33" fmla="*/ 0 h 34"/>
                <a:gd name="T34" fmla="*/ 24 w 42"/>
                <a:gd name="T35" fmla="*/ 0 h 34"/>
                <a:gd name="T36" fmla="*/ 22 w 42"/>
                <a:gd name="T37" fmla="*/ 3 h 34"/>
                <a:gd name="T38" fmla="*/ 15 w 42"/>
                <a:gd name="T39" fmla="*/ 11 h 34"/>
                <a:gd name="T40" fmla="*/ 15 w 42"/>
                <a:gd name="T41" fmla="*/ 11 h 34"/>
                <a:gd name="T42" fmla="*/ 7 w 42"/>
                <a:gd name="T43" fmla="*/ 20 h 34"/>
                <a:gd name="T44" fmla="*/ 0 w 42"/>
                <a:gd name="T45" fmla="*/ 23 h 34"/>
                <a:gd name="T46" fmla="*/ 24 w 42"/>
                <a:gd name="T47" fmla="*/ 27 h 34"/>
                <a:gd name="T48" fmla="*/ 26 w 42"/>
                <a:gd name="T49" fmla="*/ 34 h 34"/>
                <a:gd name="T50" fmla="*/ 40 w 42"/>
                <a:gd name="T51" fmla="*/ 33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2" h="34">
                  <a:moveTo>
                    <a:pt x="40" y="33"/>
                  </a:moveTo>
                  <a:lnTo>
                    <a:pt x="40" y="33"/>
                  </a:lnTo>
                  <a:lnTo>
                    <a:pt x="37" y="27"/>
                  </a:lnTo>
                  <a:lnTo>
                    <a:pt x="31" y="20"/>
                  </a:lnTo>
                  <a:lnTo>
                    <a:pt x="31" y="20"/>
                  </a:lnTo>
                  <a:lnTo>
                    <a:pt x="33" y="18"/>
                  </a:lnTo>
                  <a:lnTo>
                    <a:pt x="33" y="16"/>
                  </a:lnTo>
                  <a:lnTo>
                    <a:pt x="33" y="9"/>
                  </a:lnTo>
                  <a:lnTo>
                    <a:pt x="33" y="9"/>
                  </a:lnTo>
                  <a:lnTo>
                    <a:pt x="40" y="9"/>
                  </a:lnTo>
                  <a:lnTo>
                    <a:pt x="42" y="9"/>
                  </a:lnTo>
                  <a:lnTo>
                    <a:pt x="42" y="7"/>
                  </a:lnTo>
                  <a:lnTo>
                    <a:pt x="37" y="0"/>
                  </a:lnTo>
                  <a:lnTo>
                    <a:pt x="37" y="0"/>
                  </a:lnTo>
                  <a:lnTo>
                    <a:pt x="33" y="0"/>
                  </a:lnTo>
                  <a:lnTo>
                    <a:pt x="28" y="0"/>
                  </a:lnTo>
                  <a:lnTo>
                    <a:pt x="28" y="0"/>
                  </a:lnTo>
                  <a:lnTo>
                    <a:pt x="24" y="0"/>
                  </a:lnTo>
                  <a:lnTo>
                    <a:pt x="22" y="3"/>
                  </a:lnTo>
                  <a:lnTo>
                    <a:pt x="15" y="11"/>
                  </a:lnTo>
                  <a:lnTo>
                    <a:pt x="15" y="11"/>
                  </a:lnTo>
                  <a:lnTo>
                    <a:pt x="7" y="20"/>
                  </a:lnTo>
                  <a:lnTo>
                    <a:pt x="0" y="23"/>
                  </a:lnTo>
                  <a:lnTo>
                    <a:pt x="24" y="27"/>
                  </a:lnTo>
                  <a:lnTo>
                    <a:pt x="26" y="34"/>
                  </a:lnTo>
                  <a:lnTo>
                    <a:pt x="40" y="3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68" name="Freeform 251">
              <a:extLst>
                <a:ext uri="{FF2B5EF4-FFF2-40B4-BE49-F238E27FC236}">
                  <a16:creationId xmlns:a16="http://schemas.microsoft.com/office/drawing/2014/main" id="{34E16C5C-1AA3-4EF9-846F-63BDC06321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58025" y="3916909"/>
              <a:ext cx="204655" cy="269907"/>
            </a:xfrm>
            <a:custGeom>
              <a:avLst/>
              <a:gdLst>
                <a:gd name="T0" fmla="*/ 5 w 138"/>
                <a:gd name="T1" fmla="*/ 109 h 182"/>
                <a:gd name="T2" fmla="*/ 12 w 138"/>
                <a:gd name="T3" fmla="*/ 105 h 182"/>
                <a:gd name="T4" fmla="*/ 5 w 138"/>
                <a:gd name="T5" fmla="*/ 127 h 182"/>
                <a:gd name="T6" fmla="*/ 60 w 138"/>
                <a:gd name="T7" fmla="*/ 155 h 182"/>
                <a:gd name="T8" fmla="*/ 60 w 138"/>
                <a:gd name="T9" fmla="*/ 166 h 182"/>
                <a:gd name="T10" fmla="*/ 63 w 138"/>
                <a:gd name="T11" fmla="*/ 167 h 182"/>
                <a:gd name="T12" fmla="*/ 85 w 138"/>
                <a:gd name="T13" fmla="*/ 182 h 182"/>
                <a:gd name="T14" fmla="*/ 85 w 138"/>
                <a:gd name="T15" fmla="*/ 169 h 182"/>
                <a:gd name="T16" fmla="*/ 91 w 138"/>
                <a:gd name="T17" fmla="*/ 162 h 182"/>
                <a:gd name="T18" fmla="*/ 93 w 138"/>
                <a:gd name="T19" fmla="*/ 157 h 182"/>
                <a:gd name="T20" fmla="*/ 105 w 138"/>
                <a:gd name="T21" fmla="*/ 151 h 182"/>
                <a:gd name="T22" fmla="*/ 109 w 138"/>
                <a:gd name="T23" fmla="*/ 140 h 182"/>
                <a:gd name="T24" fmla="*/ 113 w 138"/>
                <a:gd name="T25" fmla="*/ 136 h 182"/>
                <a:gd name="T26" fmla="*/ 120 w 138"/>
                <a:gd name="T27" fmla="*/ 135 h 182"/>
                <a:gd name="T28" fmla="*/ 120 w 138"/>
                <a:gd name="T29" fmla="*/ 126 h 182"/>
                <a:gd name="T30" fmla="*/ 127 w 138"/>
                <a:gd name="T31" fmla="*/ 118 h 182"/>
                <a:gd name="T32" fmla="*/ 129 w 138"/>
                <a:gd name="T33" fmla="*/ 107 h 182"/>
                <a:gd name="T34" fmla="*/ 129 w 138"/>
                <a:gd name="T35" fmla="*/ 25 h 182"/>
                <a:gd name="T36" fmla="*/ 131 w 138"/>
                <a:gd name="T37" fmla="*/ 5 h 182"/>
                <a:gd name="T38" fmla="*/ 120 w 138"/>
                <a:gd name="T39" fmla="*/ 5 h 182"/>
                <a:gd name="T40" fmla="*/ 116 w 138"/>
                <a:gd name="T41" fmla="*/ 0 h 182"/>
                <a:gd name="T42" fmla="*/ 109 w 138"/>
                <a:gd name="T43" fmla="*/ 5 h 182"/>
                <a:gd name="T44" fmla="*/ 104 w 138"/>
                <a:gd name="T45" fmla="*/ 3 h 182"/>
                <a:gd name="T46" fmla="*/ 100 w 138"/>
                <a:gd name="T47" fmla="*/ 11 h 182"/>
                <a:gd name="T48" fmla="*/ 85 w 138"/>
                <a:gd name="T49" fmla="*/ 11 h 182"/>
                <a:gd name="T50" fmla="*/ 78 w 138"/>
                <a:gd name="T51" fmla="*/ 7 h 182"/>
                <a:gd name="T52" fmla="*/ 69 w 138"/>
                <a:gd name="T53" fmla="*/ 7 h 182"/>
                <a:gd name="T54" fmla="*/ 58 w 138"/>
                <a:gd name="T55" fmla="*/ 7 h 182"/>
                <a:gd name="T56" fmla="*/ 51 w 138"/>
                <a:gd name="T57" fmla="*/ 7 h 182"/>
                <a:gd name="T58" fmla="*/ 34 w 138"/>
                <a:gd name="T59" fmla="*/ 7 h 182"/>
                <a:gd name="T60" fmla="*/ 18 w 138"/>
                <a:gd name="T61" fmla="*/ 2 h 182"/>
                <a:gd name="T62" fmla="*/ 0 w 138"/>
                <a:gd name="T63" fmla="*/ 7 h 182"/>
                <a:gd name="T64" fmla="*/ 3 w 138"/>
                <a:gd name="T65" fmla="*/ 16 h 182"/>
                <a:gd name="T66" fmla="*/ 7 w 138"/>
                <a:gd name="T67" fmla="*/ 18 h 182"/>
                <a:gd name="T68" fmla="*/ 9 w 138"/>
                <a:gd name="T69" fmla="*/ 22 h 182"/>
                <a:gd name="T70" fmla="*/ 7 w 138"/>
                <a:gd name="T71" fmla="*/ 29 h 182"/>
                <a:gd name="T72" fmla="*/ 9 w 138"/>
                <a:gd name="T73" fmla="*/ 42 h 182"/>
                <a:gd name="T74" fmla="*/ 12 w 138"/>
                <a:gd name="T75" fmla="*/ 51 h 182"/>
                <a:gd name="T76" fmla="*/ 11 w 138"/>
                <a:gd name="T77" fmla="*/ 60 h 182"/>
                <a:gd name="T78" fmla="*/ 5 w 138"/>
                <a:gd name="T79" fmla="*/ 64 h 182"/>
                <a:gd name="T80" fmla="*/ 5 w 138"/>
                <a:gd name="T81" fmla="*/ 75 h 182"/>
                <a:gd name="T82" fmla="*/ 1 w 138"/>
                <a:gd name="T83" fmla="*/ 80 h 182"/>
                <a:gd name="T84" fmla="*/ 3 w 138"/>
                <a:gd name="T85" fmla="*/ 93 h 182"/>
                <a:gd name="T86" fmla="*/ 3 w 138"/>
                <a:gd name="T87" fmla="*/ 96 h 182"/>
                <a:gd name="T88" fmla="*/ 1 w 138"/>
                <a:gd name="T89" fmla="*/ 107 h 182"/>
                <a:gd name="T90" fmla="*/ 34 w 138"/>
                <a:gd name="T91" fmla="*/ 11 h 182"/>
                <a:gd name="T92" fmla="*/ 36 w 138"/>
                <a:gd name="T93" fmla="*/ 33 h 182"/>
                <a:gd name="T94" fmla="*/ 45 w 138"/>
                <a:gd name="T95" fmla="*/ 45 h 182"/>
                <a:gd name="T96" fmla="*/ 38 w 138"/>
                <a:gd name="T97" fmla="*/ 44 h 182"/>
                <a:gd name="T98" fmla="*/ 29 w 138"/>
                <a:gd name="T99" fmla="*/ 31 h 182"/>
                <a:gd name="T100" fmla="*/ 34 w 138"/>
                <a:gd name="T101" fmla="*/ 11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38" h="182">
                  <a:moveTo>
                    <a:pt x="1" y="109"/>
                  </a:moveTo>
                  <a:lnTo>
                    <a:pt x="1" y="109"/>
                  </a:lnTo>
                  <a:lnTo>
                    <a:pt x="5" y="109"/>
                  </a:lnTo>
                  <a:lnTo>
                    <a:pt x="7" y="107"/>
                  </a:lnTo>
                  <a:lnTo>
                    <a:pt x="9" y="105"/>
                  </a:lnTo>
                  <a:lnTo>
                    <a:pt x="12" y="105"/>
                  </a:lnTo>
                  <a:lnTo>
                    <a:pt x="12" y="105"/>
                  </a:lnTo>
                  <a:lnTo>
                    <a:pt x="9" y="116"/>
                  </a:lnTo>
                  <a:lnTo>
                    <a:pt x="5" y="127"/>
                  </a:lnTo>
                  <a:lnTo>
                    <a:pt x="58" y="151"/>
                  </a:lnTo>
                  <a:lnTo>
                    <a:pt x="58" y="151"/>
                  </a:lnTo>
                  <a:lnTo>
                    <a:pt x="60" y="155"/>
                  </a:lnTo>
                  <a:lnTo>
                    <a:pt x="60" y="160"/>
                  </a:lnTo>
                  <a:lnTo>
                    <a:pt x="60" y="160"/>
                  </a:lnTo>
                  <a:lnTo>
                    <a:pt x="60" y="166"/>
                  </a:lnTo>
                  <a:lnTo>
                    <a:pt x="62" y="167"/>
                  </a:lnTo>
                  <a:lnTo>
                    <a:pt x="63" y="167"/>
                  </a:lnTo>
                  <a:lnTo>
                    <a:pt x="63" y="167"/>
                  </a:lnTo>
                  <a:lnTo>
                    <a:pt x="67" y="169"/>
                  </a:lnTo>
                  <a:lnTo>
                    <a:pt x="69" y="171"/>
                  </a:lnTo>
                  <a:lnTo>
                    <a:pt x="85" y="182"/>
                  </a:lnTo>
                  <a:lnTo>
                    <a:pt x="85" y="182"/>
                  </a:lnTo>
                  <a:lnTo>
                    <a:pt x="85" y="173"/>
                  </a:lnTo>
                  <a:lnTo>
                    <a:pt x="85" y="169"/>
                  </a:lnTo>
                  <a:lnTo>
                    <a:pt x="85" y="166"/>
                  </a:lnTo>
                  <a:lnTo>
                    <a:pt x="91" y="166"/>
                  </a:lnTo>
                  <a:lnTo>
                    <a:pt x="91" y="162"/>
                  </a:lnTo>
                  <a:lnTo>
                    <a:pt x="91" y="162"/>
                  </a:lnTo>
                  <a:lnTo>
                    <a:pt x="91" y="158"/>
                  </a:lnTo>
                  <a:lnTo>
                    <a:pt x="93" y="157"/>
                  </a:lnTo>
                  <a:lnTo>
                    <a:pt x="98" y="151"/>
                  </a:lnTo>
                  <a:lnTo>
                    <a:pt x="98" y="151"/>
                  </a:lnTo>
                  <a:lnTo>
                    <a:pt x="105" y="151"/>
                  </a:lnTo>
                  <a:lnTo>
                    <a:pt x="105" y="151"/>
                  </a:lnTo>
                  <a:lnTo>
                    <a:pt x="107" y="144"/>
                  </a:lnTo>
                  <a:lnTo>
                    <a:pt x="109" y="140"/>
                  </a:lnTo>
                  <a:lnTo>
                    <a:pt x="109" y="138"/>
                  </a:lnTo>
                  <a:lnTo>
                    <a:pt x="109" y="138"/>
                  </a:lnTo>
                  <a:lnTo>
                    <a:pt x="113" y="136"/>
                  </a:lnTo>
                  <a:lnTo>
                    <a:pt x="114" y="136"/>
                  </a:lnTo>
                  <a:lnTo>
                    <a:pt x="118" y="136"/>
                  </a:lnTo>
                  <a:lnTo>
                    <a:pt x="120" y="135"/>
                  </a:lnTo>
                  <a:lnTo>
                    <a:pt x="120" y="135"/>
                  </a:lnTo>
                  <a:lnTo>
                    <a:pt x="120" y="131"/>
                  </a:lnTo>
                  <a:lnTo>
                    <a:pt x="120" y="126"/>
                  </a:lnTo>
                  <a:lnTo>
                    <a:pt x="120" y="126"/>
                  </a:lnTo>
                  <a:lnTo>
                    <a:pt x="124" y="122"/>
                  </a:lnTo>
                  <a:lnTo>
                    <a:pt x="127" y="118"/>
                  </a:lnTo>
                  <a:lnTo>
                    <a:pt x="127" y="118"/>
                  </a:lnTo>
                  <a:lnTo>
                    <a:pt x="129" y="111"/>
                  </a:lnTo>
                  <a:lnTo>
                    <a:pt x="129" y="107"/>
                  </a:lnTo>
                  <a:lnTo>
                    <a:pt x="122" y="96"/>
                  </a:lnTo>
                  <a:lnTo>
                    <a:pt x="120" y="31"/>
                  </a:lnTo>
                  <a:lnTo>
                    <a:pt x="129" y="25"/>
                  </a:lnTo>
                  <a:lnTo>
                    <a:pt x="138" y="3"/>
                  </a:lnTo>
                  <a:lnTo>
                    <a:pt x="138" y="3"/>
                  </a:lnTo>
                  <a:lnTo>
                    <a:pt x="131" y="5"/>
                  </a:lnTo>
                  <a:lnTo>
                    <a:pt x="125" y="7"/>
                  </a:lnTo>
                  <a:lnTo>
                    <a:pt x="120" y="5"/>
                  </a:lnTo>
                  <a:lnTo>
                    <a:pt x="120" y="5"/>
                  </a:lnTo>
                  <a:lnTo>
                    <a:pt x="118" y="3"/>
                  </a:lnTo>
                  <a:lnTo>
                    <a:pt x="116" y="2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13" y="3"/>
                  </a:lnTo>
                  <a:lnTo>
                    <a:pt x="109" y="5"/>
                  </a:lnTo>
                  <a:lnTo>
                    <a:pt x="105" y="3"/>
                  </a:lnTo>
                  <a:lnTo>
                    <a:pt x="105" y="3"/>
                  </a:lnTo>
                  <a:lnTo>
                    <a:pt x="104" y="3"/>
                  </a:lnTo>
                  <a:lnTo>
                    <a:pt x="100" y="5"/>
                  </a:lnTo>
                  <a:lnTo>
                    <a:pt x="100" y="11"/>
                  </a:lnTo>
                  <a:lnTo>
                    <a:pt x="100" y="11"/>
                  </a:lnTo>
                  <a:lnTo>
                    <a:pt x="91" y="11"/>
                  </a:lnTo>
                  <a:lnTo>
                    <a:pt x="91" y="11"/>
                  </a:lnTo>
                  <a:lnTo>
                    <a:pt x="85" y="11"/>
                  </a:lnTo>
                  <a:lnTo>
                    <a:pt x="82" y="9"/>
                  </a:lnTo>
                  <a:lnTo>
                    <a:pt x="82" y="9"/>
                  </a:lnTo>
                  <a:lnTo>
                    <a:pt x="78" y="7"/>
                  </a:lnTo>
                  <a:lnTo>
                    <a:pt x="74" y="7"/>
                  </a:lnTo>
                  <a:lnTo>
                    <a:pt x="69" y="7"/>
                  </a:lnTo>
                  <a:lnTo>
                    <a:pt x="69" y="7"/>
                  </a:lnTo>
                  <a:lnTo>
                    <a:pt x="63" y="9"/>
                  </a:lnTo>
                  <a:lnTo>
                    <a:pt x="60" y="9"/>
                  </a:lnTo>
                  <a:lnTo>
                    <a:pt x="58" y="7"/>
                  </a:lnTo>
                  <a:lnTo>
                    <a:pt x="58" y="7"/>
                  </a:lnTo>
                  <a:lnTo>
                    <a:pt x="54" y="7"/>
                  </a:lnTo>
                  <a:lnTo>
                    <a:pt x="51" y="7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34" y="7"/>
                  </a:lnTo>
                  <a:lnTo>
                    <a:pt x="25" y="0"/>
                  </a:lnTo>
                  <a:lnTo>
                    <a:pt x="18" y="2"/>
                  </a:lnTo>
                  <a:lnTo>
                    <a:pt x="18" y="2"/>
                  </a:lnTo>
                  <a:lnTo>
                    <a:pt x="12" y="2"/>
                  </a:lnTo>
                  <a:lnTo>
                    <a:pt x="7" y="5"/>
                  </a:lnTo>
                  <a:lnTo>
                    <a:pt x="0" y="7"/>
                  </a:lnTo>
                  <a:lnTo>
                    <a:pt x="0" y="13"/>
                  </a:lnTo>
                  <a:lnTo>
                    <a:pt x="0" y="13"/>
                  </a:lnTo>
                  <a:lnTo>
                    <a:pt x="3" y="16"/>
                  </a:lnTo>
                  <a:lnTo>
                    <a:pt x="3" y="16"/>
                  </a:lnTo>
                  <a:lnTo>
                    <a:pt x="7" y="18"/>
                  </a:lnTo>
                  <a:lnTo>
                    <a:pt x="7" y="18"/>
                  </a:lnTo>
                  <a:lnTo>
                    <a:pt x="7" y="20"/>
                  </a:lnTo>
                  <a:lnTo>
                    <a:pt x="7" y="20"/>
                  </a:lnTo>
                  <a:lnTo>
                    <a:pt x="9" y="22"/>
                  </a:lnTo>
                  <a:lnTo>
                    <a:pt x="9" y="24"/>
                  </a:lnTo>
                  <a:lnTo>
                    <a:pt x="7" y="29"/>
                  </a:lnTo>
                  <a:lnTo>
                    <a:pt x="7" y="29"/>
                  </a:lnTo>
                  <a:lnTo>
                    <a:pt x="5" y="36"/>
                  </a:lnTo>
                  <a:lnTo>
                    <a:pt x="7" y="38"/>
                  </a:lnTo>
                  <a:lnTo>
                    <a:pt x="9" y="42"/>
                  </a:lnTo>
                  <a:lnTo>
                    <a:pt x="9" y="42"/>
                  </a:lnTo>
                  <a:lnTo>
                    <a:pt x="12" y="45"/>
                  </a:lnTo>
                  <a:lnTo>
                    <a:pt x="12" y="51"/>
                  </a:lnTo>
                  <a:lnTo>
                    <a:pt x="12" y="51"/>
                  </a:lnTo>
                  <a:lnTo>
                    <a:pt x="11" y="60"/>
                  </a:lnTo>
                  <a:lnTo>
                    <a:pt x="11" y="60"/>
                  </a:lnTo>
                  <a:lnTo>
                    <a:pt x="9" y="62"/>
                  </a:lnTo>
                  <a:lnTo>
                    <a:pt x="7" y="62"/>
                  </a:lnTo>
                  <a:lnTo>
                    <a:pt x="5" y="64"/>
                  </a:lnTo>
                  <a:lnTo>
                    <a:pt x="5" y="67"/>
                  </a:lnTo>
                  <a:lnTo>
                    <a:pt x="5" y="67"/>
                  </a:lnTo>
                  <a:lnTo>
                    <a:pt x="5" y="75"/>
                  </a:lnTo>
                  <a:lnTo>
                    <a:pt x="3" y="78"/>
                  </a:lnTo>
                  <a:lnTo>
                    <a:pt x="1" y="80"/>
                  </a:lnTo>
                  <a:lnTo>
                    <a:pt x="1" y="80"/>
                  </a:lnTo>
                  <a:lnTo>
                    <a:pt x="1" y="84"/>
                  </a:lnTo>
                  <a:lnTo>
                    <a:pt x="1" y="87"/>
                  </a:lnTo>
                  <a:lnTo>
                    <a:pt x="3" y="93"/>
                  </a:lnTo>
                  <a:lnTo>
                    <a:pt x="3" y="95"/>
                  </a:lnTo>
                  <a:lnTo>
                    <a:pt x="3" y="95"/>
                  </a:lnTo>
                  <a:lnTo>
                    <a:pt x="3" y="96"/>
                  </a:lnTo>
                  <a:lnTo>
                    <a:pt x="3" y="98"/>
                  </a:lnTo>
                  <a:lnTo>
                    <a:pt x="3" y="100"/>
                  </a:lnTo>
                  <a:lnTo>
                    <a:pt x="1" y="107"/>
                  </a:lnTo>
                  <a:lnTo>
                    <a:pt x="1" y="109"/>
                  </a:lnTo>
                  <a:close/>
                  <a:moveTo>
                    <a:pt x="34" y="11"/>
                  </a:moveTo>
                  <a:lnTo>
                    <a:pt x="34" y="11"/>
                  </a:lnTo>
                  <a:lnTo>
                    <a:pt x="34" y="22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45" y="45"/>
                  </a:lnTo>
                  <a:lnTo>
                    <a:pt x="43" y="47"/>
                  </a:lnTo>
                  <a:lnTo>
                    <a:pt x="42" y="47"/>
                  </a:lnTo>
                  <a:lnTo>
                    <a:pt x="38" y="44"/>
                  </a:lnTo>
                  <a:lnTo>
                    <a:pt x="32" y="36"/>
                  </a:lnTo>
                  <a:lnTo>
                    <a:pt x="29" y="31"/>
                  </a:lnTo>
                  <a:lnTo>
                    <a:pt x="29" y="31"/>
                  </a:lnTo>
                  <a:lnTo>
                    <a:pt x="29" y="24"/>
                  </a:lnTo>
                  <a:lnTo>
                    <a:pt x="31" y="18"/>
                  </a:lnTo>
                  <a:lnTo>
                    <a:pt x="34" y="11"/>
                  </a:lnTo>
                  <a:lnTo>
                    <a:pt x="34" y="1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69" name="Freeform 252">
              <a:extLst>
                <a:ext uri="{FF2B5EF4-FFF2-40B4-BE49-F238E27FC236}">
                  <a16:creationId xmlns:a16="http://schemas.microsoft.com/office/drawing/2014/main" id="{9562F20E-2DB3-4DCB-A38C-7656092070A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67973" y="2315265"/>
              <a:ext cx="968403" cy="493841"/>
            </a:xfrm>
            <a:custGeom>
              <a:avLst/>
              <a:gdLst>
                <a:gd name="T0" fmla="*/ 192 w 653"/>
                <a:gd name="T1" fmla="*/ 229 h 333"/>
                <a:gd name="T2" fmla="*/ 212 w 653"/>
                <a:gd name="T3" fmla="*/ 207 h 333"/>
                <a:gd name="T4" fmla="*/ 226 w 653"/>
                <a:gd name="T5" fmla="*/ 207 h 333"/>
                <a:gd name="T6" fmla="*/ 232 w 653"/>
                <a:gd name="T7" fmla="*/ 251 h 333"/>
                <a:gd name="T8" fmla="*/ 233 w 653"/>
                <a:gd name="T9" fmla="*/ 262 h 333"/>
                <a:gd name="T10" fmla="*/ 252 w 653"/>
                <a:gd name="T11" fmla="*/ 293 h 333"/>
                <a:gd name="T12" fmla="*/ 292 w 653"/>
                <a:gd name="T13" fmla="*/ 304 h 333"/>
                <a:gd name="T14" fmla="*/ 294 w 653"/>
                <a:gd name="T15" fmla="*/ 317 h 333"/>
                <a:gd name="T16" fmla="*/ 323 w 653"/>
                <a:gd name="T17" fmla="*/ 324 h 333"/>
                <a:gd name="T18" fmla="*/ 330 w 653"/>
                <a:gd name="T19" fmla="*/ 324 h 333"/>
                <a:gd name="T20" fmla="*/ 352 w 653"/>
                <a:gd name="T21" fmla="*/ 309 h 333"/>
                <a:gd name="T22" fmla="*/ 385 w 653"/>
                <a:gd name="T23" fmla="*/ 291 h 333"/>
                <a:gd name="T24" fmla="*/ 416 w 653"/>
                <a:gd name="T25" fmla="*/ 296 h 333"/>
                <a:gd name="T26" fmla="*/ 434 w 653"/>
                <a:gd name="T27" fmla="*/ 286 h 333"/>
                <a:gd name="T28" fmla="*/ 452 w 653"/>
                <a:gd name="T29" fmla="*/ 291 h 333"/>
                <a:gd name="T30" fmla="*/ 498 w 653"/>
                <a:gd name="T31" fmla="*/ 286 h 333"/>
                <a:gd name="T32" fmla="*/ 529 w 653"/>
                <a:gd name="T33" fmla="*/ 265 h 333"/>
                <a:gd name="T34" fmla="*/ 561 w 653"/>
                <a:gd name="T35" fmla="*/ 207 h 333"/>
                <a:gd name="T36" fmla="*/ 627 w 653"/>
                <a:gd name="T37" fmla="*/ 153 h 333"/>
                <a:gd name="T38" fmla="*/ 567 w 653"/>
                <a:gd name="T39" fmla="*/ 134 h 333"/>
                <a:gd name="T40" fmla="*/ 520 w 653"/>
                <a:gd name="T41" fmla="*/ 98 h 333"/>
                <a:gd name="T42" fmla="*/ 467 w 653"/>
                <a:gd name="T43" fmla="*/ 12 h 333"/>
                <a:gd name="T44" fmla="*/ 397 w 653"/>
                <a:gd name="T45" fmla="*/ 23 h 333"/>
                <a:gd name="T46" fmla="*/ 352 w 653"/>
                <a:gd name="T47" fmla="*/ 10 h 333"/>
                <a:gd name="T48" fmla="*/ 261 w 653"/>
                <a:gd name="T49" fmla="*/ 21 h 333"/>
                <a:gd name="T50" fmla="*/ 206 w 653"/>
                <a:gd name="T51" fmla="*/ 56 h 333"/>
                <a:gd name="T52" fmla="*/ 223 w 653"/>
                <a:gd name="T53" fmla="*/ 102 h 333"/>
                <a:gd name="T54" fmla="*/ 192 w 653"/>
                <a:gd name="T55" fmla="*/ 96 h 333"/>
                <a:gd name="T56" fmla="*/ 168 w 653"/>
                <a:gd name="T57" fmla="*/ 96 h 333"/>
                <a:gd name="T58" fmla="*/ 141 w 653"/>
                <a:gd name="T59" fmla="*/ 100 h 333"/>
                <a:gd name="T60" fmla="*/ 133 w 653"/>
                <a:gd name="T61" fmla="*/ 98 h 333"/>
                <a:gd name="T62" fmla="*/ 110 w 653"/>
                <a:gd name="T63" fmla="*/ 83 h 333"/>
                <a:gd name="T64" fmla="*/ 90 w 653"/>
                <a:gd name="T65" fmla="*/ 69 h 333"/>
                <a:gd name="T66" fmla="*/ 71 w 653"/>
                <a:gd name="T67" fmla="*/ 76 h 333"/>
                <a:gd name="T68" fmla="*/ 40 w 653"/>
                <a:gd name="T69" fmla="*/ 94 h 333"/>
                <a:gd name="T70" fmla="*/ 31 w 653"/>
                <a:gd name="T71" fmla="*/ 122 h 333"/>
                <a:gd name="T72" fmla="*/ 11 w 653"/>
                <a:gd name="T73" fmla="*/ 120 h 333"/>
                <a:gd name="T74" fmla="*/ 11 w 653"/>
                <a:gd name="T75" fmla="*/ 143 h 333"/>
                <a:gd name="T76" fmla="*/ 9 w 653"/>
                <a:gd name="T77" fmla="*/ 169 h 333"/>
                <a:gd name="T78" fmla="*/ 24 w 653"/>
                <a:gd name="T79" fmla="*/ 198 h 333"/>
                <a:gd name="T80" fmla="*/ 35 w 653"/>
                <a:gd name="T81" fmla="*/ 211 h 333"/>
                <a:gd name="T82" fmla="*/ 59 w 653"/>
                <a:gd name="T83" fmla="*/ 198 h 333"/>
                <a:gd name="T84" fmla="*/ 99 w 653"/>
                <a:gd name="T85" fmla="*/ 205 h 333"/>
                <a:gd name="T86" fmla="*/ 110 w 653"/>
                <a:gd name="T87" fmla="*/ 224 h 333"/>
                <a:gd name="T88" fmla="*/ 113 w 653"/>
                <a:gd name="T89" fmla="*/ 245 h 333"/>
                <a:gd name="T90" fmla="*/ 102 w 653"/>
                <a:gd name="T91" fmla="*/ 242 h 333"/>
                <a:gd name="T92" fmla="*/ 82 w 653"/>
                <a:gd name="T93" fmla="*/ 247 h 333"/>
                <a:gd name="T94" fmla="*/ 73 w 653"/>
                <a:gd name="T95" fmla="*/ 260 h 333"/>
                <a:gd name="T96" fmla="*/ 69 w 653"/>
                <a:gd name="T97" fmla="*/ 284 h 333"/>
                <a:gd name="T98" fmla="*/ 90 w 653"/>
                <a:gd name="T99" fmla="*/ 309 h 333"/>
                <a:gd name="T100" fmla="*/ 126 w 653"/>
                <a:gd name="T101" fmla="*/ 313 h 333"/>
                <a:gd name="T102" fmla="*/ 168 w 653"/>
                <a:gd name="T103" fmla="*/ 233 h 333"/>
                <a:gd name="T104" fmla="*/ 95 w 653"/>
                <a:gd name="T105" fmla="*/ 264 h 333"/>
                <a:gd name="T106" fmla="*/ 97 w 653"/>
                <a:gd name="T107" fmla="*/ 255 h 333"/>
                <a:gd name="T108" fmla="*/ 518 w 653"/>
                <a:gd name="T109" fmla="*/ 198 h 333"/>
                <a:gd name="T110" fmla="*/ 463 w 653"/>
                <a:gd name="T111" fmla="*/ 198 h 333"/>
                <a:gd name="T112" fmla="*/ 443 w 653"/>
                <a:gd name="T113" fmla="*/ 218 h 333"/>
                <a:gd name="T114" fmla="*/ 421 w 653"/>
                <a:gd name="T115" fmla="*/ 238 h 333"/>
                <a:gd name="T116" fmla="*/ 421 w 653"/>
                <a:gd name="T117" fmla="*/ 245 h 333"/>
                <a:gd name="T118" fmla="*/ 421 w 653"/>
                <a:gd name="T119" fmla="*/ 211 h 333"/>
                <a:gd name="T120" fmla="*/ 441 w 653"/>
                <a:gd name="T121" fmla="*/ 196 h 333"/>
                <a:gd name="T122" fmla="*/ 500 w 653"/>
                <a:gd name="T123" fmla="*/ 196 h 3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653" h="333">
                  <a:moveTo>
                    <a:pt x="182" y="233"/>
                  </a:moveTo>
                  <a:lnTo>
                    <a:pt x="182" y="233"/>
                  </a:lnTo>
                  <a:lnTo>
                    <a:pt x="184" y="227"/>
                  </a:lnTo>
                  <a:lnTo>
                    <a:pt x="190" y="227"/>
                  </a:lnTo>
                  <a:lnTo>
                    <a:pt x="190" y="227"/>
                  </a:lnTo>
                  <a:lnTo>
                    <a:pt x="188" y="227"/>
                  </a:lnTo>
                  <a:lnTo>
                    <a:pt x="190" y="225"/>
                  </a:lnTo>
                  <a:lnTo>
                    <a:pt x="195" y="225"/>
                  </a:lnTo>
                  <a:lnTo>
                    <a:pt x="195" y="225"/>
                  </a:lnTo>
                  <a:lnTo>
                    <a:pt x="192" y="229"/>
                  </a:lnTo>
                  <a:lnTo>
                    <a:pt x="192" y="231"/>
                  </a:lnTo>
                  <a:lnTo>
                    <a:pt x="195" y="233"/>
                  </a:lnTo>
                  <a:lnTo>
                    <a:pt x="195" y="233"/>
                  </a:lnTo>
                  <a:lnTo>
                    <a:pt x="199" y="225"/>
                  </a:lnTo>
                  <a:lnTo>
                    <a:pt x="201" y="222"/>
                  </a:lnTo>
                  <a:lnTo>
                    <a:pt x="213" y="214"/>
                  </a:lnTo>
                  <a:lnTo>
                    <a:pt x="213" y="214"/>
                  </a:lnTo>
                  <a:lnTo>
                    <a:pt x="212" y="213"/>
                  </a:lnTo>
                  <a:lnTo>
                    <a:pt x="212" y="209"/>
                  </a:lnTo>
                  <a:lnTo>
                    <a:pt x="212" y="207"/>
                  </a:lnTo>
                  <a:lnTo>
                    <a:pt x="212" y="207"/>
                  </a:lnTo>
                  <a:lnTo>
                    <a:pt x="213" y="207"/>
                  </a:lnTo>
                  <a:lnTo>
                    <a:pt x="217" y="209"/>
                  </a:lnTo>
                  <a:lnTo>
                    <a:pt x="224" y="211"/>
                  </a:lnTo>
                  <a:lnTo>
                    <a:pt x="224" y="211"/>
                  </a:lnTo>
                  <a:lnTo>
                    <a:pt x="224" y="207"/>
                  </a:lnTo>
                  <a:lnTo>
                    <a:pt x="226" y="205"/>
                  </a:lnTo>
                  <a:lnTo>
                    <a:pt x="226" y="205"/>
                  </a:lnTo>
                  <a:lnTo>
                    <a:pt x="224" y="207"/>
                  </a:lnTo>
                  <a:lnTo>
                    <a:pt x="226" y="207"/>
                  </a:lnTo>
                  <a:lnTo>
                    <a:pt x="232" y="207"/>
                  </a:lnTo>
                  <a:lnTo>
                    <a:pt x="232" y="207"/>
                  </a:lnTo>
                  <a:lnTo>
                    <a:pt x="226" y="218"/>
                  </a:lnTo>
                  <a:lnTo>
                    <a:pt x="223" y="229"/>
                  </a:lnTo>
                  <a:lnTo>
                    <a:pt x="221" y="235"/>
                  </a:lnTo>
                  <a:lnTo>
                    <a:pt x="223" y="240"/>
                  </a:lnTo>
                  <a:lnTo>
                    <a:pt x="224" y="245"/>
                  </a:lnTo>
                  <a:lnTo>
                    <a:pt x="228" y="249"/>
                  </a:lnTo>
                  <a:lnTo>
                    <a:pt x="228" y="249"/>
                  </a:lnTo>
                  <a:lnTo>
                    <a:pt x="232" y="251"/>
                  </a:lnTo>
                  <a:lnTo>
                    <a:pt x="235" y="253"/>
                  </a:lnTo>
                  <a:lnTo>
                    <a:pt x="235" y="253"/>
                  </a:lnTo>
                  <a:lnTo>
                    <a:pt x="232" y="255"/>
                  </a:lnTo>
                  <a:lnTo>
                    <a:pt x="232" y="256"/>
                  </a:lnTo>
                  <a:lnTo>
                    <a:pt x="232" y="260"/>
                  </a:lnTo>
                  <a:lnTo>
                    <a:pt x="232" y="260"/>
                  </a:lnTo>
                  <a:lnTo>
                    <a:pt x="233" y="260"/>
                  </a:lnTo>
                  <a:lnTo>
                    <a:pt x="233" y="260"/>
                  </a:lnTo>
                  <a:lnTo>
                    <a:pt x="233" y="262"/>
                  </a:lnTo>
                  <a:lnTo>
                    <a:pt x="233" y="262"/>
                  </a:lnTo>
                  <a:lnTo>
                    <a:pt x="228" y="264"/>
                  </a:lnTo>
                  <a:lnTo>
                    <a:pt x="228" y="264"/>
                  </a:lnTo>
                  <a:lnTo>
                    <a:pt x="232" y="267"/>
                  </a:lnTo>
                  <a:lnTo>
                    <a:pt x="233" y="273"/>
                  </a:lnTo>
                  <a:lnTo>
                    <a:pt x="233" y="273"/>
                  </a:lnTo>
                  <a:lnTo>
                    <a:pt x="235" y="291"/>
                  </a:lnTo>
                  <a:lnTo>
                    <a:pt x="235" y="291"/>
                  </a:lnTo>
                  <a:lnTo>
                    <a:pt x="241" y="291"/>
                  </a:lnTo>
                  <a:lnTo>
                    <a:pt x="252" y="293"/>
                  </a:lnTo>
                  <a:lnTo>
                    <a:pt x="252" y="293"/>
                  </a:lnTo>
                  <a:lnTo>
                    <a:pt x="263" y="295"/>
                  </a:lnTo>
                  <a:lnTo>
                    <a:pt x="270" y="296"/>
                  </a:lnTo>
                  <a:lnTo>
                    <a:pt x="274" y="293"/>
                  </a:lnTo>
                  <a:lnTo>
                    <a:pt x="274" y="293"/>
                  </a:lnTo>
                  <a:lnTo>
                    <a:pt x="279" y="302"/>
                  </a:lnTo>
                  <a:lnTo>
                    <a:pt x="279" y="302"/>
                  </a:lnTo>
                  <a:lnTo>
                    <a:pt x="283" y="304"/>
                  </a:lnTo>
                  <a:lnTo>
                    <a:pt x="286" y="304"/>
                  </a:lnTo>
                  <a:lnTo>
                    <a:pt x="286" y="304"/>
                  </a:lnTo>
                  <a:lnTo>
                    <a:pt x="292" y="304"/>
                  </a:lnTo>
                  <a:lnTo>
                    <a:pt x="292" y="306"/>
                  </a:lnTo>
                  <a:lnTo>
                    <a:pt x="292" y="307"/>
                  </a:lnTo>
                  <a:lnTo>
                    <a:pt x="292" y="307"/>
                  </a:lnTo>
                  <a:lnTo>
                    <a:pt x="294" y="309"/>
                  </a:lnTo>
                  <a:lnTo>
                    <a:pt x="294" y="309"/>
                  </a:lnTo>
                  <a:lnTo>
                    <a:pt x="295" y="309"/>
                  </a:lnTo>
                  <a:lnTo>
                    <a:pt x="295" y="311"/>
                  </a:lnTo>
                  <a:lnTo>
                    <a:pt x="295" y="311"/>
                  </a:lnTo>
                  <a:lnTo>
                    <a:pt x="294" y="315"/>
                  </a:lnTo>
                  <a:lnTo>
                    <a:pt x="294" y="317"/>
                  </a:lnTo>
                  <a:lnTo>
                    <a:pt x="295" y="318"/>
                  </a:lnTo>
                  <a:lnTo>
                    <a:pt x="295" y="318"/>
                  </a:lnTo>
                  <a:lnTo>
                    <a:pt x="303" y="320"/>
                  </a:lnTo>
                  <a:lnTo>
                    <a:pt x="308" y="322"/>
                  </a:lnTo>
                  <a:lnTo>
                    <a:pt x="310" y="320"/>
                  </a:lnTo>
                  <a:lnTo>
                    <a:pt x="310" y="320"/>
                  </a:lnTo>
                  <a:lnTo>
                    <a:pt x="314" y="320"/>
                  </a:lnTo>
                  <a:lnTo>
                    <a:pt x="317" y="320"/>
                  </a:lnTo>
                  <a:lnTo>
                    <a:pt x="321" y="322"/>
                  </a:lnTo>
                  <a:lnTo>
                    <a:pt x="323" y="324"/>
                  </a:lnTo>
                  <a:lnTo>
                    <a:pt x="323" y="324"/>
                  </a:lnTo>
                  <a:lnTo>
                    <a:pt x="323" y="327"/>
                  </a:lnTo>
                  <a:lnTo>
                    <a:pt x="323" y="329"/>
                  </a:lnTo>
                  <a:lnTo>
                    <a:pt x="323" y="333"/>
                  </a:lnTo>
                  <a:lnTo>
                    <a:pt x="323" y="333"/>
                  </a:lnTo>
                  <a:lnTo>
                    <a:pt x="323" y="333"/>
                  </a:lnTo>
                  <a:lnTo>
                    <a:pt x="326" y="331"/>
                  </a:lnTo>
                  <a:lnTo>
                    <a:pt x="328" y="331"/>
                  </a:lnTo>
                  <a:lnTo>
                    <a:pt x="330" y="324"/>
                  </a:lnTo>
                  <a:lnTo>
                    <a:pt x="330" y="324"/>
                  </a:lnTo>
                  <a:lnTo>
                    <a:pt x="339" y="324"/>
                  </a:lnTo>
                  <a:lnTo>
                    <a:pt x="339" y="324"/>
                  </a:lnTo>
                  <a:lnTo>
                    <a:pt x="341" y="318"/>
                  </a:lnTo>
                  <a:lnTo>
                    <a:pt x="343" y="315"/>
                  </a:lnTo>
                  <a:lnTo>
                    <a:pt x="345" y="313"/>
                  </a:lnTo>
                  <a:lnTo>
                    <a:pt x="345" y="313"/>
                  </a:lnTo>
                  <a:lnTo>
                    <a:pt x="348" y="311"/>
                  </a:lnTo>
                  <a:lnTo>
                    <a:pt x="352" y="311"/>
                  </a:lnTo>
                  <a:lnTo>
                    <a:pt x="352" y="309"/>
                  </a:lnTo>
                  <a:lnTo>
                    <a:pt x="352" y="309"/>
                  </a:lnTo>
                  <a:lnTo>
                    <a:pt x="354" y="307"/>
                  </a:lnTo>
                  <a:lnTo>
                    <a:pt x="356" y="306"/>
                  </a:lnTo>
                  <a:lnTo>
                    <a:pt x="363" y="306"/>
                  </a:lnTo>
                  <a:lnTo>
                    <a:pt x="363" y="306"/>
                  </a:lnTo>
                  <a:lnTo>
                    <a:pt x="366" y="304"/>
                  </a:lnTo>
                  <a:lnTo>
                    <a:pt x="372" y="302"/>
                  </a:lnTo>
                  <a:lnTo>
                    <a:pt x="372" y="302"/>
                  </a:lnTo>
                  <a:lnTo>
                    <a:pt x="376" y="296"/>
                  </a:lnTo>
                  <a:lnTo>
                    <a:pt x="381" y="293"/>
                  </a:lnTo>
                  <a:lnTo>
                    <a:pt x="385" y="291"/>
                  </a:lnTo>
                  <a:lnTo>
                    <a:pt x="397" y="291"/>
                  </a:lnTo>
                  <a:lnTo>
                    <a:pt x="397" y="291"/>
                  </a:lnTo>
                  <a:lnTo>
                    <a:pt x="401" y="293"/>
                  </a:lnTo>
                  <a:lnTo>
                    <a:pt x="407" y="296"/>
                  </a:lnTo>
                  <a:lnTo>
                    <a:pt x="412" y="300"/>
                  </a:lnTo>
                  <a:lnTo>
                    <a:pt x="414" y="300"/>
                  </a:lnTo>
                  <a:lnTo>
                    <a:pt x="414" y="300"/>
                  </a:lnTo>
                  <a:lnTo>
                    <a:pt x="414" y="300"/>
                  </a:lnTo>
                  <a:lnTo>
                    <a:pt x="414" y="298"/>
                  </a:lnTo>
                  <a:lnTo>
                    <a:pt x="416" y="296"/>
                  </a:lnTo>
                  <a:lnTo>
                    <a:pt x="419" y="295"/>
                  </a:lnTo>
                  <a:lnTo>
                    <a:pt x="419" y="295"/>
                  </a:lnTo>
                  <a:lnTo>
                    <a:pt x="421" y="291"/>
                  </a:lnTo>
                  <a:lnTo>
                    <a:pt x="423" y="289"/>
                  </a:lnTo>
                  <a:lnTo>
                    <a:pt x="425" y="289"/>
                  </a:lnTo>
                  <a:lnTo>
                    <a:pt x="425" y="289"/>
                  </a:lnTo>
                  <a:lnTo>
                    <a:pt x="427" y="289"/>
                  </a:lnTo>
                  <a:lnTo>
                    <a:pt x="434" y="286"/>
                  </a:lnTo>
                  <a:lnTo>
                    <a:pt x="434" y="286"/>
                  </a:lnTo>
                  <a:lnTo>
                    <a:pt x="434" y="286"/>
                  </a:lnTo>
                  <a:lnTo>
                    <a:pt x="436" y="287"/>
                  </a:lnTo>
                  <a:lnTo>
                    <a:pt x="438" y="289"/>
                  </a:lnTo>
                  <a:lnTo>
                    <a:pt x="441" y="291"/>
                  </a:lnTo>
                  <a:lnTo>
                    <a:pt x="441" y="291"/>
                  </a:lnTo>
                  <a:lnTo>
                    <a:pt x="443" y="291"/>
                  </a:lnTo>
                  <a:lnTo>
                    <a:pt x="445" y="293"/>
                  </a:lnTo>
                  <a:lnTo>
                    <a:pt x="445" y="293"/>
                  </a:lnTo>
                  <a:lnTo>
                    <a:pt x="448" y="293"/>
                  </a:lnTo>
                  <a:lnTo>
                    <a:pt x="448" y="293"/>
                  </a:lnTo>
                  <a:lnTo>
                    <a:pt x="452" y="291"/>
                  </a:lnTo>
                  <a:lnTo>
                    <a:pt x="458" y="289"/>
                  </a:lnTo>
                  <a:lnTo>
                    <a:pt x="461" y="286"/>
                  </a:lnTo>
                  <a:lnTo>
                    <a:pt x="465" y="286"/>
                  </a:lnTo>
                  <a:lnTo>
                    <a:pt x="465" y="286"/>
                  </a:lnTo>
                  <a:lnTo>
                    <a:pt x="474" y="286"/>
                  </a:lnTo>
                  <a:lnTo>
                    <a:pt x="485" y="284"/>
                  </a:lnTo>
                  <a:lnTo>
                    <a:pt x="485" y="284"/>
                  </a:lnTo>
                  <a:lnTo>
                    <a:pt x="492" y="284"/>
                  </a:lnTo>
                  <a:lnTo>
                    <a:pt x="498" y="286"/>
                  </a:lnTo>
                  <a:lnTo>
                    <a:pt x="498" y="286"/>
                  </a:lnTo>
                  <a:lnTo>
                    <a:pt x="505" y="287"/>
                  </a:lnTo>
                  <a:lnTo>
                    <a:pt x="509" y="291"/>
                  </a:lnTo>
                  <a:lnTo>
                    <a:pt x="509" y="291"/>
                  </a:lnTo>
                  <a:lnTo>
                    <a:pt x="510" y="293"/>
                  </a:lnTo>
                  <a:lnTo>
                    <a:pt x="514" y="293"/>
                  </a:lnTo>
                  <a:lnTo>
                    <a:pt x="518" y="295"/>
                  </a:lnTo>
                  <a:lnTo>
                    <a:pt x="525" y="298"/>
                  </a:lnTo>
                  <a:lnTo>
                    <a:pt x="525" y="286"/>
                  </a:lnTo>
                  <a:lnTo>
                    <a:pt x="532" y="273"/>
                  </a:lnTo>
                  <a:lnTo>
                    <a:pt x="529" y="265"/>
                  </a:lnTo>
                  <a:lnTo>
                    <a:pt x="521" y="258"/>
                  </a:lnTo>
                  <a:lnTo>
                    <a:pt x="518" y="253"/>
                  </a:lnTo>
                  <a:lnTo>
                    <a:pt x="521" y="247"/>
                  </a:lnTo>
                  <a:lnTo>
                    <a:pt x="534" y="245"/>
                  </a:lnTo>
                  <a:lnTo>
                    <a:pt x="547" y="240"/>
                  </a:lnTo>
                  <a:lnTo>
                    <a:pt x="561" y="240"/>
                  </a:lnTo>
                  <a:lnTo>
                    <a:pt x="565" y="235"/>
                  </a:lnTo>
                  <a:lnTo>
                    <a:pt x="560" y="229"/>
                  </a:lnTo>
                  <a:lnTo>
                    <a:pt x="558" y="218"/>
                  </a:lnTo>
                  <a:lnTo>
                    <a:pt x="561" y="207"/>
                  </a:lnTo>
                  <a:lnTo>
                    <a:pt x="567" y="202"/>
                  </a:lnTo>
                  <a:lnTo>
                    <a:pt x="572" y="193"/>
                  </a:lnTo>
                  <a:lnTo>
                    <a:pt x="580" y="187"/>
                  </a:lnTo>
                  <a:lnTo>
                    <a:pt x="589" y="187"/>
                  </a:lnTo>
                  <a:lnTo>
                    <a:pt x="602" y="182"/>
                  </a:lnTo>
                  <a:lnTo>
                    <a:pt x="603" y="174"/>
                  </a:lnTo>
                  <a:lnTo>
                    <a:pt x="605" y="169"/>
                  </a:lnTo>
                  <a:lnTo>
                    <a:pt x="614" y="165"/>
                  </a:lnTo>
                  <a:lnTo>
                    <a:pt x="620" y="158"/>
                  </a:lnTo>
                  <a:lnTo>
                    <a:pt x="627" y="153"/>
                  </a:lnTo>
                  <a:lnTo>
                    <a:pt x="653" y="147"/>
                  </a:lnTo>
                  <a:lnTo>
                    <a:pt x="640" y="143"/>
                  </a:lnTo>
                  <a:lnTo>
                    <a:pt x="634" y="140"/>
                  </a:lnTo>
                  <a:lnTo>
                    <a:pt x="629" y="134"/>
                  </a:lnTo>
                  <a:lnTo>
                    <a:pt x="625" y="127"/>
                  </a:lnTo>
                  <a:lnTo>
                    <a:pt x="618" y="125"/>
                  </a:lnTo>
                  <a:lnTo>
                    <a:pt x="605" y="129"/>
                  </a:lnTo>
                  <a:lnTo>
                    <a:pt x="587" y="138"/>
                  </a:lnTo>
                  <a:lnTo>
                    <a:pt x="576" y="140"/>
                  </a:lnTo>
                  <a:lnTo>
                    <a:pt x="567" y="134"/>
                  </a:lnTo>
                  <a:lnTo>
                    <a:pt x="563" y="129"/>
                  </a:lnTo>
                  <a:lnTo>
                    <a:pt x="560" y="118"/>
                  </a:lnTo>
                  <a:lnTo>
                    <a:pt x="556" y="109"/>
                  </a:lnTo>
                  <a:lnTo>
                    <a:pt x="556" y="109"/>
                  </a:lnTo>
                  <a:lnTo>
                    <a:pt x="551" y="102"/>
                  </a:lnTo>
                  <a:lnTo>
                    <a:pt x="547" y="98"/>
                  </a:lnTo>
                  <a:lnTo>
                    <a:pt x="541" y="96"/>
                  </a:lnTo>
                  <a:lnTo>
                    <a:pt x="525" y="96"/>
                  </a:lnTo>
                  <a:lnTo>
                    <a:pt x="525" y="96"/>
                  </a:lnTo>
                  <a:lnTo>
                    <a:pt x="520" y="98"/>
                  </a:lnTo>
                  <a:lnTo>
                    <a:pt x="510" y="98"/>
                  </a:lnTo>
                  <a:lnTo>
                    <a:pt x="510" y="98"/>
                  </a:lnTo>
                  <a:lnTo>
                    <a:pt x="507" y="96"/>
                  </a:lnTo>
                  <a:lnTo>
                    <a:pt x="503" y="92"/>
                  </a:lnTo>
                  <a:lnTo>
                    <a:pt x="500" y="87"/>
                  </a:lnTo>
                  <a:lnTo>
                    <a:pt x="490" y="69"/>
                  </a:lnTo>
                  <a:lnTo>
                    <a:pt x="478" y="43"/>
                  </a:lnTo>
                  <a:lnTo>
                    <a:pt x="469" y="25"/>
                  </a:lnTo>
                  <a:lnTo>
                    <a:pt x="469" y="16"/>
                  </a:lnTo>
                  <a:lnTo>
                    <a:pt x="467" y="12"/>
                  </a:lnTo>
                  <a:lnTo>
                    <a:pt x="454" y="16"/>
                  </a:lnTo>
                  <a:lnTo>
                    <a:pt x="441" y="21"/>
                  </a:lnTo>
                  <a:lnTo>
                    <a:pt x="425" y="27"/>
                  </a:lnTo>
                  <a:lnTo>
                    <a:pt x="412" y="34"/>
                  </a:lnTo>
                  <a:lnTo>
                    <a:pt x="397" y="32"/>
                  </a:lnTo>
                  <a:lnTo>
                    <a:pt x="397" y="32"/>
                  </a:lnTo>
                  <a:lnTo>
                    <a:pt x="399" y="30"/>
                  </a:lnTo>
                  <a:lnTo>
                    <a:pt x="397" y="27"/>
                  </a:lnTo>
                  <a:lnTo>
                    <a:pt x="397" y="27"/>
                  </a:lnTo>
                  <a:lnTo>
                    <a:pt x="397" y="23"/>
                  </a:lnTo>
                  <a:lnTo>
                    <a:pt x="396" y="23"/>
                  </a:lnTo>
                  <a:lnTo>
                    <a:pt x="394" y="23"/>
                  </a:lnTo>
                  <a:lnTo>
                    <a:pt x="387" y="27"/>
                  </a:lnTo>
                  <a:lnTo>
                    <a:pt x="385" y="23"/>
                  </a:lnTo>
                  <a:lnTo>
                    <a:pt x="374" y="18"/>
                  </a:lnTo>
                  <a:lnTo>
                    <a:pt x="366" y="25"/>
                  </a:lnTo>
                  <a:lnTo>
                    <a:pt x="361" y="29"/>
                  </a:lnTo>
                  <a:lnTo>
                    <a:pt x="354" y="20"/>
                  </a:lnTo>
                  <a:lnTo>
                    <a:pt x="350" y="20"/>
                  </a:lnTo>
                  <a:lnTo>
                    <a:pt x="352" y="10"/>
                  </a:lnTo>
                  <a:lnTo>
                    <a:pt x="352" y="7"/>
                  </a:lnTo>
                  <a:lnTo>
                    <a:pt x="345" y="5"/>
                  </a:lnTo>
                  <a:lnTo>
                    <a:pt x="341" y="0"/>
                  </a:lnTo>
                  <a:lnTo>
                    <a:pt x="334" y="1"/>
                  </a:lnTo>
                  <a:lnTo>
                    <a:pt x="325" y="5"/>
                  </a:lnTo>
                  <a:lnTo>
                    <a:pt x="308" y="14"/>
                  </a:lnTo>
                  <a:lnTo>
                    <a:pt x="303" y="14"/>
                  </a:lnTo>
                  <a:lnTo>
                    <a:pt x="288" y="18"/>
                  </a:lnTo>
                  <a:lnTo>
                    <a:pt x="272" y="18"/>
                  </a:lnTo>
                  <a:lnTo>
                    <a:pt x="261" y="21"/>
                  </a:lnTo>
                  <a:lnTo>
                    <a:pt x="246" y="23"/>
                  </a:lnTo>
                  <a:lnTo>
                    <a:pt x="239" y="20"/>
                  </a:lnTo>
                  <a:lnTo>
                    <a:pt x="230" y="20"/>
                  </a:lnTo>
                  <a:lnTo>
                    <a:pt x="221" y="14"/>
                  </a:lnTo>
                  <a:lnTo>
                    <a:pt x="215" y="20"/>
                  </a:lnTo>
                  <a:lnTo>
                    <a:pt x="215" y="25"/>
                  </a:lnTo>
                  <a:lnTo>
                    <a:pt x="215" y="32"/>
                  </a:lnTo>
                  <a:lnTo>
                    <a:pt x="208" y="40"/>
                  </a:lnTo>
                  <a:lnTo>
                    <a:pt x="208" y="49"/>
                  </a:lnTo>
                  <a:lnTo>
                    <a:pt x="206" y="56"/>
                  </a:lnTo>
                  <a:lnTo>
                    <a:pt x="206" y="63"/>
                  </a:lnTo>
                  <a:lnTo>
                    <a:pt x="212" y="74"/>
                  </a:lnTo>
                  <a:lnTo>
                    <a:pt x="213" y="78"/>
                  </a:lnTo>
                  <a:lnTo>
                    <a:pt x="208" y="89"/>
                  </a:lnTo>
                  <a:lnTo>
                    <a:pt x="213" y="94"/>
                  </a:lnTo>
                  <a:lnTo>
                    <a:pt x="213" y="94"/>
                  </a:lnTo>
                  <a:lnTo>
                    <a:pt x="217" y="96"/>
                  </a:lnTo>
                  <a:lnTo>
                    <a:pt x="219" y="98"/>
                  </a:lnTo>
                  <a:lnTo>
                    <a:pt x="223" y="102"/>
                  </a:lnTo>
                  <a:lnTo>
                    <a:pt x="223" y="102"/>
                  </a:lnTo>
                  <a:lnTo>
                    <a:pt x="223" y="105"/>
                  </a:lnTo>
                  <a:lnTo>
                    <a:pt x="219" y="109"/>
                  </a:lnTo>
                  <a:lnTo>
                    <a:pt x="215" y="111"/>
                  </a:lnTo>
                  <a:lnTo>
                    <a:pt x="210" y="111"/>
                  </a:lnTo>
                  <a:lnTo>
                    <a:pt x="199" y="109"/>
                  </a:lnTo>
                  <a:lnTo>
                    <a:pt x="199" y="109"/>
                  </a:lnTo>
                  <a:lnTo>
                    <a:pt x="197" y="103"/>
                  </a:lnTo>
                  <a:lnTo>
                    <a:pt x="193" y="100"/>
                  </a:lnTo>
                  <a:lnTo>
                    <a:pt x="192" y="96"/>
                  </a:lnTo>
                  <a:lnTo>
                    <a:pt x="192" y="96"/>
                  </a:lnTo>
                  <a:lnTo>
                    <a:pt x="190" y="94"/>
                  </a:lnTo>
                  <a:lnTo>
                    <a:pt x="188" y="96"/>
                  </a:lnTo>
                  <a:lnTo>
                    <a:pt x="184" y="98"/>
                  </a:lnTo>
                  <a:lnTo>
                    <a:pt x="184" y="98"/>
                  </a:lnTo>
                  <a:lnTo>
                    <a:pt x="182" y="98"/>
                  </a:lnTo>
                  <a:lnTo>
                    <a:pt x="181" y="96"/>
                  </a:lnTo>
                  <a:lnTo>
                    <a:pt x="179" y="94"/>
                  </a:lnTo>
                  <a:lnTo>
                    <a:pt x="175" y="94"/>
                  </a:lnTo>
                  <a:lnTo>
                    <a:pt x="175" y="94"/>
                  </a:lnTo>
                  <a:lnTo>
                    <a:pt x="168" y="96"/>
                  </a:lnTo>
                  <a:lnTo>
                    <a:pt x="162" y="102"/>
                  </a:lnTo>
                  <a:lnTo>
                    <a:pt x="162" y="102"/>
                  </a:lnTo>
                  <a:lnTo>
                    <a:pt x="161" y="102"/>
                  </a:lnTo>
                  <a:lnTo>
                    <a:pt x="157" y="102"/>
                  </a:lnTo>
                  <a:lnTo>
                    <a:pt x="148" y="98"/>
                  </a:lnTo>
                  <a:lnTo>
                    <a:pt x="148" y="98"/>
                  </a:lnTo>
                  <a:lnTo>
                    <a:pt x="144" y="96"/>
                  </a:lnTo>
                  <a:lnTo>
                    <a:pt x="144" y="96"/>
                  </a:lnTo>
                  <a:lnTo>
                    <a:pt x="142" y="98"/>
                  </a:lnTo>
                  <a:lnTo>
                    <a:pt x="141" y="100"/>
                  </a:lnTo>
                  <a:lnTo>
                    <a:pt x="141" y="100"/>
                  </a:lnTo>
                  <a:lnTo>
                    <a:pt x="139" y="102"/>
                  </a:lnTo>
                  <a:lnTo>
                    <a:pt x="139" y="103"/>
                  </a:lnTo>
                  <a:lnTo>
                    <a:pt x="139" y="109"/>
                  </a:lnTo>
                  <a:lnTo>
                    <a:pt x="131" y="107"/>
                  </a:lnTo>
                  <a:lnTo>
                    <a:pt x="131" y="107"/>
                  </a:lnTo>
                  <a:lnTo>
                    <a:pt x="133" y="103"/>
                  </a:lnTo>
                  <a:lnTo>
                    <a:pt x="135" y="102"/>
                  </a:lnTo>
                  <a:lnTo>
                    <a:pt x="133" y="98"/>
                  </a:lnTo>
                  <a:lnTo>
                    <a:pt x="133" y="98"/>
                  </a:lnTo>
                  <a:lnTo>
                    <a:pt x="131" y="96"/>
                  </a:lnTo>
                  <a:lnTo>
                    <a:pt x="130" y="96"/>
                  </a:lnTo>
                  <a:lnTo>
                    <a:pt x="124" y="96"/>
                  </a:lnTo>
                  <a:lnTo>
                    <a:pt x="124" y="96"/>
                  </a:lnTo>
                  <a:lnTo>
                    <a:pt x="120" y="94"/>
                  </a:lnTo>
                  <a:lnTo>
                    <a:pt x="119" y="89"/>
                  </a:lnTo>
                  <a:lnTo>
                    <a:pt x="119" y="89"/>
                  </a:lnTo>
                  <a:lnTo>
                    <a:pt x="115" y="85"/>
                  </a:lnTo>
                  <a:lnTo>
                    <a:pt x="110" y="83"/>
                  </a:lnTo>
                  <a:lnTo>
                    <a:pt x="110" y="83"/>
                  </a:lnTo>
                  <a:lnTo>
                    <a:pt x="104" y="81"/>
                  </a:lnTo>
                  <a:lnTo>
                    <a:pt x="100" y="81"/>
                  </a:lnTo>
                  <a:lnTo>
                    <a:pt x="100" y="81"/>
                  </a:lnTo>
                  <a:lnTo>
                    <a:pt x="100" y="78"/>
                  </a:lnTo>
                  <a:lnTo>
                    <a:pt x="99" y="72"/>
                  </a:lnTo>
                  <a:lnTo>
                    <a:pt x="99" y="72"/>
                  </a:lnTo>
                  <a:lnTo>
                    <a:pt x="95" y="71"/>
                  </a:lnTo>
                  <a:lnTo>
                    <a:pt x="91" y="69"/>
                  </a:lnTo>
                  <a:lnTo>
                    <a:pt x="91" y="69"/>
                  </a:lnTo>
                  <a:lnTo>
                    <a:pt x="90" y="69"/>
                  </a:lnTo>
                  <a:lnTo>
                    <a:pt x="90" y="71"/>
                  </a:lnTo>
                  <a:lnTo>
                    <a:pt x="91" y="72"/>
                  </a:lnTo>
                  <a:lnTo>
                    <a:pt x="82" y="72"/>
                  </a:lnTo>
                  <a:lnTo>
                    <a:pt x="82" y="69"/>
                  </a:lnTo>
                  <a:lnTo>
                    <a:pt x="68" y="72"/>
                  </a:lnTo>
                  <a:lnTo>
                    <a:pt x="68" y="72"/>
                  </a:lnTo>
                  <a:lnTo>
                    <a:pt x="71" y="72"/>
                  </a:lnTo>
                  <a:lnTo>
                    <a:pt x="71" y="74"/>
                  </a:lnTo>
                  <a:lnTo>
                    <a:pt x="71" y="76"/>
                  </a:lnTo>
                  <a:lnTo>
                    <a:pt x="71" y="76"/>
                  </a:lnTo>
                  <a:lnTo>
                    <a:pt x="64" y="83"/>
                  </a:lnTo>
                  <a:lnTo>
                    <a:pt x="59" y="89"/>
                  </a:lnTo>
                  <a:lnTo>
                    <a:pt x="59" y="89"/>
                  </a:lnTo>
                  <a:lnTo>
                    <a:pt x="55" y="91"/>
                  </a:lnTo>
                  <a:lnTo>
                    <a:pt x="48" y="89"/>
                  </a:lnTo>
                  <a:lnTo>
                    <a:pt x="48" y="89"/>
                  </a:lnTo>
                  <a:lnTo>
                    <a:pt x="46" y="89"/>
                  </a:lnTo>
                  <a:lnTo>
                    <a:pt x="44" y="91"/>
                  </a:lnTo>
                  <a:lnTo>
                    <a:pt x="42" y="94"/>
                  </a:lnTo>
                  <a:lnTo>
                    <a:pt x="40" y="94"/>
                  </a:lnTo>
                  <a:lnTo>
                    <a:pt x="40" y="94"/>
                  </a:lnTo>
                  <a:lnTo>
                    <a:pt x="38" y="96"/>
                  </a:lnTo>
                  <a:lnTo>
                    <a:pt x="37" y="100"/>
                  </a:lnTo>
                  <a:lnTo>
                    <a:pt x="35" y="107"/>
                  </a:lnTo>
                  <a:lnTo>
                    <a:pt x="35" y="107"/>
                  </a:lnTo>
                  <a:lnTo>
                    <a:pt x="37" y="109"/>
                  </a:lnTo>
                  <a:lnTo>
                    <a:pt x="38" y="112"/>
                  </a:lnTo>
                  <a:lnTo>
                    <a:pt x="42" y="114"/>
                  </a:lnTo>
                  <a:lnTo>
                    <a:pt x="31" y="122"/>
                  </a:lnTo>
                  <a:lnTo>
                    <a:pt x="31" y="122"/>
                  </a:lnTo>
                  <a:lnTo>
                    <a:pt x="28" y="109"/>
                  </a:lnTo>
                  <a:lnTo>
                    <a:pt x="28" y="109"/>
                  </a:lnTo>
                  <a:lnTo>
                    <a:pt x="26" y="109"/>
                  </a:lnTo>
                  <a:lnTo>
                    <a:pt x="22" y="109"/>
                  </a:lnTo>
                  <a:lnTo>
                    <a:pt x="18" y="114"/>
                  </a:lnTo>
                  <a:lnTo>
                    <a:pt x="18" y="114"/>
                  </a:lnTo>
                  <a:lnTo>
                    <a:pt x="17" y="116"/>
                  </a:lnTo>
                  <a:lnTo>
                    <a:pt x="15" y="118"/>
                  </a:lnTo>
                  <a:lnTo>
                    <a:pt x="11" y="118"/>
                  </a:lnTo>
                  <a:lnTo>
                    <a:pt x="11" y="120"/>
                  </a:lnTo>
                  <a:lnTo>
                    <a:pt x="11" y="120"/>
                  </a:lnTo>
                  <a:lnTo>
                    <a:pt x="13" y="125"/>
                  </a:lnTo>
                  <a:lnTo>
                    <a:pt x="9" y="129"/>
                  </a:lnTo>
                  <a:lnTo>
                    <a:pt x="6" y="134"/>
                  </a:lnTo>
                  <a:lnTo>
                    <a:pt x="6" y="134"/>
                  </a:lnTo>
                  <a:lnTo>
                    <a:pt x="9" y="134"/>
                  </a:lnTo>
                  <a:lnTo>
                    <a:pt x="11" y="138"/>
                  </a:lnTo>
                  <a:lnTo>
                    <a:pt x="11" y="138"/>
                  </a:lnTo>
                  <a:lnTo>
                    <a:pt x="11" y="142"/>
                  </a:lnTo>
                  <a:lnTo>
                    <a:pt x="11" y="143"/>
                  </a:lnTo>
                  <a:lnTo>
                    <a:pt x="8" y="143"/>
                  </a:lnTo>
                  <a:lnTo>
                    <a:pt x="8" y="143"/>
                  </a:lnTo>
                  <a:lnTo>
                    <a:pt x="2" y="154"/>
                  </a:lnTo>
                  <a:lnTo>
                    <a:pt x="2" y="154"/>
                  </a:lnTo>
                  <a:lnTo>
                    <a:pt x="0" y="158"/>
                  </a:lnTo>
                  <a:lnTo>
                    <a:pt x="2" y="160"/>
                  </a:lnTo>
                  <a:lnTo>
                    <a:pt x="8" y="163"/>
                  </a:lnTo>
                  <a:lnTo>
                    <a:pt x="8" y="163"/>
                  </a:lnTo>
                  <a:lnTo>
                    <a:pt x="9" y="165"/>
                  </a:lnTo>
                  <a:lnTo>
                    <a:pt x="9" y="169"/>
                  </a:lnTo>
                  <a:lnTo>
                    <a:pt x="9" y="176"/>
                  </a:lnTo>
                  <a:lnTo>
                    <a:pt x="9" y="176"/>
                  </a:lnTo>
                  <a:lnTo>
                    <a:pt x="11" y="178"/>
                  </a:lnTo>
                  <a:lnTo>
                    <a:pt x="15" y="176"/>
                  </a:lnTo>
                  <a:lnTo>
                    <a:pt x="18" y="174"/>
                  </a:lnTo>
                  <a:lnTo>
                    <a:pt x="24" y="191"/>
                  </a:lnTo>
                  <a:lnTo>
                    <a:pt x="24" y="191"/>
                  </a:lnTo>
                  <a:lnTo>
                    <a:pt x="26" y="193"/>
                  </a:lnTo>
                  <a:lnTo>
                    <a:pt x="26" y="196"/>
                  </a:lnTo>
                  <a:lnTo>
                    <a:pt x="24" y="198"/>
                  </a:lnTo>
                  <a:lnTo>
                    <a:pt x="24" y="198"/>
                  </a:lnTo>
                  <a:lnTo>
                    <a:pt x="24" y="200"/>
                  </a:lnTo>
                  <a:lnTo>
                    <a:pt x="26" y="204"/>
                  </a:lnTo>
                  <a:lnTo>
                    <a:pt x="28" y="207"/>
                  </a:lnTo>
                  <a:lnTo>
                    <a:pt x="28" y="207"/>
                  </a:lnTo>
                  <a:lnTo>
                    <a:pt x="29" y="207"/>
                  </a:lnTo>
                  <a:lnTo>
                    <a:pt x="31" y="209"/>
                  </a:lnTo>
                  <a:lnTo>
                    <a:pt x="33" y="211"/>
                  </a:lnTo>
                  <a:lnTo>
                    <a:pt x="35" y="211"/>
                  </a:lnTo>
                  <a:lnTo>
                    <a:pt x="35" y="211"/>
                  </a:lnTo>
                  <a:lnTo>
                    <a:pt x="38" y="207"/>
                  </a:lnTo>
                  <a:lnTo>
                    <a:pt x="42" y="204"/>
                  </a:lnTo>
                  <a:lnTo>
                    <a:pt x="42" y="204"/>
                  </a:lnTo>
                  <a:lnTo>
                    <a:pt x="44" y="204"/>
                  </a:lnTo>
                  <a:lnTo>
                    <a:pt x="46" y="204"/>
                  </a:lnTo>
                  <a:lnTo>
                    <a:pt x="48" y="205"/>
                  </a:lnTo>
                  <a:lnTo>
                    <a:pt x="49" y="205"/>
                  </a:lnTo>
                  <a:lnTo>
                    <a:pt x="49" y="205"/>
                  </a:lnTo>
                  <a:lnTo>
                    <a:pt x="55" y="204"/>
                  </a:lnTo>
                  <a:lnTo>
                    <a:pt x="59" y="198"/>
                  </a:lnTo>
                  <a:lnTo>
                    <a:pt x="64" y="189"/>
                  </a:lnTo>
                  <a:lnTo>
                    <a:pt x="64" y="189"/>
                  </a:lnTo>
                  <a:lnTo>
                    <a:pt x="75" y="193"/>
                  </a:lnTo>
                  <a:lnTo>
                    <a:pt x="75" y="198"/>
                  </a:lnTo>
                  <a:lnTo>
                    <a:pt x="75" y="198"/>
                  </a:lnTo>
                  <a:lnTo>
                    <a:pt x="82" y="200"/>
                  </a:lnTo>
                  <a:lnTo>
                    <a:pt x="88" y="202"/>
                  </a:lnTo>
                  <a:lnTo>
                    <a:pt x="93" y="202"/>
                  </a:lnTo>
                  <a:lnTo>
                    <a:pt x="99" y="205"/>
                  </a:lnTo>
                  <a:lnTo>
                    <a:pt x="99" y="205"/>
                  </a:lnTo>
                  <a:lnTo>
                    <a:pt x="100" y="209"/>
                  </a:lnTo>
                  <a:lnTo>
                    <a:pt x="100" y="211"/>
                  </a:lnTo>
                  <a:lnTo>
                    <a:pt x="102" y="213"/>
                  </a:lnTo>
                  <a:lnTo>
                    <a:pt x="102" y="213"/>
                  </a:lnTo>
                  <a:lnTo>
                    <a:pt x="106" y="213"/>
                  </a:lnTo>
                  <a:lnTo>
                    <a:pt x="110" y="213"/>
                  </a:lnTo>
                  <a:lnTo>
                    <a:pt x="110" y="213"/>
                  </a:lnTo>
                  <a:lnTo>
                    <a:pt x="110" y="216"/>
                  </a:lnTo>
                  <a:lnTo>
                    <a:pt x="110" y="220"/>
                  </a:lnTo>
                  <a:lnTo>
                    <a:pt x="110" y="224"/>
                  </a:lnTo>
                  <a:lnTo>
                    <a:pt x="111" y="227"/>
                  </a:lnTo>
                  <a:lnTo>
                    <a:pt x="111" y="227"/>
                  </a:lnTo>
                  <a:lnTo>
                    <a:pt x="115" y="231"/>
                  </a:lnTo>
                  <a:lnTo>
                    <a:pt x="119" y="235"/>
                  </a:lnTo>
                  <a:lnTo>
                    <a:pt x="120" y="236"/>
                  </a:lnTo>
                  <a:lnTo>
                    <a:pt x="120" y="240"/>
                  </a:lnTo>
                  <a:lnTo>
                    <a:pt x="119" y="242"/>
                  </a:lnTo>
                  <a:lnTo>
                    <a:pt x="117" y="245"/>
                  </a:lnTo>
                  <a:lnTo>
                    <a:pt x="117" y="245"/>
                  </a:lnTo>
                  <a:lnTo>
                    <a:pt x="113" y="245"/>
                  </a:lnTo>
                  <a:lnTo>
                    <a:pt x="110" y="247"/>
                  </a:lnTo>
                  <a:lnTo>
                    <a:pt x="110" y="247"/>
                  </a:lnTo>
                  <a:lnTo>
                    <a:pt x="110" y="249"/>
                  </a:lnTo>
                  <a:lnTo>
                    <a:pt x="108" y="249"/>
                  </a:lnTo>
                  <a:lnTo>
                    <a:pt x="104" y="249"/>
                  </a:lnTo>
                  <a:lnTo>
                    <a:pt x="104" y="249"/>
                  </a:lnTo>
                  <a:lnTo>
                    <a:pt x="106" y="247"/>
                  </a:lnTo>
                  <a:lnTo>
                    <a:pt x="104" y="245"/>
                  </a:lnTo>
                  <a:lnTo>
                    <a:pt x="102" y="245"/>
                  </a:lnTo>
                  <a:lnTo>
                    <a:pt x="102" y="242"/>
                  </a:lnTo>
                  <a:lnTo>
                    <a:pt x="102" y="242"/>
                  </a:lnTo>
                  <a:lnTo>
                    <a:pt x="97" y="242"/>
                  </a:lnTo>
                  <a:lnTo>
                    <a:pt x="91" y="242"/>
                  </a:lnTo>
                  <a:lnTo>
                    <a:pt x="91" y="242"/>
                  </a:lnTo>
                  <a:lnTo>
                    <a:pt x="90" y="240"/>
                  </a:lnTo>
                  <a:lnTo>
                    <a:pt x="88" y="238"/>
                  </a:lnTo>
                  <a:lnTo>
                    <a:pt x="86" y="236"/>
                  </a:lnTo>
                  <a:lnTo>
                    <a:pt x="82" y="238"/>
                  </a:lnTo>
                  <a:lnTo>
                    <a:pt x="79" y="240"/>
                  </a:lnTo>
                  <a:lnTo>
                    <a:pt x="82" y="247"/>
                  </a:lnTo>
                  <a:lnTo>
                    <a:pt x="82" y="247"/>
                  </a:lnTo>
                  <a:lnTo>
                    <a:pt x="73" y="247"/>
                  </a:lnTo>
                  <a:lnTo>
                    <a:pt x="64" y="247"/>
                  </a:lnTo>
                  <a:lnTo>
                    <a:pt x="64" y="247"/>
                  </a:lnTo>
                  <a:lnTo>
                    <a:pt x="66" y="251"/>
                  </a:lnTo>
                  <a:lnTo>
                    <a:pt x="68" y="256"/>
                  </a:lnTo>
                  <a:lnTo>
                    <a:pt x="68" y="256"/>
                  </a:lnTo>
                  <a:lnTo>
                    <a:pt x="71" y="256"/>
                  </a:lnTo>
                  <a:lnTo>
                    <a:pt x="73" y="258"/>
                  </a:lnTo>
                  <a:lnTo>
                    <a:pt x="73" y="260"/>
                  </a:lnTo>
                  <a:lnTo>
                    <a:pt x="75" y="262"/>
                  </a:lnTo>
                  <a:lnTo>
                    <a:pt x="75" y="262"/>
                  </a:lnTo>
                  <a:lnTo>
                    <a:pt x="55" y="260"/>
                  </a:lnTo>
                  <a:lnTo>
                    <a:pt x="55" y="264"/>
                  </a:lnTo>
                  <a:lnTo>
                    <a:pt x="55" y="264"/>
                  </a:lnTo>
                  <a:lnTo>
                    <a:pt x="60" y="267"/>
                  </a:lnTo>
                  <a:lnTo>
                    <a:pt x="64" y="269"/>
                  </a:lnTo>
                  <a:lnTo>
                    <a:pt x="68" y="276"/>
                  </a:lnTo>
                  <a:lnTo>
                    <a:pt x="69" y="282"/>
                  </a:lnTo>
                  <a:lnTo>
                    <a:pt x="69" y="284"/>
                  </a:lnTo>
                  <a:lnTo>
                    <a:pt x="69" y="284"/>
                  </a:lnTo>
                  <a:lnTo>
                    <a:pt x="82" y="293"/>
                  </a:lnTo>
                  <a:lnTo>
                    <a:pt x="82" y="293"/>
                  </a:lnTo>
                  <a:lnTo>
                    <a:pt x="86" y="293"/>
                  </a:lnTo>
                  <a:lnTo>
                    <a:pt x="91" y="293"/>
                  </a:lnTo>
                  <a:lnTo>
                    <a:pt x="91" y="293"/>
                  </a:lnTo>
                  <a:lnTo>
                    <a:pt x="90" y="304"/>
                  </a:lnTo>
                  <a:lnTo>
                    <a:pt x="90" y="304"/>
                  </a:lnTo>
                  <a:lnTo>
                    <a:pt x="90" y="309"/>
                  </a:lnTo>
                  <a:lnTo>
                    <a:pt x="90" y="309"/>
                  </a:lnTo>
                  <a:lnTo>
                    <a:pt x="91" y="307"/>
                  </a:lnTo>
                  <a:lnTo>
                    <a:pt x="91" y="307"/>
                  </a:lnTo>
                  <a:lnTo>
                    <a:pt x="95" y="302"/>
                  </a:lnTo>
                  <a:lnTo>
                    <a:pt x="99" y="300"/>
                  </a:lnTo>
                  <a:lnTo>
                    <a:pt x="106" y="298"/>
                  </a:lnTo>
                  <a:lnTo>
                    <a:pt x="106" y="298"/>
                  </a:lnTo>
                  <a:lnTo>
                    <a:pt x="111" y="300"/>
                  </a:lnTo>
                  <a:lnTo>
                    <a:pt x="115" y="300"/>
                  </a:lnTo>
                  <a:lnTo>
                    <a:pt x="122" y="306"/>
                  </a:lnTo>
                  <a:lnTo>
                    <a:pt x="126" y="313"/>
                  </a:lnTo>
                  <a:lnTo>
                    <a:pt x="128" y="317"/>
                  </a:lnTo>
                  <a:lnTo>
                    <a:pt x="128" y="317"/>
                  </a:lnTo>
                  <a:lnTo>
                    <a:pt x="137" y="317"/>
                  </a:lnTo>
                  <a:lnTo>
                    <a:pt x="142" y="317"/>
                  </a:lnTo>
                  <a:lnTo>
                    <a:pt x="146" y="240"/>
                  </a:lnTo>
                  <a:lnTo>
                    <a:pt x="146" y="240"/>
                  </a:lnTo>
                  <a:lnTo>
                    <a:pt x="151" y="236"/>
                  </a:lnTo>
                  <a:lnTo>
                    <a:pt x="162" y="233"/>
                  </a:lnTo>
                  <a:lnTo>
                    <a:pt x="162" y="233"/>
                  </a:lnTo>
                  <a:lnTo>
                    <a:pt x="168" y="233"/>
                  </a:lnTo>
                  <a:lnTo>
                    <a:pt x="175" y="231"/>
                  </a:lnTo>
                  <a:lnTo>
                    <a:pt x="175" y="231"/>
                  </a:lnTo>
                  <a:lnTo>
                    <a:pt x="182" y="233"/>
                  </a:lnTo>
                  <a:lnTo>
                    <a:pt x="182" y="233"/>
                  </a:lnTo>
                  <a:close/>
                  <a:moveTo>
                    <a:pt x="97" y="255"/>
                  </a:moveTo>
                  <a:lnTo>
                    <a:pt x="97" y="255"/>
                  </a:lnTo>
                  <a:lnTo>
                    <a:pt x="99" y="255"/>
                  </a:lnTo>
                  <a:lnTo>
                    <a:pt x="99" y="255"/>
                  </a:lnTo>
                  <a:lnTo>
                    <a:pt x="97" y="258"/>
                  </a:lnTo>
                  <a:lnTo>
                    <a:pt x="95" y="264"/>
                  </a:lnTo>
                  <a:lnTo>
                    <a:pt x="95" y="264"/>
                  </a:lnTo>
                  <a:lnTo>
                    <a:pt x="88" y="262"/>
                  </a:lnTo>
                  <a:lnTo>
                    <a:pt x="86" y="260"/>
                  </a:lnTo>
                  <a:lnTo>
                    <a:pt x="86" y="260"/>
                  </a:lnTo>
                  <a:lnTo>
                    <a:pt x="88" y="258"/>
                  </a:lnTo>
                  <a:lnTo>
                    <a:pt x="95" y="260"/>
                  </a:lnTo>
                  <a:lnTo>
                    <a:pt x="95" y="260"/>
                  </a:lnTo>
                  <a:lnTo>
                    <a:pt x="93" y="256"/>
                  </a:lnTo>
                  <a:lnTo>
                    <a:pt x="97" y="255"/>
                  </a:lnTo>
                  <a:lnTo>
                    <a:pt x="97" y="255"/>
                  </a:lnTo>
                  <a:close/>
                  <a:moveTo>
                    <a:pt x="514" y="184"/>
                  </a:moveTo>
                  <a:lnTo>
                    <a:pt x="514" y="184"/>
                  </a:lnTo>
                  <a:lnTo>
                    <a:pt x="518" y="184"/>
                  </a:lnTo>
                  <a:lnTo>
                    <a:pt x="520" y="184"/>
                  </a:lnTo>
                  <a:lnTo>
                    <a:pt x="521" y="187"/>
                  </a:lnTo>
                  <a:lnTo>
                    <a:pt x="520" y="193"/>
                  </a:lnTo>
                  <a:lnTo>
                    <a:pt x="520" y="193"/>
                  </a:lnTo>
                  <a:lnTo>
                    <a:pt x="518" y="194"/>
                  </a:lnTo>
                  <a:lnTo>
                    <a:pt x="518" y="198"/>
                  </a:lnTo>
                  <a:lnTo>
                    <a:pt x="518" y="198"/>
                  </a:lnTo>
                  <a:lnTo>
                    <a:pt x="512" y="198"/>
                  </a:lnTo>
                  <a:lnTo>
                    <a:pt x="507" y="198"/>
                  </a:lnTo>
                  <a:lnTo>
                    <a:pt x="507" y="204"/>
                  </a:lnTo>
                  <a:lnTo>
                    <a:pt x="507" y="204"/>
                  </a:lnTo>
                  <a:lnTo>
                    <a:pt x="494" y="204"/>
                  </a:lnTo>
                  <a:lnTo>
                    <a:pt x="481" y="204"/>
                  </a:lnTo>
                  <a:lnTo>
                    <a:pt x="481" y="204"/>
                  </a:lnTo>
                  <a:lnTo>
                    <a:pt x="472" y="200"/>
                  </a:lnTo>
                  <a:lnTo>
                    <a:pt x="467" y="198"/>
                  </a:lnTo>
                  <a:lnTo>
                    <a:pt x="463" y="198"/>
                  </a:lnTo>
                  <a:lnTo>
                    <a:pt x="463" y="198"/>
                  </a:lnTo>
                  <a:lnTo>
                    <a:pt x="463" y="205"/>
                  </a:lnTo>
                  <a:lnTo>
                    <a:pt x="463" y="205"/>
                  </a:lnTo>
                  <a:lnTo>
                    <a:pt x="454" y="207"/>
                  </a:lnTo>
                  <a:lnTo>
                    <a:pt x="447" y="211"/>
                  </a:lnTo>
                  <a:lnTo>
                    <a:pt x="447" y="211"/>
                  </a:lnTo>
                  <a:lnTo>
                    <a:pt x="445" y="213"/>
                  </a:lnTo>
                  <a:lnTo>
                    <a:pt x="445" y="214"/>
                  </a:lnTo>
                  <a:lnTo>
                    <a:pt x="443" y="218"/>
                  </a:lnTo>
                  <a:lnTo>
                    <a:pt x="443" y="218"/>
                  </a:lnTo>
                  <a:lnTo>
                    <a:pt x="441" y="218"/>
                  </a:lnTo>
                  <a:lnTo>
                    <a:pt x="438" y="220"/>
                  </a:lnTo>
                  <a:lnTo>
                    <a:pt x="434" y="220"/>
                  </a:lnTo>
                  <a:lnTo>
                    <a:pt x="432" y="220"/>
                  </a:lnTo>
                  <a:lnTo>
                    <a:pt x="432" y="225"/>
                  </a:lnTo>
                  <a:lnTo>
                    <a:pt x="432" y="225"/>
                  </a:lnTo>
                  <a:lnTo>
                    <a:pt x="427" y="227"/>
                  </a:lnTo>
                  <a:lnTo>
                    <a:pt x="425" y="231"/>
                  </a:lnTo>
                  <a:lnTo>
                    <a:pt x="421" y="238"/>
                  </a:lnTo>
                  <a:lnTo>
                    <a:pt x="421" y="238"/>
                  </a:lnTo>
                  <a:lnTo>
                    <a:pt x="421" y="238"/>
                  </a:lnTo>
                  <a:lnTo>
                    <a:pt x="421" y="240"/>
                  </a:lnTo>
                  <a:lnTo>
                    <a:pt x="423" y="242"/>
                  </a:lnTo>
                  <a:lnTo>
                    <a:pt x="427" y="242"/>
                  </a:lnTo>
                  <a:lnTo>
                    <a:pt x="427" y="242"/>
                  </a:lnTo>
                  <a:lnTo>
                    <a:pt x="425" y="244"/>
                  </a:lnTo>
                  <a:lnTo>
                    <a:pt x="425" y="245"/>
                  </a:lnTo>
                  <a:lnTo>
                    <a:pt x="425" y="247"/>
                  </a:lnTo>
                  <a:lnTo>
                    <a:pt x="425" y="247"/>
                  </a:lnTo>
                  <a:lnTo>
                    <a:pt x="421" y="245"/>
                  </a:lnTo>
                  <a:lnTo>
                    <a:pt x="418" y="242"/>
                  </a:lnTo>
                  <a:lnTo>
                    <a:pt x="418" y="242"/>
                  </a:lnTo>
                  <a:lnTo>
                    <a:pt x="418" y="236"/>
                  </a:lnTo>
                  <a:lnTo>
                    <a:pt x="418" y="231"/>
                  </a:lnTo>
                  <a:lnTo>
                    <a:pt x="418" y="231"/>
                  </a:lnTo>
                  <a:lnTo>
                    <a:pt x="414" y="231"/>
                  </a:lnTo>
                  <a:lnTo>
                    <a:pt x="410" y="231"/>
                  </a:lnTo>
                  <a:lnTo>
                    <a:pt x="410" y="231"/>
                  </a:lnTo>
                  <a:lnTo>
                    <a:pt x="416" y="220"/>
                  </a:lnTo>
                  <a:lnTo>
                    <a:pt x="421" y="211"/>
                  </a:lnTo>
                  <a:lnTo>
                    <a:pt x="421" y="211"/>
                  </a:lnTo>
                  <a:lnTo>
                    <a:pt x="425" y="209"/>
                  </a:lnTo>
                  <a:lnTo>
                    <a:pt x="427" y="209"/>
                  </a:lnTo>
                  <a:lnTo>
                    <a:pt x="428" y="211"/>
                  </a:lnTo>
                  <a:lnTo>
                    <a:pt x="428" y="211"/>
                  </a:lnTo>
                  <a:lnTo>
                    <a:pt x="428" y="211"/>
                  </a:lnTo>
                  <a:lnTo>
                    <a:pt x="434" y="204"/>
                  </a:lnTo>
                  <a:lnTo>
                    <a:pt x="438" y="198"/>
                  </a:lnTo>
                  <a:lnTo>
                    <a:pt x="441" y="196"/>
                  </a:lnTo>
                  <a:lnTo>
                    <a:pt x="441" y="196"/>
                  </a:lnTo>
                  <a:lnTo>
                    <a:pt x="448" y="194"/>
                  </a:lnTo>
                  <a:lnTo>
                    <a:pt x="456" y="193"/>
                  </a:lnTo>
                  <a:lnTo>
                    <a:pt x="467" y="194"/>
                  </a:lnTo>
                  <a:lnTo>
                    <a:pt x="478" y="196"/>
                  </a:lnTo>
                  <a:lnTo>
                    <a:pt x="490" y="198"/>
                  </a:lnTo>
                  <a:lnTo>
                    <a:pt x="492" y="193"/>
                  </a:lnTo>
                  <a:lnTo>
                    <a:pt x="492" y="193"/>
                  </a:lnTo>
                  <a:lnTo>
                    <a:pt x="494" y="194"/>
                  </a:lnTo>
                  <a:lnTo>
                    <a:pt x="496" y="194"/>
                  </a:lnTo>
                  <a:lnTo>
                    <a:pt x="500" y="196"/>
                  </a:lnTo>
                  <a:lnTo>
                    <a:pt x="503" y="196"/>
                  </a:lnTo>
                  <a:lnTo>
                    <a:pt x="503" y="196"/>
                  </a:lnTo>
                  <a:lnTo>
                    <a:pt x="505" y="193"/>
                  </a:lnTo>
                  <a:lnTo>
                    <a:pt x="507" y="189"/>
                  </a:lnTo>
                  <a:lnTo>
                    <a:pt x="510" y="185"/>
                  </a:lnTo>
                  <a:lnTo>
                    <a:pt x="514" y="184"/>
                  </a:lnTo>
                  <a:lnTo>
                    <a:pt x="514" y="18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70" name="Freeform 253">
              <a:extLst>
                <a:ext uri="{FF2B5EF4-FFF2-40B4-BE49-F238E27FC236}">
                  <a16:creationId xmlns:a16="http://schemas.microsoft.com/office/drawing/2014/main" id="{907B5CA9-B307-4DB8-9A8C-21B1A32585B9}"/>
                </a:ext>
              </a:extLst>
            </p:cNvPr>
            <p:cNvSpPr>
              <a:spLocks/>
            </p:cNvSpPr>
            <p:nvPr/>
          </p:nvSpPr>
          <p:spPr bwMode="auto">
            <a:xfrm>
              <a:off x="6381753" y="3062699"/>
              <a:ext cx="111226" cy="124572"/>
            </a:xfrm>
            <a:custGeom>
              <a:avLst/>
              <a:gdLst>
                <a:gd name="T0" fmla="*/ 16 w 75"/>
                <a:gd name="T1" fmla="*/ 26 h 84"/>
                <a:gd name="T2" fmla="*/ 16 w 75"/>
                <a:gd name="T3" fmla="*/ 26 h 84"/>
                <a:gd name="T4" fmla="*/ 18 w 75"/>
                <a:gd name="T5" fmla="*/ 22 h 84"/>
                <a:gd name="T6" fmla="*/ 18 w 75"/>
                <a:gd name="T7" fmla="*/ 20 h 84"/>
                <a:gd name="T8" fmla="*/ 18 w 75"/>
                <a:gd name="T9" fmla="*/ 18 h 84"/>
                <a:gd name="T10" fmla="*/ 18 w 75"/>
                <a:gd name="T11" fmla="*/ 17 h 84"/>
                <a:gd name="T12" fmla="*/ 18 w 75"/>
                <a:gd name="T13" fmla="*/ 17 h 84"/>
                <a:gd name="T14" fmla="*/ 22 w 75"/>
                <a:gd name="T15" fmla="*/ 15 h 84"/>
                <a:gd name="T16" fmla="*/ 26 w 75"/>
                <a:gd name="T17" fmla="*/ 13 h 84"/>
                <a:gd name="T18" fmla="*/ 29 w 75"/>
                <a:gd name="T19" fmla="*/ 15 h 84"/>
                <a:gd name="T20" fmla="*/ 29 w 75"/>
                <a:gd name="T21" fmla="*/ 15 h 84"/>
                <a:gd name="T22" fmla="*/ 31 w 75"/>
                <a:gd name="T23" fmla="*/ 17 h 84"/>
                <a:gd name="T24" fmla="*/ 37 w 75"/>
                <a:gd name="T25" fmla="*/ 17 h 84"/>
                <a:gd name="T26" fmla="*/ 42 w 75"/>
                <a:gd name="T27" fmla="*/ 17 h 84"/>
                <a:gd name="T28" fmla="*/ 66 w 75"/>
                <a:gd name="T29" fmla="*/ 0 h 84"/>
                <a:gd name="T30" fmla="*/ 75 w 75"/>
                <a:gd name="T31" fmla="*/ 27 h 84"/>
                <a:gd name="T32" fmla="*/ 73 w 75"/>
                <a:gd name="T33" fmla="*/ 31 h 84"/>
                <a:gd name="T34" fmla="*/ 42 w 75"/>
                <a:gd name="T35" fmla="*/ 38 h 84"/>
                <a:gd name="T36" fmla="*/ 53 w 75"/>
                <a:gd name="T37" fmla="*/ 55 h 84"/>
                <a:gd name="T38" fmla="*/ 53 w 75"/>
                <a:gd name="T39" fmla="*/ 55 h 84"/>
                <a:gd name="T40" fmla="*/ 47 w 75"/>
                <a:gd name="T41" fmla="*/ 57 h 84"/>
                <a:gd name="T42" fmla="*/ 46 w 75"/>
                <a:gd name="T43" fmla="*/ 60 h 84"/>
                <a:gd name="T44" fmla="*/ 44 w 75"/>
                <a:gd name="T45" fmla="*/ 62 h 84"/>
                <a:gd name="T46" fmla="*/ 44 w 75"/>
                <a:gd name="T47" fmla="*/ 62 h 84"/>
                <a:gd name="T48" fmla="*/ 42 w 75"/>
                <a:gd name="T49" fmla="*/ 66 h 84"/>
                <a:gd name="T50" fmla="*/ 40 w 75"/>
                <a:gd name="T51" fmla="*/ 66 h 84"/>
                <a:gd name="T52" fmla="*/ 37 w 75"/>
                <a:gd name="T53" fmla="*/ 69 h 84"/>
                <a:gd name="T54" fmla="*/ 37 w 75"/>
                <a:gd name="T55" fmla="*/ 69 h 84"/>
                <a:gd name="T56" fmla="*/ 33 w 75"/>
                <a:gd name="T57" fmla="*/ 75 h 84"/>
                <a:gd name="T58" fmla="*/ 31 w 75"/>
                <a:gd name="T59" fmla="*/ 77 h 84"/>
                <a:gd name="T60" fmla="*/ 15 w 75"/>
                <a:gd name="T61" fmla="*/ 84 h 84"/>
                <a:gd name="T62" fmla="*/ 0 w 75"/>
                <a:gd name="T63" fmla="*/ 80 h 84"/>
                <a:gd name="T64" fmla="*/ 0 w 75"/>
                <a:gd name="T65" fmla="*/ 77 h 84"/>
                <a:gd name="T66" fmla="*/ 4 w 75"/>
                <a:gd name="T67" fmla="*/ 73 h 84"/>
                <a:gd name="T68" fmla="*/ 4 w 75"/>
                <a:gd name="T69" fmla="*/ 73 h 84"/>
                <a:gd name="T70" fmla="*/ 9 w 75"/>
                <a:gd name="T71" fmla="*/ 68 h 84"/>
                <a:gd name="T72" fmla="*/ 13 w 75"/>
                <a:gd name="T73" fmla="*/ 62 h 84"/>
                <a:gd name="T74" fmla="*/ 13 w 75"/>
                <a:gd name="T75" fmla="*/ 57 h 84"/>
                <a:gd name="T76" fmla="*/ 13 w 75"/>
                <a:gd name="T77" fmla="*/ 57 h 84"/>
                <a:gd name="T78" fmla="*/ 13 w 75"/>
                <a:gd name="T79" fmla="*/ 51 h 84"/>
                <a:gd name="T80" fmla="*/ 15 w 75"/>
                <a:gd name="T81" fmla="*/ 44 h 84"/>
                <a:gd name="T82" fmla="*/ 16 w 75"/>
                <a:gd name="T83" fmla="*/ 38 h 84"/>
                <a:gd name="T84" fmla="*/ 16 w 75"/>
                <a:gd name="T85" fmla="*/ 38 h 84"/>
                <a:gd name="T86" fmla="*/ 16 w 75"/>
                <a:gd name="T87" fmla="*/ 31 h 84"/>
                <a:gd name="T88" fmla="*/ 16 w 75"/>
                <a:gd name="T89" fmla="*/ 31 h 84"/>
                <a:gd name="T90" fmla="*/ 16 w 75"/>
                <a:gd name="T91" fmla="*/ 26 h 84"/>
                <a:gd name="T92" fmla="*/ 16 w 75"/>
                <a:gd name="T93" fmla="*/ 26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" h="84">
                  <a:moveTo>
                    <a:pt x="16" y="26"/>
                  </a:moveTo>
                  <a:lnTo>
                    <a:pt x="16" y="26"/>
                  </a:lnTo>
                  <a:lnTo>
                    <a:pt x="18" y="22"/>
                  </a:lnTo>
                  <a:lnTo>
                    <a:pt x="18" y="20"/>
                  </a:lnTo>
                  <a:lnTo>
                    <a:pt x="18" y="18"/>
                  </a:lnTo>
                  <a:lnTo>
                    <a:pt x="18" y="17"/>
                  </a:lnTo>
                  <a:lnTo>
                    <a:pt x="18" y="17"/>
                  </a:lnTo>
                  <a:lnTo>
                    <a:pt x="22" y="15"/>
                  </a:lnTo>
                  <a:lnTo>
                    <a:pt x="26" y="13"/>
                  </a:lnTo>
                  <a:lnTo>
                    <a:pt x="29" y="15"/>
                  </a:lnTo>
                  <a:lnTo>
                    <a:pt x="29" y="15"/>
                  </a:lnTo>
                  <a:lnTo>
                    <a:pt x="31" y="17"/>
                  </a:lnTo>
                  <a:lnTo>
                    <a:pt x="37" y="17"/>
                  </a:lnTo>
                  <a:lnTo>
                    <a:pt x="42" y="17"/>
                  </a:lnTo>
                  <a:lnTo>
                    <a:pt x="66" y="0"/>
                  </a:lnTo>
                  <a:lnTo>
                    <a:pt x="75" y="27"/>
                  </a:lnTo>
                  <a:lnTo>
                    <a:pt x="73" y="31"/>
                  </a:lnTo>
                  <a:lnTo>
                    <a:pt x="42" y="38"/>
                  </a:lnTo>
                  <a:lnTo>
                    <a:pt x="53" y="55"/>
                  </a:lnTo>
                  <a:lnTo>
                    <a:pt x="53" y="55"/>
                  </a:lnTo>
                  <a:lnTo>
                    <a:pt x="47" y="57"/>
                  </a:lnTo>
                  <a:lnTo>
                    <a:pt x="46" y="60"/>
                  </a:lnTo>
                  <a:lnTo>
                    <a:pt x="44" y="62"/>
                  </a:lnTo>
                  <a:lnTo>
                    <a:pt x="44" y="62"/>
                  </a:lnTo>
                  <a:lnTo>
                    <a:pt x="42" y="66"/>
                  </a:lnTo>
                  <a:lnTo>
                    <a:pt x="40" y="66"/>
                  </a:lnTo>
                  <a:lnTo>
                    <a:pt x="37" y="69"/>
                  </a:lnTo>
                  <a:lnTo>
                    <a:pt x="37" y="69"/>
                  </a:lnTo>
                  <a:lnTo>
                    <a:pt x="33" y="75"/>
                  </a:lnTo>
                  <a:lnTo>
                    <a:pt x="31" y="77"/>
                  </a:lnTo>
                  <a:lnTo>
                    <a:pt x="15" y="84"/>
                  </a:lnTo>
                  <a:lnTo>
                    <a:pt x="0" y="80"/>
                  </a:lnTo>
                  <a:lnTo>
                    <a:pt x="0" y="77"/>
                  </a:lnTo>
                  <a:lnTo>
                    <a:pt x="4" y="73"/>
                  </a:lnTo>
                  <a:lnTo>
                    <a:pt x="4" y="73"/>
                  </a:lnTo>
                  <a:lnTo>
                    <a:pt x="9" y="68"/>
                  </a:lnTo>
                  <a:lnTo>
                    <a:pt x="13" y="62"/>
                  </a:lnTo>
                  <a:lnTo>
                    <a:pt x="13" y="57"/>
                  </a:lnTo>
                  <a:lnTo>
                    <a:pt x="13" y="57"/>
                  </a:lnTo>
                  <a:lnTo>
                    <a:pt x="13" y="51"/>
                  </a:lnTo>
                  <a:lnTo>
                    <a:pt x="15" y="44"/>
                  </a:lnTo>
                  <a:lnTo>
                    <a:pt x="16" y="38"/>
                  </a:lnTo>
                  <a:lnTo>
                    <a:pt x="16" y="38"/>
                  </a:lnTo>
                  <a:lnTo>
                    <a:pt x="16" y="31"/>
                  </a:lnTo>
                  <a:lnTo>
                    <a:pt x="16" y="31"/>
                  </a:lnTo>
                  <a:lnTo>
                    <a:pt x="16" y="26"/>
                  </a:lnTo>
                  <a:lnTo>
                    <a:pt x="16" y="2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71" name="Freeform 254">
              <a:extLst>
                <a:ext uri="{FF2B5EF4-FFF2-40B4-BE49-F238E27FC236}">
                  <a16:creationId xmlns:a16="http://schemas.microsoft.com/office/drawing/2014/main" id="{469C5B2C-7C89-4791-B663-FF7B56CFF59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548423" y="2651907"/>
              <a:ext cx="430071" cy="621379"/>
            </a:xfrm>
            <a:custGeom>
              <a:avLst/>
              <a:gdLst>
                <a:gd name="T0" fmla="*/ 15 w 290"/>
                <a:gd name="T1" fmla="*/ 414 h 419"/>
                <a:gd name="T2" fmla="*/ 2 w 290"/>
                <a:gd name="T3" fmla="*/ 408 h 419"/>
                <a:gd name="T4" fmla="*/ 59 w 290"/>
                <a:gd name="T5" fmla="*/ 341 h 419"/>
                <a:gd name="T6" fmla="*/ 53 w 290"/>
                <a:gd name="T7" fmla="*/ 263 h 419"/>
                <a:gd name="T8" fmla="*/ 41 w 290"/>
                <a:gd name="T9" fmla="*/ 272 h 419"/>
                <a:gd name="T10" fmla="*/ 46 w 290"/>
                <a:gd name="T11" fmla="*/ 290 h 419"/>
                <a:gd name="T12" fmla="*/ 50 w 290"/>
                <a:gd name="T13" fmla="*/ 295 h 419"/>
                <a:gd name="T14" fmla="*/ 51 w 290"/>
                <a:gd name="T15" fmla="*/ 284 h 419"/>
                <a:gd name="T16" fmla="*/ 53 w 290"/>
                <a:gd name="T17" fmla="*/ 299 h 419"/>
                <a:gd name="T18" fmla="*/ 57 w 290"/>
                <a:gd name="T19" fmla="*/ 319 h 419"/>
                <a:gd name="T20" fmla="*/ 68 w 290"/>
                <a:gd name="T21" fmla="*/ 312 h 419"/>
                <a:gd name="T22" fmla="*/ 75 w 290"/>
                <a:gd name="T23" fmla="*/ 290 h 419"/>
                <a:gd name="T24" fmla="*/ 70 w 290"/>
                <a:gd name="T25" fmla="*/ 275 h 419"/>
                <a:gd name="T26" fmla="*/ 61 w 290"/>
                <a:gd name="T27" fmla="*/ 264 h 419"/>
                <a:gd name="T28" fmla="*/ 101 w 290"/>
                <a:gd name="T29" fmla="*/ 263 h 419"/>
                <a:gd name="T30" fmla="*/ 88 w 290"/>
                <a:gd name="T31" fmla="*/ 263 h 419"/>
                <a:gd name="T32" fmla="*/ 95 w 290"/>
                <a:gd name="T33" fmla="*/ 294 h 419"/>
                <a:gd name="T34" fmla="*/ 104 w 290"/>
                <a:gd name="T35" fmla="*/ 275 h 419"/>
                <a:gd name="T36" fmla="*/ 119 w 290"/>
                <a:gd name="T37" fmla="*/ 264 h 419"/>
                <a:gd name="T38" fmla="*/ 101 w 290"/>
                <a:gd name="T39" fmla="*/ 246 h 419"/>
                <a:gd name="T40" fmla="*/ 210 w 290"/>
                <a:gd name="T41" fmla="*/ 104 h 419"/>
                <a:gd name="T42" fmla="*/ 205 w 290"/>
                <a:gd name="T43" fmla="*/ 130 h 419"/>
                <a:gd name="T44" fmla="*/ 206 w 290"/>
                <a:gd name="T45" fmla="*/ 141 h 419"/>
                <a:gd name="T46" fmla="*/ 201 w 290"/>
                <a:gd name="T47" fmla="*/ 157 h 419"/>
                <a:gd name="T48" fmla="*/ 174 w 290"/>
                <a:gd name="T49" fmla="*/ 193 h 419"/>
                <a:gd name="T50" fmla="*/ 161 w 290"/>
                <a:gd name="T51" fmla="*/ 204 h 419"/>
                <a:gd name="T52" fmla="*/ 159 w 290"/>
                <a:gd name="T53" fmla="*/ 186 h 419"/>
                <a:gd name="T54" fmla="*/ 146 w 290"/>
                <a:gd name="T55" fmla="*/ 199 h 419"/>
                <a:gd name="T56" fmla="*/ 137 w 290"/>
                <a:gd name="T57" fmla="*/ 221 h 419"/>
                <a:gd name="T58" fmla="*/ 133 w 290"/>
                <a:gd name="T59" fmla="*/ 235 h 419"/>
                <a:gd name="T60" fmla="*/ 103 w 290"/>
                <a:gd name="T61" fmla="*/ 232 h 419"/>
                <a:gd name="T62" fmla="*/ 79 w 290"/>
                <a:gd name="T63" fmla="*/ 250 h 419"/>
                <a:gd name="T64" fmla="*/ 61 w 290"/>
                <a:gd name="T65" fmla="*/ 263 h 419"/>
                <a:gd name="T66" fmla="*/ 86 w 290"/>
                <a:gd name="T67" fmla="*/ 255 h 419"/>
                <a:gd name="T68" fmla="*/ 123 w 290"/>
                <a:gd name="T69" fmla="*/ 257 h 419"/>
                <a:gd name="T70" fmla="*/ 126 w 290"/>
                <a:gd name="T71" fmla="*/ 275 h 419"/>
                <a:gd name="T72" fmla="*/ 141 w 290"/>
                <a:gd name="T73" fmla="*/ 264 h 419"/>
                <a:gd name="T74" fmla="*/ 157 w 290"/>
                <a:gd name="T75" fmla="*/ 250 h 419"/>
                <a:gd name="T76" fmla="*/ 159 w 290"/>
                <a:gd name="T77" fmla="*/ 257 h 419"/>
                <a:gd name="T78" fmla="*/ 175 w 290"/>
                <a:gd name="T79" fmla="*/ 255 h 419"/>
                <a:gd name="T80" fmla="*/ 190 w 290"/>
                <a:gd name="T81" fmla="*/ 255 h 419"/>
                <a:gd name="T82" fmla="*/ 201 w 290"/>
                <a:gd name="T83" fmla="*/ 239 h 419"/>
                <a:gd name="T84" fmla="*/ 208 w 290"/>
                <a:gd name="T85" fmla="*/ 230 h 419"/>
                <a:gd name="T86" fmla="*/ 212 w 290"/>
                <a:gd name="T87" fmla="*/ 241 h 419"/>
                <a:gd name="T88" fmla="*/ 214 w 290"/>
                <a:gd name="T89" fmla="*/ 217 h 419"/>
                <a:gd name="T90" fmla="*/ 217 w 290"/>
                <a:gd name="T91" fmla="*/ 177 h 419"/>
                <a:gd name="T92" fmla="*/ 226 w 290"/>
                <a:gd name="T93" fmla="*/ 164 h 419"/>
                <a:gd name="T94" fmla="*/ 232 w 290"/>
                <a:gd name="T95" fmla="*/ 146 h 419"/>
                <a:gd name="T96" fmla="*/ 230 w 290"/>
                <a:gd name="T97" fmla="*/ 0 h 419"/>
                <a:gd name="T98" fmla="*/ 230 w 290"/>
                <a:gd name="T99" fmla="*/ 15 h 419"/>
                <a:gd name="T100" fmla="*/ 223 w 290"/>
                <a:gd name="T101" fmla="*/ 48 h 419"/>
                <a:gd name="T102" fmla="*/ 219 w 290"/>
                <a:gd name="T103" fmla="*/ 59 h 419"/>
                <a:gd name="T104" fmla="*/ 205 w 290"/>
                <a:gd name="T105" fmla="*/ 55 h 419"/>
                <a:gd name="T106" fmla="*/ 205 w 290"/>
                <a:gd name="T107" fmla="*/ 79 h 419"/>
                <a:gd name="T108" fmla="*/ 212 w 290"/>
                <a:gd name="T109" fmla="*/ 88 h 419"/>
                <a:gd name="T110" fmla="*/ 210 w 290"/>
                <a:gd name="T111" fmla="*/ 79 h 419"/>
                <a:gd name="T112" fmla="*/ 237 w 290"/>
                <a:gd name="T113" fmla="*/ 79 h 419"/>
                <a:gd name="T114" fmla="*/ 261 w 290"/>
                <a:gd name="T115" fmla="*/ 64 h 419"/>
                <a:gd name="T116" fmla="*/ 283 w 290"/>
                <a:gd name="T117" fmla="*/ 49 h 419"/>
                <a:gd name="T118" fmla="*/ 277 w 290"/>
                <a:gd name="T119" fmla="*/ 42 h 419"/>
                <a:gd name="T120" fmla="*/ 261 w 290"/>
                <a:gd name="T121" fmla="*/ 35 h 419"/>
                <a:gd name="T122" fmla="*/ 245 w 290"/>
                <a:gd name="T123" fmla="*/ 15 h 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90" h="419">
                  <a:moveTo>
                    <a:pt x="11" y="412"/>
                  </a:moveTo>
                  <a:lnTo>
                    <a:pt x="11" y="412"/>
                  </a:lnTo>
                  <a:lnTo>
                    <a:pt x="10" y="416"/>
                  </a:lnTo>
                  <a:lnTo>
                    <a:pt x="10" y="419"/>
                  </a:lnTo>
                  <a:lnTo>
                    <a:pt x="11" y="419"/>
                  </a:lnTo>
                  <a:lnTo>
                    <a:pt x="11" y="419"/>
                  </a:lnTo>
                  <a:lnTo>
                    <a:pt x="15" y="414"/>
                  </a:lnTo>
                  <a:lnTo>
                    <a:pt x="15" y="410"/>
                  </a:lnTo>
                  <a:lnTo>
                    <a:pt x="11" y="412"/>
                  </a:lnTo>
                  <a:lnTo>
                    <a:pt x="11" y="412"/>
                  </a:lnTo>
                  <a:close/>
                  <a:moveTo>
                    <a:pt x="0" y="406"/>
                  </a:moveTo>
                  <a:lnTo>
                    <a:pt x="2" y="412"/>
                  </a:lnTo>
                  <a:lnTo>
                    <a:pt x="2" y="412"/>
                  </a:lnTo>
                  <a:lnTo>
                    <a:pt x="2" y="408"/>
                  </a:lnTo>
                  <a:lnTo>
                    <a:pt x="2" y="406"/>
                  </a:lnTo>
                  <a:lnTo>
                    <a:pt x="0" y="406"/>
                  </a:lnTo>
                  <a:lnTo>
                    <a:pt x="0" y="406"/>
                  </a:lnTo>
                  <a:close/>
                  <a:moveTo>
                    <a:pt x="61" y="334"/>
                  </a:moveTo>
                  <a:lnTo>
                    <a:pt x="61" y="334"/>
                  </a:lnTo>
                  <a:lnTo>
                    <a:pt x="59" y="337"/>
                  </a:lnTo>
                  <a:lnTo>
                    <a:pt x="59" y="341"/>
                  </a:lnTo>
                  <a:lnTo>
                    <a:pt x="61" y="341"/>
                  </a:lnTo>
                  <a:lnTo>
                    <a:pt x="61" y="341"/>
                  </a:lnTo>
                  <a:lnTo>
                    <a:pt x="62" y="335"/>
                  </a:lnTo>
                  <a:lnTo>
                    <a:pt x="62" y="334"/>
                  </a:lnTo>
                  <a:lnTo>
                    <a:pt x="61" y="334"/>
                  </a:lnTo>
                  <a:lnTo>
                    <a:pt x="61" y="334"/>
                  </a:lnTo>
                  <a:close/>
                  <a:moveTo>
                    <a:pt x="53" y="263"/>
                  </a:moveTo>
                  <a:lnTo>
                    <a:pt x="48" y="272"/>
                  </a:lnTo>
                  <a:lnTo>
                    <a:pt x="48" y="272"/>
                  </a:lnTo>
                  <a:lnTo>
                    <a:pt x="46" y="272"/>
                  </a:lnTo>
                  <a:lnTo>
                    <a:pt x="44" y="272"/>
                  </a:lnTo>
                  <a:lnTo>
                    <a:pt x="41" y="270"/>
                  </a:lnTo>
                  <a:lnTo>
                    <a:pt x="41" y="270"/>
                  </a:lnTo>
                  <a:lnTo>
                    <a:pt x="41" y="272"/>
                  </a:lnTo>
                  <a:lnTo>
                    <a:pt x="41" y="274"/>
                  </a:lnTo>
                  <a:lnTo>
                    <a:pt x="39" y="275"/>
                  </a:lnTo>
                  <a:lnTo>
                    <a:pt x="39" y="277"/>
                  </a:lnTo>
                  <a:lnTo>
                    <a:pt x="39" y="277"/>
                  </a:lnTo>
                  <a:lnTo>
                    <a:pt x="42" y="283"/>
                  </a:lnTo>
                  <a:lnTo>
                    <a:pt x="46" y="290"/>
                  </a:lnTo>
                  <a:lnTo>
                    <a:pt x="46" y="290"/>
                  </a:lnTo>
                  <a:lnTo>
                    <a:pt x="42" y="286"/>
                  </a:lnTo>
                  <a:lnTo>
                    <a:pt x="42" y="290"/>
                  </a:lnTo>
                  <a:lnTo>
                    <a:pt x="44" y="294"/>
                  </a:lnTo>
                  <a:lnTo>
                    <a:pt x="46" y="297"/>
                  </a:lnTo>
                  <a:lnTo>
                    <a:pt x="46" y="297"/>
                  </a:lnTo>
                  <a:lnTo>
                    <a:pt x="48" y="297"/>
                  </a:lnTo>
                  <a:lnTo>
                    <a:pt x="50" y="295"/>
                  </a:lnTo>
                  <a:lnTo>
                    <a:pt x="51" y="295"/>
                  </a:lnTo>
                  <a:lnTo>
                    <a:pt x="53" y="297"/>
                  </a:lnTo>
                  <a:lnTo>
                    <a:pt x="53" y="297"/>
                  </a:lnTo>
                  <a:lnTo>
                    <a:pt x="53" y="286"/>
                  </a:lnTo>
                  <a:lnTo>
                    <a:pt x="53" y="286"/>
                  </a:lnTo>
                  <a:lnTo>
                    <a:pt x="51" y="286"/>
                  </a:lnTo>
                  <a:lnTo>
                    <a:pt x="51" y="284"/>
                  </a:lnTo>
                  <a:lnTo>
                    <a:pt x="53" y="284"/>
                  </a:lnTo>
                  <a:lnTo>
                    <a:pt x="57" y="284"/>
                  </a:lnTo>
                  <a:lnTo>
                    <a:pt x="57" y="284"/>
                  </a:lnTo>
                  <a:lnTo>
                    <a:pt x="57" y="288"/>
                  </a:lnTo>
                  <a:lnTo>
                    <a:pt x="59" y="292"/>
                  </a:lnTo>
                  <a:lnTo>
                    <a:pt x="59" y="292"/>
                  </a:lnTo>
                  <a:lnTo>
                    <a:pt x="53" y="299"/>
                  </a:lnTo>
                  <a:lnTo>
                    <a:pt x="50" y="304"/>
                  </a:lnTo>
                  <a:lnTo>
                    <a:pt x="48" y="321"/>
                  </a:lnTo>
                  <a:lnTo>
                    <a:pt x="48" y="321"/>
                  </a:lnTo>
                  <a:lnTo>
                    <a:pt x="51" y="319"/>
                  </a:lnTo>
                  <a:lnTo>
                    <a:pt x="53" y="317"/>
                  </a:lnTo>
                  <a:lnTo>
                    <a:pt x="57" y="319"/>
                  </a:lnTo>
                  <a:lnTo>
                    <a:pt x="57" y="319"/>
                  </a:lnTo>
                  <a:lnTo>
                    <a:pt x="53" y="321"/>
                  </a:lnTo>
                  <a:lnTo>
                    <a:pt x="53" y="323"/>
                  </a:lnTo>
                  <a:lnTo>
                    <a:pt x="59" y="326"/>
                  </a:lnTo>
                  <a:lnTo>
                    <a:pt x="59" y="326"/>
                  </a:lnTo>
                  <a:lnTo>
                    <a:pt x="64" y="319"/>
                  </a:lnTo>
                  <a:lnTo>
                    <a:pt x="68" y="312"/>
                  </a:lnTo>
                  <a:lnTo>
                    <a:pt x="68" y="312"/>
                  </a:lnTo>
                  <a:lnTo>
                    <a:pt x="70" y="306"/>
                  </a:lnTo>
                  <a:lnTo>
                    <a:pt x="70" y="301"/>
                  </a:lnTo>
                  <a:lnTo>
                    <a:pt x="70" y="297"/>
                  </a:lnTo>
                  <a:lnTo>
                    <a:pt x="72" y="292"/>
                  </a:lnTo>
                  <a:lnTo>
                    <a:pt x="72" y="292"/>
                  </a:lnTo>
                  <a:lnTo>
                    <a:pt x="75" y="290"/>
                  </a:lnTo>
                  <a:lnTo>
                    <a:pt x="75" y="290"/>
                  </a:lnTo>
                  <a:lnTo>
                    <a:pt x="75" y="286"/>
                  </a:lnTo>
                  <a:lnTo>
                    <a:pt x="75" y="284"/>
                  </a:lnTo>
                  <a:lnTo>
                    <a:pt x="73" y="283"/>
                  </a:lnTo>
                  <a:lnTo>
                    <a:pt x="73" y="279"/>
                  </a:lnTo>
                  <a:lnTo>
                    <a:pt x="68" y="279"/>
                  </a:lnTo>
                  <a:lnTo>
                    <a:pt x="68" y="279"/>
                  </a:lnTo>
                  <a:lnTo>
                    <a:pt x="70" y="275"/>
                  </a:lnTo>
                  <a:lnTo>
                    <a:pt x="72" y="274"/>
                  </a:lnTo>
                  <a:lnTo>
                    <a:pt x="72" y="270"/>
                  </a:lnTo>
                  <a:lnTo>
                    <a:pt x="72" y="270"/>
                  </a:lnTo>
                  <a:lnTo>
                    <a:pt x="64" y="270"/>
                  </a:lnTo>
                  <a:lnTo>
                    <a:pt x="64" y="270"/>
                  </a:lnTo>
                  <a:lnTo>
                    <a:pt x="61" y="266"/>
                  </a:lnTo>
                  <a:lnTo>
                    <a:pt x="61" y="264"/>
                  </a:lnTo>
                  <a:lnTo>
                    <a:pt x="59" y="263"/>
                  </a:lnTo>
                  <a:lnTo>
                    <a:pt x="53" y="263"/>
                  </a:lnTo>
                  <a:lnTo>
                    <a:pt x="53" y="263"/>
                  </a:lnTo>
                  <a:close/>
                  <a:moveTo>
                    <a:pt x="108" y="255"/>
                  </a:moveTo>
                  <a:lnTo>
                    <a:pt x="108" y="255"/>
                  </a:lnTo>
                  <a:lnTo>
                    <a:pt x="101" y="263"/>
                  </a:lnTo>
                  <a:lnTo>
                    <a:pt x="101" y="263"/>
                  </a:lnTo>
                  <a:lnTo>
                    <a:pt x="97" y="263"/>
                  </a:lnTo>
                  <a:lnTo>
                    <a:pt x="97" y="261"/>
                  </a:lnTo>
                  <a:lnTo>
                    <a:pt x="95" y="259"/>
                  </a:lnTo>
                  <a:lnTo>
                    <a:pt x="95" y="259"/>
                  </a:lnTo>
                  <a:lnTo>
                    <a:pt x="92" y="261"/>
                  </a:lnTo>
                  <a:lnTo>
                    <a:pt x="88" y="263"/>
                  </a:lnTo>
                  <a:lnTo>
                    <a:pt x="88" y="263"/>
                  </a:lnTo>
                  <a:lnTo>
                    <a:pt x="86" y="268"/>
                  </a:lnTo>
                  <a:lnTo>
                    <a:pt x="86" y="272"/>
                  </a:lnTo>
                  <a:lnTo>
                    <a:pt x="86" y="272"/>
                  </a:lnTo>
                  <a:lnTo>
                    <a:pt x="81" y="275"/>
                  </a:lnTo>
                  <a:lnTo>
                    <a:pt x="81" y="275"/>
                  </a:lnTo>
                  <a:lnTo>
                    <a:pt x="88" y="284"/>
                  </a:lnTo>
                  <a:lnTo>
                    <a:pt x="95" y="294"/>
                  </a:lnTo>
                  <a:lnTo>
                    <a:pt x="95" y="294"/>
                  </a:lnTo>
                  <a:lnTo>
                    <a:pt x="97" y="286"/>
                  </a:lnTo>
                  <a:lnTo>
                    <a:pt x="97" y="279"/>
                  </a:lnTo>
                  <a:lnTo>
                    <a:pt x="97" y="279"/>
                  </a:lnTo>
                  <a:lnTo>
                    <a:pt x="101" y="279"/>
                  </a:lnTo>
                  <a:lnTo>
                    <a:pt x="103" y="277"/>
                  </a:lnTo>
                  <a:lnTo>
                    <a:pt x="104" y="275"/>
                  </a:lnTo>
                  <a:lnTo>
                    <a:pt x="104" y="275"/>
                  </a:lnTo>
                  <a:lnTo>
                    <a:pt x="106" y="275"/>
                  </a:lnTo>
                  <a:lnTo>
                    <a:pt x="108" y="275"/>
                  </a:lnTo>
                  <a:lnTo>
                    <a:pt x="110" y="279"/>
                  </a:lnTo>
                  <a:lnTo>
                    <a:pt x="110" y="279"/>
                  </a:lnTo>
                  <a:lnTo>
                    <a:pt x="119" y="264"/>
                  </a:lnTo>
                  <a:lnTo>
                    <a:pt x="119" y="264"/>
                  </a:lnTo>
                  <a:lnTo>
                    <a:pt x="108" y="255"/>
                  </a:lnTo>
                  <a:lnTo>
                    <a:pt x="108" y="255"/>
                  </a:lnTo>
                  <a:close/>
                  <a:moveTo>
                    <a:pt x="97" y="241"/>
                  </a:moveTo>
                  <a:lnTo>
                    <a:pt x="97" y="241"/>
                  </a:lnTo>
                  <a:lnTo>
                    <a:pt x="99" y="243"/>
                  </a:lnTo>
                  <a:lnTo>
                    <a:pt x="101" y="244"/>
                  </a:lnTo>
                  <a:lnTo>
                    <a:pt x="101" y="246"/>
                  </a:lnTo>
                  <a:lnTo>
                    <a:pt x="97" y="248"/>
                  </a:lnTo>
                  <a:lnTo>
                    <a:pt x="97" y="248"/>
                  </a:lnTo>
                  <a:lnTo>
                    <a:pt x="95" y="243"/>
                  </a:lnTo>
                  <a:lnTo>
                    <a:pt x="95" y="241"/>
                  </a:lnTo>
                  <a:lnTo>
                    <a:pt x="97" y="241"/>
                  </a:lnTo>
                  <a:lnTo>
                    <a:pt x="97" y="241"/>
                  </a:lnTo>
                  <a:close/>
                  <a:moveTo>
                    <a:pt x="210" y="104"/>
                  </a:moveTo>
                  <a:lnTo>
                    <a:pt x="210" y="104"/>
                  </a:lnTo>
                  <a:lnTo>
                    <a:pt x="210" y="108"/>
                  </a:lnTo>
                  <a:lnTo>
                    <a:pt x="210" y="111"/>
                  </a:lnTo>
                  <a:lnTo>
                    <a:pt x="210" y="111"/>
                  </a:lnTo>
                  <a:lnTo>
                    <a:pt x="203" y="115"/>
                  </a:lnTo>
                  <a:lnTo>
                    <a:pt x="203" y="115"/>
                  </a:lnTo>
                  <a:lnTo>
                    <a:pt x="205" y="130"/>
                  </a:lnTo>
                  <a:lnTo>
                    <a:pt x="205" y="130"/>
                  </a:lnTo>
                  <a:lnTo>
                    <a:pt x="201" y="131"/>
                  </a:lnTo>
                  <a:lnTo>
                    <a:pt x="197" y="135"/>
                  </a:lnTo>
                  <a:lnTo>
                    <a:pt x="197" y="135"/>
                  </a:lnTo>
                  <a:lnTo>
                    <a:pt x="203" y="137"/>
                  </a:lnTo>
                  <a:lnTo>
                    <a:pt x="205" y="139"/>
                  </a:lnTo>
                  <a:lnTo>
                    <a:pt x="206" y="141"/>
                  </a:lnTo>
                  <a:lnTo>
                    <a:pt x="206" y="142"/>
                  </a:lnTo>
                  <a:lnTo>
                    <a:pt x="203" y="146"/>
                  </a:lnTo>
                  <a:lnTo>
                    <a:pt x="201" y="148"/>
                  </a:lnTo>
                  <a:lnTo>
                    <a:pt x="201" y="148"/>
                  </a:lnTo>
                  <a:lnTo>
                    <a:pt x="201" y="151"/>
                  </a:lnTo>
                  <a:lnTo>
                    <a:pt x="201" y="157"/>
                  </a:lnTo>
                  <a:lnTo>
                    <a:pt x="201" y="157"/>
                  </a:lnTo>
                  <a:lnTo>
                    <a:pt x="183" y="181"/>
                  </a:lnTo>
                  <a:lnTo>
                    <a:pt x="179" y="181"/>
                  </a:lnTo>
                  <a:lnTo>
                    <a:pt x="179" y="181"/>
                  </a:lnTo>
                  <a:lnTo>
                    <a:pt x="177" y="184"/>
                  </a:lnTo>
                  <a:lnTo>
                    <a:pt x="177" y="188"/>
                  </a:lnTo>
                  <a:lnTo>
                    <a:pt x="175" y="192"/>
                  </a:lnTo>
                  <a:lnTo>
                    <a:pt x="174" y="193"/>
                  </a:lnTo>
                  <a:lnTo>
                    <a:pt x="174" y="197"/>
                  </a:lnTo>
                  <a:lnTo>
                    <a:pt x="174" y="197"/>
                  </a:lnTo>
                  <a:lnTo>
                    <a:pt x="170" y="197"/>
                  </a:lnTo>
                  <a:lnTo>
                    <a:pt x="168" y="197"/>
                  </a:lnTo>
                  <a:lnTo>
                    <a:pt x="161" y="199"/>
                  </a:lnTo>
                  <a:lnTo>
                    <a:pt x="161" y="204"/>
                  </a:lnTo>
                  <a:lnTo>
                    <a:pt x="161" y="204"/>
                  </a:lnTo>
                  <a:lnTo>
                    <a:pt x="152" y="204"/>
                  </a:lnTo>
                  <a:lnTo>
                    <a:pt x="152" y="204"/>
                  </a:lnTo>
                  <a:lnTo>
                    <a:pt x="152" y="199"/>
                  </a:lnTo>
                  <a:lnTo>
                    <a:pt x="152" y="193"/>
                  </a:lnTo>
                  <a:lnTo>
                    <a:pt x="152" y="193"/>
                  </a:lnTo>
                  <a:lnTo>
                    <a:pt x="155" y="190"/>
                  </a:lnTo>
                  <a:lnTo>
                    <a:pt x="159" y="186"/>
                  </a:lnTo>
                  <a:lnTo>
                    <a:pt x="159" y="186"/>
                  </a:lnTo>
                  <a:lnTo>
                    <a:pt x="152" y="190"/>
                  </a:lnTo>
                  <a:lnTo>
                    <a:pt x="148" y="192"/>
                  </a:lnTo>
                  <a:lnTo>
                    <a:pt x="146" y="193"/>
                  </a:lnTo>
                  <a:lnTo>
                    <a:pt x="146" y="193"/>
                  </a:lnTo>
                  <a:lnTo>
                    <a:pt x="146" y="197"/>
                  </a:lnTo>
                  <a:lnTo>
                    <a:pt x="146" y="199"/>
                  </a:lnTo>
                  <a:lnTo>
                    <a:pt x="146" y="206"/>
                  </a:lnTo>
                  <a:lnTo>
                    <a:pt x="146" y="206"/>
                  </a:lnTo>
                  <a:lnTo>
                    <a:pt x="144" y="210"/>
                  </a:lnTo>
                  <a:lnTo>
                    <a:pt x="141" y="212"/>
                  </a:lnTo>
                  <a:lnTo>
                    <a:pt x="137" y="219"/>
                  </a:lnTo>
                  <a:lnTo>
                    <a:pt x="137" y="219"/>
                  </a:lnTo>
                  <a:lnTo>
                    <a:pt x="137" y="221"/>
                  </a:lnTo>
                  <a:lnTo>
                    <a:pt x="137" y="222"/>
                  </a:lnTo>
                  <a:lnTo>
                    <a:pt x="139" y="224"/>
                  </a:lnTo>
                  <a:lnTo>
                    <a:pt x="139" y="228"/>
                  </a:lnTo>
                  <a:lnTo>
                    <a:pt x="139" y="228"/>
                  </a:lnTo>
                  <a:lnTo>
                    <a:pt x="137" y="230"/>
                  </a:lnTo>
                  <a:lnTo>
                    <a:pt x="135" y="232"/>
                  </a:lnTo>
                  <a:lnTo>
                    <a:pt x="133" y="235"/>
                  </a:lnTo>
                  <a:lnTo>
                    <a:pt x="133" y="235"/>
                  </a:lnTo>
                  <a:lnTo>
                    <a:pt x="126" y="232"/>
                  </a:lnTo>
                  <a:lnTo>
                    <a:pt x="119" y="230"/>
                  </a:lnTo>
                  <a:lnTo>
                    <a:pt x="112" y="232"/>
                  </a:lnTo>
                  <a:lnTo>
                    <a:pt x="103" y="235"/>
                  </a:lnTo>
                  <a:lnTo>
                    <a:pt x="103" y="235"/>
                  </a:lnTo>
                  <a:lnTo>
                    <a:pt x="103" y="232"/>
                  </a:lnTo>
                  <a:lnTo>
                    <a:pt x="103" y="230"/>
                  </a:lnTo>
                  <a:lnTo>
                    <a:pt x="101" y="230"/>
                  </a:lnTo>
                  <a:lnTo>
                    <a:pt x="101" y="230"/>
                  </a:lnTo>
                  <a:lnTo>
                    <a:pt x="95" y="232"/>
                  </a:lnTo>
                  <a:lnTo>
                    <a:pt x="92" y="235"/>
                  </a:lnTo>
                  <a:lnTo>
                    <a:pt x="86" y="243"/>
                  </a:lnTo>
                  <a:lnTo>
                    <a:pt x="79" y="250"/>
                  </a:lnTo>
                  <a:lnTo>
                    <a:pt x="72" y="255"/>
                  </a:lnTo>
                  <a:lnTo>
                    <a:pt x="72" y="255"/>
                  </a:lnTo>
                  <a:lnTo>
                    <a:pt x="68" y="255"/>
                  </a:lnTo>
                  <a:lnTo>
                    <a:pt x="64" y="255"/>
                  </a:lnTo>
                  <a:lnTo>
                    <a:pt x="61" y="252"/>
                  </a:lnTo>
                  <a:lnTo>
                    <a:pt x="61" y="252"/>
                  </a:lnTo>
                  <a:lnTo>
                    <a:pt x="61" y="263"/>
                  </a:lnTo>
                  <a:lnTo>
                    <a:pt x="61" y="263"/>
                  </a:lnTo>
                  <a:lnTo>
                    <a:pt x="82" y="263"/>
                  </a:lnTo>
                  <a:lnTo>
                    <a:pt x="82" y="263"/>
                  </a:lnTo>
                  <a:lnTo>
                    <a:pt x="84" y="257"/>
                  </a:lnTo>
                  <a:lnTo>
                    <a:pt x="84" y="255"/>
                  </a:lnTo>
                  <a:lnTo>
                    <a:pt x="86" y="255"/>
                  </a:lnTo>
                  <a:lnTo>
                    <a:pt x="86" y="255"/>
                  </a:lnTo>
                  <a:lnTo>
                    <a:pt x="97" y="253"/>
                  </a:lnTo>
                  <a:lnTo>
                    <a:pt x="112" y="252"/>
                  </a:lnTo>
                  <a:lnTo>
                    <a:pt x="112" y="252"/>
                  </a:lnTo>
                  <a:lnTo>
                    <a:pt x="126" y="252"/>
                  </a:lnTo>
                  <a:lnTo>
                    <a:pt x="126" y="252"/>
                  </a:lnTo>
                  <a:lnTo>
                    <a:pt x="124" y="255"/>
                  </a:lnTo>
                  <a:lnTo>
                    <a:pt x="123" y="257"/>
                  </a:lnTo>
                  <a:lnTo>
                    <a:pt x="123" y="257"/>
                  </a:lnTo>
                  <a:lnTo>
                    <a:pt x="123" y="263"/>
                  </a:lnTo>
                  <a:lnTo>
                    <a:pt x="123" y="266"/>
                  </a:lnTo>
                  <a:lnTo>
                    <a:pt x="123" y="266"/>
                  </a:lnTo>
                  <a:lnTo>
                    <a:pt x="126" y="270"/>
                  </a:lnTo>
                  <a:lnTo>
                    <a:pt x="126" y="275"/>
                  </a:lnTo>
                  <a:lnTo>
                    <a:pt x="126" y="275"/>
                  </a:lnTo>
                  <a:lnTo>
                    <a:pt x="132" y="274"/>
                  </a:lnTo>
                  <a:lnTo>
                    <a:pt x="137" y="275"/>
                  </a:lnTo>
                  <a:lnTo>
                    <a:pt x="137" y="275"/>
                  </a:lnTo>
                  <a:lnTo>
                    <a:pt x="139" y="274"/>
                  </a:lnTo>
                  <a:lnTo>
                    <a:pt x="139" y="270"/>
                  </a:lnTo>
                  <a:lnTo>
                    <a:pt x="141" y="264"/>
                  </a:lnTo>
                  <a:lnTo>
                    <a:pt x="141" y="264"/>
                  </a:lnTo>
                  <a:lnTo>
                    <a:pt x="146" y="263"/>
                  </a:lnTo>
                  <a:lnTo>
                    <a:pt x="152" y="259"/>
                  </a:lnTo>
                  <a:lnTo>
                    <a:pt x="152" y="259"/>
                  </a:lnTo>
                  <a:lnTo>
                    <a:pt x="150" y="255"/>
                  </a:lnTo>
                  <a:lnTo>
                    <a:pt x="150" y="250"/>
                  </a:lnTo>
                  <a:lnTo>
                    <a:pt x="150" y="250"/>
                  </a:lnTo>
                  <a:lnTo>
                    <a:pt x="157" y="250"/>
                  </a:lnTo>
                  <a:lnTo>
                    <a:pt x="157" y="250"/>
                  </a:lnTo>
                  <a:lnTo>
                    <a:pt x="161" y="252"/>
                  </a:lnTo>
                  <a:lnTo>
                    <a:pt x="161" y="252"/>
                  </a:lnTo>
                  <a:lnTo>
                    <a:pt x="159" y="252"/>
                  </a:lnTo>
                  <a:lnTo>
                    <a:pt x="159" y="253"/>
                  </a:lnTo>
                  <a:lnTo>
                    <a:pt x="159" y="257"/>
                  </a:lnTo>
                  <a:lnTo>
                    <a:pt x="159" y="257"/>
                  </a:lnTo>
                  <a:lnTo>
                    <a:pt x="161" y="257"/>
                  </a:lnTo>
                  <a:lnTo>
                    <a:pt x="163" y="255"/>
                  </a:lnTo>
                  <a:lnTo>
                    <a:pt x="164" y="252"/>
                  </a:lnTo>
                  <a:lnTo>
                    <a:pt x="164" y="252"/>
                  </a:lnTo>
                  <a:lnTo>
                    <a:pt x="170" y="253"/>
                  </a:lnTo>
                  <a:lnTo>
                    <a:pt x="175" y="255"/>
                  </a:lnTo>
                  <a:lnTo>
                    <a:pt x="175" y="255"/>
                  </a:lnTo>
                  <a:lnTo>
                    <a:pt x="179" y="250"/>
                  </a:lnTo>
                  <a:lnTo>
                    <a:pt x="183" y="244"/>
                  </a:lnTo>
                  <a:lnTo>
                    <a:pt x="183" y="244"/>
                  </a:lnTo>
                  <a:lnTo>
                    <a:pt x="186" y="250"/>
                  </a:lnTo>
                  <a:lnTo>
                    <a:pt x="186" y="253"/>
                  </a:lnTo>
                  <a:lnTo>
                    <a:pt x="186" y="255"/>
                  </a:lnTo>
                  <a:lnTo>
                    <a:pt x="190" y="255"/>
                  </a:lnTo>
                  <a:lnTo>
                    <a:pt x="190" y="255"/>
                  </a:lnTo>
                  <a:lnTo>
                    <a:pt x="192" y="248"/>
                  </a:lnTo>
                  <a:lnTo>
                    <a:pt x="194" y="243"/>
                  </a:lnTo>
                  <a:lnTo>
                    <a:pt x="194" y="243"/>
                  </a:lnTo>
                  <a:lnTo>
                    <a:pt x="201" y="243"/>
                  </a:lnTo>
                  <a:lnTo>
                    <a:pt x="201" y="243"/>
                  </a:lnTo>
                  <a:lnTo>
                    <a:pt x="201" y="239"/>
                  </a:lnTo>
                  <a:lnTo>
                    <a:pt x="201" y="235"/>
                  </a:lnTo>
                  <a:lnTo>
                    <a:pt x="201" y="232"/>
                  </a:lnTo>
                  <a:lnTo>
                    <a:pt x="203" y="228"/>
                  </a:lnTo>
                  <a:lnTo>
                    <a:pt x="203" y="228"/>
                  </a:lnTo>
                  <a:lnTo>
                    <a:pt x="205" y="228"/>
                  </a:lnTo>
                  <a:lnTo>
                    <a:pt x="206" y="228"/>
                  </a:lnTo>
                  <a:lnTo>
                    <a:pt x="208" y="230"/>
                  </a:lnTo>
                  <a:lnTo>
                    <a:pt x="208" y="230"/>
                  </a:lnTo>
                  <a:lnTo>
                    <a:pt x="203" y="239"/>
                  </a:lnTo>
                  <a:lnTo>
                    <a:pt x="203" y="244"/>
                  </a:lnTo>
                  <a:lnTo>
                    <a:pt x="203" y="246"/>
                  </a:lnTo>
                  <a:lnTo>
                    <a:pt x="205" y="248"/>
                  </a:lnTo>
                  <a:lnTo>
                    <a:pt x="212" y="241"/>
                  </a:lnTo>
                  <a:lnTo>
                    <a:pt x="212" y="241"/>
                  </a:lnTo>
                  <a:lnTo>
                    <a:pt x="215" y="235"/>
                  </a:lnTo>
                  <a:lnTo>
                    <a:pt x="215" y="230"/>
                  </a:lnTo>
                  <a:lnTo>
                    <a:pt x="215" y="226"/>
                  </a:lnTo>
                  <a:lnTo>
                    <a:pt x="210" y="222"/>
                  </a:lnTo>
                  <a:lnTo>
                    <a:pt x="210" y="222"/>
                  </a:lnTo>
                  <a:lnTo>
                    <a:pt x="214" y="221"/>
                  </a:lnTo>
                  <a:lnTo>
                    <a:pt x="214" y="217"/>
                  </a:lnTo>
                  <a:lnTo>
                    <a:pt x="212" y="212"/>
                  </a:lnTo>
                  <a:lnTo>
                    <a:pt x="212" y="206"/>
                  </a:lnTo>
                  <a:lnTo>
                    <a:pt x="217" y="199"/>
                  </a:lnTo>
                  <a:lnTo>
                    <a:pt x="217" y="199"/>
                  </a:lnTo>
                  <a:lnTo>
                    <a:pt x="217" y="192"/>
                  </a:lnTo>
                  <a:lnTo>
                    <a:pt x="217" y="184"/>
                  </a:lnTo>
                  <a:lnTo>
                    <a:pt x="217" y="177"/>
                  </a:lnTo>
                  <a:lnTo>
                    <a:pt x="217" y="170"/>
                  </a:lnTo>
                  <a:lnTo>
                    <a:pt x="217" y="170"/>
                  </a:lnTo>
                  <a:lnTo>
                    <a:pt x="219" y="166"/>
                  </a:lnTo>
                  <a:lnTo>
                    <a:pt x="221" y="166"/>
                  </a:lnTo>
                  <a:lnTo>
                    <a:pt x="225" y="166"/>
                  </a:lnTo>
                  <a:lnTo>
                    <a:pt x="226" y="164"/>
                  </a:lnTo>
                  <a:lnTo>
                    <a:pt x="226" y="164"/>
                  </a:lnTo>
                  <a:lnTo>
                    <a:pt x="228" y="162"/>
                  </a:lnTo>
                  <a:lnTo>
                    <a:pt x="226" y="161"/>
                  </a:lnTo>
                  <a:lnTo>
                    <a:pt x="225" y="159"/>
                  </a:lnTo>
                  <a:lnTo>
                    <a:pt x="225" y="157"/>
                  </a:lnTo>
                  <a:lnTo>
                    <a:pt x="230" y="157"/>
                  </a:lnTo>
                  <a:lnTo>
                    <a:pt x="230" y="157"/>
                  </a:lnTo>
                  <a:lnTo>
                    <a:pt x="232" y="146"/>
                  </a:lnTo>
                  <a:lnTo>
                    <a:pt x="234" y="137"/>
                  </a:lnTo>
                  <a:lnTo>
                    <a:pt x="232" y="128"/>
                  </a:lnTo>
                  <a:lnTo>
                    <a:pt x="226" y="119"/>
                  </a:lnTo>
                  <a:lnTo>
                    <a:pt x="226" y="119"/>
                  </a:lnTo>
                  <a:lnTo>
                    <a:pt x="225" y="108"/>
                  </a:lnTo>
                  <a:lnTo>
                    <a:pt x="210" y="104"/>
                  </a:lnTo>
                  <a:close/>
                  <a:moveTo>
                    <a:pt x="230" y="0"/>
                  </a:moveTo>
                  <a:lnTo>
                    <a:pt x="230" y="0"/>
                  </a:lnTo>
                  <a:lnTo>
                    <a:pt x="226" y="4"/>
                  </a:lnTo>
                  <a:lnTo>
                    <a:pt x="225" y="9"/>
                  </a:lnTo>
                  <a:lnTo>
                    <a:pt x="226" y="13"/>
                  </a:lnTo>
                  <a:lnTo>
                    <a:pt x="226" y="15"/>
                  </a:lnTo>
                  <a:lnTo>
                    <a:pt x="230" y="15"/>
                  </a:lnTo>
                  <a:lnTo>
                    <a:pt x="230" y="15"/>
                  </a:lnTo>
                  <a:lnTo>
                    <a:pt x="230" y="22"/>
                  </a:lnTo>
                  <a:lnTo>
                    <a:pt x="230" y="28"/>
                  </a:lnTo>
                  <a:lnTo>
                    <a:pt x="230" y="33"/>
                  </a:lnTo>
                  <a:lnTo>
                    <a:pt x="230" y="33"/>
                  </a:lnTo>
                  <a:lnTo>
                    <a:pt x="223" y="44"/>
                  </a:lnTo>
                  <a:lnTo>
                    <a:pt x="223" y="44"/>
                  </a:lnTo>
                  <a:lnTo>
                    <a:pt x="223" y="48"/>
                  </a:lnTo>
                  <a:lnTo>
                    <a:pt x="223" y="49"/>
                  </a:lnTo>
                  <a:lnTo>
                    <a:pt x="225" y="51"/>
                  </a:lnTo>
                  <a:lnTo>
                    <a:pt x="225" y="55"/>
                  </a:lnTo>
                  <a:lnTo>
                    <a:pt x="225" y="55"/>
                  </a:lnTo>
                  <a:lnTo>
                    <a:pt x="223" y="55"/>
                  </a:lnTo>
                  <a:lnTo>
                    <a:pt x="221" y="57"/>
                  </a:lnTo>
                  <a:lnTo>
                    <a:pt x="219" y="59"/>
                  </a:lnTo>
                  <a:lnTo>
                    <a:pt x="219" y="59"/>
                  </a:lnTo>
                  <a:lnTo>
                    <a:pt x="217" y="57"/>
                  </a:lnTo>
                  <a:lnTo>
                    <a:pt x="215" y="55"/>
                  </a:lnTo>
                  <a:lnTo>
                    <a:pt x="215" y="55"/>
                  </a:lnTo>
                  <a:lnTo>
                    <a:pt x="215" y="55"/>
                  </a:lnTo>
                  <a:lnTo>
                    <a:pt x="205" y="55"/>
                  </a:lnTo>
                  <a:lnTo>
                    <a:pt x="205" y="55"/>
                  </a:lnTo>
                  <a:lnTo>
                    <a:pt x="208" y="62"/>
                  </a:lnTo>
                  <a:lnTo>
                    <a:pt x="208" y="62"/>
                  </a:lnTo>
                  <a:lnTo>
                    <a:pt x="203" y="64"/>
                  </a:lnTo>
                  <a:lnTo>
                    <a:pt x="197" y="66"/>
                  </a:lnTo>
                  <a:lnTo>
                    <a:pt x="197" y="66"/>
                  </a:lnTo>
                  <a:lnTo>
                    <a:pt x="205" y="79"/>
                  </a:lnTo>
                  <a:lnTo>
                    <a:pt x="205" y="79"/>
                  </a:lnTo>
                  <a:lnTo>
                    <a:pt x="206" y="82"/>
                  </a:lnTo>
                  <a:lnTo>
                    <a:pt x="205" y="84"/>
                  </a:lnTo>
                  <a:lnTo>
                    <a:pt x="203" y="90"/>
                  </a:lnTo>
                  <a:lnTo>
                    <a:pt x="203" y="90"/>
                  </a:lnTo>
                  <a:lnTo>
                    <a:pt x="203" y="90"/>
                  </a:lnTo>
                  <a:lnTo>
                    <a:pt x="212" y="88"/>
                  </a:lnTo>
                  <a:lnTo>
                    <a:pt x="212" y="88"/>
                  </a:lnTo>
                  <a:lnTo>
                    <a:pt x="219" y="86"/>
                  </a:lnTo>
                  <a:lnTo>
                    <a:pt x="219" y="86"/>
                  </a:lnTo>
                  <a:lnTo>
                    <a:pt x="223" y="86"/>
                  </a:lnTo>
                  <a:lnTo>
                    <a:pt x="223" y="84"/>
                  </a:lnTo>
                  <a:lnTo>
                    <a:pt x="219" y="82"/>
                  </a:lnTo>
                  <a:lnTo>
                    <a:pt x="210" y="79"/>
                  </a:lnTo>
                  <a:lnTo>
                    <a:pt x="210" y="79"/>
                  </a:lnTo>
                  <a:lnTo>
                    <a:pt x="210" y="75"/>
                  </a:lnTo>
                  <a:lnTo>
                    <a:pt x="210" y="71"/>
                  </a:lnTo>
                  <a:lnTo>
                    <a:pt x="210" y="71"/>
                  </a:lnTo>
                  <a:lnTo>
                    <a:pt x="221" y="69"/>
                  </a:lnTo>
                  <a:lnTo>
                    <a:pt x="226" y="68"/>
                  </a:lnTo>
                  <a:lnTo>
                    <a:pt x="232" y="69"/>
                  </a:lnTo>
                  <a:lnTo>
                    <a:pt x="237" y="79"/>
                  </a:lnTo>
                  <a:lnTo>
                    <a:pt x="237" y="79"/>
                  </a:lnTo>
                  <a:lnTo>
                    <a:pt x="245" y="79"/>
                  </a:lnTo>
                  <a:lnTo>
                    <a:pt x="254" y="79"/>
                  </a:lnTo>
                  <a:lnTo>
                    <a:pt x="254" y="79"/>
                  </a:lnTo>
                  <a:lnTo>
                    <a:pt x="257" y="69"/>
                  </a:lnTo>
                  <a:lnTo>
                    <a:pt x="257" y="68"/>
                  </a:lnTo>
                  <a:lnTo>
                    <a:pt x="261" y="64"/>
                  </a:lnTo>
                  <a:lnTo>
                    <a:pt x="261" y="64"/>
                  </a:lnTo>
                  <a:lnTo>
                    <a:pt x="268" y="60"/>
                  </a:lnTo>
                  <a:lnTo>
                    <a:pt x="274" y="60"/>
                  </a:lnTo>
                  <a:lnTo>
                    <a:pt x="290" y="57"/>
                  </a:lnTo>
                  <a:lnTo>
                    <a:pt x="290" y="57"/>
                  </a:lnTo>
                  <a:lnTo>
                    <a:pt x="288" y="53"/>
                  </a:lnTo>
                  <a:lnTo>
                    <a:pt x="283" y="49"/>
                  </a:lnTo>
                  <a:lnTo>
                    <a:pt x="283" y="49"/>
                  </a:lnTo>
                  <a:lnTo>
                    <a:pt x="285" y="44"/>
                  </a:lnTo>
                  <a:lnTo>
                    <a:pt x="287" y="40"/>
                  </a:lnTo>
                  <a:lnTo>
                    <a:pt x="287" y="40"/>
                  </a:lnTo>
                  <a:lnTo>
                    <a:pt x="283" y="40"/>
                  </a:lnTo>
                  <a:lnTo>
                    <a:pt x="281" y="42"/>
                  </a:lnTo>
                  <a:lnTo>
                    <a:pt x="277" y="42"/>
                  </a:lnTo>
                  <a:lnTo>
                    <a:pt x="274" y="42"/>
                  </a:lnTo>
                  <a:lnTo>
                    <a:pt x="274" y="42"/>
                  </a:lnTo>
                  <a:lnTo>
                    <a:pt x="272" y="40"/>
                  </a:lnTo>
                  <a:lnTo>
                    <a:pt x="272" y="38"/>
                  </a:lnTo>
                  <a:lnTo>
                    <a:pt x="272" y="35"/>
                  </a:lnTo>
                  <a:lnTo>
                    <a:pt x="272" y="35"/>
                  </a:lnTo>
                  <a:lnTo>
                    <a:pt x="261" y="35"/>
                  </a:lnTo>
                  <a:lnTo>
                    <a:pt x="256" y="35"/>
                  </a:lnTo>
                  <a:lnTo>
                    <a:pt x="252" y="33"/>
                  </a:lnTo>
                  <a:lnTo>
                    <a:pt x="252" y="33"/>
                  </a:lnTo>
                  <a:lnTo>
                    <a:pt x="248" y="29"/>
                  </a:lnTo>
                  <a:lnTo>
                    <a:pt x="248" y="24"/>
                  </a:lnTo>
                  <a:lnTo>
                    <a:pt x="245" y="15"/>
                  </a:lnTo>
                  <a:lnTo>
                    <a:pt x="245" y="15"/>
                  </a:lnTo>
                  <a:lnTo>
                    <a:pt x="237" y="8"/>
                  </a:lnTo>
                  <a:lnTo>
                    <a:pt x="230" y="0"/>
                  </a:lnTo>
                  <a:lnTo>
                    <a:pt x="230" y="0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72" name="Freeform 255">
              <a:extLst>
                <a:ext uri="{FF2B5EF4-FFF2-40B4-BE49-F238E27FC236}">
                  <a16:creationId xmlns:a16="http://schemas.microsoft.com/office/drawing/2014/main" id="{690919F0-9F55-4A6A-AF5D-2DEABB1BB84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6412" y="3506118"/>
              <a:ext cx="54872" cy="23728"/>
            </a:xfrm>
            <a:custGeom>
              <a:avLst/>
              <a:gdLst>
                <a:gd name="T0" fmla="*/ 6 w 37"/>
                <a:gd name="T1" fmla="*/ 0 h 16"/>
                <a:gd name="T2" fmla="*/ 6 w 37"/>
                <a:gd name="T3" fmla="*/ 0 h 16"/>
                <a:gd name="T4" fmla="*/ 0 w 37"/>
                <a:gd name="T5" fmla="*/ 7 h 16"/>
                <a:gd name="T6" fmla="*/ 0 w 37"/>
                <a:gd name="T7" fmla="*/ 7 h 16"/>
                <a:gd name="T8" fmla="*/ 9 w 37"/>
                <a:gd name="T9" fmla="*/ 11 h 16"/>
                <a:gd name="T10" fmla="*/ 18 w 37"/>
                <a:gd name="T11" fmla="*/ 14 h 16"/>
                <a:gd name="T12" fmla="*/ 18 w 37"/>
                <a:gd name="T13" fmla="*/ 14 h 16"/>
                <a:gd name="T14" fmla="*/ 18 w 37"/>
                <a:gd name="T15" fmla="*/ 16 h 16"/>
                <a:gd name="T16" fmla="*/ 18 w 37"/>
                <a:gd name="T17" fmla="*/ 16 h 16"/>
                <a:gd name="T18" fmla="*/ 22 w 37"/>
                <a:gd name="T19" fmla="*/ 16 h 16"/>
                <a:gd name="T20" fmla="*/ 27 w 37"/>
                <a:gd name="T21" fmla="*/ 16 h 16"/>
                <a:gd name="T22" fmla="*/ 35 w 37"/>
                <a:gd name="T23" fmla="*/ 13 h 16"/>
                <a:gd name="T24" fmla="*/ 37 w 37"/>
                <a:gd name="T25" fmla="*/ 9 h 16"/>
                <a:gd name="T26" fmla="*/ 37 w 37"/>
                <a:gd name="T27" fmla="*/ 7 h 16"/>
                <a:gd name="T28" fmla="*/ 35 w 37"/>
                <a:gd name="T29" fmla="*/ 7 h 16"/>
                <a:gd name="T30" fmla="*/ 29 w 37"/>
                <a:gd name="T31" fmla="*/ 7 h 16"/>
                <a:gd name="T32" fmla="*/ 29 w 37"/>
                <a:gd name="T33" fmla="*/ 2 h 16"/>
                <a:gd name="T34" fmla="*/ 29 w 37"/>
                <a:gd name="T35" fmla="*/ 2 h 16"/>
                <a:gd name="T36" fmla="*/ 24 w 37"/>
                <a:gd name="T37" fmla="*/ 0 h 16"/>
                <a:gd name="T38" fmla="*/ 18 w 37"/>
                <a:gd name="T39" fmla="*/ 0 h 16"/>
                <a:gd name="T40" fmla="*/ 6 w 37"/>
                <a:gd name="T41" fmla="*/ 0 h 16"/>
                <a:gd name="T42" fmla="*/ 6 w 37"/>
                <a:gd name="T43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7" h="16">
                  <a:moveTo>
                    <a:pt x="6" y="0"/>
                  </a:moveTo>
                  <a:lnTo>
                    <a:pt x="6" y="0"/>
                  </a:lnTo>
                  <a:lnTo>
                    <a:pt x="0" y="7"/>
                  </a:lnTo>
                  <a:lnTo>
                    <a:pt x="0" y="7"/>
                  </a:lnTo>
                  <a:lnTo>
                    <a:pt x="9" y="11"/>
                  </a:lnTo>
                  <a:lnTo>
                    <a:pt x="18" y="14"/>
                  </a:lnTo>
                  <a:lnTo>
                    <a:pt x="18" y="14"/>
                  </a:lnTo>
                  <a:lnTo>
                    <a:pt x="18" y="16"/>
                  </a:lnTo>
                  <a:lnTo>
                    <a:pt x="18" y="16"/>
                  </a:lnTo>
                  <a:lnTo>
                    <a:pt x="22" y="16"/>
                  </a:lnTo>
                  <a:lnTo>
                    <a:pt x="27" y="16"/>
                  </a:lnTo>
                  <a:lnTo>
                    <a:pt x="35" y="13"/>
                  </a:lnTo>
                  <a:lnTo>
                    <a:pt x="37" y="9"/>
                  </a:lnTo>
                  <a:lnTo>
                    <a:pt x="37" y="7"/>
                  </a:lnTo>
                  <a:lnTo>
                    <a:pt x="35" y="7"/>
                  </a:lnTo>
                  <a:lnTo>
                    <a:pt x="29" y="7"/>
                  </a:lnTo>
                  <a:lnTo>
                    <a:pt x="29" y="2"/>
                  </a:lnTo>
                  <a:lnTo>
                    <a:pt x="29" y="2"/>
                  </a:lnTo>
                  <a:lnTo>
                    <a:pt x="24" y="0"/>
                  </a:lnTo>
                  <a:lnTo>
                    <a:pt x="18" y="0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73" name="Freeform 256">
              <a:extLst>
                <a:ext uri="{FF2B5EF4-FFF2-40B4-BE49-F238E27FC236}">
                  <a16:creationId xmlns:a16="http://schemas.microsoft.com/office/drawing/2014/main" id="{309EFA5B-A84E-43B6-B13C-A70B5297581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49581" y="3735983"/>
              <a:ext cx="151266" cy="197240"/>
            </a:xfrm>
            <a:custGeom>
              <a:avLst/>
              <a:gdLst>
                <a:gd name="T0" fmla="*/ 22 w 102"/>
                <a:gd name="T1" fmla="*/ 133 h 133"/>
                <a:gd name="T2" fmla="*/ 22 w 102"/>
                <a:gd name="T3" fmla="*/ 133 h 133"/>
                <a:gd name="T4" fmla="*/ 35 w 102"/>
                <a:gd name="T5" fmla="*/ 124 h 133"/>
                <a:gd name="T6" fmla="*/ 44 w 102"/>
                <a:gd name="T7" fmla="*/ 116 h 133"/>
                <a:gd name="T8" fmla="*/ 55 w 102"/>
                <a:gd name="T9" fmla="*/ 115 h 133"/>
                <a:gd name="T10" fmla="*/ 73 w 102"/>
                <a:gd name="T11" fmla="*/ 120 h 133"/>
                <a:gd name="T12" fmla="*/ 82 w 102"/>
                <a:gd name="T13" fmla="*/ 124 h 133"/>
                <a:gd name="T14" fmla="*/ 86 w 102"/>
                <a:gd name="T15" fmla="*/ 111 h 133"/>
                <a:gd name="T16" fmla="*/ 86 w 102"/>
                <a:gd name="T17" fmla="*/ 105 h 133"/>
                <a:gd name="T18" fmla="*/ 84 w 102"/>
                <a:gd name="T19" fmla="*/ 91 h 133"/>
                <a:gd name="T20" fmla="*/ 87 w 102"/>
                <a:gd name="T21" fmla="*/ 80 h 133"/>
                <a:gd name="T22" fmla="*/ 93 w 102"/>
                <a:gd name="T23" fmla="*/ 67 h 133"/>
                <a:gd name="T24" fmla="*/ 97 w 102"/>
                <a:gd name="T25" fmla="*/ 54 h 133"/>
                <a:gd name="T26" fmla="*/ 100 w 102"/>
                <a:gd name="T27" fmla="*/ 49 h 133"/>
                <a:gd name="T28" fmla="*/ 102 w 102"/>
                <a:gd name="T29" fmla="*/ 45 h 133"/>
                <a:gd name="T30" fmla="*/ 102 w 102"/>
                <a:gd name="T31" fmla="*/ 33 h 133"/>
                <a:gd name="T32" fmla="*/ 100 w 102"/>
                <a:gd name="T33" fmla="*/ 25 h 133"/>
                <a:gd name="T34" fmla="*/ 98 w 102"/>
                <a:gd name="T35" fmla="*/ 22 h 133"/>
                <a:gd name="T36" fmla="*/ 98 w 102"/>
                <a:gd name="T37" fmla="*/ 14 h 133"/>
                <a:gd name="T38" fmla="*/ 98 w 102"/>
                <a:gd name="T39" fmla="*/ 11 h 133"/>
                <a:gd name="T40" fmla="*/ 86 w 102"/>
                <a:gd name="T41" fmla="*/ 13 h 133"/>
                <a:gd name="T42" fmla="*/ 86 w 102"/>
                <a:gd name="T43" fmla="*/ 11 h 133"/>
                <a:gd name="T44" fmla="*/ 84 w 102"/>
                <a:gd name="T45" fmla="*/ 3 h 133"/>
                <a:gd name="T46" fmla="*/ 73 w 102"/>
                <a:gd name="T47" fmla="*/ 7 h 133"/>
                <a:gd name="T48" fmla="*/ 64 w 102"/>
                <a:gd name="T49" fmla="*/ 2 h 133"/>
                <a:gd name="T50" fmla="*/ 49 w 102"/>
                <a:gd name="T51" fmla="*/ 5 h 133"/>
                <a:gd name="T52" fmla="*/ 47 w 102"/>
                <a:gd name="T53" fmla="*/ 9 h 133"/>
                <a:gd name="T54" fmla="*/ 44 w 102"/>
                <a:gd name="T55" fmla="*/ 13 h 133"/>
                <a:gd name="T56" fmla="*/ 42 w 102"/>
                <a:gd name="T57" fmla="*/ 13 h 133"/>
                <a:gd name="T58" fmla="*/ 38 w 102"/>
                <a:gd name="T59" fmla="*/ 7 h 133"/>
                <a:gd name="T60" fmla="*/ 31 w 102"/>
                <a:gd name="T61" fmla="*/ 20 h 133"/>
                <a:gd name="T62" fmla="*/ 31 w 102"/>
                <a:gd name="T63" fmla="*/ 18 h 133"/>
                <a:gd name="T64" fmla="*/ 27 w 102"/>
                <a:gd name="T65" fmla="*/ 16 h 133"/>
                <a:gd name="T66" fmla="*/ 22 w 102"/>
                <a:gd name="T67" fmla="*/ 22 h 133"/>
                <a:gd name="T68" fmla="*/ 20 w 102"/>
                <a:gd name="T69" fmla="*/ 23 h 133"/>
                <a:gd name="T70" fmla="*/ 15 w 102"/>
                <a:gd name="T71" fmla="*/ 29 h 133"/>
                <a:gd name="T72" fmla="*/ 16 w 102"/>
                <a:gd name="T73" fmla="*/ 33 h 133"/>
                <a:gd name="T74" fmla="*/ 20 w 102"/>
                <a:gd name="T75" fmla="*/ 38 h 133"/>
                <a:gd name="T76" fmla="*/ 20 w 102"/>
                <a:gd name="T77" fmla="*/ 42 h 133"/>
                <a:gd name="T78" fmla="*/ 13 w 102"/>
                <a:gd name="T79" fmla="*/ 45 h 133"/>
                <a:gd name="T80" fmla="*/ 9 w 102"/>
                <a:gd name="T81" fmla="*/ 49 h 133"/>
                <a:gd name="T82" fmla="*/ 11 w 102"/>
                <a:gd name="T83" fmla="*/ 53 h 133"/>
                <a:gd name="T84" fmla="*/ 5 w 102"/>
                <a:gd name="T85" fmla="*/ 56 h 133"/>
                <a:gd name="T86" fmla="*/ 9 w 102"/>
                <a:gd name="T87" fmla="*/ 65 h 133"/>
                <a:gd name="T88" fmla="*/ 7 w 102"/>
                <a:gd name="T89" fmla="*/ 69 h 133"/>
                <a:gd name="T90" fmla="*/ 0 w 102"/>
                <a:gd name="T91" fmla="*/ 80 h 133"/>
                <a:gd name="T92" fmla="*/ 11 w 102"/>
                <a:gd name="T93" fmla="*/ 85 h 133"/>
                <a:gd name="T94" fmla="*/ 11 w 102"/>
                <a:gd name="T95" fmla="*/ 85 h 133"/>
                <a:gd name="T96" fmla="*/ 16 w 102"/>
                <a:gd name="T97" fmla="*/ 95 h 133"/>
                <a:gd name="T98" fmla="*/ 18 w 102"/>
                <a:gd name="T99" fmla="*/ 100 h 133"/>
                <a:gd name="T100" fmla="*/ 22 w 102"/>
                <a:gd name="T101" fmla="*/ 104 h 133"/>
                <a:gd name="T102" fmla="*/ 24 w 102"/>
                <a:gd name="T103" fmla="*/ 104 h 133"/>
                <a:gd name="T104" fmla="*/ 24 w 102"/>
                <a:gd name="T105" fmla="*/ 107 h 133"/>
                <a:gd name="T106" fmla="*/ 22 w 102"/>
                <a:gd name="T107" fmla="*/ 113 h 133"/>
                <a:gd name="T108" fmla="*/ 18 w 102"/>
                <a:gd name="T109" fmla="*/ 116 h 133"/>
                <a:gd name="T110" fmla="*/ 18 w 102"/>
                <a:gd name="T111" fmla="*/ 118 h 133"/>
                <a:gd name="T112" fmla="*/ 18 w 102"/>
                <a:gd name="T113" fmla="*/ 125 h 133"/>
                <a:gd name="T114" fmla="*/ 20 w 102"/>
                <a:gd name="T115" fmla="*/ 131 h 133"/>
                <a:gd name="T116" fmla="*/ 22 w 102"/>
                <a:gd name="T117" fmla="*/ 133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02" h="133">
                  <a:moveTo>
                    <a:pt x="22" y="133"/>
                  </a:moveTo>
                  <a:lnTo>
                    <a:pt x="22" y="133"/>
                  </a:lnTo>
                  <a:lnTo>
                    <a:pt x="22" y="133"/>
                  </a:lnTo>
                  <a:lnTo>
                    <a:pt x="22" y="133"/>
                  </a:lnTo>
                  <a:lnTo>
                    <a:pt x="27" y="129"/>
                  </a:lnTo>
                  <a:lnTo>
                    <a:pt x="35" y="124"/>
                  </a:lnTo>
                  <a:lnTo>
                    <a:pt x="40" y="118"/>
                  </a:lnTo>
                  <a:lnTo>
                    <a:pt x="44" y="116"/>
                  </a:lnTo>
                  <a:lnTo>
                    <a:pt x="44" y="116"/>
                  </a:lnTo>
                  <a:lnTo>
                    <a:pt x="55" y="115"/>
                  </a:lnTo>
                  <a:lnTo>
                    <a:pt x="64" y="116"/>
                  </a:lnTo>
                  <a:lnTo>
                    <a:pt x="73" y="120"/>
                  </a:lnTo>
                  <a:lnTo>
                    <a:pt x="80" y="122"/>
                  </a:lnTo>
                  <a:lnTo>
                    <a:pt x="82" y="124"/>
                  </a:lnTo>
                  <a:lnTo>
                    <a:pt x="82" y="124"/>
                  </a:lnTo>
                  <a:lnTo>
                    <a:pt x="86" y="111"/>
                  </a:lnTo>
                  <a:lnTo>
                    <a:pt x="86" y="111"/>
                  </a:lnTo>
                  <a:lnTo>
                    <a:pt x="86" y="105"/>
                  </a:lnTo>
                  <a:lnTo>
                    <a:pt x="86" y="102"/>
                  </a:lnTo>
                  <a:lnTo>
                    <a:pt x="84" y="91"/>
                  </a:lnTo>
                  <a:lnTo>
                    <a:pt x="87" y="80"/>
                  </a:lnTo>
                  <a:lnTo>
                    <a:pt x="87" y="80"/>
                  </a:lnTo>
                  <a:lnTo>
                    <a:pt x="89" y="74"/>
                  </a:lnTo>
                  <a:lnTo>
                    <a:pt x="93" y="67"/>
                  </a:lnTo>
                  <a:lnTo>
                    <a:pt x="93" y="67"/>
                  </a:lnTo>
                  <a:lnTo>
                    <a:pt x="97" y="54"/>
                  </a:lnTo>
                  <a:lnTo>
                    <a:pt x="97" y="54"/>
                  </a:lnTo>
                  <a:lnTo>
                    <a:pt x="100" y="49"/>
                  </a:lnTo>
                  <a:lnTo>
                    <a:pt x="102" y="45"/>
                  </a:lnTo>
                  <a:lnTo>
                    <a:pt x="102" y="45"/>
                  </a:lnTo>
                  <a:lnTo>
                    <a:pt x="102" y="33"/>
                  </a:lnTo>
                  <a:lnTo>
                    <a:pt x="102" y="33"/>
                  </a:lnTo>
                  <a:lnTo>
                    <a:pt x="102" y="29"/>
                  </a:lnTo>
                  <a:lnTo>
                    <a:pt x="100" y="25"/>
                  </a:lnTo>
                  <a:lnTo>
                    <a:pt x="98" y="23"/>
                  </a:lnTo>
                  <a:lnTo>
                    <a:pt x="98" y="22"/>
                  </a:lnTo>
                  <a:lnTo>
                    <a:pt x="98" y="22"/>
                  </a:lnTo>
                  <a:lnTo>
                    <a:pt x="98" y="14"/>
                  </a:lnTo>
                  <a:lnTo>
                    <a:pt x="98" y="11"/>
                  </a:lnTo>
                  <a:lnTo>
                    <a:pt x="98" y="11"/>
                  </a:lnTo>
                  <a:lnTo>
                    <a:pt x="93" y="13"/>
                  </a:lnTo>
                  <a:lnTo>
                    <a:pt x="86" y="13"/>
                  </a:lnTo>
                  <a:lnTo>
                    <a:pt x="86" y="13"/>
                  </a:lnTo>
                  <a:lnTo>
                    <a:pt x="86" y="11"/>
                  </a:lnTo>
                  <a:lnTo>
                    <a:pt x="84" y="7"/>
                  </a:lnTo>
                  <a:lnTo>
                    <a:pt x="84" y="3"/>
                  </a:lnTo>
                  <a:lnTo>
                    <a:pt x="78" y="3"/>
                  </a:lnTo>
                  <a:lnTo>
                    <a:pt x="73" y="7"/>
                  </a:lnTo>
                  <a:lnTo>
                    <a:pt x="66" y="7"/>
                  </a:lnTo>
                  <a:lnTo>
                    <a:pt x="64" y="2"/>
                  </a:lnTo>
                  <a:lnTo>
                    <a:pt x="51" y="0"/>
                  </a:lnTo>
                  <a:lnTo>
                    <a:pt x="49" y="5"/>
                  </a:lnTo>
                  <a:lnTo>
                    <a:pt x="49" y="5"/>
                  </a:lnTo>
                  <a:lnTo>
                    <a:pt x="47" y="9"/>
                  </a:lnTo>
                  <a:lnTo>
                    <a:pt x="47" y="11"/>
                  </a:lnTo>
                  <a:lnTo>
                    <a:pt x="44" y="13"/>
                  </a:lnTo>
                  <a:lnTo>
                    <a:pt x="44" y="13"/>
                  </a:lnTo>
                  <a:lnTo>
                    <a:pt x="42" y="13"/>
                  </a:lnTo>
                  <a:lnTo>
                    <a:pt x="40" y="11"/>
                  </a:lnTo>
                  <a:lnTo>
                    <a:pt x="38" y="7"/>
                  </a:lnTo>
                  <a:lnTo>
                    <a:pt x="33" y="11"/>
                  </a:lnTo>
                  <a:lnTo>
                    <a:pt x="31" y="20"/>
                  </a:lnTo>
                  <a:lnTo>
                    <a:pt x="31" y="20"/>
                  </a:lnTo>
                  <a:lnTo>
                    <a:pt x="31" y="18"/>
                  </a:lnTo>
                  <a:lnTo>
                    <a:pt x="29" y="16"/>
                  </a:lnTo>
                  <a:lnTo>
                    <a:pt x="27" y="16"/>
                  </a:lnTo>
                  <a:lnTo>
                    <a:pt x="27" y="16"/>
                  </a:lnTo>
                  <a:lnTo>
                    <a:pt x="22" y="22"/>
                  </a:lnTo>
                  <a:lnTo>
                    <a:pt x="20" y="23"/>
                  </a:lnTo>
                  <a:lnTo>
                    <a:pt x="20" y="23"/>
                  </a:lnTo>
                  <a:lnTo>
                    <a:pt x="16" y="25"/>
                  </a:lnTo>
                  <a:lnTo>
                    <a:pt x="15" y="29"/>
                  </a:lnTo>
                  <a:lnTo>
                    <a:pt x="16" y="33"/>
                  </a:lnTo>
                  <a:lnTo>
                    <a:pt x="16" y="33"/>
                  </a:lnTo>
                  <a:lnTo>
                    <a:pt x="20" y="36"/>
                  </a:lnTo>
                  <a:lnTo>
                    <a:pt x="20" y="38"/>
                  </a:lnTo>
                  <a:lnTo>
                    <a:pt x="20" y="42"/>
                  </a:lnTo>
                  <a:lnTo>
                    <a:pt x="20" y="42"/>
                  </a:lnTo>
                  <a:lnTo>
                    <a:pt x="16" y="45"/>
                  </a:lnTo>
                  <a:lnTo>
                    <a:pt x="13" y="45"/>
                  </a:lnTo>
                  <a:lnTo>
                    <a:pt x="11" y="47"/>
                  </a:lnTo>
                  <a:lnTo>
                    <a:pt x="9" y="49"/>
                  </a:lnTo>
                  <a:lnTo>
                    <a:pt x="9" y="49"/>
                  </a:lnTo>
                  <a:lnTo>
                    <a:pt x="11" y="53"/>
                  </a:lnTo>
                  <a:lnTo>
                    <a:pt x="5" y="56"/>
                  </a:lnTo>
                  <a:lnTo>
                    <a:pt x="5" y="56"/>
                  </a:lnTo>
                  <a:lnTo>
                    <a:pt x="9" y="62"/>
                  </a:lnTo>
                  <a:lnTo>
                    <a:pt x="9" y="65"/>
                  </a:lnTo>
                  <a:lnTo>
                    <a:pt x="7" y="69"/>
                  </a:lnTo>
                  <a:lnTo>
                    <a:pt x="7" y="69"/>
                  </a:lnTo>
                  <a:lnTo>
                    <a:pt x="2" y="76"/>
                  </a:lnTo>
                  <a:lnTo>
                    <a:pt x="0" y="80"/>
                  </a:lnTo>
                  <a:lnTo>
                    <a:pt x="0" y="80"/>
                  </a:lnTo>
                  <a:lnTo>
                    <a:pt x="11" y="85"/>
                  </a:lnTo>
                  <a:lnTo>
                    <a:pt x="11" y="85"/>
                  </a:lnTo>
                  <a:lnTo>
                    <a:pt x="11" y="85"/>
                  </a:lnTo>
                  <a:lnTo>
                    <a:pt x="13" y="87"/>
                  </a:lnTo>
                  <a:lnTo>
                    <a:pt x="16" y="95"/>
                  </a:lnTo>
                  <a:lnTo>
                    <a:pt x="16" y="95"/>
                  </a:lnTo>
                  <a:lnTo>
                    <a:pt x="18" y="100"/>
                  </a:lnTo>
                  <a:lnTo>
                    <a:pt x="20" y="102"/>
                  </a:lnTo>
                  <a:lnTo>
                    <a:pt x="22" y="104"/>
                  </a:lnTo>
                  <a:lnTo>
                    <a:pt x="22" y="104"/>
                  </a:lnTo>
                  <a:lnTo>
                    <a:pt x="24" y="104"/>
                  </a:lnTo>
                  <a:lnTo>
                    <a:pt x="24" y="104"/>
                  </a:lnTo>
                  <a:lnTo>
                    <a:pt x="24" y="107"/>
                  </a:lnTo>
                  <a:lnTo>
                    <a:pt x="24" y="107"/>
                  </a:lnTo>
                  <a:lnTo>
                    <a:pt x="22" y="113"/>
                  </a:lnTo>
                  <a:lnTo>
                    <a:pt x="22" y="115"/>
                  </a:lnTo>
                  <a:lnTo>
                    <a:pt x="18" y="116"/>
                  </a:lnTo>
                  <a:lnTo>
                    <a:pt x="18" y="116"/>
                  </a:lnTo>
                  <a:lnTo>
                    <a:pt x="18" y="118"/>
                  </a:lnTo>
                  <a:lnTo>
                    <a:pt x="18" y="120"/>
                  </a:lnTo>
                  <a:lnTo>
                    <a:pt x="18" y="125"/>
                  </a:lnTo>
                  <a:lnTo>
                    <a:pt x="18" y="125"/>
                  </a:lnTo>
                  <a:lnTo>
                    <a:pt x="20" y="131"/>
                  </a:lnTo>
                  <a:lnTo>
                    <a:pt x="22" y="133"/>
                  </a:lnTo>
                  <a:lnTo>
                    <a:pt x="22" y="13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74" name="Freeform 257">
              <a:extLst>
                <a:ext uri="{FF2B5EF4-FFF2-40B4-BE49-F238E27FC236}">
                  <a16:creationId xmlns:a16="http://schemas.microsoft.com/office/drawing/2014/main" id="{21B86B95-8533-40A4-9312-7C423B38F0A7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7367" y="2605934"/>
              <a:ext cx="269907" cy="344057"/>
            </a:xfrm>
            <a:custGeom>
              <a:avLst/>
              <a:gdLst>
                <a:gd name="T0" fmla="*/ 22 w 182"/>
                <a:gd name="T1" fmla="*/ 75 h 232"/>
                <a:gd name="T2" fmla="*/ 25 w 182"/>
                <a:gd name="T3" fmla="*/ 66 h 232"/>
                <a:gd name="T4" fmla="*/ 33 w 182"/>
                <a:gd name="T5" fmla="*/ 60 h 232"/>
                <a:gd name="T6" fmla="*/ 53 w 182"/>
                <a:gd name="T7" fmla="*/ 73 h 232"/>
                <a:gd name="T8" fmla="*/ 71 w 182"/>
                <a:gd name="T9" fmla="*/ 110 h 232"/>
                <a:gd name="T10" fmla="*/ 91 w 182"/>
                <a:gd name="T11" fmla="*/ 126 h 232"/>
                <a:gd name="T12" fmla="*/ 116 w 182"/>
                <a:gd name="T13" fmla="*/ 141 h 232"/>
                <a:gd name="T14" fmla="*/ 126 w 182"/>
                <a:gd name="T15" fmla="*/ 150 h 232"/>
                <a:gd name="T16" fmla="*/ 129 w 182"/>
                <a:gd name="T17" fmla="*/ 155 h 232"/>
                <a:gd name="T18" fmla="*/ 136 w 182"/>
                <a:gd name="T19" fmla="*/ 162 h 232"/>
                <a:gd name="T20" fmla="*/ 146 w 182"/>
                <a:gd name="T21" fmla="*/ 172 h 232"/>
                <a:gd name="T22" fmla="*/ 144 w 182"/>
                <a:gd name="T23" fmla="*/ 190 h 232"/>
                <a:gd name="T24" fmla="*/ 140 w 182"/>
                <a:gd name="T25" fmla="*/ 204 h 232"/>
                <a:gd name="T26" fmla="*/ 93 w 182"/>
                <a:gd name="T27" fmla="*/ 204 h 232"/>
                <a:gd name="T28" fmla="*/ 104 w 182"/>
                <a:gd name="T29" fmla="*/ 219 h 232"/>
                <a:gd name="T30" fmla="*/ 133 w 182"/>
                <a:gd name="T31" fmla="*/ 217 h 232"/>
                <a:gd name="T32" fmla="*/ 133 w 182"/>
                <a:gd name="T33" fmla="*/ 208 h 232"/>
                <a:gd name="T34" fmla="*/ 147 w 182"/>
                <a:gd name="T35" fmla="*/ 210 h 232"/>
                <a:gd name="T36" fmla="*/ 164 w 182"/>
                <a:gd name="T37" fmla="*/ 179 h 232"/>
                <a:gd name="T38" fmla="*/ 155 w 182"/>
                <a:gd name="T39" fmla="*/ 168 h 232"/>
                <a:gd name="T40" fmla="*/ 155 w 182"/>
                <a:gd name="T41" fmla="*/ 161 h 232"/>
                <a:gd name="T42" fmla="*/ 164 w 182"/>
                <a:gd name="T43" fmla="*/ 153 h 232"/>
                <a:gd name="T44" fmla="*/ 178 w 182"/>
                <a:gd name="T45" fmla="*/ 164 h 232"/>
                <a:gd name="T46" fmla="*/ 175 w 182"/>
                <a:gd name="T47" fmla="*/ 146 h 232"/>
                <a:gd name="T48" fmla="*/ 162 w 182"/>
                <a:gd name="T49" fmla="*/ 137 h 232"/>
                <a:gd name="T50" fmla="*/ 153 w 182"/>
                <a:gd name="T51" fmla="*/ 133 h 232"/>
                <a:gd name="T52" fmla="*/ 149 w 182"/>
                <a:gd name="T53" fmla="*/ 124 h 232"/>
                <a:gd name="T54" fmla="*/ 129 w 182"/>
                <a:gd name="T55" fmla="*/ 115 h 232"/>
                <a:gd name="T56" fmla="*/ 115 w 182"/>
                <a:gd name="T57" fmla="*/ 100 h 232"/>
                <a:gd name="T58" fmla="*/ 111 w 182"/>
                <a:gd name="T59" fmla="*/ 88 h 232"/>
                <a:gd name="T60" fmla="*/ 85 w 182"/>
                <a:gd name="T61" fmla="*/ 68 h 232"/>
                <a:gd name="T62" fmla="*/ 87 w 182"/>
                <a:gd name="T63" fmla="*/ 53 h 232"/>
                <a:gd name="T64" fmla="*/ 89 w 182"/>
                <a:gd name="T65" fmla="*/ 44 h 232"/>
                <a:gd name="T66" fmla="*/ 98 w 182"/>
                <a:gd name="T67" fmla="*/ 37 h 232"/>
                <a:gd name="T68" fmla="*/ 107 w 182"/>
                <a:gd name="T69" fmla="*/ 33 h 232"/>
                <a:gd name="T70" fmla="*/ 107 w 182"/>
                <a:gd name="T71" fmla="*/ 22 h 232"/>
                <a:gd name="T72" fmla="*/ 104 w 182"/>
                <a:gd name="T73" fmla="*/ 17 h 232"/>
                <a:gd name="T74" fmla="*/ 105 w 182"/>
                <a:gd name="T75" fmla="*/ 6 h 232"/>
                <a:gd name="T76" fmla="*/ 91 w 182"/>
                <a:gd name="T77" fmla="*/ 8 h 232"/>
                <a:gd name="T78" fmla="*/ 85 w 182"/>
                <a:gd name="T79" fmla="*/ 6 h 232"/>
                <a:gd name="T80" fmla="*/ 76 w 182"/>
                <a:gd name="T81" fmla="*/ 4 h 232"/>
                <a:gd name="T82" fmla="*/ 69 w 182"/>
                <a:gd name="T83" fmla="*/ 2 h 232"/>
                <a:gd name="T84" fmla="*/ 60 w 182"/>
                <a:gd name="T85" fmla="*/ 0 h 232"/>
                <a:gd name="T86" fmla="*/ 58 w 182"/>
                <a:gd name="T87" fmla="*/ 6 h 232"/>
                <a:gd name="T88" fmla="*/ 60 w 182"/>
                <a:gd name="T89" fmla="*/ 11 h 232"/>
                <a:gd name="T90" fmla="*/ 54 w 182"/>
                <a:gd name="T91" fmla="*/ 11 h 232"/>
                <a:gd name="T92" fmla="*/ 47 w 182"/>
                <a:gd name="T93" fmla="*/ 17 h 232"/>
                <a:gd name="T94" fmla="*/ 42 w 182"/>
                <a:gd name="T95" fmla="*/ 22 h 232"/>
                <a:gd name="T96" fmla="*/ 40 w 182"/>
                <a:gd name="T97" fmla="*/ 28 h 232"/>
                <a:gd name="T98" fmla="*/ 33 w 182"/>
                <a:gd name="T99" fmla="*/ 26 h 232"/>
                <a:gd name="T100" fmla="*/ 25 w 182"/>
                <a:gd name="T101" fmla="*/ 18 h 232"/>
                <a:gd name="T102" fmla="*/ 22 w 182"/>
                <a:gd name="T103" fmla="*/ 28 h 232"/>
                <a:gd name="T104" fmla="*/ 9 w 182"/>
                <a:gd name="T105" fmla="*/ 39 h 232"/>
                <a:gd name="T106" fmla="*/ 3 w 182"/>
                <a:gd name="T107" fmla="*/ 44 h 232"/>
                <a:gd name="T108" fmla="*/ 2 w 182"/>
                <a:gd name="T109" fmla="*/ 51 h 232"/>
                <a:gd name="T110" fmla="*/ 3 w 182"/>
                <a:gd name="T111" fmla="*/ 55 h 232"/>
                <a:gd name="T112" fmla="*/ 3 w 182"/>
                <a:gd name="T113" fmla="*/ 66 h 232"/>
                <a:gd name="T114" fmla="*/ 11 w 182"/>
                <a:gd name="T115" fmla="*/ 68 h 232"/>
                <a:gd name="T116" fmla="*/ 7 w 182"/>
                <a:gd name="T117" fmla="*/ 75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82" h="232">
                  <a:moveTo>
                    <a:pt x="11" y="77"/>
                  </a:moveTo>
                  <a:lnTo>
                    <a:pt x="11" y="77"/>
                  </a:lnTo>
                  <a:lnTo>
                    <a:pt x="16" y="77"/>
                  </a:lnTo>
                  <a:lnTo>
                    <a:pt x="22" y="75"/>
                  </a:lnTo>
                  <a:lnTo>
                    <a:pt x="22" y="75"/>
                  </a:lnTo>
                  <a:lnTo>
                    <a:pt x="23" y="73"/>
                  </a:lnTo>
                  <a:lnTo>
                    <a:pt x="25" y="69"/>
                  </a:lnTo>
                  <a:lnTo>
                    <a:pt x="25" y="66"/>
                  </a:lnTo>
                  <a:lnTo>
                    <a:pt x="29" y="64"/>
                  </a:lnTo>
                  <a:lnTo>
                    <a:pt x="29" y="60"/>
                  </a:lnTo>
                  <a:lnTo>
                    <a:pt x="29" y="60"/>
                  </a:lnTo>
                  <a:lnTo>
                    <a:pt x="33" y="60"/>
                  </a:lnTo>
                  <a:lnTo>
                    <a:pt x="38" y="60"/>
                  </a:lnTo>
                  <a:lnTo>
                    <a:pt x="38" y="60"/>
                  </a:lnTo>
                  <a:lnTo>
                    <a:pt x="45" y="66"/>
                  </a:lnTo>
                  <a:lnTo>
                    <a:pt x="53" y="73"/>
                  </a:lnTo>
                  <a:lnTo>
                    <a:pt x="56" y="80"/>
                  </a:lnTo>
                  <a:lnTo>
                    <a:pt x="60" y="88"/>
                  </a:lnTo>
                  <a:lnTo>
                    <a:pt x="67" y="102"/>
                  </a:lnTo>
                  <a:lnTo>
                    <a:pt x="71" y="110"/>
                  </a:lnTo>
                  <a:lnTo>
                    <a:pt x="78" y="117"/>
                  </a:lnTo>
                  <a:lnTo>
                    <a:pt x="82" y="117"/>
                  </a:lnTo>
                  <a:lnTo>
                    <a:pt x="82" y="117"/>
                  </a:lnTo>
                  <a:lnTo>
                    <a:pt x="91" y="126"/>
                  </a:lnTo>
                  <a:lnTo>
                    <a:pt x="102" y="137"/>
                  </a:lnTo>
                  <a:lnTo>
                    <a:pt x="102" y="137"/>
                  </a:lnTo>
                  <a:lnTo>
                    <a:pt x="113" y="141"/>
                  </a:lnTo>
                  <a:lnTo>
                    <a:pt x="116" y="141"/>
                  </a:lnTo>
                  <a:lnTo>
                    <a:pt x="122" y="144"/>
                  </a:lnTo>
                  <a:lnTo>
                    <a:pt x="122" y="150"/>
                  </a:lnTo>
                  <a:lnTo>
                    <a:pt x="122" y="150"/>
                  </a:lnTo>
                  <a:lnTo>
                    <a:pt x="126" y="150"/>
                  </a:lnTo>
                  <a:lnTo>
                    <a:pt x="127" y="150"/>
                  </a:lnTo>
                  <a:lnTo>
                    <a:pt x="129" y="151"/>
                  </a:lnTo>
                  <a:lnTo>
                    <a:pt x="129" y="151"/>
                  </a:lnTo>
                  <a:lnTo>
                    <a:pt x="129" y="155"/>
                  </a:lnTo>
                  <a:lnTo>
                    <a:pt x="129" y="159"/>
                  </a:lnTo>
                  <a:lnTo>
                    <a:pt x="129" y="159"/>
                  </a:lnTo>
                  <a:lnTo>
                    <a:pt x="133" y="161"/>
                  </a:lnTo>
                  <a:lnTo>
                    <a:pt x="136" y="162"/>
                  </a:lnTo>
                  <a:lnTo>
                    <a:pt x="140" y="164"/>
                  </a:lnTo>
                  <a:lnTo>
                    <a:pt x="144" y="166"/>
                  </a:lnTo>
                  <a:lnTo>
                    <a:pt x="144" y="166"/>
                  </a:lnTo>
                  <a:lnTo>
                    <a:pt x="146" y="172"/>
                  </a:lnTo>
                  <a:lnTo>
                    <a:pt x="146" y="181"/>
                  </a:lnTo>
                  <a:lnTo>
                    <a:pt x="146" y="190"/>
                  </a:lnTo>
                  <a:lnTo>
                    <a:pt x="146" y="192"/>
                  </a:lnTo>
                  <a:lnTo>
                    <a:pt x="144" y="190"/>
                  </a:lnTo>
                  <a:lnTo>
                    <a:pt x="144" y="190"/>
                  </a:lnTo>
                  <a:lnTo>
                    <a:pt x="142" y="199"/>
                  </a:lnTo>
                  <a:lnTo>
                    <a:pt x="140" y="204"/>
                  </a:lnTo>
                  <a:lnTo>
                    <a:pt x="140" y="204"/>
                  </a:lnTo>
                  <a:lnTo>
                    <a:pt x="129" y="206"/>
                  </a:lnTo>
                  <a:lnTo>
                    <a:pt x="115" y="206"/>
                  </a:lnTo>
                  <a:lnTo>
                    <a:pt x="93" y="204"/>
                  </a:lnTo>
                  <a:lnTo>
                    <a:pt x="93" y="204"/>
                  </a:lnTo>
                  <a:lnTo>
                    <a:pt x="93" y="208"/>
                  </a:lnTo>
                  <a:lnTo>
                    <a:pt x="95" y="212"/>
                  </a:lnTo>
                  <a:lnTo>
                    <a:pt x="95" y="212"/>
                  </a:lnTo>
                  <a:lnTo>
                    <a:pt x="104" y="219"/>
                  </a:lnTo>
                  <a:lnTo>
                    <a:pt x="113" y="223"/>
                  </a:lnTo>
                  <a:lnTo>
                    <a:pt x="131" y="232"/>
                  </a:lnTo>
                  <a:lnTo>
                    <a:pt x="131" y="232"/>
                  </a:lnTo>
                  <a:lnTo>
                    <a:pt x="133" y="217"/>
                  </a:lnTo>
                  <a:lnTo>
                    <a:pt x="135" y="212"/>
                  </a:lnTo>
                  <a:lnTo>
                    <a:pt x="135" y="212"/>
                  </a:lnTo>
                  <a:lnTo>
                    <a:pt x="133" y="212"/>
                  </a:lnTo>
                  <a:lnTo>
                    <a:pt x="133" y="208"/>
                  </a:lnTo>
                  <a:lnTo>
                    <a:pt x="133" y="208"/>
                  </a:lnTo>
                  <a:lnTo>
                    <a:pt x="136" y="208"/>
                  </a:lnTo>
                  <a:lnTo>
                    <a:pt x="140" y="208"/>
                  </a:lnTo>
                  <a:lnTo>
                    <a:pt x="147" y="210"/>
                  </a:lnTo>
                  <a:lnTo>
                    <a:pt x="147" y="210"/>
                  </a:lnTo>
                  <a:lnTo>
                    <a:pt x="158" y="193"/>
                  </a:lnTo>
                  <a:lnTo>
                    <a:pt x="162" y="184"/>
                  </a:lnTo>
                  <a:lnTo>
                    <a:pt x="164" y="179"/>
                  </a:lnTo>
                  <a:lnTo>
                    <a:pt x="162" y="175"/>
                  </a:lnTo>
                  <a:lnTo>
                    <a:pt x="162" y="175"/>
                  </a:lnTo>
                  <a:lnTo>
                    <a:pt x="158" y="172"/>
                  </a:lnTo>
                  <a:lnTo>
                    <a:pt x="155" y="168"/>
                  </a:lnTo>
                  <a:lnTo>
                    <a:pt x="155" y="168"/>
                  </a:lnTo>
                  <a:lnTo>
                    <a:pt x="155" y="164"/>
                  </a:lnTo>
                  <a:lnTo>
                    <a:pt x="155" y="161"/>
                  </a:lnTo>
                  <a:lnTo>
                    <a:pt x="155" y="161"/>
                  </a:lnTo>
                  <a:lnTo>
                    <a:pt x="157" y="157"/>
                  </a:lnTo>
                  <a:lnTo>
                    <a:pt x="158" y="153"/>
                  </a:lnTo>
                  <a:lnTo>
                    <a:pt x="162" y="153"/>
                  </a:lnTo>
                  <a:lnTo>
                    <a:pt x="164" y="153"/>
                  </a:lnTo>
                  <a:lnTo>
                    <a:pt x="171" y="155"/>
                  </a:lnTo>
                  <a:lnTo>
                    <a:pt x="178" y="159"/>
                  </a:lnTo>
                  <a:lnTo>
                    <a:pt x="178" y="164"/>
                  </a:lnTo>
                  <a:lnTo>
                    <a:pt x="178" y="164"/>
                  </a:lnTo>
                  <a:lnTo>
                    <a:pt x="180" y="164"/>
                  </a:lnTo>
                  <a:lnTo>
                    <a:pt x="182" y="162"/>
                  </a:lnTo>
                  <a:lnTo>
                    <a:pt x="180" y="157"/>
                  </a:lnTo>
                  <a:lnTo>
                    <a:pt x="175" y="146"/>
                  </a:lnTo>
                  <a:lnTo>
                    <a:pt x="175" y="146"/>
                  </a:lnTo>
                  <a:lnTo>
                    <a:pt x="169" y="141"/>
                  </a:lnTo>
                  <a:lnTo>
                    <a:pt x="162" y="137"/>
                  </a:lnTo>
                  <a:lnTo>
                    <a:pt x="162" y="137"/>
                  </a:lnTo>
                  <a:lnTo>
                    <a:pt x="160" y="137"/>
                  </a:lnTo>
                  <a:lnTo>
                    <a:pt x="155" y="137"/>
                  </a:lnTo>
                  <a:lnTo>
                    <a:pt x="155" y="137"/>
                  </a:lnTo>
                  <a:lnTo>
                    <a:pt x="153" y="133"/>
                  </a:lnTo>
                  <a:lnTo>
                    <a:pt x="147" y="130"/>
                  </a:lnTo>
                  <a:lnTo>
                    <a:pt x="147" y="130"/>
                  </a:lnTo>
                  <a:lnTo>
                    <a:pt x="149" y="128"/>
                  </a:lnTo>
                  <a:lnTo>
                    <a:pt x="149" y="124"/>
                  </a:lnTo>
                  <a:lnTo>
                    <a:pt x="147" y="119"/>
                  </a:lnTo>
                  <a:lnTo>
                    <a:pt x="147" y="119"/>
                  </a:lnTo>
                  <a:lnTo>
                    <a:pt x="136" y="119"/>
                  </a:lnTo>
                  <a:lnTo>
                    <a:pt x="129" y="115"/>
                  </a:lnTo>
                  <a:lnTo>
                    <a:pt x="122" y="111"/>
                  </a:lnTo>
                  <a:lnTo>
                    <a:pt x="116" y="104"/>
                  </a:lnTo>
                  <a:lnTo>
                    <a:pt x="116" y="104"/>
                  </a:lnTo>
                  <a:lnTo>
                    <a:pt x="115" y="100"/>
                  </a:lnTo>
                  <a:lnTo>
                    <a:pt x="115" y="97"/>
                  </a:lnTo>
                  <a:lnTo>
                    <a:pt x="113" y="93"/>
                  </a:lnTo>
                  <a:lnTo>
                    <a:pt x="111" y="88"/>
                  </a:lnTo>
                  <a:lnTo>
                    <a:pt x="111" y="88"/>
                  </a:lnTo>
                  <a:lnTo>
                    <a:pt x="107" y="82"/>
                  </a:lnTo>
                  <a:lnTo>
                    <a:pt x="100" y="77"/>
                  </a:lnTo>
                  <a:lnTo>
                    <a:pt x="85" y="68"/>
                  </a:lnTo>
                  <a:lnTo>
                    <a:pt x="85" y="68"/>
                  </a:lnTo>
                  <a:lnTo>
                    <a:pt x="85" y="64"/>
                  </a:lnTo>
                  <a:lnTo>
                    <a:pt x="85" y="59"/>
                  </a:lnTo>
                  <a:lnTo>
                    <a:pt x="85" y="59"/>
                  </a:lnTo>
                  <a:lnTo>
                    <a:pt x="87" y="53"/>
                  </a:lnTo>
                  <a:lnTo>
                    <a:pt x="93" y="46"/>
                  </a:lnTo>
                  <a:lnTo>
                    <a:pt x="93" y="46"/>
                  </a:lnTo>
                  <a:lnTo>
                    <a:pt x="89" y="44"/>
                  </a:lnTo>
                  <a:lnTo>
                    <a:pt x="89" y="44"/>
                  </a:lnTo>
                  <a:lnTo>
                    <a:pt x="87" y="44"/>
                  </a:lnTo>
                  <a:lnTo>
                    <a:pt x="87" y="39"/>
                  </a:lnTo>
                  <a:lnTo>
                    <a:pt x="87" y="39"/>
                  </a:lnTo>
                  <a:lnTo>
                    <a:pt x="98" y="37"/>
                  </a:lnTo>
                  <a:lnTo>
                    <a:pt x="109" y="35"/>
                  </a:lnTo>
                  <a:lnTo>
                    <a:pt x="109" y="35"/>
                  </a:lnTo>
                  <a:lnTo>
                    <a:pt x="107" y="33"/>
                  </a:lnTo>
                  <a:lnTo>
                    <a:pt x="107" y="33"/>
                  </a:lnTo>
                  <a:lnTo>
                    <a:pt x="105" y="31"/>
                  </a:lnTo>
                  <a:lnTo>
                    <a:pt x="107" y="28"/>
                  </a:lnTo>
                  <a:lnTo>
                    <a:pt x="107" y="22"/>
                  </a:lnTo>
                  <a:lnTo>
                    <a:pt x="107" y="22"/>
                  </a:lnTo>
                  <a:lnTo>
                    <a:pt x="107" y="18"/>
                  </a:lnTo>
                  <a:lnTo>
                    <a:pt x="107" y="17"/>
                  </a:lnTo>
                  <a:lnTo>
                    <a:pt x="104" y="17"/>
                  </a:lnTo>
                  <a:lnTo>
                    <a:pt x="104" y="17"/>
                  </a:lnTo>
                  <a:lnTo>
                    <a:pt x="102" y="17"/>
                  </a:lnTo>
                  <a:lnTo>
                    <a:pt x="102" y="15"/>
                  </a:lnTo>
                  <a:lnTo>
                    <a:pt x="102" y="11"/>
                  </a:lnTo>
                  <a:lnTo>
                    <a:pt x="105" y="6"/>
                  </a:lnTo>
                  <a:lnTo>
                    <a:pt x="105" y="6"/>
                  </a:lnTo>
                  <a:lnTo>
                    <a:pt x="95" y="6"/>
                  </a:lnTo>
                  <a:lnTo>
                    <a:pt x="95" y="6"/>
                  </a:lnTo>
                  <a:lnTo>
                    <a:pt x="91" y="8"/>
                  </a:lnTo>
                  <a:lnTo>
                    <a:pt x="87" y="8"/>
                  </a:lnTo>
                  <a:lnTo>
                    <a:pt x="87" y="8"/>
                  </a:lnTo>
                  <a:lnTo>
                    <a:pt x="85" y="8"/>
                  </a:lnTo>
                  <a:lnTo>
                    <a:pt x="85" y="6"/>
                  </a:lnTo>
                  <a:lnTo>
                    <a:pt x="84" y="4"/>
                  </a:lnTo>
                  <a:lnTo>
                    <a:pt x="80" y="4"/>
                  </a:lnTo>
                  <a:lnTo>
                    <a:pt x="80" y="4"/>
                  </a:lnTo>
                  <a:lnTo>
                    <a:pt x="76" y="4"/>
                  </a:lnTo>
                  <a:lnTo>
                    <a:pt x="73" y="2"/>
                  </a:lnTo>
                  <a:lnTo>
                    <a:pt x="73" y="2"/>
                  </a:lnTo>
                  <a:lnTo>
                    <a:pt x="69" y="0"/>
                  </a:lnTo>
                  <a:lnTo>
                    <a:pt x="69" y="2"/>
                  </a:lnTo>
                  <a:lnTo>
                    <a:pt x="69" y="2"/>
                  </a:lnTo>
                  <a:lnTo>
                    <a:pt x="69" y="4"/>
                  </a:lnTo>
                  <a:lnTo>
                    <a:pt x="65" y="2"/>
                  </a:lnTo>
                  <a:lnTo>
                    <a:pt x="60" y="0"/>
                  </a:lnTo>
                  <a:lnTo>
                    <a:pt x="60" y="0"/>
                  </a:lnTo>
                  <a:lnTo>
                    <a:pt x="60" y="4"/>
                  </a:lnTo>
                  <a:lnTo>
                    <a:pt x="58" y="6"/>
                  </a:lnTo>
                  <a:lnTo>
                    <a:pt x="58" y="6"/>
                  </a:lnTo>
                  <a:lnTo>
                    <a:pt x="58" y="8"/>
                  </a:lnTo>
                  <a:lnTo>
                    <a:pt x="60" y="9"/>
                  </a:lnTo>
                  <a:lnTo>
                    <a:pt x="60" y="9"/>
                  </a:lnTo>
                  <a:lnTo>
                    <a:pt x="60" y="11"/>
                  </a:lnTo>
                  <a:lnTo>
                    <a:pt x="60" y="11"/>
                  </a:lnTo>
                  <a:lnTo>
                    <a:pt x="58" y="13"/>
                  </a:lnTo>
                  <a:lnTo>
                    <a:pt x="54" y="11"/>
                  </a:lnTo>
                  <a:lnTo>
                    <a:pt x="54" y="11"/>
                  </a:lnTo>
                  <a:lnTo>
                    <a:pt x="53" y="11"/>
                  </a:lnTo>
                  <a:lnTo>
                    <a:pt x="51" y="11"/>
                  </a:lnTo>
                  <a:lnTo>
                    <a:pt x="47" y="17"/>
                  </a:lnTo>
                  <a:lnTo>
                    <a:pt x="47" y="17"/>
                  </a:lnTo>
                  <a:lnTo>
                    <a:pt x="47" y="18"/>
                  </a:lnTo>
                  <a:lnTo>
                    <a:pt x="44" y="18"/>
                  </a:lnTo>
                  <a:lnTo>
                    <a:pt x="42" y="18"/>
                  </a:lnTo>
                  <a:lnTo>
                    <a:pt x="42" y="22"/>
                  </a:lnTo>
                  <a:lnTo>
                    <a:pt x="42" y="22"/>
                  </a:lnTo>
                  <a:lnTo>
                    <a:pt x="42" y="26"/>
                  </a:lnTo>
                  <a:lnTo>
                    <a:pt x="40" y="28"/>
                  </a:lnTo>
                  <a:lnTo>
                    <a:pt x="40" y="28"/>
                  </a:lnTo>
                  <a:lnTo>
                    <a:pt x="40" y="28"/>
                  </a:lnTo>
                  <a:lnTo>
                    <a:pt x="38" y="28"/>
                  </a:lnTo>
                  <a:lnTo>
                    <a:pt x="33" y="26"/>
                  </a:lnTo>
                  <a:lnTo>
                    <a:pt x="33" y="26"/>
                  </a:lnTo>
                  <a:lnTo>
                    <a:pt x="29" y="24"/>
                  </a:lnTo>
                  <a:lnTo>
                    <a:pt x="27" y="20"/>
                  </a:lnTo>
                  <a:lnTo>
                    <a:pt x="27" y="20"/>
                  </a:lnTo>
                  <a:lnTo>
                    <a:pt x="25" y="18"/>
                  </a:lnTo>
                  <a:lnTo>
                    <a:pt x="23" y="20"/>
                  </a:lnTo>
                  <a:lnTo>
                    <a:pt x="23" y="24"/>
                  </a:lnTo>
                  <a:lnTo>
                    <a:pt x="23" y="24"/>
                  </a:lnTo>
                  <a:lnTo>
                    <a:pt x="22" y="28"/>
                  </a:lnTo>
                  <a:lnTo>
                    <a:pt x="18" y="28"/>
                  </a:lnTo>
                  <a:lnTo>
                    <a:pt x="14" y="29"/>
                  </a:lnTo>
                  <a:lnTo>
                    <a:pt x="13" y="31"/>
                  </a:lnTo>
                  <a:lnTo>
                    <a:pt x="9" y="39"/>
                  </a:lnTo>
                  <a:lnTo>
                    <a:pt x="9" y="39"/>
                  </a:lnTo>
                  <a:lnTo>
                    <a:pt x="7" y="40"/>
                  </a:lnTo>
                  <a:lnTo>
                    <a:pt x="5" y="42"/>
                  </a:lnTo>
                  <a:lnTo>
                    <a:pt x="3" y="44"/>
                  </a:lnTo>
                  <a:lnTo>
                    <a:pt x="3" y="44"/>
                  </a:lnTo>
                  <a:lnTo>
                    <a:pt x="0" y="46"/>
                  </a:lnTo>
                  <a:lnTo>
                    <a:pt x="0" y="48"/>
                  </a:lnTo>
                  <a:lnTo>
                    <a:pt x="2" y="51"/>
                  </a:lnTo>
                  <a:lnTo>
                    <a:pt x="3" y="53"/>
                  </a:lnTo>
                  <a:lnTo>
                    <a:pt x="3" y="53"/>
                  </a:lnTo>
                  <a:lnTo>
                    <a:pt x="3" y="53"/>
                  </a:lnTo>
                  <a:lnTo>
                    <a:pt x="3" y="55"/>
                  </a:lnTo>
                  <a:lnTo>
                    <a:pt x="3" y="59"/>
                  </a:lnTo>
                  <a:lnTo>
                    <a:pt x="3" y="62"/>
                  </a:lnTo>
                  <a:lnTo>
                    <a:pt x="3" y="66"/>
                  </a:lnTo>
                  <a:lnTo>
                    <a:pt x="3" y="66"/>
                  </a:lnTo>
                  <a:lnTo>
                    <a:pt x="7" y="68"/>
                  </a:lnTo>
                  <a:lnTo>
                    <a:pt x="9" y="66"/>
                  </a:lnTo>
                  <a:lnTo>
                    <a:pt x="11" y="66"/>
                  </a:lnTo>
                  <a:lnTo>
                    <a:pt x="11" y="68"/>
                  </a:lnTo>
                  <a:lnTo>
                    <a:pt x="11" y="68"/>
                  </a:lnTo>
                  <a:lnTo>
                    <a:pt x="7" y="73"/>
                  </a:lnTo>
                  <a:lnTo>
                    <a:pt x="7" y="73"/>
                  </a:lnTo>
                  <a:lnTo>
                    <a:pt x="7" y="75"/>
                  </a:lnTo>
                  <a:lnTo>
                    <a:pt x="7" y="75"/>
                  </a:lnTo>
                  <a:lnTo>
                    <a:pt x="9" y="75"/>
                  </a:lnTo>
                  <a:lnTo>
                    <a:pt x="11" y="77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75" name="Freeform 258">
              <a:extLst>
                <a:ext uri="{FF2B5EF4-FFF2-40B4-BE49-F238E27FC236}">
                  <a16:creationId xmlns:a16="http://schemas.microsoft.com/office/drawing/2014/main" id="{3382D104-86CF-428A-918D-5A042A002195}"/>
                </a:ext>
              </a:extLst>
            </p:cNvPr>
            <p:cNvSpPr>
              <a:spLocks/>
            </p:cNvSpPr>
            <p:nvPr/>
          </p:nvSpPr>
          <p:spPr bwMode="auto">
            <a:xfrm>
              <a:off x="5754442" y="2806140"/>
              <a:ext cx="41524" cy="69702"/>
            </a:xfrm>
            <a:custGeom>
              <a:avLst/>
              <a:gdLst>
                <a:gd name="T0" fmla="*/ 13 w 28"/>
                <a:gd name="T1" fmla="*/ 0 h 47"/>
                <a:gd name="T2" fmla="*/ 13 w 28"/>
                <a:gd name="T3" fmla="*/ 0 h 47"/>
                <a:gd name="T4" fmla="*/ 0 w 28"/>
                <a:gd name="T5" fmla="*/ 7 h 47"/>
                <a:gd name="T6" fmla="*/ 0 w 28"/>
                <a:gd name="T7" fmla="*/ 7 h 47"/>
                <a:gd name="T8" fmla="*/ 2 w 28"/>
                <a:gd name="T9" fmla="*/ 26 h 47"/>
                <a:gd name="T10" fmla="*/ 4 w 28"/>
                <a:gd name="T11" fmla="*/ 35 h 47"/>
                <a:gd name="T12" fmla="*/ 6 w 28"/>
                <a:gd name="T13" fmla="*/ 44 h 47"/>
                <a:gd name="T14" fmla="*/ 6 w 28"/>
                <a:gd name="T15" fmla="*/ 44 h 47"/>
                <a:gd name="T16" fmla="*/ 8 w 28"/>
                <a:gd name="T17" fmla="*/ 46 h 47"/>
                <a:gd name="T18" fmla="*/ 11 w 28"/>
                <a:gd name="T19" fmla="*/ 47 h 47"/>
                <a:gd name="T20" fmla="*/ 11 w 28"/>
                <a:gd name="T21" fmla="*/ 47 h 47"/>
                <a:gd name="T22" fmla="*/ 15 w 28"/>
                <a:gd name="T23" fmla="*/ 47 h 47"/>
                <a:gd name="T24" fmla="*/ 17 w 28"/>
                <a:gd name="T25" fmla="*/ 47 h 47"/>
                <a:gd name="T26" fmla="*/ 15 w 28"/>
                <a:gd name="T27" fmla="*/ 46 h 47"/>
                <a:gd name="T28" fmla="*/ 22 w 28"/>
                <a:gd name="T29" fmla="*/ 44 h 47"/>
                <a:gd name="T30" fmla="*/ 22 w 28"/>
                <a:gd name="T31" fmla="*/ 44 h 47"/>
                <a:gd name="T32" fmla="*/ 26 w 28"/>
                <a:gd name="T33" fmla="*/ 24 h 47"/>
                <a:gd name="T34" fmla="*/ 26 w 28"/>
                <a:gd name="T35" fmla="*/ 24 h 47"/>
                <a:gd name="T36" fmla="*/ 28 w 28"/>
                <a:gd name="T37" fmla="*/ 11 h 47"/>
                <a:gd name="T38" fmla="*/ 28 w 28"/>
                <a:gd name="T39" fmla="*/ 11 h 47"/>
                <a:gd name="T40" fmla="*/ 20 w 28"/>
                <a:gd name="T41" fmla="*/ 0 h 47"/>
                <a:gd name="T42" fmla="*/ 20 w 28"/>
                <a:gd name="T43" fmla="*/ 0 h 47"/>
                <a:gd name="T44" fmla="*/ 13 w 28"/>
                <a:gd name="T45" fmla="*/ 0 h 47"/>
                <a:gd name="T46" fmla="*/ 13 w 28"/>
                <a:gd name="T47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8" h="47">
                  <a:moveTo>
                    <a:pt x="13" y="0"/>
                  </a:moveTo>
                  <a:lnTo>
                    <a:pt x="13" y="0"/>
                  </a:lnTo>
                  <a:lnTo>
                    <a:pt x="0" y="7"/>
                  </a:lnTo>
                  <a:lnTo>
                    <a:pt x="0" y="7"/>
                  </a:lnTo>
                  <a:lnTo>
                    <a:pt x="2" y="26"/>
                  </a:lnTo>
                  <a:lnTo>
                    <a:pt x="4" y="35"/>
                  </a:lnTo>
                  <a:lnTo>
                    <a:pt x="6" y="44"/>
                  </a:lnTo>
                  <a:lnTo>
                    <a:pt x="6" y="44"/>
                  </a:lnTo>
                  <a:lnTo>
                    <a:pt x="8" y="46"/>
                  </a:lnTo>
                  <a:lnTo>
                    <a:pt x="11" y="47"/>
                  </a:lnTo>
                  <a:lnTo>
                    <a:pt x="11" y="47"/>
                  </a:lnTo>
                  <a:lnTo>
                    <a:pt x="15" y="47"/>
                  </a:lnTo>
                  <a:lnTo>
                    <a:pt x="17" y="47"/>
                  </a:lnTo>
                  <a:lnTo>
                    <a:pt x="15" y="46"/>
                  </a:lnTo>
                  <a:lnTo>
                    <a:pt x="22" y="44"/>
                  </a:lnTo>
                  <a:lnTo>
                    <a:pt x="22" y="44"/>
                  </a:lnTo>
                  <a:lnTo>
                    <a:pt x="26" y="24"/>
                  </a:lnTo>
                  <a:lnTo>
                    <a:pt x="26" y="24"/>
                  </a:lnTo>
                  <a:lnTo>
                    <a:pt x="28" y="11"/>
                  </a:lnTo>
                  <a:lnTo>
                    <a:pt x="28" y="11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13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76" name="Freeform 259">
              <a:extLst>
                <a:ext uri="{FF2B5EF4-FFF2-40B4-BE49-F238E27FC236}">
                  <a16:creationId xmlns:a16="http://schemas.microsoft.com/office/drawing/2014/main" id="{2F49015C-8B80-4E62-82F4-EF535D3CC42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71372" y="3068631"/>
              <a:ext cx="34110" cy="109742"/>
            </a:xfrm>
            <a:custGeom>
              <a:avLst/>
              <a:gdLst>
                <a:gd name="T0" fmla="*/ 5 w 23"/>
                <a:gd name="T1" fmla="*/ 22 h 74"/>
                <a:gd name="T2" fmla="*/ 3 w 23"/>
                <a:gd name="T3" fmla="*/ 33 h 74"/>
                <a:gd name="T4" fmla="*/ 5 w 23"/>
                <a:gd name="T5" fmla="*/ 22 h 74"/>
                <a:gd name="T6" fmla="*/ 23 w 23"/>
                <a:gd name="T7" fmla="*/ 13 h 74"/>
                <a:gd name="T8" fmla="*/ 22 w 23"/>
                <a:gd name="T9" fmla="*/ 14 h 74"/>
                <a:gd name="T10" fmla="*/ 23 w 23"/>
                <a:gd name="T11" fmla="*/ 23 h 74"/>
                <a:gd name="T12" fmla="*/ 23 w 23"/>
                <a:gd name="T13" fmla="*/ 22 h 74"/>
                <a:gd name="T14" fmla="*/ 23 w 23"/>
                <a:gd name="T15" fmla="*/ 27 h 74"/>
                <a:gd name="T16" fmla="*/ 23 w 23"/>
                <a:gd name="T17" fmla="*/ 34 h 74"/>
                <a:gd name="T18" fmla="*/ 22 w 23"/>
                <a:gd name="T19" fmla="*/ 36 h 74"/>
                <a:gd name="T20" fmla="*/ 18 w 23"/>
                <a:gd name="T21" fmla="*/ 38 h 74"/>
                <a:gd name="T22" fmla="*/ 14 w 23"/>
                <a:gd name="T23" fmla="*/ 36 h 74"/>
                <a:gd name="T24" fmla="*/ 16 w 23"/>
                <a:gd name="T25" fmla="*/ 31 h 74"/>
                <a:gd name="T26" fmla="*/ 18 w 23"/>
                <a:gd name="T27" fmla="*/ 23 h 74"/>
                <a:gd name="T28" fmla="*/ 16 w 23"/>
                <a:gd name="T29" fmla="*/ 14 h 74"/>
                <a:gd name="T30" fmla="*/ 18 w 23"/>
                <a:gd name="T31" fmla="*/ 14 h 74"/>
                <a:gd name="T32" fmla="*/ 23 w 23"/>
                <a:gd name="T33" fmla="*/ 11 h 74"/>
                <a:gd name="T34" fmla="*/ 23 w 23"/>
                <a:gd name="T35" fmla="*/ 11 h 74"/>
                <a:gd name="T36" fmla="*/ 23 w 23"/>
                <a:gd name="T37" fmla="*/ 0 h 74"/>
                <a:gd name="T38" fmla="*/ 16 w 23"/>
                <a:gd name="T39" fmla="*/ 2 h 74"/>
                <a:gd name="T40" fmla="*/ 16 w 23"/>
                <a:gd name="T41" fmla="*/ 3 h 74"/>
                <a:gd name="T42" fmla="*/ 7 w 23"/>
                <a:gd name="T43" fmla="*/ 11 h 74"/>
                <a:gd name="T44" fmla="*/ 7 w 23"/>
                <a:gd name="T45" fmla="*/ 20 h 74"/>
                <a:gd name="T46" fmla="*/ 5 w 23"/>
                <a:gd name="T47" fmla="*/ 22 h 74"/>
                <a:gd name="T48" fmla="*/ 3 w 23"/>
                <a:gd name="T49" fmla="*/ 33 h 74"/>
                <a:gd name="T50" fmla="*/ 5 w 23"/>
                <a:gd name="T51" fmla="*/ 42 h 74"/>
                <a:gd name="T52" fmla="*/ 7 w 23"/>
                <a:gd name="T53" fmla="*/ 74 h 74"/>
                <a:gd name="T54" fmla="*/ 14 w 23"/>
                <a:gd name="T55" fmla="*/ 65 h 74"/>
                <a:gd name="T56" fmla="*/ 20 w 23"/>
                <a:gd name="T57" fmla="*/ 53 h 74"/>
                <a:gd name="T58" fmla="*/ 20 w 23"/>
                <a:gd name="T59" fmla="*/ 44 h 74"/>
                <a:gd name="T60" fmla="*/ 22 w 23"/>
                <a:gd name="T61" fmla="*/ 36 h 74"/>
                <a:gd name="T62" fmla="*/ 16 w 23"/>
                <a:gd name="T63" fmla="*/ 38 h 74"/>
                <a:gd name="T64" fmla="*/ 14 w 23"/>
                <a:gd name="T65" fmla="*/ 36 h 74"/>
                <a:gd name="T66" fmla="*/ 18 w 23"/>
                <a:gd name="T67" fmla="*/ 23 h 74"/>
                <a:gd name="T68" fmla="*/ 16 w 23"/>
                <a:gd name="T69" fmla="*/ 18 h 74"/>
                <a:gd name="T70" fmla="*/ 18 w 23"/>
                <a:gd name="T71" fmla="*/ 13 h 74"/>
                <a:gd name="T72" fmla="*/ 22 w 23"/>
                <a:gd name="T73" fmla="*/ 13 h 74"/>
                <a:gd name="T74" fmla="*/ 23 w 23"/>
                <a:gd name="T75" fmla="*/ 11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3" h="74">
                  <a:moveTo>
                    <a:pt x="5" y="22"/>
                  </a:moveTo>
                  <a:lnTo>
                    <a:pt x="5" y="22"/>
                  </a:lnTo>
                  <a:lnTo>
                    <a:pt x="0" y="25"/>
                  </a:lnTo>
                  <a:lnTo>
                    <a:pt x="3" y="33"/>
                  </a:lnTo>
                  <a:lnTo>
                    <a:pt x="9" y="27"/>
                  </a:lnTo>
                  <a:lnTo>
                    <a:pt x="5" y="22"/>
                  </a:lnTo>
                  <a:close/>
                  <a:moveTo>
                    <a:pt x="23" y="11"/>
                  </a:moveTo>
                  <a:lnTo>
                    <a:pt x="23" y="13"/>
                  </a:lnTo>
                  <a:lnTo>
                    <a:pt x="23" y="13"/>
                  </a:lnTo>
                  <a:lnTo>
                    <a:pt x="22" y="14"/>
                  </a:lnTo>
                  <a:lnTo>
                    <a:pt x="22" y="18"/>
                  </a:lnTo>
                  <a:lnTo>
                    <a:pt x="23" y="23"/>
                  </a:lnTo>
                  <a:lnTo>
                    <a:pt x="23" y="23"/>
                  </a:lnTo>
                  <a:lnTo>
                    <a:pt x="23" y="22"/>
                  </a:lnTo>
                  <a:lnTo>
                    <a:pt x="23" y="22"/>
                  </a:lnTo>
                  <a:lnTo>
                    <a:pt x="23" y="27"/>
                  </a:lnTo>
                  <a:lnTo>
                    <a:pt x="23" y="27"/>
                  </a:lnTo>
                  <a:lnTo>
                    <a:pt x="23" y="34"/>
                  </a:lnTo>
                  <a:lnTo>
                    <a:pt x="23" y="34"/>
                  </a:lnTo>
                  <a:lnTo>
                    <a:pt x="22" y="36"/>
                  </a:lnTo>
                  <a:lnTo>
                    <a:pt x="22" y="36"/>
                  </a:lnTo>
                  <a:lnTo>
                    <a:pt x="18" y="38"/>
                  </a:lnTo>
                  <a:lnTo>
                    <a:pt x="16" y="38"/>
                  </a:lnTo>
                  <a:lnTo>
                    <a:pt x="14" y="36"/>
                  </a:lnTo>
                  <a:lnTo>
                    <a:pt x="14" y="36"/>
                  </a:lnTo>
                  <a:lnTo>
                    <a:pt x="16" y="31"/>
                  </a:lnTo>
                  <a:lnTo>
                    <a:pt x="18" y="23"/>
                  </a:lnTo>
                  <a:lnTo>
                    <a:pt x="18" y="23"/>
                  </a:lnTo>
                  <a:lnTo>
                    <a:pt x="16" y="18"/>
                  </a:lnTo>
                  <a:lnTo>
                    <a:pt x="16" y="14"/>
                  </a:lnTo>
                  <a:lnTo>
                    <a:pt x="18" y="14"/>
                  </a:lnTo>
                  <a:lnTo>
                    <a:pt x="18" y="14"/>
                  </a:lnTo>
                  <a:lnTo>
                    <a:pt x="22" y="13"/>
                  </a:lnTo>
                  <a:lnTo>
                    <a:pt x="23" y="11"/>
                  </a:lnTo>
                  <a:lnTo>
                    <a:pt x="23" y="11"/>
                  </a:lnTo>
                  <a:close/>
                  <a:moveTo>
                    <a:pt x="23" y="11"/>
                  </a:moveTo>
                  <a:lnTo>
                    <a:pt x="23" y="11"/>
                  </a:lnTo>
                  <a:lnTo>
                    <a:pt x="23" y="0"/>
                  </a:lnTo>
                  <a:lnTo>
                    <a:pt x="23" y="0"/>
                  </a:lnTo>
                  <a:lnTo>
                    <a:pt x="16" y="2"/>
                  </a:lnTo>
                  <a:lnTo>
                    <a:pt x="16" y="3"/>
                  </a:lnTo>
                  <a:lnTo>
                    <a:pt x="16" y="3"/>
                  </a:lnTo>
                  <a:lnTo>
                    <a:pt x="7" y="11"/>
                  </a:lnTo>
                  <a:lnTo>
                    <a:pt x="7" y="11"/>
                  </a:lnTo>
                  <a:lnTo>
                    <a:pt x="9" y="16"/>
                  </a:lnTo>
                  <a:lnTo>
                    <a:pt x="7" y="20"/>
                  </a:lnTo>
                  <a:lnTo>
                    <a:pt x="7" y="20"/>
                  </a:lnTo>
                  <a:lnTo>
                    <a:pt x="5" y="22"/>
                  </a:lnTo>
                  <a:lnTo>
                    <a:pt x="9" y="27"/>
                  </a:lnTo>
                  <a:lnTo>
                    <a:pt x="3" y="33"/>
                  </a:lnTo>
                  <a:lnTo>
                    <a:pt x="3" y="33"/>
                  </a:lnTo>
                  <a:lnTo>
                    <a:pt x="5" y="42"/>
                  </a:lnTo>
                  <a:lnTo>
                    <a:pt x="7" y="69"/>
                  </a:lnTo>
                  <a:lnTo>
                    <a:pt x="7" y="74"/>
                  </a:lnTo>
                  <a:lnTo>
                    <a:pt x="7" y="74"/>
                  </a:lnTo>
                  <a:lnTo>
                    <a:pt x="14" y="65"/>
                  </a:lnTo>
                  <a:lnTo>
                    <a:pt x="18" y="58"/>
                  </a:lnTo>
                  <a:lnTo>
                    <a:pt x="20" y="53"/>
                  </a:lnTo>
                  <a:lnTo>
                    <a:pt x="20" y="53"/>
                  </a:lnTo>
                  <a:lnTo>
                    <a:pt x="20" y="44"/>
                  </a:lnTo>
                  <a:lnTo>
                    <a:pt x="22" y="36"/>
                  </a:lnTo>
                  <a:lnTo>
                    <a:pt x="22" y="36"/>
                  </a:lnTo>
                  <a:lnTo>
                    <a:pt x="18" y="38"/>
                  </a:lnTo>
                  <a:lnTo>
                    <a:pt x="16" y="38"/>
                  </a:lnTo>
                  <a:lnTo>
                    <a:pt x="14" y="36"/>
                  </a:lnTo>
                  <a:lnTo>
                    <a:pt x="14" y="36"/>
                  </a:lnTo>
                  <a:lnTo>
                    <a:pt x="16" y="31"/>
                  </a:lnTo>
                  <a:lnTo>
                    <a:pt x="18" y="23"/>
                  </a:lnTo>
                  <a:lnTo>
                    <a:pt x="18" y="23"/>
                  </a:lnTo>
                  <a:lnTo>
                    <a:pt x="16" y="18"/>
                  </a:lnTo>
                  <a:lnTo>
                    <a:pt x="16" y="14"/>
                  </a:lnTo>
                  <a:lnTo>
                    <a:pt x="18" y="13"/>
                  </a:lnTo>
                  <a:lnTo>
                    <a:pt x="18" y="13"/>
                  </a:lnTo>
                  <a:lnTo>
                    <a:pt x="22" y="13"/>
                  </a:lnTo>
                  <a:lnTo>
                    <a:pt x="23" y="11"/>
                  </a:lnTo>
                  <a:lnTo>
                    <a:pt x="23" y="1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77" name="Freeform 260">
              <a:extLst>
                <a:ext uri="{FF2B5EF4-FFF2-40B4-BE49-F238E27FC236}">
                  <a16:creationId xmlns:a16="http://schemas.microsoft.com/office/drawing/2014/main" id="{446FEA16-6E65-458A-9D82-309C29014EC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22887" y="2300435"/>
              <a:ext cx="91946" cy="146818"/>
            </a:xfrm>
            <a:custGeom>
              <a:avLst/>
              <a:gdLst>
                <a:gd name="T0" fmla="*/ 53 w 62"/>
                <a:gd name="T1" fmla="*/ 2 h 99"/>
                <a:gd name="T2" fmla="*/ 42 w 62"/>
                <a:gd name="T3" fmla="*/ 8 h 99"/>
                <a:gd name="T4" fmla="*/ 43 w 62"/>
                <a:gd name="T5" fmla="*/ 6 h 99"/>
                <a:gd name="T6" fmla="*/ 33 w 62"/>
                <a:gd name="T7" fmla="*/ 6 h 99"/>
                <a:gd name="T8" fmla="*/ 29 w 62"/>
                <a:gd name="T9" fmla="*/ 15 h 99"/>
                <a:gd name="T10" fmla="*/ 27 w 62"/>
                <a:gd name="T11" fmla="*/ 20 h 99"/>
                <a:gd name="T12" fmla="*/ 25 w 62"/>
                <a:gd name="T13" fmla="*/ 26 h 99"/>
                <a:gd name="T14" fmla="*/ 13 w 62"/>
                <a:gd name="T15" fmla="*/ 30 h 99"/>
                <a:gd name="T16" fmla="*/ 9 w 62"/>
                <a:gd name="T17" fmla="*/ 24 h 99"/>
                <a:gd name="T18" fmla="*/ 9 w 62"/>
                <a:gd name="T19" fmla="*/ 35 h 99"/>
                <a:gd name="T20" fmla="*/ 13 w 62"/>
                <a:gd name="T21" fmla="*/ 39 h 99"/>
                <a:gd name="T22" fmla="*/ 9 w 62"/>
                <a:gd name="T23" fmla="*/ 42 h 99"/>
                <a:gd name="T24" fmla="*/ 3 w 62"/>
                <a:gd name="T25" fmla="*/ 44 h 99"/>
                <a:gd name="T26" fmla="*/ 2 w 62"/>
                <a:gd name="T27" fmla="*/ 46 h 99"/>
                <a:gd name="T28" fmla="*/ 5 w 62"/>
                <a:gd name="T29" fmla="*/ 53 h 99"/>
                <a:gd name="T30" fmla="*/ 11 w 62"/>
                <a:gd name="T31" fmla="*/ 68 h 99"/>
                <a:gd name="T32" fmla="*/ 2 w 62"/>
                <a:gd name="T33" fmla="*/ 84 h 99"/>
                <a:gd name="T34" fmla="*/ 2 w 62"/>
                <a:gd name="T35" fmla="*/ 88 h 99"/>
                <a:gd name="T36" fmla="*/ 9 w 62"/>
                <a:gd name="T37" fmla="*/ 93 h 99"/>
                <a:gd name="T38" fmla="*/ 11 w 62"/>
                <a:gd name="T39" fmla="*/ 99 h 99"/>
                <a:gd name="T40" fmla="*/ 13 w 62"/>
                <a:gd name="T41" fmla="*/ 95 h 99"/>
                <a:gd name="T42" fmla="*/ 18 w 62"/>
                <a:gd name="T43" fmla="*/ 93 h 99"/>
                <a:gd name="T44" fmla="*/ 22 w 62"/>
                <a:gd name="T45" fmla="*/ 99 h 99"/>
                <a:gd name="T46" fmla="*/ 25 w 62"/>
                <a:gd name="T47" fmla="*/ 95 h 99"/>
                <a:gd name="T48" fmla="*/ 38 w 62"/>
                <a:gd name="T49" fmla="*/ 88 h 99"/>
                <a:gd name="T50" fmla="*/ 42 w 62"/>
                <a:gd name="T51" fmla="*/ 81 h 99"/>
                <a:gd name="T52" fmla="*/ 49 w 62"/>
                <a:gd name="T53" fmla="*/ 77 h 99"/>
                <a:gd name="T54" fmla="*/ 53 w 62"/>
                <a:gd name="T55" fmla="*/ 79 h 99"/>
                <a:gd name="T56" fmla="*/ 58 w 62"/>
                <a:gd name="T57" fmla="*/ 79 h 99"/>
                <a:gd name="T58" fmla="*/ 54 w 62"/>
                <a:gd name="T59" fmla="*/ 75 h 99"/>
                <a:gd name="T60" fmla="*/ 58 w 62"/>
                <a:gd name="T61" fmla="*/ 71 h 99"/>
                <a:gd name="T62" fmla="*/ 56 w 62"/>
                <a:gd name="T63" fmla="*/ 57 h 99"/>
                <a:gd name="T64" fmla="*/ 58 w 62"/>
                <a:gd name="T65" fmla="*/ 37 h 99"/>
                <a:gd name="T66" fmla="*/ 51 w 62"/>
                <a:gd name="T67" fmla="*/ 31 h 99"/>
                <a:gd name="T68" fmla="*/ 45 w 62"/>
                <a:gd name="T69" fmla="*/ 33 h 99"/>
                <a:gd name="T70" fmla="*/ 43 w 62"/>
                <a:gd name="T71" fmla="*/ 31 h 99"/>
                <a:gd name="T72" fmla="*/ 40 w 62"/>
                <a:gd name="T73" fmla="*/ 28 h 99"/>
                <a:gd name="T74" fmla="*/ 38 w 62"/>
                <a:gd name="T75" fmla="*/ 26 h 99"/>
                <a:gd name="T76" fmla="*/ 38 w 62"/>
                <a:gd name="T77" fmla="*/ 20 h 99"/>
                <a:gd name="T78" fmla="*/ 43 w 62"/>
                <a:gd name="T79" fmla="*/ 17 h 99"/>
                <a:gd name="T80" fmla="*/ 47 w 62"/>
                <a:gd name="T81" fmla="*/ 10 h 99"/>
                <a:gd name="T82" fmla="*/ 20 w 62"/>
                <a:gd name="T83" fmla="*/ 50 h 99"/>
                <a:gd name="T84" fmla="*/ 20 w 62"/>
                <a:gd name="T85" fmla="*/ 51 h 99"/>
                <a:gd name="T86" fmla="*/ 18 w 62"/>
                <a:gd name="T87" fmla="*/ 50 h 99"/>
                <a:gd name="T88" fmla="*/ 20 w 62"/>
                <a:gd name="T89" fmla="*/ 50 h 99"/>
                <a:gd name="T90" fmla="*/ 20 w 62"/>
                <a:gd name="T91" fmla="*/ 71 h 99"/>
                <a:gd name="T92" fmla="*/ 18 w 62"/>
                <a:gd name="T93" fmla="*/ 68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62" h="99">
                  <a:moveTo>
                    <a:pt x="53" y="8"/>
                  </a:moveTo>
                  <a:lnTo>
                    <a:pt x="53" y="8"/>
                  </a:lnTo>
                  <a:lnTo>
                    <a:pt x="53" y="2"/>
                  </a:lnTo>
                  <a:lnTo>
                    <a:pt x="51" y="0"/>
                  </a:lnTo>
                  <a:lnTo>
                    <a:pt x="47" y="0"/>
                  </a:lnTo>
                  <a:lnTo>
                    <a:pt x="42" y="8"/>
                  </a:lnTo>
                  <a:lnTo>
                    <a:pt x="42" y="8"/>
                  </a:lnTo>
                  <a:lnTo>
                    <a:pt x="43" y="8"/>
                  </a:lnTo>
                  <a:lnTo>
                    <a:pt x="43" y="6"/>
                  </a:lnTo>
                  <a:lnTo>
                    <a:pt x="40" y="6"/>
                  </a:lnTo>
                  <a:lnTo>
                    <a:pt x="33" y="6"/>
                  </a:lnTo>
                  <a:lnTo>
                    <a:pt x="33" y="6"/>
                  </a:lnTo>
                  <a:lnTo>
                    <a:pt x="33" y="13"/>
                  </a:lnTo>
                  <a:lnTo>
                    <a:pt x="33" y="13"/>
                  </a:lnTo>
                  <a:lnTo>
                    <a:pt x="29" y="15"/>
                  </a:lnTo>
                  <a:lnTo>
                    <a:pt x="33" y="15"/>
                  </a:lnTo>
                  <a:lnTo>
                    <a:pt x="33" y="20"/>
                  </a:lnTo>
                  <a:lnTo>
                    <a:pt x="27" y="20"/>
                  </a:lnTo>
                  <a:lnTo>
                    <a:pt x="27" y="20"/>
                  </a:lnTo>
                  <a:lnTo>
                    <a:pt x="27" y="22"/>
                  </a:lnTo>
                  <a:lnTo>
                    <a:pt x="25" y="26"/>
                  </a:lnTo>
                  <a:lnTo>
                    <a:pt x="22" y="30"/>
                  </a:lnTo>
                  <a:lnTo>
                    <a:pt x="18" y="30"/>
                  </a:lnTo>
                  <a:lnTo>
                    <a:pt x="13" y="30"/>
                  </a:lnTo>
                  <a:lnTo>
                    <a:pt x="13" y="30"/>
                  </a:lnTo>
                  <a:lnTo>
                    <a:pt x="11" y="28"/>
                  </a:lnTo>
                  <a:lnTo>
                    <a:pt x="9" y="24"/>
                  </a:lnTo>
                  <a:lnTo>
                    <a:pt x="9" y="24"/>
                  </a:lnTo>
                  <a:lnTo>
                    <a:pt x="9" y="35"/>
                  </a:lnTo>
                  <a:lnTo>
                    <a:pt x="9" y="35"/>
                  </a:lnTo>
                  <a:lnTo>
                    <a:pt x="13" y="33"/>
                  </a:lnTo>
                  <a:lnTo>
                    <a:pt x="13" y="37"/>
                  </a:lnTo>
                  <a:lnTo>
                    <a:pt x="13" y="39"/>
                  </a:lnTo>
                  <a:lnTo>
                    <a:pt x="13" y="42"/>
                  </a:lnTo>
                  <a:lnTo>
                    <a:pt x="13" y="42"/>
                  </a:lnTo>
                  <a:lnTo>
                    <a:pt x="9" y="42"/>
                  </a:lnTo>
                  <a:lnTo>
                    <a:pt x="3" y="42"/>
                  </a:lnTo>
                  <a:lnTo>
                    <a:pt x="3" y="42"/>
                  </a:lnTo>
                  <a:lnTo>
                    <a:pt x="3" y="44"/>
                  </a:lnTo>
                  <a:lnTo>
                    <a:pt x="3" y="46"/>
                  </a:lnTo>
                  <a:lnTo>
                    <a:pt x="2" y="46"/>
                  </a:lnTo>
                  <a:lnTo>
                    <a:pt x="2" y="46"/>
                  </a:lnTo>
                  <a:lnTo>
                    <a:pt x="3" y="50"/>
                  </a:lnTo>
                  <a:lnTo>
                    <a:pt x="5" y="53"/>
                  </a:lnTo>
                  <a:lnTo>
                    <a:pt x="5" y="53"/>
                  </a:lnTo>
                  <a:lnTo>
                    <a:pt x="18" y="53"/>
                  </a:lnTo>
                  <a:lnTo>
                    <a:pt x="18" y="53"/>
                  </a:lnTo>
                  <a:lnTo>
                    <a:pt x="11" y="68"/>
                  </a:lnTo>
                  <a:lnTo>
                    <a:pt x="5" y="84"/>
                  </a:lnTo>
                  <a:lnTo>
                    <a:pt x="5" y="84"/>
                  </a:lnTo>
                  <a:lnTo>
                    <a:pt x="2" y="84"/>
                  </a:lnTo>
                  <a:lnTo>
                    <a:pt x="0" y="82"/>
                  </a:lnTo>
                  <a:lnTo>
                    <a:pt x="2" y="88"/>
                  </a:lnTo>
                  <a:lnTo>
                    <a:pt x="2" y="88"/>
                  </a:lnTo>
                  <a:lnTo>
                    <a:pt x="3" y="93"/>
                  </a:lnTo>
                  <a:lnTo>
                    <a:pt x="5" y="91"/>
                  </a:lnTo>
                  <a:lnTo>
                    <a:pt x="9" y="93"/>
                  </a:lnTo>
                  <a:lnTo>
                    <a:pt x="9" y="93"/>
                  </a:lnTo>
                  <a:lnTo>
                    <a:pt x="5" y="99"/>
                  </a:lnTo>
                  <a:lnTo>
                    <a:pt x="11" y="99"/>
                  </a:lnTo>
                  <a:lnTo>
                    <a:pt x="11" y="95"/>
                  </a:lnTo>
                  <a:lnTo>
                    <a:pt x="11" y="95"/>
                  </a:lnTo>
                  <a:lnTo>
                    <a:pt x="13" y="95"/>
                  </a:lnTo>
                  <a:lnTo>
                    <a:pt x="14" y="93"/>
                  </a:lnTo>
                  <a:lnTo>
                    <a:pt x="14" y="93"/>
                  </a:lnTo>
                  <a:lnTo>
                    <a:pt x="18" y="93"/>
                  </a:lnTo>
                  <a:lnTo>
                    <a:pt x="18" y="93"/>
                  </a:lnTo>
                  <a:lnTo>
                    <a:pt x="20" y="97"/>
                  </a:lnTo>
                  <a:lnTo>
                    <a:pt x="22" y="99"/>
                  </a:lnTo>
                  <a:lnTo>
                    <a:pt x="25" y="99"/>
                  </a:lnTo>
                  <a:lnTo>
                    <a:pt x="25" y="95"/>
                  </a:lnTo>
                  <a:lnTo>
                    <a:pt x="25" y="95"/>
                  </a:lnTo>
                  <a:lnTo>
                    <a:pt x="33" y="88"/>
                  </a:lnTo>
                  <a:lnTo>
                    <a:pt x="33" y="88"/>
                  </a:lnTo>
                  <a:lnTo>
                    <a:pt x="38" y="88"/>
                  </a:lnTo>
                  <a:lnTo>
                    <a:pt x="42" y="88"/>
                  </a:lnTo>
                  <a:lnTo>
                    <a:pt x="42" y="88"/>
                  </a:lnTo>
                  <a:lnTo>
                    <a:pt x="42" y="81"/>
                  </a:lnTo>
                  <a:lnTo>
                    <a:pt x="42" y="81"/>
                  </a:lnTo>
                  <a:lnTo>
                    <a:pt x="49" y="81"/>
                  </a:lnTo>
                  <a:lnTo>
                    <a:pt x="49" y="77"/>
                  </a:lnTo>
                  <a:lnTo>
                    <a:pt x="49" y="77"/>
                  </a:lnTo>
                  <a:lnTo>
                    <a:pt x="51" y="77"/>
                  </a:lnTo>
                  <a:lnTo>
                    <a:pt x="53" y="79"/>
                  </a:lnTo>
                  <a:lnTo>
                    <a:pt x="54" y="79"/>
                  </a:lnTo>
                  <a:lnTo>
                    <a:pt x="58" y="79"/>
                  </a:lnTo>
                  <a:lnTo>
                    <a:pt x="58" y="79"/>
                  </a:lnTo>
                  <a:lnTo>
                    <a:pt x="58" y="77"/>
                  </a:lnTo>
                  <a:lnTo>
                    <a:pt x="56" y="75"/>
                  </a:lnTo>
                  <a:lnTo>
                    <a:pt x="54" y="75"/>
                  </a:lnTo>
                  <a:lnTo>
                    <a:pt x="54" y="73"/>
                  </a:lnTo>
                  <a:lnTo>
                    <a:pt x="54" y="73"/>
                  </a:lnTo>
                  <a:lnTo>
                    <a:pt x="58" y="71"/>
                  </a:lnTo>
                  <a:lnTo>
                    <a:pt x="60" y="68"/>
                  </a:lnTo>
                  <a:lnTo>
                    <a:pt x="58" y="62"/>
                  </a:lnTo>
                  <a:lnTo>
                    <a:pt x="56" y="57"/>
                  </a:lnTo>
                  <a:lnTo>
                    <a:pt x="54" y="51"/>
                  </a:lnTo>
                  <a:lnTo>
                    <a:pt x="54" y="51"/>
                  </a:lnTo>
                  <a:lnTo>
                    <a:pt x="58" y="37"/>
                  </a:lnTo>
                  <a:lnTo>
                    <a:pt x="62" y="33"/>
                  </a:lnTo>
                  <a:lnTo>
                    <a:pt x="54" y="35"/>
                  </a:lnTo>
                  <a:lnTo>
                    <a:pt x="51" y="31"/>
                  </a:lnTo>
                  <a:lnTo>
                    <a:pt x="51" y="31"/>
                  </a:lnTo>
                  <a:lnTo>
                    <a:pt x="49" y="31"/>
                  </a:lnTo>
                  <a:lnTo>
                    <a:pt x="45" y="33"/>
                  </a:lnTo>
                  <a:lnTo>
                    <a:pt x="45" y="33"/>
                  </a:lnTo>
                  <a:lnTo>
                    <a:pt x="43" y="33"/>
                  </a:lnTo>
                  <a:lnTo>
                    <a:pt x="43" y="31"/>
                  </a:lnTo>
                  <a:lnTo>
                    <a:pt x="43" y="30"/>
                  </a:lnTo>
                  <a:lnTo>
                    <a:pt x="40" y="28"/>
                  </a:lnTo>
                  <a:lnTo>
                    <a:pt x="40" y="28"/>
                  </a:lnTo>
                  <a:lnTo>
                    <a:pt x="38" y="28"/>
                  </a:lnTo>
                  <a:lnTo>
                    <a:pt x="38" y="26"/>
                  </a:lnTo>
                  <a:lnTo>
                    <a:pt x="38" y="26"/>
                  </a:lnTo>
                  <a:lnTo>
                    <a:pt x="36" y="22"/>
                  </a:lnTo>
                  <a:lnTo>
                    <a:pt x="36" y="22"/>
                  </a:lnTo>
                  <a:lnTo>
                    <a:pt x="38" y="20"/>
                  </a:lnTo>
                  <a:lnTo>
                    <a:pt x="40" y="20"/>
                  </a:lnTo>
                  <a:lnTo>
                    <a:pt x="43" y="20"/>
                  </a:lnTo>
                  <a:lnTo>
                    <a:pt x="43" y="17"/>
                  </a:lnTo>
                  <a:lnTo>
                    <a:pt x="43" y="17"/>
                  </a:lnTo>
                  <a:lnTo>
                    <a:pt x="43" y="13"/>
                  </a:lnTo>
                  <a:lnTo>
                    <a:pt x="47" y="10"/>
                  </a:lnTo>
                  <a:lnTo>
                    <a:pt x="53" y="8"/>
                  </a:lnTo>
                  <a:lnTo>
                    <a:pt x="53" y="8"/>
                  </a:lnTo>
                  <a:close/>
                  <a:moveTo>
                    <a:pt x="20" y="50"/>
                  </a:moveTo>
                  <a:lnTo>
                    <a:pt x="20" y="50"/>
                  </a:lnTo>
                  <a:lnTo>
                    <a:pt x="22" y="51"/>
                  </a:lnTo>
                  <a:lnTo>
                    <a:pt x="20" y="51"/>
                  </a:lnTo>
                  <a:lnTo>
                    <a:pt x="18" y="53"/>
                  </a:lnTo>
                  <a:lnTo>
                    <a:pt x="18" y="53"/>
                  </a:lnTo>
                  <a:lnTo>
                    <a:pt x="18" y="50"/>
                  </a:lnTo>
                  <a:lnTo>
                    <a:pt x="18" y="50"/>
                  </a:lnTo>
                  <a:lnTo>
                    <a:pt x="20" y="50"/>
                  </a:lnTo>
                  <a:lnTo>
                    <a:pt x="20" y="50"/>
                  </a:lnTo>
                  <a:close/>
                  <a:moveTo>
                    <a:pt x="20" y="66"/>
                  </a:moveTo>
                  <a:lnTo>
                    <a:pt x="20" y="71"/>
                  </a:lnTo>
                  <a:lnTo>
                    <a:pt x="20" y="71"/>
                  </a:lnTo>
                  <a:lnTo>
                    <a:pt x="16" y="71"/>
                  </a:lnTo>
                  <a:lnTo>
                    <a:pt x="16" y="70"/>
                  </a:lnTo>
                  <a:lnTo>
                    <a:pt x="18" y="68"/>
                  </a:lnTo>
                  <a:lnTo>
                    <a:pt x="20" y="66"/>
                  </a:lnTo>
                  <a:lnTo>
                    <a:pt x="20" y="6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78" name="Freeform 261">
              <a:extLst>
                <a:ext uri="{FF2B5EF4-FFF2-40B4-BE49-F238E27FC236}">
                  <a16:creationId xmlns:a16="http://schemas.microsoft.com/office/drawing/2014/main" id="{B58078EA-43E6-427C-977A-86B96FC7A396}"/>
                </a:ext>
              </a:extLst>
            </p:cNvPr>
            <p:cNvSpPr>
              <a:spLocks/>
            </p:cNvSpPr>
            <p:nvPr/>
          </p:nvSpPr>
          <p:spPr bwMode="auto">
            <a:xfrm>
              <a:off x="6479631" y="2927746"/>
              <a:ext cx="231349" cy="250628"/>
            </a:xfrm>
            <a:custGeom>
              <a:avLst/>
              <a:gdLst>
                <a:gd name="T0" fmla="*/ 153 w 156"/>
                <a:gd name="T1" fmla="*/ 135 h 169"/>
                <a:gd name="T2" fmla="*/ 147 w 156"/>
                <a:gd name="T3" fmla="*/ 128 h 169"/>
                <a:gd name="T4" fmla="*/ 145 w 156"/>
                <a:gd name="T5" fmla="*/ 117 h 169"/>
                <a:gd name="T6" fmla="*/ 136 w 156"/>
                <a:gd name="T7" fmla="*/ 102 h 169"/>
                <a:gd name="T8" fmla="*/ 135 w 156"/>
                <a:gd name="T9" fmla="*/ 100 h 169"/>
                <a:gd name="T10" fmla="*/ 127 w 156"/>
                <a:gd name="T11" fmla="*/ 100 h 169"/>
                <a:gd name="T12" fmla="*/ 129 w 156"/>
                <a:gd name="T13" fmla="*/ 95 h 169"/>
                <a:gd name="T14" fmla="*/ 116 w 156"/>
                <a:gd name="T15" fmla="*/ 84 h 169"/>
                <a:gd name="T16" fmla="*/ 111 w 156"/>
                <a:gd name="T17" fmla="*/ 77 h 169"/>
                <a:gd name="T18" fmla="*/ 107 w 156"/>
                <a:gd name="T19" fmla="*/ 69 h 169"/>
                <a:gd name="T20" fmla="*/ 104 w 156"/>
                <a:gd name="T21" fmla="*/ 62 h 169"/>
                <a:gd name="T22" fmla="*/ 105 w 156"/>
                <a:gd name="T23" fmla="*/ 60 h 169"/>
                <a:gd name="T24" fmla="*/ 105 w 156"/>
                <a:gd name="T25" fmla="*/ 53 h 169"/>
                <a:gd name="T26" fmla="*/ 111 w 156"/>
                <a:gd name="T27" fmla="*/ 53 h 169"/>
                <a:gd name="T28" fmla="*/ 113 w 156"/>
                <a:gd name="T29" fmla="*/ 47 h 169"/>
                <a:gd name="T30" fmla="*/ 111 w 156"/>
                <a:gd name="T31" fmla="*/ 40 h 169"/>
                <a:gd name="T32" fmla="*/ 118 w 156"/>
                <a:gd name="T33" fmla="*/ 40 h 169"/>
                <a:gd name="T34" fmla="*/ 118 w 156"/>
                <a:gd name="T35" fmla="*/ 36 h 169"/>
                <a:gd name="T36" fmla="*/ 114 w 156"/>
                <a:gd name="T37" fmla="*/ 36 h 169"/>
                <a:gd name="T38" fmla="*/ 105 w 156"/>
                <a:gd name="T39" fmla="*/ 33 h 169"/>
                <a:gd name="T40" fmla="*/ 102 w 156"/>
                <a:gd name="T41" fmla="*/ 33 h 169"/>
                <a:gd name="T42" fmla="*/ 98 w 156"/>
                <a:gd name="T43" fmla="*/ 29 h 169"/>
                <a:gd name="T44" fmla="*/ 94 w 156"/>
                <a:gd name="T45" fmla="*/ 27 h 169"/>
                <a:gd name="T46" fmla="*/ 93 w 156"/>
                <a:gd name="T47" fmla="*/ 24 h 169"/>
                <a:gd name="T48" fmla="*/ 93 w 156"/>
                <a:gd name="T49" fmla="*/ 20 h 169"/>
                <a:gd name="T50" fmla="*/ 91 w 156"/>
                <a:gd name="T51" fmla="*/ 18 h 169"/>
                <a:gd name="T52" fmla="*/ 91 w 156"/>
                <a:gd name="T53" fmla="*/ 13 h 169"/>
                <a:gd name="T54" fmla="*/ 87 w 156"/>
                <a:gd name="T55" fmla="*/ 4 h 169"/>
                <a:gd name="T56" fmla="*/ 74 w 156"/>
                <a:gd name="T57" fmla="*/ 2 h 169"/>
                <a:gd name="T58" fmla="*/ 67 w 156"/>
                <a:gd name="T59" fmla="*/ 4 h 169"/>
                <a:gd name="T60" fmla="*/ 62 w 156"/>
                <a:gd name="T61" fmla="*/ 4 h 169"/>
                <a:gd name="T62" fmla="*/ 56 w 156"/>
                <a:gd name="T63" fmla="*/ 2 h 169"/>
                <a:gd name="T64" fmla="*/ 53 w 156"/>
                <a:gd name="T65" fmla="*/ 7 h 169"/>
                <a:gd name="T66" fmla="*/ 49 w 156"/>
                <a:gd name="T67" fmla="*/ 15 h 169"/>
                <a:gd name="T68" fmla="*/ 42 w 156"/>
                <a:gd name="T69" fmla="*/ 24 h 169"/>
                <a:gd name="T70" fmla="*/ 43 w 156"/>
                <a:gd name="T71" fmla="*/ 33 h 169"/>
                <a:gd name="T72" fmla="*/ 40 w 156"/>
                <a:gd name="T73" fmla="*/ 36 h 169"/>
                <a:gd name="T74" fmla="*/ 40 w 156"/>
                <a:gd name="T75" fmla="*/ 42 h 169"/>
                <a:gd name="T76" fmla="*/ 40 w 156"/>
                <a:gd name="T77" fmla="*/ 51 h 169"/>
                <a:gd name="T78" fmla="*/ 32 w 156"/>
                <a:gd name="T79" fmla="*/ 66 h 169"/>
                <a:gd name="T80" fmla="*/ 53 w 156"/>
                <a:gd name="T81" fmla="*/ 144 h 169"/>
                <a:gd name="T82" fmla="*/ 67 w 156"/>
                <a:gd name="T83" fmla="*/ 159 h 169"/>
                <a:gd name="T84" fmla="*/ 107 w 156"/>
                <a:gd name="T85" fmla="*/ 169 h 169"/>
                <a:gd name="T86" fmla="*/ 136 w 156"/>
                <a:gd name="T87" fmla="*/ 142 h 169"/>
                <a:gd name="T88" fmla="*/ 122 w 156"/>
                <a:gd name="T89" fmla="*/ 157 h 169"/>
                <a:gd name="T90" fmla="*/ 131 w 156"/>
                <a:gd name="T91" fmla="*/ 148 h 169"/>
                <a:gd name="T92" fmla="*/ 140 w 156"/>
                <a:gd name="T93" fmla="*/ 146 h 169"/>
                <a:gd name="T94" fmla="*/ 155 w 156"/>
                <a:gd name="T95" fmla="*/ 151 h 169"/>
                <a:gd name="T96" fmla="*/ 155 w 156"/>
                <a:gd name="T97" fmla="*/ 148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56" h="169">
                  <a:moveTo>
                    <a:pt x="156" y="148"/>
                  </a:moveTo>
                  <a:lnTo>
                    <a:pt x="153" y="142"/>
                  </a:lnTo>
                  <a:lnTo>
                    <a:pt x="153" y="135"/>
                  </a:lnTo>
                  <a:lnTo>
                    <a:pt x="147" y="135"/>
                  </a:lnTo>
                  <a:lnTo>
                    <a:pt x="147" y="135"/>
                  </a:lnTo>
                  <a:lnTo>
                    <a:pt x="147" y="128"/>
                  </a:lnTo>
                  <a:lnTo>
                    <a:pt x="147" y="122"/>
                  </a:lnTo>
                  <a:lnTo>
                    <a:pt x="147" y="122"/>
                  </a:lnTo>
                  <a:lnTo>
                    <a:pt x="145" y="117"/>
                  </a:lnTo>
                  <a:lnTo>
                    <a:pt x="142" y="111"/>
                  </a:lnTo>
                  <a:lnTo>
                    <a:pt x="142" y="111"/>
                  </a:lnTo>
                  <a:lnTo>
                    <a:pt x="136" y="102"/>
                  </a:lnTo>
                  <a:lnTo>
                    <a:pt x="136" y="102"/>
                  </a:lnTo>
                  <a:lnTo>
                    <a:pt x="135" y="100"/>
                  </a:lnTo>
                  <a:lnTo>
                    <a:pt x="135" y="100"/>
                  </a:lnTo>
                  <a:lnTo>
                    <a:pt x="129" y="100"/>
                  </a:lnTo>
                  <a:lnTo>
                    <a:pt x="129" y="100"/>
                  </a:lnTo>
                  <a:lnTo>
                    <a:pt x="127" y="100"/>
                  </a:lnTo>
                  <a:lnTo>
                    <a:pt x="127" y="98"/>
                  </a:lnTo>
                  <a:lnTo>
                    <a:pt x="129" y="97"/>
                  </a:lnTo>
                  <a:lnTo>
                    <a:pt x="129" y="95"/>
                  </a:lnTo>
                  <a:lnTo>
                    <a:pt x="129" y="95"/>
                  </a:lnTo>
                  <a:lnTo>
                    <a:pt x="124" y="88"/>
                  </a:lnTo>
                  <a:lnTo>
                    <a:pt x="116" y="84"/>
                  </a:lnTo>
                  <a:lnTo>
                    <a:pt x="116" y="84"/>
                  </a:lnTo>
                  <a:lnTo>
                    <a:pt x="114" y="82"/>
                  </a:lnTo>
                  <a:lnTo>
                    <a:pt x="111" y="77"/>
                  </a:lnTo>
                  <a:lnTo>
                    <a:pt x="111" y="73"/>
                  </a:lnTo>
                  <a:lnTo>
                    <a:pt x="107" y="69"/>
                  </a:lnTo>
                  <a:lnTo>
                    <a:pt x="107" y="69"/>
                  </a:lnTo>
                  <a:lnTo>
                    <a:pt x="107" y="67"/>
                  </a:lnTo>
                  <a:lnTo>
                    <a:pt x="105" y="66"/>
                  </a:lnTo>
                  <a:lnTo>
                    <a:pt x="104" y="62"/>
                  </a:lnTo>
                  <a:lnTo>
                    <a:pt x="104" y="62"/>
                  </a:lnTo>
                  <a:lnTo>
                    <a:pt x="104" y="60"/>
                  </a:lnTo>
                  <a:lnTo>
                    <a:pt x="105" y="60"/>
                  </a:lnTo>
                  <a:lnTo>
                    <a:pt x="107" y="58"/>
                  </a:lnTo>
                  <a:lnTo>
                    <a:pt x="105" y="53"/>
                  </a:lnTo>
                  <a:lnTo>
                    <a:pt x="105" y="53"/>
                  </a:lnTo>
                  <a:lnTo>
                    <a:pt x="105" y="53"/>
                  </a:lnTo>
                  <a:lnTo>
                    <a:pt x="107" y="53"/>
                  </a:lnTo>
                  <a:lnTo>
                    <a:pt x="111" y="53"/>
                  </a:lnTo>
                  <a:lnTo>
                    <a:pt x="113" y="53"/>
                  </a:lnTo>
                  <a:lnTo>
                    <a:pt x="113" y="53"/>
                  </a:lnTo>
                  <a:lnTo>
                    <a:pt x="113" y="47"/>
                  </a:lnTo>
                  <a:lnTo>
                    <a:pt x="111" y="42"/>
                  </a:lnTo>
                  <a:lnTo>
                    <a:pt x="111" y="42"/>
                  </a:lnTo>
                  <a:lnTo>
                    <a:pt x="111" y="40"/>
                  </a:lnTo>
                  <a:lnTo>
                    <a:pt x="113" y="40"/>
                  </a:lnTo>
                  <a:lnTo>
                    <a:pt x="116" y="40"/>
                  </a:lnTo>
                  <a:lnTo>
                    <a:pt x="118" y="40"/>
                  </a:lnTo>
                  <a:lnTo>
                    <a:pt x="118" y="40"/>
                  </a:lnTo>
                  <a:lnTo>
                    <a:pt x="120" y="38"/>
                  </a:lnTo>
                  <a:lnTo>
                    <a:pt x="118" y="36"/>
                  </a:lnTo>
                  <a:lnTo>
                    <a:pt x="116" y="35"/>
                  </a:lnTo>
                  <a:lnTo>
                    <a:pt x="116" y="35"/>
                  </a:lnTo>
                  <a:lnTo>
                    <a:pt x="114" y="36"/>
                  </a:lnTo>
                  <a:lnTo>
                    <a:pt x="109" y="35"/>
                  </a:lnTo>
                  <a:lnTo>
                    <a:pt x="109" y="35"/>
                  </a:lnTo>
                  <a:lnTo>
                    <a:pt x="105" y="33"/>
                  </a:lnTo>
                  <a:lnTo>
                    <a:pt x="104" y="33"/>
                  </a:lnTo>
                  <a:lnTo>
                    <a:pt x="104" y="33"/>
                  </a:lnTo>
                  <a:lnTo>
                    <a:pt x="102" y="33"/>
                  </a:lnTo>
                  <a:lnTo>
                    <a:pt x="100" y="31"/>
                  </a:lnTo>
                  <a:lnTo>
                    <a:pt x="98" y="31"/>
                  </a:lnTo>
                  <a:lnTo>
                    <a:pt x="98" y="29"/>
                  </a:lnTo>
                  <a:lnTo>
                    <a:pt x="98" y="29"/>
                  </a:lnTo>
                  <a:lnTo>
                    <a:pt x="96" y="29"/>
                  </a:lnTo>
                  <a:lnTo>
                    <a:pt x="94" y="27"/>
                  </a:lnTo>
                  <a:lnTo>
                    <a:pt x="94" y="26"/>
                  </a:lnTo>
                  <a:lnTo>
                    <a:pt x="93" y="24"/>
                  </a:lnTo>
                  <a:lnTo>
                    <a:pt x="93" y="24"/>
                  </a:lnTo>
                  <a:lnTo>
                    <a:pt x="93" y="24"/>
                  </a:lnTo>
                  <a:lnTo>
                    <a:pt x="93" y="22"/>
                  </a:lnTo>
                  <a:lnTo>
                    <a:pt x="93" y="20"/>
                  </a:lnTo>
                  <a:lnTo>
                    <a:pt x="91" y="20"/>
                  </a:lnTo>
                  <a:lnTo>
                    <a:pt x="91" y="20"/>
                  </a:lnTo>
                  <a:lnTo>
                    <a:pt x="91" y="18"/>
                  </a:lnTo>
                  <a:lnTo>
                    <a:pt x="91" y="16"/>
                  </a:lnTo>
                  <a:lnTo>
                    <a:pt x="91" y="15"/>
                  </a:lnTo>
                  <a:lnTo>
                    <a:pt x="91" y="13"/>
                  </a:lnTo>
                  <a:lnTo>
                    <a:pt x="91" y="13"/>
                  </a:lnTo>
                  <a:lnTo>
                    <a:pt x="89" y="7"/>
                  </a:lnTo>
                  <a:lnTo>
                    <a:pt x="87" y="4"/>
                  </a:lnTo>
                  <a:lnTo>
                    <a:pt x="83" y="2"/>
                  </a:lnTo>
                  <a:lnTo>
                    <a:pt x="76" y="6"/>
                  </a:lnTo>
                  <a:lnTo>
                    <a:pt x="74" y="2"/>
                  </a:lnTo>
                  <a:lnTo>
                    <a:pt x="71" y="0"/>
                  </a:lnTo>
                  <a:lnTo>
                    <a:pt x="71" y="0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65" y="6"/>
                  </a:lnTo>
                  <a:lnTo>
                    <a:pt x="62" y="4"/>
                  </a:lnTo>
                  <a:lnTo>
                    <a:pt x="60" y="2"/>
                  </a:lnTo>
                  <a:lnTo>
                    <a:pt x="56" y="2"/>
                  </a:lnTo>
                  <a:lnTo>
                    <a:pt x="56" y="2"/>
                  </a:lnTo>
                  <a:lnTo>
                    <a:pt x="53" y="4"/>
                  </a:lnTo>
                  <a:lnTo>
                    <a:pt x="53" y="4"/>
                  </a:lnTo>
                  <a:lnTo>
                    <a:pt x="53" y="7"/>
                  </a:lnTo>
                  <a:lnTo>
                    <a:pt x="51" y="11"/>
                  </a:lnTo>
                  <a:lnTo>
                    <a:pt x="49" y="15"/>
                  </a:lnTo>
                  <a:lnTo>
                    <a:pt x="49" y="15"/>
                  </a:lnTo>
                  <a:lnTo>
                    <a:pt x="43" y="18"/>
                  </a:lnTo>
                  <a:lnTo>
                    <a:pt x="42" y="20"/>
                  </a:lnTo>
                  <a:lnTo>
                    <a:pt x="42" y="24"/>
                  </a:lnTo>
                  <a:lnTo>
                    <a:pt x="42" y="24"/>
                  </a:lnTo>
                  <a:lnTo>
                    <a:pt x="42" y="29"/>
                  </a:lnTo>
                  <a:lnTo>
                    <a:pt x="43" y="33"/>
                  </a:lnTo>
                  <a:lnTo>
                    <a:pt x="43" y="33"/>
                  </a:lnTo>
                  <a:lnTo>
                    <a:pt x="42" y="35"/>
                  </a:lnTo>
                  <a:lnTo>
                    <a:pt x="40" y="36"/>
                  </a:lnTo>
                  <a:lnTo>
                    <a:pt x="40" y="38"/>
                  </a:lnTo>
                  <a:lnTo>
                    <a:pt x="40" y="42"/>
                  </a:lnTo>
                  <a:lnTo>
                    <a:pt x="40" y="42"/>
                  </a:lnTo>
                  <a:lnTo>
                    <a:pt x="42" y="46"/>
                  </a:lnTo>
                  <a:lnTo>
                    <a:pt x="40" y="51"/>
                  </a:lnTo>
                  <a:lnTo>
                    <a:pt x="40" y="51"/>
                  </a:lnTo>
                  <a:lnTo>
                    <a:pt x="36" y="60"/>
                  </a:lnTo>
                  <a:lnTo>
                    <a:pt x="36" y="60"/>
                  </a:lnTo>
                  <a:lnTo>
                    <a:pt x="32" y="66"/>
                  </a:lnTo>
                  <a:lnTo>
                    <a:pt x="0" y="91"/>
                  </a:lnTo>
                  <a:lnTo>
                    <a:pt x="9" y="118"/>
                  </a:lnTo>
                  <a:lnTo>
                    <a:pt x="53" y="144"/>
                  </a:lnTo>
                  <a:lnTo>
                    <a:pt x="54" y="149"/>
                  </a:lnTo>
                  <a:lnTo>
                    <a:pt x="65" y="149"/>
                  </a:lnTo>
                  <a:lnTo>
                    <a:pt x="67" y="159"/>
                  </a:lnTo>
                  <a:lnTo>
                    <a:pt x="80" y="166"/>
                  </a:lnTo>
                  <a:lnTo>
                    <a:pt x="107" y="169"/>
                  </a:lnTo>
                  <a:lnTo>
                    <a:pt x="107" y="169"/>
                  </a:lnTo>
                  <a:lnTo>
                    <a:pt x="118" y="162"/>
                  </a:lnTo>
                  <a:lnTo>
                    <a:pt x="127" y="153"/>
                  </a:lnTo>
                  <a:lnTo>
                    <a:pt x="136" y="142"/>
                  </a:lnTo>
                  <a:lnTo>
                    <a:pt x="138" y="140"/>
                  </a:lnTo>
                  <a:lnTo>
                    <a:pt x="135" y="142"/>
                  </a:lnTo>
                  <a:lnTo>
                    <a:pt x="122" y="157"/>
                  </a:lnTo>
                  <a:lnTo>
                    <a:pt x="122" y="157"/>
                  </a:lnTo>
                  <a:lnTo>
                    <a:pt x="125" y="153"/>
                  </a:lnTo>
                  <a:lnTo>
                    <a:pt x="131" y="148"/>
                  </a:lnTo>
                  <a:lnTo>
                    <a:pt x="135" y="146"/>
                  </a:lnTo>
                  <a:lnTo>
                    <a:pt x="135" y="146"/>
                  </a:lnTo>
                  <a:lnTo>
                    <a:pt x="140" y="146"/>
                  </a:lnTo>
                  <a:lnTo>
                    <a:pt x="144" y="146"/>
                  </a:lnTo>
                  <a:lnTo>
                    <a:pt x="144" y="146"/>
                  </a:lnTo>
                  <a:lnTo>
                    <a:pt x="155" y="151"/>
                  </a:lnTo>
                  <a:lnTo>
                    <a:pt x="155" y="151"/>
                  </a:lnTo>
                  <a:lnTo>
                    <a:pt x="155" y="149"/>
                  </a:lnTo>
                  <a:lnTo>
                    <a:pt x="155" y="148"/>
                  </a:lnTo>
                  <a:lnTo>
                    <a:pt x="156" y="148"/>
                  </a:lnTo>
                  <a:lnTo>
                    <a:pt x="156" y="148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79" name="Freeform 262">
              <a:extLst>
                <a:ext uri="{FF2B5EF4-FFF2-40B4-BE49-F238E27FC236}">
                  <a16:creationId xmlns:a16="http://schemas.microsoft.com/office/drawing/2014/main" id="{3E65B87D-6132-43A4-8554-CD71E33D52C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92091" y="3881317"/>
              <a:ext cx="1070730" cy="496807"/>
            </a:xfrm>
            <a:custGeom>
              <a:avLst/>
              <a:gdLst>
                <a:gd name="T0" fmla="*/ 687 w 722"/>
                <a:gd name="T1" fmla="*/ 162 h 335"/>
                <a:gd name="T2" fmla="*/ 640 w 722"/>
                <a:gd name="T3" fmla="*/ 186 h 335"/>
                <a:gd name="T4" fmla="*/ 603 w 722"/>
                <a:gd name="T5" fmla="*/ 137 h 335"/>
                <a:gd name="T6" fmla="*/ 585 w 722"/>
                <a:gd name="T7" fmla="*/ 157 h 335"/>
                <a:gd name="T8" fmla="*/ 585 w 722"/>
                <a:gd name="T9" fmla="*/ 179 h 335"/>
                <a:gd name="T10" fmla="*/ 625 w 722"/>
                <a:gd name="T11" fmla="*/ 197 h 335"/>
                <a:gd name="T12" fmla="*/ 667 w 722"/>
                <a:gd name="T13" fmla="*/ 221 h 335"/>
                <a:gd name="T14" fmla="*/ 693 w 722"/>
                <a:gd name="T15" fmla="*/ 283 h 335"/>
                <a:gd name="T16" fmla="*/ 17 w 722"/>
                <a:gd name="T17" fmla="*/ 64 h 335"/>
                <a:gd name="T18" fmla="*/ 110 w 722"/>
                <a:gd name="T19" fmla="*/ 78 h 335"/>
                <a:gd name="T20" fmla="*/ 531 w 722"/>
                <a:gd name="T21" fmla="*/ 111 h 335"/>
                <a:gd name="T22" fmla="*/ 521 w 722"/>
                <a:gd name="T23" fmla="*/ 102 h 335"/>
                <a:gd name="T24" fmla="*/ 48 w 722"/>
                <a:gd name="T25" fmla="*/ 99 h 335"/>
                <a:gd name="T26" fmla="*/ 418 w 722"/>
                <a:gd name="T27" fmla="*/ 97 h 335"/>
                <a:gd name="T28" fmla="*/ 388 w 722"/>
                <a:gd name="T29" fmla="*/ 133 h 335"/>
                <a:gd name="T30" fmla="*/ 399 w 722"/>
                <a:gd name="T31" fmla="*/ 222 h 335"/>
                <a:gd name="T32" fmla="*/ 423 w 722"/>
                <a:gd name="T33" fmla="*/ 215 h 335"/>
                <a:gd name="T34" fmla="*/ 436 w 722"/>
                <a:gd name="T35" fmla="*/ 186 h 335"/>
                <a:gd name="T36" fmla="*/ 432 w 722"/>
                <a:gd name="T37" fmla="*/ 151 h 335"/>
                <a:gd name="T38" fmla="*/ 418 w 722"/>
                <a:gd name="T39" fmla="*/ 137 h 335"/>
                <a:gd name="T40" fmla="*/ 474 w 722"/>
                <a:gd name="T41" fmla="*/ 97 h 335"/>
                <a:gd name="T42" fmla="*/ 512 w 722"/>
                <a:gd name="T43" fmla="*/ 137 h 335"/>
                <a:gd name="T44" fmla="*/ 64 w 722"/>
                <a:gd name="T45" fmla="*/ 140 h 335"/>
                <a:gd name="T46" fmla="*/ 172 w 722"/>
                <a:gd name="T47" fmla="*/ 162 h 335"/>
                <a:gd name="T48" fmla="*/ 461 w 722"/>
                <a:gd name="T49" fmla="*/ 157 h 335"/>
                <a:gd name="T50" fmla="*/ 82 w 722"/>
                <a:gd name="T51" fmla="*/ 170 h 335"/>
                <a:gd name="T52" fmla="*/ 521 w 722"/>
                <a:gd name="T53" fmla="*/ 186 h 335"/>
                <a:gd name="T54" fmla="*/ 510 w 722"/>
                <a:gd name="T55" fmla="*/ 188 h 335"/>
                <a:gd name="T56" fmla="*/ 436 w 722"/>
                <a:gd name="T57" fmla="*/ 221 h 335"/>
                <a:gd name="T58" fmla="*/ 182 w 722"/>
                <a:gd name="T59" fmla="*/ 252 h 335"/>
                <a:gd name="T60" fmla="*/ 235 w 722"/>
                <a:gd name="T61" fmla="*/ 264 h 335"/>
                <a:gd name="T62" fmla="*/ 310 w 722"/>
                <a:gd name="T63" fmla="*/ 272 h 335"/>
                <a:gd name="T64" fmla="*/ 255 w 722"/>
                <a:gd name="T65" fmla="*/ 237 h 335"/>
                <a:gd name="T66" fmla="*/ 181 w 722"/>
                <a:gd name="T67" fmla="*/ 232 h 335"/>
                <a:gd name="T68" fmla="*/ 622 w 722"/>
                <a:gd name="T69" fmla="*/ 250 h 335"/>
                <a:gd name="T70" fmla="*/ 571 w 722"/>
                <a:gd name="T71" fmla="*/ 273 h 335"/>
                <a:gd name="T72" fmla="*/ 314 w 722"/>
                <a:gd name="T73" fmla="*/ 275 h 335"/>
                <a:gd name="T74" fmla="*/ 321 w 722"/>
                <a:gd name="T75" fmla="*/ 279 h 335"/>
                <a:gd name="T76" fmla="*/ 346 w 722"/>
                <a:gd name="T77" fmla="*/ 290 h 335"/>
                <a:gd name="T78" fmla="*/ 357 w 722"/>
                <a:gd name="T79" fmla="*/ 290 h 335"/>
                <a:gd name="T80" fmla="*/ 403 w 722"/>
                <a:gd name="T81" fmla="*/ 283 h 335"/>
                <a:gd name="T82" fmla="*/ 430 w 722"/>
                <a:gd name="T83" fmla="*/ 286 h 335"/>
                <a:gd name="T84" fmla="*/ 465 w 722"/>
                <a:gd name="T85" fmla="*/ 301 h 335"/>
                <a:gd name="T86" fmla="*/ 436 w 722"/>
                <a:gd name="T87" fmla="*/ 334 h 335"/>
                <a:gd name="T88" fmla="*/ 510 w 722"/>
                <a:gd name="T89" fmla="*/ 288 h 335"/>
                <a:gd name="T90" fmla="*/ 117 w 722"/>
                <a:gd name="T91" fmla="*/ 95 h 335"/>
                <a:gd name="T92" fmla="*/ 226 w 722"/>
                <a:gd name="T93" fmla="*/ 142 h 335"/>
                <a:gd name="T94" fmla="*/ 306 w 722"/>
                <a:gd name="T95" fmla="*/ 179 h 335"/>
                <a:gd name="T96" fmla="*/ 343 w 722"/>
                <a:gd name="T97" fmla="*/ 162 h 335"/>
                <a:gd name="T98" fmla="*/ 370 w 722"/>
                <a:gd name="T99" fmla="*/ 104 h 335"/>
                <a:gd name="T100" fmla="*/ 354 w 722"/>
                <a:gd name="T101" fmla="*/ 53 h 335"/>
                <a:gd name="T102" fmla="*/ 310 w 722"/>
                <a:gd name="T103" fmla="*/ 78 h 335"/>
                <a:gd name="T104" fmla="*/ 2 w 722"/>
                <a:gd name="T105" fmla="*/ 6 h 335"/>
                <a:gd name="T106" fmla="*/ 62 w 722"/>
                <a:gd name="T107" fmla="*/ 80 h 335"/>
                <a:gd name="T108" fmla="*/ 113 w 722"/>
                <a:gd name="T109" fmla="*/ 182 h 335"/>
                <a:gd name="T110" fmla="*/ 157 w 722"/>
                <a:gd name="T111" fmla="*/ 221 h 335"/>
                <a:gd name="T112" fmla="*/ 155 w 722"/>
                <a:gd name="T113" fmla="*/ 164 h 335"/>
                <a:gd name="T114" fmla="*/ 131 w 722"/>
                <a:gd name="T115" fmla="*/ 104 h 335"/>
                <a:gd name="T116" fmla="*/ 99 w 722"/>
                <a:gd name="T117" fmla="*/ 71 h 335"/>
                <a:gd name="T118" fmla="*/ 73 w 722"/>
                <a:gd name="T119" fmla="*/ 48 h 335"/>
                <a:gd name="T120" fmla="*/ 13 w 722"/>
                <a:gd name="T121" fmla="*/ 0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722" h="335">
                  <a:moveTo>
                    <a:pt x="722" y="304"/>
                  </a:moveTo>
                  <a:lnTo>
                    <a:pt x="722" y="261"/>
                  </a:lnTo>
                  <a:lnTo>
                    <a:pt x="718" y="253"/>
                  </a:lnTo>
                  <a:lnTo>
                    <a:pt x="722" y="248"/>
                  </a:lnTo>
                  <a:lnTo>
                    <a:pt x="720" y="175"/>
                  </a:lnTo>
                  <a:lnTo>
                    <a:pt x="720" y="175"/>
                  </a:lnTo>
                  <a:lnTo>
                    <a:pt x="718" y="175"/>
                  </a:lnTo>
                  <a:lnTo>
                    <a:pt x="718" y="173"/>
                  </a:lnTo>
                  <a:lnTo>
                    <a:pt x="718" y="173"/>
                  </a:lnTo>
                  <a:lnTo>
                    <a:pt x="718" y="171"/>
                  </a:lnTo>
                  <a:lnTo>
                    <a:pt x="718" y="171"/>
                  </a:lnTo>
                  <a:lnTo>
                    <a:pt x="713" y="171"/>
                  </a:lnTo>
                  <a:lnTo>
                    <a:pt x="709" y="171"/>
                  </a:lnTo>
                  <a:lnTo>
                    <a:pt x="705" y="171"/>
                  </a:lnTo>
                  <a:lnTo>
                    <a:pt x="700" y="171"/>
                  </a:lnTo>
                  <a:lnTo>
                    <a:pt x="700" y="171"/>
                  </a:lnTo>
                  <a:lnTo>
                    <a:pt x="693" y="168"/>
                  </a:lnTo>
                  <a:lnTo>
                    <a:pt x="687" y="162"/>
                  </a:lnTo>
                  <a:lnTo>
                    <a:pt x="678" y="157"/>
                  </a:lnTo>
                  <a:lnTo>
                    <a:pt x="674" y="157"/>
                  </a:lnTo>
                  <a:lnTo>
                    <a:pt x="669" y="157"/>
                  </a:lnTo>
                  <a:lnTo>
                    <a:pt x="669" y="157"/>
                  </a:lnTo>
                  <a:lnTo>
                    <a:pt x="667" y="159"/>
                  </a:lnTo>
                  <a:lnTo>
                    <a:pt x="665" y="162"/>
                  </a:lnTo>
                  <a:lnTo>
                    <a:pt x="664" y="166"/>
                  </a:lnTo>
                  <a:lnTo>
                    <a:pt x="664" y="166"/>
                  </a:lnTo>
                  <a:lnTo>
                    <a:pt x="660" y="168"/>
                  </a:lnTo>
                  <a:lnTo>
                    <a:pt x="658" y="170"/>
                  </a:lnTo>
                  <a:lnTo>
                    <a:pt x="654" y="170"/>
                  </a:lnTo>
                  <a:lnTo>
                    <a:pt x="651" y="171"/>
                  </a:lnTo>
                  <a:lnTo>
                    <a:pt x="651" y="171"/>
                  </a:lnTo>
                  <a:lnTo>
                    <a:pt x="649" y="179"/>
                  </a:lnTo>
                  <a:lnTo>
                    <a:pt x="647" y="184"/>
                  </a:lnTo>
                  <a:lnTo>
                    <a:pt x="647" y="184"/>
                  </a:lnTo>
                  <a:lnTo>
                    <a:pt x="643" y="186"/>
                  </a:lnTo>
                  <a:lnTo>
                    <a:pt x="640" y="186"/>
                  </a:lnTo>
                  <a:lnTo>
                    <a:pt x="636" y="186"/>
                  </a:lnTo>
                  <a:lnTo>
                    <a:pt x="633" y="186"/>
                  </a:lnTo>
                  <a:lnTo>
                    <a:pt x="633" y="186"/>
                  </a:lnTo>
                  <a:lnTo>
                    <a:pt x="629" y="181"/>
                  </a:lnTo>
                  <a:lnTo>
                    <a:pt x="627" y="171"/>
                  </a:lnTo>
                  <a:lnTo>
                    <a:pt x="627" y="171"/>
                  </a:lnTo>
                  <a:lnTo>
                    <a:pt x="623" y="173"/>
                  </a:lnTo>
                  <a:lnTo>
                    <a:pt x="622" y="175"/>
                  </a:lnTo>
                  <a:lnTo>
                    <a:pt x="620" y="175"/>
                  </a:lnTo>
                  <a:lnTo>
                    <a:pt x="620" y="175"/>
                  </a:lnTo>
                  <a:lnTo>
                    <a:pt x="618" y="166"/>
                  </a:lnTo>
                  <a:lnTo>
                    <a:pt x="618" y="157"/>
                  </a:lnTo>
                  <a:lnTo>
                    <a:pt x="620" y="140"/>
                  </a:lnTo>
                  <a:lnTo>
                    <a:pt x="620" y="140"/>
                  </a:lnTo>
                  <a:lnTo>
                    <a:pt x="614" y="139"/>
                  </a:lnTo>
                  <a:lnTo>
                    <a:pt x="611" y="135"/>
                  </a:lnTo>
                  <a:lnTo>
                    <a:pt x="611" y="135"/>
                  </a:lnTo>
                  <a:lnTo>
                    <a:pt x="603" y="137"/>
                  </a:lnTo>
                  <a:lnTo>
                    <a:pt x="603" y="137"/>
                  </a:lnTo>
                  <a:lnTo>
                    <a:pt x="596" y="135"/>
                  </a:lnTo>
                  <a:lnTo>
                    <a:pt x="592" y="133"/>
                  </a:lnTo>
                  <a:lnTo>
                    <a:pt x="589" y="133"/>
                  </a:lnTo>
                  <a:lnTo>
                    <a:pt x="589" y="133"/>
                  </a:lnTo>
                  <a:lnTo>
                    <a:pt x="585" y="137"/>
                  </a:lnTo>
                  <a:lnTo>
                    <a:pt x="583" y="140"/>
                  </a:lnTo>
                  <a:lnTo>
                    <a:pt x="583" y="140"/>
                  </a:lnTo>
                  <a:lnTo>
                    <a:pt x="578" y="140"/>
                  </a:lnTo>
                  <a:lnTo>
                    <a:pt x="571" y="140"/>
                  </a:lnTo>
                  <a:lnTo>
                    <a:pt x="571" y="140"/>
                  </a:lnTo>
                  <a:lnTo>
                    <a:pt x="571" y="150"/>
                  </a:lnTo>
                  <a:lnTo>
                    <a:pt x="571" y="155"/>
                  </a:lnTo>
                  <a:lnTo>
                    <a:pt x="571" y="155"/>
                  </a:lnTo>
                  <a:lnTo>
                    <a:pt x="578" y="153"/>
                  </a:lnTo>
                  <a:lnTo>
                    <a:pt x="583" y="155"/>
                  </a:lnTo>
                  <a:lnTo>
                    <a:pt x="583" y="155"/>
                  </a:lnTo>
                  <a:lnTo>
                    <a:pt x="585" y="157"/>
                  </a:lnTo>
                  <a:lnTo>
                    <a:pt x="585" y="159"/>
                  </a:lnTo>
                  <a:lnTo>
                    <a:pt x="585" y="164"/>
                  </a:lnTo>
                  <a:lnTo>
                    <a:pt x="585" y="164"/>
                  </a:lnTo>
                  <a:lnTo>
                    <a:pt x="600" y="164"/>
                  </a:lnTo>
                  <a:lnTo>
                    <a:pt x="611" y="164"/>
                  </a:lnTo>
                  <a:lnTo>
                    <a:pt x="611" y="164"/>
                  </a:lnTo>
                  <a:lnTo>
                    <a:pt x="613" y="166"/>
                  </a:lnTo>
                  <a:lnTo>
                    <a:pt x="613" y="168"/>
                  </a:lnTo>
                  <a:lnTo>
                    <a:pt x="611" y="171"/>
                  </a:lnTo>
                  <a:lnTo>
                    <a:pt x="611" y="171"/>
                  </a:lnTo>
                  <a:lnTo>
                    <a:pt x="583" y="175"/>
                  </a:lnTo>
                  <a:lnTo>
                    <a:pt x="583" y="175"/>
                  </a:lnTo>
                  <a:lnTo>
                    <a:pt x="596" y="175"/>
                  </a:lnTo>
                  <a:lnTo>
                    <a:pt x="602" y="177"/>
                  </a:lnTo>
                  <a:lnTo>
                    <a:pt x="602" y="179"/>
                  </a:lnTo>
                  <a:lnTo>
                    <a:pt x="596" y="179"/>
                  </a:lnTo>
                  <a:lnTo>
                    <a:pt x="587" y="179"/>
                  </a:lnTo>
                  <a:lnTo>
                    <a:pt x="585" y="179"/>
                  </a:lnTo>
                  <a:lnTo>
                    <a:pt x="591" y="177"/>
                  </a:lnTo>
                  <a:lnTo>
                    <a:pt x="591" y="177"/>
                  </a:lnTo>
                  <a:lnTo>
                    <a:pt x="596" y="186"/>
                  </a:lnTo>
                  <a:lnTo>
                    <a:pt x="603" y="197"/>
                  </a:lnTo>
                  <a:lnTo>
                    <a:pt x="603" y="197"/>
                  </a:lnTo>
                  <a:lnTo>
                    <a:pt x="605" y="191"/>
                  </a:lnTo>
                  <a:lnTo>
                    <a:pt x="605" y="190"/>
                  </a:lnTo>
                  <a:lnTo>
                    <a:pt x="607" y="190"/>
                  </a:lnTo>
                  <a:lnTo>
                    <a:pt x="607" y="190"/>
                  </a:lnTo>
                  <a:lnTo>
                    <a:pt x="607" y="188"/>
                  </a:lnTo>
                  <a:lnTo>
                    <a:pt x="611" y="188"/>
                  </a:lnTo>
                  <a:lnTo>
                    <a:pt x="613" y="190"/>
                  </a:lnTo>
                  <a:lnTo>
                    <a:pt x="614" y="190"/>
                  </a:lnTo>
                  <a:lnTo>
                    <a:pt x="613" y="191"/>
                  </a:lnTo>
                  <a:lnTo>
                    <a:pt x="613" y="191"/>
                  </a:lnTo>
                  <a:lnTo>
                    <a:pt x="618" y="193"/>
                  </a:lnTo>
                  <a:lnTo>
                    <a:pt x="625" y="197"/>
                  </a:lnTo>
                  <a:lnTo>
                    <a:pt x="625" y="197"/>
                  </a:lnTo>
                  <a:lnTo>
                    <a:pt x="625" y="199"/>
                  </a:lnTo>
                  <a:lnTo>
                    <a:pt x="625" y="201"/>
                  </a:lnTo>
                  <a:lnTo>
                    <a:pt x="625" y="204"/>
                  </a:lnTo>
                  <a:lnTo>
                    <a:pt x="627" y="206"/>
                  </a:lnTo>
                  <a:lnTo>
                    <a:pt x="627" y="206"/>
                  </a:lnTo>
                  <a:lnTo>
                    <a:pt x="634" y="208"/>
                  </a:lnTo>
                  <a:lnTo>
                    <a:pt x="643" y="210"/>
                  </a:lnTo>
                  <a:lnTo>
                    <a:pt x="651" y="210"/>
                  </a:lnTo>
                  <a:lnTo>
                    <a:pt x="660" y="213"/>
                  </a:lnTo>
                  <a:lnTo>
                    <a:pt x="660" y="213"/>
                  </a:lnTo>
                  <a:lnTo>
                    <a:pt x="660" y="219"/>
                  </a:lnTo>
                  <a:lnTo>
                    <a:pt x="662" y="222"/>
                  </a:lnTo>
                  <a:lnTo>
                    <a:pt x="662" y="222"/>
                  </a:lnTo>
                  <a:lnTo>
                    <a:pt x="664" y="224"/>
                  </a:lnTo>
                  <a:lnTo>
                    <a:pt x="664" y="222"/>
                  </a:lnTo>
                  <a:lnTo>
                    <a:pt x="665" y="221"/>
                  </a:lnTo>
                  <a:lnTo>
                    <a:pt x="667" y="221"/>
                  </a:lnTo>
                  <a:lnTo>
                    <a:pt x="667" y="221"/>
                  </a:lnTo>
                  <a:lnTo>
                    <a:pt x="678" y="226"/>
                  </a:lnTo>
                  <a:lnTo>
                    <a:pt x="678" y="226"/>
                  </a:lnTo>
                  <a:lnTo>
                    <a:pt x="685" y="252"/>
                  </a:lnTo>
                  <a:lnTo>
                    <a:pt x="689" y="264"/>
                  </a:lnTo>
                  <a:lnTo>
                    <a:pt x="691" y="277"/>
                  </a:lnTo>
                  <a:lnTo>
                    <a:pt x="691" y="277"/>
                  </a:lnTo>
                  <a:lnTo>
                    <a:pt x="685" y="277"/>
                  </a:lnTo>
                  <a:lnTo>
                    <a:pt x="682" y="277"/>
                  </a:lnTo>
                  <a:lnTo>
                    <a:pt x="682" y="277"/>
                  </a:lnTo>
                  <a:lnTo>
                    <a:pt x="678" y="279"/>
                  </a:lnTo>
                  <a:lnTo>
                    <a:pt x="676" y="283"/>
                  </a:lnTo>
                  <a:lnTo>
                    <a:pt x="671" y="290"/>
                  </a:lnTo>
                  <a:lnTo>
                    <a:pt x="671" y="290"/>
                  </a:lnTo>
                  <a:lnTo>
                    <a:pt x="680" y="288"/>
                  </a:lnTo>
                  <a:lnTo>
                    <a:pt x="689" y="286"/>
                  </a:lnTo>
                  <a:lnTo>
                    <a:pt x="689" y="283"/>
                  </a:lnTo>
                  <a:lnTo>
                    <a:pt x="689" y="283"/>
                  </a:lnTo>
                  <a:lnTo>
                    <a:pt x="693" y="283"/>
                  </a:lnTo>
                  <a:lnTo>
                    <a:pt x="700" y="283"/>
                  </a:lnTo>
                  <a:lnTo>
                    <a:pt x="711" y="284"/>
                  </a:lnTo>
                  <a:lnTo>
                    <a:pt x="711" y="284"/>
                  </a:lnTo>
                  <a:lnTo>
                    <a:pt x="720" y="304"/>
                  </a:lnTo>
                  <a:lnTo>
                    <a:pt x="722" y="304"/>
                  </a:lnTo>
                  <a:close/>
                  <a:moveTo>
                    <a:pt x="204" y="37"/>
                  </a:moveTo>
                  <a:lnTo>
                    <a:pt x="204" y="37"/>
                  </a:lnTo>
                  <a:lnTo>
                    <a:pt x="203" y="38"/>
                  </a:lnTo>
                  <a:lnTo>
                    <a:pt x="204" y="42"/>
                  </a:lnTo>
                  <a:lnTo>
                    <a:pt x="206" y="44"/>
                  </a:lnTo>
                  <a:lnTo>
                    <a:pt x="206" y="44"/>
                  </a:lnTo>
                  <a:lnTo>
                    <a:pt x="208" y="40"/>
                  </a:lnTo>
                  <a:lnTo>
                    <a:pt x="208" y="37"/>
                  </a:lnTo>
                  <a:lnTo>
                    <a:pt x="204" y="37"/>
                  </a:lnTo>
                  <a:lnTo>
                    <a:pt x="204" y="37"/>
                  </a:lnTo>
                  <a:close/>
                  <a:moveTo>
                    <a:pt x="13" y="58"/>
                  </a:moveTo>
                  <a:lnTo>
                    <a:pt x="17" y="64"/>
                  </a:lnTo>
                  <a:lnTo>
                    <a:pt x="17" y="64"/>
                  </a:lnTo>
                  <a:lnTo>
                    <a:pt x="17" y="64"/>
                  </a:lnTo>
                  <a:lnTo>
                    <a:pt x="17" y="62"/>
                  </a:lnTo>
                  <a:lnTo>
                    <a:pt x="13" y="58"/>
                  </a:lnTo>
                  <a:lnTo>
                    <a:pt x="13" y="58"/>
                  </a:lnTo>
                  <a:close/>
                  <a:moveTo>
                    <a:pt x="527" y="71"/>
                  </a:moveTo>
                  <a:lnTo>
                    <a:pt x="527" y="71"/>
                  </a:lnTo>
                  <a:lnTo>
                    <a:pt x="529" y="78"/>
                  </a:lnTo>
                  <a:lnTo>
                    <a:pt x="529" y="82"/>
                  </a:lnTo>
                  <a:lnTo>
                    <a:pt x="529" y="84"/>
                  </a:lnTo>
                  <a:lnTo>
                    <a:pt x="529" y="84"/>
                  </a:lnTo>
                  <a:lnTo>
                    <a:pt x="532" y="84"/>
                  </a:lnTo>
                  <a:lnTo>
                    <a:pt x="534" y="84"/>
                  </a:lnTo>
                  <a:lnTo>
                    <a:pt x="534" y="78"/>
                  </a:lnTo>
                  <a:lnTo>
                    <a:pt x="532" y="71"/>
                  </a:lnTo>
                  <a:lnTo>
                    <a:pt x="527" y="71"/>
                  </a:lnTo>
                  <a:close/>
                  <a:moveTo>
                    <a:pt x="106" y="73"/>
                  </a:moveTo>
                  <a:lnTo>
                    <a:pt x="110" y="78"/>
                  </a:lnTo>
                  <a:lnTo>
                    <a:pt x="110" y="78"/>
                  </a:lnTo>
                  <a:lnTo>
                    <a:pt x="110" y="75"/>
                  </a:lnTo>
                  <a:lnTo>
                    <a:pt x="108" y="75"/>
                  </a:lnTo>
                  <a:lnTo>
                    <a:pt x="106" y="73"/>
                  </a:lnTo>
                  <a:lnTo>
                    <a:pt x="106" y="73"/>
                  </a:lnTo>
                  <a:close/>
                  <a:moveTo>
                    <a:pt x="518" y="78"/>
                  </a:moveTo>
                  <a:lnTo>
                    <a:pt x="518" y="78"/>
                  </a:lnTo>
                  <a:lnTo>
                    <a:pt x="512" y="89"/>
                  </a:lnTo>
                  <a:lnTo>
                    <a:pt x="510" y="95"/>
                  </a:lnTo>
                  <a:lnTo>
                    <a:pt x="510" y="100"/>
                  </a:lnTo>
                  <a:lnTo>
                    <a:pt x="514" y="106"/>
                  </a:lnTo>
                  <a:lnTo>
                    <a:pt x="514" y="106"/>
                  </a:lnTo>
                  <a:lnTo>
                    <a:pt x="518" y="115"/>
                  </a:lnTo>
                  <a:lnTo>
                    <a:pt x="518" y="115"/>
                  </a:lnTo>
                  <a:lnTo>
                    <a:pt x="525" y="115"/>
                  </a:lnTo>
                  <a:lnTo>
                    <a:pt x="525" y="115"/>
                  </a:lnTo>
                  <a:lnTo>
                    <a:pt x="529" y="115"/>
                  </a:lnTo>
                  <a:lnTo>
                    <a:pt x="531" y="115"/>
                  </a:lnTo>
                  <a:lnTo>
                    <a:pt x="531" y="111"/>
                  </a:lnTo>
                  <a:lnTo>
                    <a:pt x="532" y="111"/>
                  </a:lnTo>
                  <a:lnTo>
                    <a:pt x="532" y="111"/>
                  </a:lnTo>
                  <a:lnTo>
                    <a:pt x="527" y="111"/>
                  </a:lnTo>
                  <a:lnTo>
                    <a:pt x="525" y="111"/>
                  </a:lnTo>
                  <a:lnTo>
                    <a:pt x="525" y="109"/>
                  </a:lnTo>
                  <a:lnTo>
                    <a:pt x="529" y="106"/>
                  </a:lnTo>
                  <a:lnTo>
                    <a:pt x="534" y="104"/>
                  </a:lnTo>
                  <a:lnTo>
                    <a:pt x="534" y="104"/>
                  </a:lnTo>
                  <a:lnTo>
                    <a:pt x="536" y="102"/>
                  </a:lnTo>
                  <a:lnTo>
                    <a:pt x="536" y="100"/>
                  </a:lnTo>
                  <a:lnTo>
                    <a:pt x="532" y="99"/>
                  </a:lnTo>
                  <a:lnTo>
                    <a:pt x="527" y="97"/>
                  </a:lnTo>
                  <a:lnTo>
                    <a:pt x="527" y="97"/>
                  </a:lnTo>
                  <a:lnTo>
                    <a:pt x="525" y="99"/>
                  </a:lnTo>
                  <a:lnTo>
                    <a:pt x="525" y="104"/>
                  </a:lnTo>
                  <a:lnTo>
                    <a:pt x="520" y="104"/>
                  </a:lnTo>
                  <a:lnTo>
                    <a:pt x="520" y="104"/>
                  </a:lnTo>
                  <a:lnTo>
                    <a:pt x="521" y="102"/>
                  </a:lnTo>
                  <a:lnTo>
                    <a:pt x="523" y="99"/>
                  </a:lnTo>
                  <a:lnTo>
                    <a:pt x="523" y="93"/>
                  </a:lnTo>
                  <a:lnTo>
                    <a:pt x="521" y="84"/>
                  </a:lnTo>
                  <a:lnTo>
                    <a:pt x="521" y="78"/>
                  </a:lnTo>
                  <a:lnTo>
                    <a:pt x="518" y="78"/>
                  </a:lnTo>
                  <a:close/>
                  <a:moveTo>
                    <a:pt x="117" y="84"/>
                  </a:moveTo>
                  <a:lnTo>
                    <a:pt x="119" y="89"/>
                  </a:lnTo>
                  <a:lnTo>
                    <a:pt x="119" y="89"/>
                  </a:lnTo>
                  <a:lnTo>
                    <a:pt x="121" y="88"/>
                  </a:lnTo>
                  <a:lnTo>
                    <a:pt x="121" y="88"/>
                  </a:lnTo>
                  <a:lnTo>
                    <a:pt x="117" y="84"/>
                  </a:lnTo>
                  <a:lnTo>
                    <a:pt x="117" y="84"/>
                  </a:lnTo>
                  <a:close/>
                  <a:moveTo>
                    <a:pt x="33" y="86"/>
                  </a:moveTo>
                  <a:lnTo>
                    <a:pt x="33" y="86"/>
                  </a:lnTo>
                  <a:lnTo>
                    <a:pt x="39" y="93"/>
                  </a:lnTo>
                  <a:lnTo>
                    <a:pt x="46" y="99"/>
                  </a:lnTo>
                  <a:lnTo>
                    <a:pt x="46" y="99"/>
                  </a:lnTo>
                  <a:lnTo>
                    <a:pt x="48" y="99"/>
                  </a:lnTo>
                  <a:lnTo>
                    <a:pt x="48" y="99"/>
                  </a:lnTo>
                  <a:lnTo>
                    <a:pt x="46" y="95"/>
                  </a:lnTo>
                  <a:lnTo>
                    <a:pt x="40" y="86"/>
                  </a:lnTo>
                  <a:lnTo>
                    <a:pt x="40" y="86"/>
                  </a:lnTo>
                  <a:lnTo>
                    <a:pt x="37" y="86"/>
                  </a:lnTo>
                  <a:lnTo>
                    <a:pt x="33" y="86"/>
                  </a:lnTo>
                  <a:lnTo>
                    <a:pt x="33" y="86"/>
                  </a:lnTo>
                  <a:close/>
                  <a:moveTo>
                    <a:pt x="470" y="89"/>
                  </a:moveTo>
                  <a:lnTo>
                    <a:pt x="470" y="89"/>
                  </a:lnTo>
                  <a:lnTo>
                    <a:pt x="465" y="95"/>
                  </a:lnTo>
                  <a:lnTo>
                    <a:pt x="461" y="100"/>
                  </a:lnTo>
                  <a:lnTo>
                    <a:pt x="456" y="104"/>
                  </a:lnTo>
                  <a:lnTo>
                    <a:pt x="456" y="104"/>
                  </a:lnTo>
                  <a:lnTo>
                    <a:pt x="447" y="104"/>
                  </a:lnTo>
                  <a:lnTo>
                    <a:pt x="436" y="104"/>
                  </a:lnTo>
                  <a:lnTo>
                    <a:pt x="418" y="100"/>
                  </a:lnTo>
                  <a:lnTo>
                    <a:pt x="418" y="97"/>
                  </a:lnTo>
                  <a:lnTo>
                    <a:pt x="418" y="97"/>
                  </a:lnTo>
                  <a:lnTo>
                    <a:pt x="412" y="97"/>
                  </a:lnTo>
                  <a:lnTo>
                    <a:pt x="408" y="99"/>
                  </a:lnTo>
                  <a:lnTo>
                    <a:pt x="403" y="104"/>
                  </a:lnTo>
                  <a:lnTo>
                    <a:pt x="403" y="104"/>
                  </a:lnTo>
                  <a:lnTo>
                    <a:pt x="399" y="102"/>
                  </a:lnTo>
                  <a:lnTo>
                    <a:pt x="399" y="102"/>
                  </a:lnTo>
                  <a:lnTo>
                    <a:pt x="399" y="100"/>
                  </a:lnTo>
                  <a:lnTo>
                    <a:pt x="397" y="100"/>
                  </a:lnTo>
                  <a:lnTo>
                    <a:pt x="397" y="106"/>
                  </a:lnTo>
                  <a:lnTo>
                    <a:pt x="397" y="106"/>
                  </a:lnTo>
                  <a:lnTo>
                    <a:pt x="390" y="111"/>
                  </a:lnTo>
                  <a:lnTo>
                    <a:pt x="390" y="111"/>
                  </a:lnTo>
                  <a:lnTo>
                    <a:pt x="388" y="117"/>
                  </a:lnTo>
                  <a:lnTo>
                    <a:pt x="390" y="122"/>
                  </a:lnTo>
                  <a:lnTo>
                    <a:pt x="392" y="126"/>
                  </a:lnTo>
                  <a:lnTo>
                    <a:pt x="392" y="129"/>
                  </a:lnTo>
                  <a:lnTo>
                    <a:pt x="392" y="129"/>
                  </a:lnTo>
                  <a:lnTo>
                    <a:pt x="388" y="133"/>
                  </a:lnTo>
                  <a:lnTo>
                    <a:pt x="385" y="137"/>
                  </a:lnTo>
                  <a:lnTo>
                    <a:pt x="385" y="137"/>
                  </a:lnTo>
                  <a:lnTo>
                    <a:pt x="385" y="146"/>
                  </a:lnTo>
                  <a:lnTo>
                    <a:pt x="385" y="155"/>
                  </a:lnTo>
                  <a:lnTo>
                    <a:pt x="385" y="155"/>
                  </a:lnTo>
                  <a:lnTo>
                    <a:pt x="381" y="164"/>
                  </a:lnTo>
                  <a:lnTo>
                    <a:pt x="377" y="175"/>
                  </a:lnTo>
                  <a:lnTo>
                    <a:pt x="377" y="175"/>
                  </a:lnTo>
                  <a:lnTo>
                    <a:pt x="377" y="182"/>
                  </a:lnTo>
                  <a:lnTo>
                    <a:pt x="377" y="184"/>
                  </a:lnTo>
                  <a:lnTo>
                    <a:pt x="381" y="184"/>
                  </a:lnTo>
                  <a:lnTo>
                    <a:pt x="388" y="186"/>
                  </a:lnTo>
                  <a:lnTo>
                    <a:pt x="388" y="186"/>
                  </a:lnTo>
                  <a:lnTo>
                    <a:pt x="385" y="206"/>
                  </a:lnTo>
                  <a:lnTo>
                    <a:pt x="383" y="226"/>
                  </a:lnTo>
                  <a:lnTo>
                    <a:pt x="383" y="226"/>
                  </a:lnTo>
                  <a:lnTo>
                    <a:pt x="392" y="224"/>
                  </a:lnTo>
                  <a:lnTo>
                    <a:pt x="399" y="222"/>
                  </a:lnTo>
                  <a:lnTo>
                    <a:pt x="403" y="221"/>
                  </a:lnTo>
                  <a:lnTo>
                    <a:pt x="405" y="219"/>
                  </a:lnTo>
                  <a:lnTo>
                    <a:pt x="405" y="208"/>
                  </a:lnTo>
                  <a:lnTo>
                    <a:pt x="399" y="201"/>
                  </a:lnTo>
                  <a:lnTo>
                    <a:pt x="399" y="201"/>
                  </a:lnTo>
                  <a:lnTo>
                    <a:pt x="401" y="199"/>
                  </a:lnTo>
                  <a:lnTo>
                    <a:pt x="401" y="197"/>
                  </a:lnTo>
                  <a:lnTo>
                    <a:pt x="403" y="199"/>
                  </a:lnTo>
                  <a:lnTo>
                    <a:pt x="403" y="199"/>
                  </a:lnTo>
                  <a:lnTo>
                    <a:pt x="405" y="186"/>
                  </a:lnTo>
                  <a:lnTo>
                    <a:pt x="408" y="181"/>
                  </a:lnTo>
                  <a:lnTo>
                    <a:pt x="410" y="179"/>
                  </a:lnTo>
                  <a:lnTo>
                    <a:pt x="412" y="181"/>
                  </a:lnTo>
                  <a:lnTo>
                    <a:pt x="414" y="186"/>
                  </a:lnTo>
                  <a:lnTo>
                    <a:pt x="419" y="202"/>
                  </a:lnTo>
                  <a:lnTo>
                    <a:pt x="421" y="215"/>
                  </a:lnTo>
                  <a:lnTo>
                    <a:pt x="421" y="215"/>
                  </a:lnTo>
                  <a:lnTo>
                    <a:pt x="423" y="215"/>
                  </a:lnTo>
                  <a:lnTo>
                    <a:pt x="427" y="215"/>
                  </a:lnTo>
                  <a:lnTo>
                    <a:pt x="432" y="215"/>
                  </a:lnTo>
                  <a:lnTo>
                    <a:pt x="432" y="215"/>
                  </a:lnTo>
                  <a:lnTo>
                    <a:pt x="432" y="206"/>
                  </a:lnTo>
                  <a:lnTo>
                    <a:pt x="432" y="206"/>
                  </a:lnTo>
                  <a:lnTo>
                    <a:pt x="439" y="206"/>
                  </a:lnTo>
                  <a:lnTo>
                    <a:pt x="443" y="204"/>
                  </a:lnTo>
                  <a:lnTo>
                    <a:pt x="443" y="204"/>
                  </a:lnTo>
                  <a:lnTo>
                    <a:pt x="445" y="204"/>
                  </a:lnTo>
                  <a:lnTo>
                    <a:pt x="447" y="204"/>
                  </a:lnTo>
                  <a:lnTo>
                    <a:pt x="447" y="201"/>
                  </a:lnTo>
                  <a:lnTo>
                    <a:pt x="447" y="201"/>
                  </a:lnTo>
                  <a:lnTo>
                    <a:pt x="439" y="197"/>
                  </a:lnTo>
                  <a:lnTo>
                    <a:pt x="436" y="193"/>
                  </a:lnTo>
                  <a:lnTo>
                    <a:pt x="434" y="191"/>
                  </a:lnTo>
                  <a:lnTo>
                    <a:pt x="434" y="191"/>
                  </a:lnTo>
                  <a:lnTo>
                    <a:pt x="434" y="188"/>
                  </a:lnTo>
                  <a:lnTo>
                    <a:pt x="436" y="186"/>
                  </a:lnTo>
                  <a:lnTo>
                    <a:pt x="438" y="184"/>
                  </a:lnTo>
                  <a:lnTo>
                    <a:pt x="436" y="182"/>
                  </a:lnTo>
                  <a:lnTo>
                    <a:pt x="436" y="182"/>
                  </a:lnTo>
                  <a:lnTo>
                    <a:pt x="432" y="179"/>
                  </a:lnTo>
                  <a:lnTo>
                    <a:pt x="427" y="177"/>
                  </a:lnTo>
                  <a:lnTo>
                    <a:pt x="427" y="177"/>
                  </a:lnTo>
                  <a:lnTo>
                    <a:pt x="425" y="173"/>
                  </a:lnTo>
                  <a:lnTo>
                    <a:pt x="425" y="170"/>
                  </a:lnTo>
                  <a:lnTo>
                    <a:pt x="425" y="168"/>
                  </a:lnTo>
                  <a:lnTo>
                    <a:pt x="425" y="164"/>
                  </a:lnTo>
                  <a:lnTo>
                    <a:pt x="414" y="162"/>
                  </a:lnTo>
                  <a:lnTo>
                    <a:pt x="414" y="157"/>
                  </a:lnTo>
                  <a:lnTo>
                    <a:pt x="414" y="157"/>
                  </a:lnTo>
                  <a:lnTo>
                    <a:pt x="421" y="157"/>
                  </a:lnTo>
                  <a:lnTo>
                    <a:pt x="427" y="157"/>
                  </a:lnTo>
                  <a:lnTo>
                    <a:pt x="427" y="157"/>
                  </a:lnTo>
                  <a:lnTo>
                    <a:pt x="430" y="155"/>
                  </a:lnTo>
                  <a:lnTo>
                    <a:pt x="432" y="151"/>
                  </a:lnTo>
                  <a:lnTo>
                    <a:pt x="436" y="150"/>
                  </a:lnTo>
                  <a:lnTo>
                    <a:pt x="439" y="148"/>
                  </a:lnTo>
                  <a:lnTo>
                    <a:pt x="439" y="155"/>
                  </a:lnTo>
                  <a:lnTo>
                    <a:pt x="439" y="155"/>
                  </a:lnTo>
                  <a:lnTo>
                    <a:pt x="443" y="153"/>
                  </a:lnTo>
                  <a:lnTo>
                    <a:pt x="447" y="151"/>
                  </a:lnTo>
                  <a:lnTo>
                    <a:pt x="450" y="151"/>
                  </a:lnTo>
                  <a:lnTo>
                    <a:pt x="450" y="151"/>
                  </a:lnTo>
                  <a:lnTo>
                    <a:pt x="443" y="148"/>
                  </a:lnTo>
                  <a:lnTo>
                    <a:pt x="441" y="146"/>
                  </a:lnTo>
                  <a:lnTo>
                    <a:pt x="443" y="142"/>
                  </a:lnTo>
                  <a:lnTo>
                    <a:pt x="449" y="135"/>
                  </a:lnTo>
                  <a:lnTo>
                    <a:pt x="449" y="135"/>
                  </a:lnTo>
                  <a:lnTo>
                    <a:pt x="434" y="135"/>
                  </a:lnTo>
                  <a:lnTo>
                    <a:pt x="427" y="133"/>
                  </a:lnTo>
                  <a:lnTo>
                    <a:pt x="419" y="135"/>
                  </a:lnTo>
                  <a:lnTo>
                    <a:pt x="419" y="135"/>
                  </a:lnTo>
                  <a:lnTo>
                    <a:pt x="418" y="137"/>
                  </a:lnTo>
                  <a:lnTo>
                    <a:pt x="416" y="139"/>
                  </a:lnTo>
                  <a:lnTo>
                    <a:pt x="414" y="140"/>
                  </a:lnTo>
                  <a:lnTo>
                    <a:pt x="410" y="140"/>
                  </a:lnTo>
                  <a:lnTo>
                    <a:pt x="410" y="135"/>
                  </a:lnTo>
                  <a:lnTo>
                    <a:pt x="410" y="135"/>
                  </a:lnTo>
                  <a:lnTo>
                    <a:pt x="403" y="135"/>
                  </a:lnTo>
                  <a:lnTo>
                    <a:pt x="403" y="135"/>
                  </a:lnTo>
                  <a:lnTo>
                    <a:pt x="405" y="113"/>
                  </a:lnTo>
                  <a:lnTo>
                    <a:pt x="405" y="113"/>
                  </a:lnTo>
                  <a:lnTo>
                    <a:pt x="421" y="115"/>
                  </a:lnTo>
                  <a:lnTo>
                    <a:pt x="438" y="115"/>
                  </a:lnTo>
                  <a:lnTo>
                    <a:pt x="454" y="117"/>
                  </a:lnTo>
                  <a:lnTo>
                    <a:pt x="459" y="115"/>
                  </a:lnTo>
                  <a:lnTo>
                    <a:pt x="465" y="113"/>
                  </a:lnTo>
                  <a:lnTo>
                    <a:pt x="465" y="111"/>
                  </a:lnTo>
                  <a:lnTo>
                    <a:pt x="465" y="111"/>
                  </a:lnTo>
                  <a:lnTo>
                    <a:pt x="470" y="106"/>
                  </a:lnTo>
                  <a:lnTo>
                    <a:pt x="474" y="97"/>
                  </a:lnTo>
                  <a:lnTo>
                    <a:pt x="476" y="93"/>
                  </a:lnTo>
                  <a:lnTo>
                    <a:pt x="476" y="89"/>
                  </a:lnTo>
                  <a:lnTo>
                    <a:pt x="476" y="88"/>
                  </a:lnTo>
                  <a:lnTo>
                    <a:pt x="470" y="89"/>
                  </a:lnTo>
                  <a:lnTo>
                    <a:pt x="470" y="89"/>
                  </a:lnTo>
                  <a:close/>
                  <a:moveTo>
                    <a:pt x="558" y="122"/>
                  </a:moveTo>
                  <a:lnTo>
                    <a:pt x="558" y="122"/>
                  </a:lnTo>
                  <a:lnTo>
                    <a:pt x="556" y="126"/>
                  </a:lnTo>
                  <a:lnTo>
                    <a:pt x="554" y="128"/>
                  </a:lnTo>
                  <a:lnTo>
                    <a:pt x="554" y="128"/>
                  </a:lnTo>
                  <a:lnTo>
                    <a:pt x="571" y="128"/>
                  </a:lnTo>
                  <a:lnTo>
                    <a:pt x="572" y="128"/>
                  </a:lnTo>
                  <a:lnTo>
                    <a:pt x="567" y="126"/>
                  </a:lnTo>
                  <a:lnTo>
                    <a:pt x="567" y="126"/>
                  </a:lnTo>
                  <a:lnTo>
                    <a:pt x="558" y="122"/>
                  </a:lnTo>
                  <a:lnTo>
                    <a:pt x="558" y="122"/>
                  </a:lnTo>
                  <a:close/>
                  <a:moveTo>
                    <a:pt x="512" y="133"/>
                  </a:moveTo>
                  <a:lnTo>
                    <a:pt x="512" y="137"/>
                  </a:lnTo>
                  <a:lnTo>
                    <a:pt x="512" y="137"/>
                  </a:lnTo>
                  <a:lnTo>
                    <a:pt x="516" y="137"/>
                  </a:lnTo>
                  <a:lnTo>
                    <a:pt x="516" y="137"/>
                  </a:lnTo>
                  <a:lnTo>
                    <a:pt x="514" y="133"/>
                  </a:lnTo>
                  <a:lnTo>
                    <a:pt x="512" y="133"/>
                  </a:lnTo>
                  <a:lnTo>
                    <a:pt x="512" y="133"/>
                  </a:lnTo>
                  <a:close/>
                  <a:moveTo>
                    <a:pt x="60" y="140"/>
                  </a:moveTo>
                  <a:lnTo>
                    <a:pt x="60" y="140"/>
                  </a:lnTo>
                  <a:lnTo>
                    <a:pt x="62" y="146"/>
                  </a:lnTo>
                  <a:lnTo>
                    <a:pt x="62" y="155"/>
                  </a:lnTo>
                  <a:lnTo>
                    <a:pt x="62" y="155"/>
                  </a:lnTo>
                  <a:lnTo>
                    <a:pt x="70" y="153"/>
                  </a:lnTo>
                  <a:lnTo>
                    <a:pt x="71" y="150"/>
                  </a:lnTo>
                  <a:lnTo>
                    <a:pt x="71" y="150"/>
                  </a:lnTo>
                  <a:lnTo>
                    <a:pt x="70" y="148"/>
                  </a:lnTo>
                  <a:lnTo>
                    <a:pt x="70" y="148"/>
                  </a:lnTo>
                  <a:lnTo>
                    <a:pt x="66" y="142"/>
                  </a:lnTo>
                  <a:lnTo>
                    <a:pt x="64" y="140"/>
                  </a:lnTo>
                  <a:lnTo>
                    <a:pt x="62" y="140"/>
                  </a:lnTo>
                  <a:lnTo>
                    <a:pt x="60" y="140"/>
                  </a:lnTo>
                  <a:close/>
                  <a:moveTo>
                    <a:pt x="561" y="144"/>
                  </a:moveTo>
                  <a:lnTo>
                    <a:pt x="563" y="150"/>
                  </a:lnTo>
                  <a:lnTo>
                    <a:pt x="563" y="150"/>
                  </a:lnTo>
                  <a:lnTo>
                    <a:pt x="567" y="150"/>
                  </a:lnTo>
                  <a:lnTo>
                    <a:pt x="569" y="148"/>
                  </a:lnTo>
                  <a:lnTo>
                    <a:pt x="567" y="146"/>
                  </a:lnTo>
                  <a:lnTo>
                    <a:pt x="561" y="144"/>
                  </a:lnTo>
                  <a:lnTo>
                    <a:pt x="561" y="144"/>
                  </a:lnTo>
                  <a:close/>
                  <a:moveTo>
                    <a:pt x="164" y="151"/>
                  </a:moveTo>
                  <a:lnTo>
                    <a:pt x="164" y="151"/>
                  </a:lnTo>
                  <a:lnTo>
                    <a:pt x="166" y="157"/>
                  </a:lnTo>
                  <a:lnTo>
                    <a:pt x="166" y="160"/>
                  </a:lnTo>
                  <a:lnTo>
                    <a:pt x="164" y="162"/>
                  </a:lnTo>
                  <a:lnTo>
                    <a:pt x="164" y="162"/>
                  </a:lnTo>
                  <a:lnTo>
                    <a:pt x="172" y="162"/>
                  </a:lnTo>
                  <a:lnTo>
                    <a:pt x="172" y="162"/>
                  </a:lnTo>
                  <a:lnTo>
                    <a:pt x="175" y="171"/>
                  </a:lnTo>
                  <a:lnTo>
                    <a:pt x="175" y="175"/>
                  </a:lnTo>
                  <a:lnTo>
                    <a:pt x="179" y="177"/>
                  </a:lnTo>
                  <a:lnTo>
                    <a:pt x="179" y="177"/>
                  </a:lnTo>
                  <a:lnTo>
                    <a:pt x="182" y="177"/>
                  </a:lnTo>
                  <a:lnTo>
                    <a:pt x="184" y="175"/>
                  </a:lnTo>
                  <a:lnTo>
                    <a:pt x="184" y="168"/>
                  </a:lnTo>
                  <a:lnTo>
                    <a:pt x="181" y="160"/>
                  </a:lnTo>
                  <a:lnTo>
                    <a:pt x="177" y="155"/>
                  </a:lnTo>
                  <a:lnTo>
                    <a:pt x="177" y="155"/>
                  </a:lnTo>
                  <a:lnTo>
                    <a:pt x="175" y="153"/>
                  </a:lnTo>
                  <a:lnTo>
                    <a:pt x="172" y="153"/>
                  </a:lnTo>
                  <a:lnTo>
                    <a:pt x="168" y="153"/>
                  </a:lnTo>
                  <a:lnTo>
                    <a:pt x="164" y="151"/>
                  </a:lnTo>
                  <a:lnTo>
                    <a:pt x="164" y="151"/>
                  </a:lnTo>
                  <a:close/>
                  <a:moveTo>
                    <a:pt x="463" y="151"/>
                  </a:moveTo>
                  <a:lnTo>
                    <a:pt x="463" y="151"/>
                  </a:lnTo>
                  <a:lnTo>
                    <a:pt x="461" y="157"/>
                  </a:lnTo>
                  <a:lnTo>
                    <a:pt x="461" y="157"/>
                  </a:lnTo>
                  <a:lnTo>
                    <a:pt x="474" y="155"/>
                  </a:lnTo>
                  <a:lnTo>
                    <a:pt x="463" y="151"/>
                  </a:lnTo>
                  <a:lnTo>
                    <a:pt x="463" y="151"/>
                  </a:lnTo>
                  <a:close/>
                  <a:moveTo>
                    <a:pt x="554" y="151"/>
                  </a:moveTo>
                  <a:lnTo>
                    <a:pt x="554" y="151"/>
                  </a:lnTo>
                  <a:lnTo>
                    <a:pt x="554" y="155"/>
                  </a:lnTo>
                  <a:lnTo>
                    <a:pt x="554" y="159"/>
                  </a:lnTo>
                  <a:lnTo>
                    <a:pt x="556" y="159"/>
                  </a:lnTo>
                  <a:lnTo>
                    <a:pt x="556" y="159"/>
                  </a:lnTo>
                  <a:lnTo>
                    <a:pt x="560" y="159"/>
                  </a:lnTo>
                  <a:lnTo>
                    <a:pt x="558" y="157"/>
                  </a:lnTo>
                  <a:lnTo>
                    <a:pt x="554" y="151"/>
                  </a:lnTo>
                  <a:lnTo>
                    <a:pt x="554" y="151"/>
                  </a:lnTo>
                  <a:close/>
                  <a:moveTo>
                    <a:pt x="79" y="170"/>
                  </a:moveTo>
                  <a:lnTo>
                    <a:pt x="82" y="175"/>
                  </a:lnTo>
                  <a:lnTo>
                    <a:pt x="82" y="175"/>
                  </a:lnTo>
                  <a:lnTo>
                    <a:pt x="82" y="170"/>
                  </a:lnTo>
                  <a:lnTo>
                    <a:pt x="82" y="170"/>
                  </a:lnTo>
                  <a:lnTo>
                    <a:pt x="79" y="170"/>
                  </a:lnTo>
                  <a:lnTo>
                    <a:pt x="79" y="170"/>
                  </a:lnTo>
                  <a:close/>
                  <a:moveTo>
                    <a:pt x="199" y="170"/>
                  </a:moveTo>
                  <a:lnTo>
                    <a:pt x="199" y="170"/>
                  </a:lnTo>
                  <a:lnTo>
                    <a:pt x="199" y="182"/>
                  </a:lnTo>
                  <a:lnTo>
                    <a:pt x="199" y="182"/>
                  </a:lnTo>
                  <a:lnTo>
                    <a:pt x="206" y="182"/>
                  </a:lnTo>
                  <a:lnTo>
                    <a:pt x="206" y="182"/>
                  </a:lnTo>
                  <a:lnTo>
                    <a:pt x="212" y="171"/>
                  </a:lnTo>
                  <a:lnTo>
                    <a:pt x="212" y="171"/>
                  </a:lnTo>
                  <a:lnTo>
                    <a:pt x="204" y="171"/>
                  </a:lnTo>
                  <a:lnTo>
                    <a:pt x="199" y="170"/>
                  </a:lnTo>
                  <a:lnTo>
                    <a:pt x="199" y="170"/>
                  </a:lnTo>
                  <a:close/>
                  <a:moveTo>
                    <a:pt x="527" y="179"/>
                  </a:moveTo>
                  <a:lnTo>
                    <a:pt x="527" y="179"/>
                  </a:lnTo>
                  <a:lnTo>
                    <a:pt x="521" y="186"/>
                  </a:lnTo>
                  <a:lnTo>
                    <a:pt x="521" y="186"/>
                  </a:lnTo>
                  <a:lnTo>
                    <a:pt x="536" y="186"/>
                  </a:lnTo>
                  <a:lnTo>
                    <a:pt x="549" y="186"/>
                  </a:lnTo>
                  <a:lnTo>
                    <a:pt x="556" y="191"/>
                  </a:lnTo>
                  <a:lnTo>
                    <a:pt x="556" y="191"/>
                  </a:lnTo>
                  <a:lnTo>
                    <a:pt x="561" y="190"/>
                  </a:lnTo>
                  <a:lnTo>
                    <a:pt x="563" y="190"/>
                  </a:lnTo>
                  <a:lnTo>
                    <a:pt x="563" y="188"/>
                  </a:lnTo>
                  <a:lnTo>
                    <a:pt x="563" y="186"/>
                  </a:lnTo>
                  <a:lnTo>
                    <a:pt x="563" y="186"/>
                  </a:lnTo>
                  <a:lnTo>
                    <a:pt x="547" y="181"/>
                  </a:lnTo>
                  <a:lnTo>
                    <a:pt x="527" y="179"/>
                  </a:lnTo>
                  <a:lnTo>
                    <a:pt x="527" y="179"/>
                  </a:lnTo>
                  <a:close/>
                  <a:moveTo>
                    <a:pt x="489" y="182"/>
                  </a:moveTo>
                  <a:lnTo>
                    <a:pt x="498" y="193"/>
                  </a:lnTo>
                  <a:lnTo>
                    <a:pt x="498" y="193"/>
                  </a:lnTo>
                  <a:lnTo>
                    <a:pt x="501" y="193"/>
                  </a:lnTo>
                  <a:lnTo>
                    <a:pt x="507" y="190"/>
                  </a:lnTo>
                  <a:lnTo>
                    <a:pt x="510" y="188"/>
                  </a:lnTo>
                  <a:lnTo>
                    <a:pt x="510" y="186"/>
                  </a:lnTo>
                  <a:lnTo>
                    <a:pt x="510" y="186"/>
                  </a:lnTo>
                  <a:lnTo>
                    <a:pt x="510" y="182"/>
                  </a:lnTo>
                  <a:lnTo>
                    <a:pt x="510" y="182"/>
                  </a:lnTo>
                  <a:lnTo>
                    <a:pt x="489" y="182"/>
                  </a:lnTo>
                  <a:lnTo>
                    <a:pt x="489" y="182"/>
                  </a:lnTo>
                  <a:close/>
                  <a:moveTo>
                    <a:pt x="447" y="206"/>
                  </a:moveTo>
                  <a:lnTo>
                    <a:pt x="447" y="206"/>
                  </a:lnTo>
                  <a:lnTo>
                    <a:pt x="445" y="208"/>
                  </a:lnTo>
                  <a:lnTo>
                    <a:pt x="445" y="210"/>
                  </a:lnTo>
                  <a:lnTo>
                    <a:pt x="443" y="215"/>
                  </a:lnTo>
                  <a:lnTo>
                    <a:pt x="443" y="215"/>
                  </a:lnTo>
                  <a:lnTo>
                    <a:pt x="441" y="213"/>
                  </a:lnTo>
                  <a:lnTo>
                    <a:pt x="439" y="211"/>
                  </a:lnTo>
                  <a:lnTo>
                    <a:pt x="439" y="211"/>
                  </a:lnTo>
                  <a:lnTo>
                    <a:pt x="438" y="215"/>
                  </a:lnTo>
                  <a:lnTo>
                    <a:pt x="436" y="221"/>
                  </a:lnTo>
                  <a:lnTo>
                    <a:pt x="436" y="221"/>
                  </a:lnTo>
                  <a:lnTo>
                    <a:pt x="441" y="224"/>
                  </a:lnTo>
                  <a:lnTo>
                    <a:pt x="443" y="228"/>
                  </a:lnTo>
                  <a:lnTo>
                    <a:pt x="449" y="228"/>
                  </a:lnTo>
                  <a:lnTo>
                    <a:pt x="449" y="228"/>
                  </a:lnTo>
                  <a:lnTo>
                    <a:pt x="450" y="226"/>
                  </a:lnTo>
                  <a:lnTo>
                    <a:pt x="450" y="224"/>
                  </a:lnTo>
                  <a:lnTo>
                    <a:pt x="450" y="217"/>
                  </a:lnTo>
                  <a:lnTo>
                    <a:pt x="449" y="211"/>
                  </a:lnTo>
                  <a:lnTo>
                    <a:pt x="449" y="208"/>
                  </a:lnTo>
                  <a:lnTo>
                    <a:pt x="450" y="206"/>
                  </a:lnTo>
                  <a:lnTo>
                    <a:pt x="447" y="206"/>
                  </a:lnTo>
                  <a:close/>
                  <a:moveTo>
                    <a:pt x="175" y="228"/>
                  </a:moveTo>
                  <a:lnTo>
                    <a:pt x="175" y="228"/>
                  </a:lnTo>
                  <a:lnTo>
                    <a:pt x="170" y="239"/>
                  </a:lnTo>
                  <a:lnTo>
                    <a:pt x="164" y="250"/>
                  </a:lnTo>
                  <a:lnTo>
                    <a:pt x="164" y="250"/>
                  </a:lnTo>
                  <a:lnTo>
                    <a:pt x="173" y="252"/>
                  </a:lnTo>
                  <a:lnTo>
                    <a:pt x="182" y="252"/>
                  </a:lnTo>
                  <a:lnTo>
                    <a:pt x="182" y="252"/>
                  </a:lnTo>
                  <a:lnTo>
                    <a:pt x="181" y="255"/>
                  </a:lnTo>
                  <a:lnTo>
                    <a:pt x="179" y="259"/>
                  </a:lnTo>
                  <a:lnTo>
                    <a:pt x="179" y="259"/>
                  </a:lnTo>
                  <a:lnTo>
                    <a:pt x="179" y="259"/>
                  </a:lnTo>
                  <a:lnTo>
                    <a:pt x="186" y="261"/>
                  </a:lnTo>
                  <a:lnTo>
                    <a:pt x="192" y="259"/>
                  </a:lnTo>
                  <a:lnTo>
                    <a:pt x="195" y="259"/>
                  </a:lnTo>
                  <a:lnTo>
                    <a:pt x="203" y="259"/>
                  </a:lnTo>
                  <a:lnTo>
                    <a:pt x="203" y="264"/>
                  </a:lnTo>
                  <a:lnTo>
                    <a:pt x="203" y="264"/>
                  </a:lnTo>
                  <a:lnTo>
                    <a:pt x="210" y="268"/>
                  </a:lnTo>
                  <a:lnTo>
                    <a:pt x="210" y="268"/>
                  </a:lnTo>
                  <a:lnTo>
                    <a:pt x="215" y="268"/>
                  </a:lnTo>
                  <a:lnTo>
                    <a:pt x="221" y="266"/>
                  </a:lnTo>
                  <a:lnTo>
                    <a:pt x="228" y="264"/>
                  </a:lnTo>
                  <a:lnTo>
                    <a:pt x="235" y="264"/>
                  </a:lnTo>
                  <a:lnTo>
                    <a:pt x="235" y="264"/>
                  </a:lnTo>
                  <a:lnTo>
                    <a:pt x="246" y="270"/>
                  </a:lnTo>
                  <a:lnTo>
                    <a:pt x="257" y="275"/>
                  </a:lnTo>
                  <a:lnTo>
                    <a:pt x="257" y="275"/>
                  </a:lnTo>
                  <a:lnTo>
                    <a:pt x="266" y="275"/>
                  </a:lnTo>
                  <a:lnTo>
                    <a:pt x="277" y="275"/>
                  </a:lnTo>
                  <a:lnTo>
                    <a:pt x="285" y="273"/>
                  </a:lnTo>
                  <a:lnTo>
                    <a:pt x="292" y="275"/>
                  </a:lnTo>
                  <a:lnTo>
                    <a:pt x="292" y="275"/>
                  </a:lnTo>
                  <a:lnTo>
                    <a:pt x="295" y="275"/>
                  </a:lnTo>
                  <a:lnTo>
                    <a:pt x="297" y="279"/>
                  </a:lnTo>
                  <a:lnTo>
                    <a:pt x="303" y="284"/>
                  </a:lnTo>
                  <a:lnTo>
                    <a:pt x="303" y="284"/>
                  </a:lnTo>
                  <a:lnTo>
                    <a:pt x="310" y="286"/>
                  </a:lnTo>
                  <a:lnTo>
                    <a:pt x="317" y="286"/>
                  </a:lnTo>
                  <a:lnTo>
                    <a:pt x="317" y="286"/>
                  </a:lnTo>
                  <a:lnTo>
                    <a:pt x="310" y="277"/>
                  </a:lnTo>
                  <a:lnTo>
                    <a:pt x="310" y="277"/>
                  </a:lnTo>
                  <a:lnTo>
                    <a:pt x="310" y="272"/>
                  </a:lnTo>
                  <a:lnTo>
                    <a:pt x="312" y="264"/>
                  </a:lnTo>
                  <a:lnTo>
                    <a:pt x="312" y="264"/>
                  </a:lnTo>
                  <a:lnTo>
                    <a:pt x="308" y="262"/>
                  </a:lnTo>
                  <a:lnTo>
                    <a:pt x="305" y="259"/>
                  </a:lnTo>
                  <a:lnTo>
                    <a:pt x="305" y="259"/>
                  </a:lnTo>
                  <a:lnTo>
                    <a:pt x="285" y="259"/>
                  </a:lnTo>
                  <a:lnTo>
                    <a:pt x="285" y="259"/>
                  </a:lnTo>
                  <a:lnTo>
                    <a:pt x="286" y="255"/>
                  </a:lnTo>
                  <a:lnTo>
                    <a:pt x="288" y="252"/>
                  </a:lnTo>
                  <a:lnTo>
                    <a:pt x="288" y="250"/>
                  </a:lnTo>
                  <a:lnTo>
                    <a:pt x="288" y="250"/>
                  </a:lnTo>
                  <a:lnTo>
                    <a:pt x="286" y="248"/>
                  </a:lnTo>
                  <a:lnTo>
                    <a:pt x="285" y="242"/>
                  </a:lnTo>
                  <a:lnTo>
                    <a:pt x="285" y="242"/>
                  </a:lnTo>
                  <a:lnTo>
                    <a:pt x="270" y="241"/>
                  </a:lnTo>
                  <a:lnTo>
                    <a:pt x="257" y="241"/>
                  </a:lnTo>
                  <a:lnTo>
                    <a:pt x="257" y="241"/>
                  </a:lnTo>
                  <a:lnTo>
                    <a:pt x="255" y="237"/>
                  </a:lnTo>
                  <a:lnTo>
                    <a:pt x="255" y="235"/>
                  </a:lnTo>
                  <a:lnTo>
                    <a:pt x="254" y="235"/>
                  </a:lnTo>
                  <a:lnTo>
                    <a:pt x="254" y="235"/>
                  </a:lnTo>
                  <a:lnTo>
                    <a:pt x="248" y="242"/>
                  </a:lnTo>
                  <a:lnTo>
                    <a:pt x="248" y="242"/>
                  </a:lnTo>
                  <a:lnTo>
                    <a:pt x="233" y="242"/>
                  </a:lnTo>
                  <a:lnTo>
                    <a:pt x="233" y="242"/>
                  </a:lnTo>
                  <a:lnTo>
                    <a:pt x="226" y="241"/>
                  </a:lnTo>
                  <a:lnTo>
                    <a:pt x="221" y="235"/>
                  </a:lnTo>
                  <a:lnTo>
                    <a:pt x="215" y="232"/>
                  </a:lnTo>
                  <a:lnTo>
                    <a:pt x="210" y="228"/>
                  </a:lnTo>
                  <a:lnTo>
                    <a:pt x="210" y="228"/>
                  </a:lnTo>
                  <a:lnTo>
                    <a:pt x="204" y="228"/>
                  </a:lnTo>
                  <a:lnTo>
                    <a:pt x="199" y="230"/>
                  </a:lnTo>
                  <a:lnTo>
                    <a:pt x="190" y="233"/>
                  </a:lnTo>
                  <a:lnTo>
                    <a:pt x="190" y="233"/>
                  </a:lnTo>
                  <a:lnTo>
                    <a:pt x="184" y="232"/>
                  </a:lnTo>
                  <a:lnTo>
                    <a:pt x="181" y="232"/>
                  </a:lnTo>
                  <a:lnTo>
                    <a:pt x="175" y="228"/>
                  </a:lnTo>
                  <a:lnTo>
                    <a:pt x="175" y="228"/>
                  </a:lnTo>
                  <a:close/>
                  <a:moveTo>
                    <a:pt x="618" y="230"/>
                  </a:moveTo>
                  <a:lnTo>
                    <a:pt x="618" y="230"/>
                  </a:lnTo>
                  <a:lnTo>
                    <a:pt x="618" y="239"/>
                  </a:lnTo>
                  <a:lnTo>
                    <a:pt x="618" y="250"/>
                  </a:lnTo>
                  <a:lnTo>
                    <a:pt x="618" y="250"/>
                  </a:lnTo>
                  <a:lnTo>
                    <a:pt x="616" y="248"/>
                  </a:lnTo>
                  <a:lnTo>
                    <a:pt x="614" y="250"/>
                  </a:lnTo>
                  <a:lnTo>
                    <a:pt x="613" y="253"/>
                  </a:lnTo>
                  <a:lnTo>
                    <a:pt x="614" y="259"/>
                  </a:lnTo>
                  <a:lnTo>
                    <a:pt x="620" y="259"/>
                  </a:lnTo>
                  <a:lnTo>
                    <a:pt x="620" y="259"/>
                  </a:lnTo>
                  <a:lnTo>
                    <a:pt x="620" y="257"/>
                  </a:lnTo>
                  <a:lnTo>
                    <a:pt x="620" y="253"/>
                  </a:lnTo>
                  <a:lnTo>
                    <a:pt x="618" y="250"/>
                  </a:lnTo>
                  <a:lnTo>
                    <a:pt x="618" y="250"/>
                  </a:lnTo>
                  <a:lnTo>
                    <a:pt x="622" y="250"/>
                  </a:lnTo>
                  <a:lnTo>
                    <a:pt x="625" y="250"/>
                  </a:lnTo>
                  <a:lnTo>
                    <a:pt x="625" y="250"/>
                  </a:lnTo>
                  <a:lnTo>
                    <a:pt x="627" y="244"/>
                  </a:lnTo>
                  <a:lnTo>
                    <a:pt x="627" y="235"/>
                  </a:lnTo>
                  <a:lnTo>
                    <a:pt x="627" y="235"/>
                  </a:lnTo>
                  <a:lnTo>
                    <a:pt x="622" y="233"/>
                  </a:lnTo>
                  <a:lnTo>
                    <a:pt x="618" y="230"/>
                  </a:lnTo>
                  <a:lnTo>
                    <a:pt x="618" y="230"/>
                  </a:lnTo>
                  <a:close/>
                  <a:moveTo>
                    <a:pt x="290" y="244"/>
                  </a:moveTo>
                  <a:lnTo>
                    <a:pt x="303" y="250"/>
                  </a:lnTo>
                  <a:lnTo>
                    <a:pt x="303" y="250"/>
                  </a:lnTo>
                  <a:lnTo>
                    <a:pt x="305" y="244"/>
                  </a:lnTo>
                  <a:lnTo>
                    <a:pt x="305" y="244"/>
                  </a:lnTo>
                  <a:lnTo>
                    <a:pt x="290" y="244"/>
                  </a:lnTo>
                  <a:lnTo>
                    <a:pt x="290" y="244"/>
                  </a:lnTo>
                  <a:close/>
                  <a:moveTo>
                    <a:pt x="574" y="264"/>
                  </a:moveTo>
                  <a:lnTo>
                    <a:pt x="574" y="264"/>
                  </a:lnTo>
                  <a:lnTo>
                    <a:pt x="571" y="273"/>
                  </a:lnTo>
                  <a:lnTo>
                    <a:pt x="571" y="279"/>
                  </a:lnTo>
                  <a:lnTo>
                    <a:pt x="571" y="279"/>
                  </a:lnTo>
                  <a:lnTo>
                    <a:pt x="571" y="279"/>
                  </a:lnTo>
                  <a:lnTo>
                    <a:pt x="571" y="279"/>
                  </a:lnTo>
                  <a:lnTo>
                    <a:pt x="574" y="275"/>
                  </a:lnTo>
                  <a:lnTo>
                    <a:pt x="578" y="268"/>
                  </a:lnTo>
                  <a:lnTo>
                    <a:pt x="578" y="262"/>
                  </a:lnTo>
                  <a:lnTo>
                    <a:pt x="576" y="262"/>
                  </a:lnTo>
                  <a:lnTo>
                    <a:pt x="574" y="264"/>
                  </a:lnTo>
                  <a:lnTo>
                    <a:pt x="574" y="264"/>
                  </a:lnTo>
                  <a:close/>
                  <a:moveTo>
                    <a:pt x="684" y="264"/>
                  </a:moveTo>
                  <a:lnTo>
                    <a:pt x="685" y="270"/>
                  </a:lnTo>
                  <a:lnTo>
                    <a:pt x="685" y="270"/>
                  </a:lnTo>
                  <a:lnTo>
                    <a:pt x="685" y="266"/>
                  </a:lnTo>
                  <a:lnTo>
                    <a:pt x="685" y="264"/>
                  </a:lnTo>
                  <a:lnTo>
                    <a:pt x="684" y="264"/>
                  </a:lnTo>
                  <a:lnTo>
                    <a:pt x="684" y="264"/>
                  </a:lnTo>
                  <a:close/>
                  <a:moveTo>
                    <a:pt x="314" y="275"/>
                  </a:moveTo>
                  <a:lnTo>
                    <a:pt x="314" y="275"/>
                  </a:lnTo>
                  <a:lnTo>
                    <a:pt x="321" y="284"/>
                  </a:lnTo>
                  <a:lnTo>
                    <a:pt x="321" y="284"/>
                  </a:lnTo>
                  <a:lnTo>
                    <a:pt x="321" y="286"/>
                  </a:lnTo>
                  <a:lnTo>
                    <a:pt x="321" y="288"/>
                  </a:lnTo>
                  <a:lnTo>
                    <a:pt x="325" y="290"/>
                  </a:lnTo>
                  <a:lnTo>
                    <a:pt x="325" y="286"/>
                  </a:lnTo>
                  <a:lnTo>
                    <a:pt x="325" y="286"/>
                  </a:lnTo>
                  <a:lnTo>
                    <a:pt x="326" y="284"/>
                  </a:lnTo>
                  <a:lnTo>
                    <a:pt x="326" y="283"/>
                  </a:lnTo>
                  <a:lnTo>
                    <a:pt x="326" y="279"/>
                  </a:lnTo>
                  <a:lnTo>
                    <a:pt x="328" y="277"/>
                  </a:lnTo>
                  <a:lnTo>
                    <a:pt x="328" y="277"/>
                  </a:lnTo>
                  <a:lnTo>
                    <a:pt x="326" y="277"/>
                  </a:lnTo>
                  <a:lnTo>
                    <a:pt x="325" y="277"/>
                  </a:lnTo>
                  <a:lnTo>
                    <a:pt x="323" y="279"/>
                  </a:lnTo>
                  <a:lnTo>
                    <a:pt x="321" y="279"/>
                  </a:lnTo>
                  <a:lnTo>
                    <a:pt x="321" y="279"/>
                  </a:lnTo>
                  <a:lnTo>
                    <a:pt x="319" y="277"/>
                  </a:lnTo>
                  <a:lnTo>
                    <a:pt x="314" y="275"/>
                  </a:lnTo>
                  <a:lnTo>
                    <a:pt x="314" y="275"/>
                  </a:lnTo>
                  <a:close/>
                  <a:moveTo>
                    <a:pt x="490" y="275"/>
                  </a:moveTo>
                  <a:lnTo>
                    <a:pt x="490" y="275"/>
                  </a:lnTo>
                  <a:lnTo>
                    <a:pt x="489" y="279"/>
                  </a:lnTo>
                  <a:lnTo>
                    <a:pt x="489" y="279"/>
                  </a:lnTo>
                  <a:lnTo>
                    <a:pt x="505" y="277"/>
                  </a:lnTo>
                  <a:lnTo>
                    <a:pt x="490" y="275"/>
                  </a:lnTo>
                  <a:lnTo>
                    <a:pt x="490" y="275"/>
                  </a:lnTo>
                  <a:close/>
                  <a:moveTo>
                    <a:pt x="343" y="277"/>
                  </a:moveTo>
                  <a:lnTo>
                    <a:pt x="343" y="277"/>
                  </a:lnTo>
                  <a:lnTo>
                    <a:pt x="341" y="279"/>
                  </a:lnTo>
                  <a:lnTo>
                    <a:pt x="339" y="283"/>
                  </a:lnTo>
                  <a:lnTo>
                    <a:pt x="336" y="290"/>
                  </a:lnTo>
                  <a:lnTo>
                    <a:pt x="336" y="290"/>
                  </a:lnTo>
                  <a:lnTo>
                    <a:pt x="346" y="290"/>
                  </a:lnTo>
                  <a:lnTo>
                    <a:pt x="346" y="290"/>
                  </a:lnTo>
                  <a:lnTo>
                    <a:pt x="346" y="286"/>
                  </a:lnTo>
                  <a:lnTo>
                    <a:pt x="346" y="281"/>
                  </a:lnTo>
                  <a:lnTo>
                    <a:pt x="346" y="277"/>
                  </a:lnTo>
                  <a:lnTo>
                    <a:pt x="346" y="277"/>
                  </a:lnTo>
                  <a:lnTo>
                    <a:pt x="343" y="277"/>
                  </a:lnTo>
                  <a:lnTo>
                    <a:pt x="343" y="277"/>
                  </a:lnTo>
                  <a:close/>
                  <a:moveTo>
                    <a:pt x="363" y="279"/>
                  </a:moveTo>
                  <a:lnTo>
                    <a:pt x="363" y="279"/>
                  </a:lnTo>
                  <a:lnTo>
                    <a:pt x="363" y="281"/>
                  </a:lnTo>
                  <a:lnTo>
                    <a:pt x="363" y="283"/>
                  </a:lnTo>
                  <a:lnTo>
                    <a:pt x="361" y="284"/>
                  </a:lnTo>
                  <a:lnTo>
                    <a:pt x="361" y="284"/>
                  </a:lnTo>
                  <a:lnTo>
                    <a:pt x="365" y="284"/>
                  </a:lnTo>
                  <a:lnTo>
                    <a:pt x="367" y="288"/>
                  </a:lnTo>
                  <a:lnTo>
                    <a:pt x="365" y="290"/>
                  </a:lnTo>
                  <a:lnTo>
                    <a:pt x="361" y="292"/>
                  </a:lnTo>
                  <a:lnTo>
                    <a:pt x="361" y="292"/>
                  </a:lnTo>
                  <a:lnTo>
                    <a:pt x="357" y="290"/>
                  </a:lnTo>
                  <a:lnTo>
                    <a:pt x="350" y="286"/>
                  </a:lnTo>
                  <a:lnTo>
                    <a:pt x="348" y="299"/>
                  </a:lnTo>
                  <a:lnTo>
                    <a:pt x="348" y="299"/>
                  </a:lnTo>
                  <a:lnTo>
                    <a:pt x="385" y="293"/>
                  </a:lnTo>
                  <a:lnTo>
                    <a:pt x="385" y="293"/>
                  </a:lnTo>
                  <a:lnTo>
                    <a:pt x="383" y="290"/>
                  </a:lnTo>
                  <a:lnTo>
                    <a:pt x="383" y="288"/>
                  </a:lnTo>
                  <a:lnTo>
                    <a:pt x="383" y="286"/>
                  </a:lnTo>
                  <a:lnTo>
                    <a:pt x="383" y="286"/>
                  </a:lnTo>
                  <a:lnTo>
                    <a:pt x="379" y="286"/>
                  </a:lnTo>
                  <a:lnTo>
                    <a:pt x="376" y="286"/>
                  </a:lnTo>
                  <a:lnTo>
                    <a:pt x="370" y="286"/>
                  </a:lnTo>
                  <a:lnTo>
                    <a:pt x="370" y="283"/>
                  </a:lnTo>
                  <a:lnTo>
                    <a:pt x="370" y="283"/>
                  </a:lnTo>
                  <a:lnTo>
                    <a:pt x="363" y="279"/>
                  </a:lnTo>
                  <a:lnTo>
                    <a:pt x="363" y="279"/>
                  </a:lnTo>
                  <a:close/>
                  <a:moveTo>
                    <a:pt x="403" y="283"/>
                  </a:moveTo>
                  <a:lnTo>
                    <a:pt x="403" y="283"/>
                  </a:lnTo>
                  <a:lnTo>
                    <a:pt x="396" y="283"/>
                  </a:lnTo>
                  <a:lnTo>
                    <a:pt x="394" y="284"/>
                  </a:lnTo>
                  <a:lnTo>
                    <a:pt x="394" y="288"/>
                  </a:lnTo>
                  <a:lnTo>
                    <a:pt x="396" y="290"/>
                  </a:lnTo>
                  <a:lnTo>
                    <a:pt x="403" y="293"/>
                  </a:lnTo>
                  <a:lnTo>
                    <a:pt x="410" y="297"/>
                  </a:lnTo>
                  <a:lnTo>
                    <a:pt x="410" y="297"/>
                  </a:lnTo>
                  <a:lnTo>
                    <a:pt x="416" y="297"/>
                  </a:lnTo>
                  <a:lnTo>
                    <a:pt x="421" y="295"/>
                  </a:lnTo>
                  <a:lnTo>
                    <a:pt x="428" y="293"/>
                  </a:lnTo>
                  <a:lnTo>
                    <a:pt x="434" y="292"/>
                  </a:lnTo>
                  <a:lnTo>
                    <a:pt x="434" y="292"/>
                  </a:lnTo>
                  <a:lnTo>
                    <a:pt x="439" y="293"/>
                  </a:lnTo>
                  <a:lnTo>
                    <a:pt x="443" y="293"/>
                  </a:lnTo>
                  <a:lnTo>
                    <a:pt x="443" y="293"/>
                  </a:lnTo>
                  <a:lnTo>
                    <a:pt x="443" y="284"/>
                  </a:lnTo>
                  <a:lnTo>
                    <a:pt x="443" y="284"/>
                  </a:lnTo>
                  <a:lnTo>
                    <a:pt x="430" y="286"/>
                  </a:lnTo>
                  <a:lnTo>
                    <a:pt x="418" y="286"/>
                  </a:lnTo>
                  <a:lnTo>
                    <a:pt x="418" y="286"/>
                  </a:lnTo>
                  <a:lnTo>
                    <a:pt x="410" y="284"/>
                  </a:lnTo>
                  <a:lnTo>
                    <a:pt x="403" y="283"/>
                  </a:lnTo>
                  <a:lnTo>
                    <a:pt x="403" y="283"/>
                  </a:lnTo>
                  <a:close/>
                  <a:moveTo>
                    <a:pt x="503" y="286"/>
                  </a:moveTo>
                  <a:lnTo>
                    <a:pt x="503" y="286"/>
                  </a:lnTo>
                  <a:lnTo>
                    <a:pt x="496" y="290"/>
                  </a:lnTo>
                  <a:lnTo>
                    <a:pt x="490" y="293"/>
                  </a:lnTo>
                  <a:lnTo>
                    <a:pt x="490" y="293"/>
                  </a:lnTo>
                  <a:lnTo>
                    <a:pt x="483" y="293"/>
                  </a:lnTo>
                  <a:lnTo>
                    <a:pt x="478" y="292"/>
                  </a:lnTo>
                  <a:lnTo>
                    <a:pt x="474" y="293"/>
                  </a:lnTo>
                  <a:lnTo>
                    <a:pt x="474" y="293"/>
                  </a:lnTo>
                  <a:lnTo>
                    <a:pt x="474" y="301"/>
                  </a:lnTo>
                  <a:lnTo>
                    <a:pt x="474" y="301"/>
                  </a:lnTo>
                  <a:lnTo>
                    <a:pt x="469" y="301"/>
                  </a:lnTo>
                  <a:lnTo>
                    <a:pt x="465" y="301"/>
                  </a:lnTo>
                  <a:lnTo>
                    <a:pt x="465" y="301"/>
                  </a:lnTo>
                  <a:lnTo>
                    <a:pt x="465" y="306"/>
                  </a:lnTo>
                  <a:lnTo>
                    <a:pt x="463" y="308"/>
                  </a:lnTo>
                  <a:lnTo>
                    <a:pt x="463" y="308"/>
                  </a:lnTo>
                  <a:lnTo>
                    <a:pt x="459" y="310"/>
                  </a:lnTo>
                  <a:lnTo>
                    <a:pt x="456" y="312"/>
                  </a:lnTo>
                  <a:lnTo>
                    <a:pt x="456" y="312"/>
                  </a:lnTo>
                  <a:lnTo>
                    <a:pt x="454" y="313"/>
                  </a:lnTo>
                  <a:lnTo>
                    <a:pt x="452" y="317"/>
                  </a:lnTo>
                  <a:lnTo>
                    <a:pt x="449" y="323"/>
                  </a:lnTo>
                  <a:lnTo>
                    <a:pt x="449" y="323"/>
                  </a:lnTo>
                  <a:lnTo>
                    <a:pt x="445" y="324"/>
                  </a:lnTo>
                  <a:lnTo>
                    <a:pt x="439" y="326"/>
                  </a:lnTo>
                  <a:lnTo>
                    <a:pt x="439" y="326"/>
                  </a:lnTo>
                  <a:lnTo>
                    <a:pt x="439" y="328"/>
                  </a:lnTo>
                  <a:lnTo>
                    <a:pt x="439" y="330"/>
                  </a:lnTo>
                  <a:lnTo>
                    <a:pt x="436" y="334"/>
                  </a:lnTo>
                  <a:lnTo>
                    <a:pt x="436" y="334"/>
                  </a:lnTo>
                  <a:lnTo>
                    <a:pt x="441" y="334"/>
                  </a:lnTo>
                  <a:lnTo>
                    <a:pt x="443" y="334"/>
                  </a:lnTo>
                  <a:lnTo>
                    <a:pt x="441" y="335"/>
                  </a:lnTo>
                  <a:lnTo>
                    <a:pt x="441" y="335"/>
                  </a:lnTo>
                  <a:lnTo>
                    <a:pt x="452" y="326"/>
                  </a:lnTo>
                  <a:lnTo>
                    <a:pt x="459" y="321"/>
                  </a:lnTo>
                  <a:lnTo>
                    <a:pt x="465" y="319"/>
                  </a:lnTo>
                  <a:lnTo>
                    <a:pt x="465" y="319"/>
                  </a:lnTo>
                  <a:lnTo>
                    <a:pt x="470" y="319"/>
                  </a:lnTo>
                  <a:lnTo>
                    <a:pt x="476" y="319"/>
                  </a:lnTo>
                  <a:lnTo>
                    <a:pt x="476" y="319"/>
                  </a:lnTo>
                  <a:lnTo>
                    <a:pt x="478" y="317"/>
                  </a:lnTo>
                  <a:lnTo>
                    <a:pt x="478" y="313"/>
                  </a:lnTo>
                  <a:lnTo>
                    <a:pt x="481" y="308"/>
                  </a:lnTo>
                  <a:lnTo>
                    <a:pt x="481" y="308"/>
                  </a:lnTo>
                  <a:lnTo>
                    <a:pt x="501" y="297"/>
                  </a:lnTo>
                  <a:lnTo>
                    <a:pt x="507" y="292"/>
                  </a:lnTo>
                  <a:lnTo>
                    <a:pt x="510" y="288"/>
                  </a:lnTo>
                  <a:lnTo>
                    <a:pt x="510" y="288"/>
                  </a:lnTo>
                  <a:lnTo>
                    <a:pt x="509" y="286"/>
                  </a:lnTo>
                  <a:lnTo>
                    <a:pt x="503" y="286"/>
                  </a:lnTo>
                  <a:lnTo>
                    <a:pt x="503" y="286"/>
                  </a:lnTo>
                  <a:close/>
                  <a:moveTo>
                    <a:pt x="388" y="308"/>
                  </a:moveTo>
                  <a:lnTo>
                    <a:pt x="388" y="308"/>
                  </a:lnTo>
                  <a:lnTo>
                    <a:pt x="385" y="315"/>
                  </a:lnTo>
                  <a:lnTo>
                    <a:pt x="385" y="315"/>
                  </a:lnTo>
                  <a:lnTo>
                    <a:pt x="397" y="321"/>
                  </a:lnTo>
                  <a:lnTo>
                    <a:pt x="412" y="323"/>
                  </a:lnTo>
                  <a:lnTo>
                    <a:pt x="412" y="323"/>
                  </a:lnTo>
                  <a:lnTo>
                    <a:pt x="412" y="315"/>
                  </a:lnTo>
                  <a:lnTo>
                    <a:pt x="412" y="315"/>
                  </a:lnTo>
                  <a:lnTo>
                    <a:pt x="388" y="308"/>
                  </a:lnTo>
                  <a:lnTo>
                    <a:pt x="388" y="308"/>
                  </a:lnTo>
                  <a:close/>
                  <a:moveTo>
                    <a:pt x="117" y="91"/>
                  </a:moveTo>
                  <a:lnTo>
                    <a:pt x="117" y="91"/>
                  </a:lnTo>
                  <a:lnTo>
                    <a:pt x="117" y="95"/>
                  </a:lnTo>
                  <a:lnTo>
                    <a:pt x="119" y="99"/>
                  </a:lnTo>
                  <a:lnTo>
                    <a:pt x="119" y="99"/>
                  </a:lnTo>
                  <a:lnTo>
                    <a:pt x="121" y="99"/>
                  </a:lnTo>
                  <a:lnTo>
                    <a:pt x="121" y="97"/>
                  </a:lnTo>
                  <a:lnTo>
                    <a:pt x="117" y="91"/>
                  </a:lnTo>
                  <a:lnTo>
                    <a:pt x="117" y="91"/>
                  </a:lnTo>
                  <a:close/>
                  <a:moveTo>
                    <a:pt x="233" y="78"/>
                  </a:moveTo>
                  <a:lnTo>
                    <a:pt x="233" y="78"/>
                  </a:lnTo>
                  <a:lnTo>
                    <a:pt x="224" y="95"/>
                  </a:lnTo>
                  <a:lnTo>
                    <a:pt x="221" y="99"/>
                  </a:lnTo>
                  <a:lnTo>
                    <a:pt x="221" y="104"/>
                  </a:lnTo>
                  <a:lnTo>
                    <a:pt x="221" y="115"/>
                  </a:lnTo>
                  <a:lnTo>
                    <a:pt x="226" y="135"/>
                  </a:lnTo>
                  <a:lnTo>
                    <a:pt x="226" y="135"/>
                  </a:lnTo>
                  <a:lnTo>
                    <a:pt x="228" y="137"/>
                  </a:lnTo>
                  <a:lnTo>
                    <a:pt x="228" y="139"/>
                  </a:lnTo>
                  <a:lnTo>
                    <a:pt x="226" y="142"/>
                  </a:lnTo>
                  <a:lnTo>
                    <a:pt x="226" y="142"/>
                  </a:lnTo>
                  <a:lnTo>
                    <a:pt x="230" y="142"/>
                  </a:lnTo>
                  <a:lnTo>
                    <a:pt x="232" y="140"/>
                  </a:lnTo>
                  <a:lnTo>
                    <a:pt x="235" y="137"/>
                  </a:lnTo>
                  <a:lnTo>
                    <a:pt x="235" y="137"/>
                  </a:lnTo>
                  <a:lnTo>
                    <a:pt x="246" y="175"/>
                  </a:lnTo>
                  <a:lnTo>
                    <a:pt x="246" y="175"/>
                  </a:lnTo>
                  <a:lnTo>
                    <a:pt x="259" y="175"/>
                  </a:lnTo>
                  <a:lnTo>
                    <a:pt x="263" y="175"/>
                  </a:lnTo>
                  <a:lnTo>
                    <a:pt x="268" y="175"/>
                  </a:lnTo>
                  <a:lnTo>
                    <a:pt x="270" y="175"/>
                  </a:lnTo>
                  <a:lnTo>
                    <a:pt x="270" y="175"/>
                  </a:lnTo>
                  <a:lnTo>
                    <a:pt x="270" y="182"/>
                  </a:lnTo>
                  <a:lnTo>
                    <a:pt x="270" y="182"/>
                  </a:lnTo>
                  <a:lnTo>
                    <a:pt x="283" y="184"/>
                  </a:lnTo>
                  <a:lnTo>
                    <a:pt x="288" y="179"/>
                  </a:lnTo>
                  <a:lnTo>
                    <a:pt x="288" y="179"/>
                  </a:lnTo>
                  <a:lnTo>
                    <a:pt x="306" y="179"/>
                  </a:lnTo>
                  <a:lnTo>
                    <a:pt x="306" y="179"/>
                  </a:lnTo>
                  <a:lnTo>
                    <a:pt x="314" y="184"/>
                  </a:lnTo>
                  <a:lnTo>
                    <a:pt x="314" y="184"/>
                  </a:lnTo>
                  <a:lnTo>
                    <a:pt x="314" y="186"/>
                  </a:lnTo>
                  <a:lnTo>
                    <a:pt x="314" y="186"/>
                  </a:lnTo>
                  <a:lnTo>
                    <a:pt x="317" y="190"/>
                  </a:lnTo>
                  <a:lnTo>
                    <a:pt x="317" y="190"/>
                  </a:lnTo>
                  <a:lnTo>
                    <a:pt x="321" y="184"/>
                  </a:lnTo>
                  <a:lnTo>
                    <a:pt x="326" y="182"/>
                  </a:lnTo>
                  <a:lnTo>
                    <a:pt x="326" y="182"/>
                  </a:lnTo>
                  <a:lnTo>
                    <a:pt x="330" y="182"/>
                  </a:lnTo>
                  <a:lnTo>
                    <a:pt x="334" y="182"/>
                  </a:lnTo>
                  <a:lnTo>
                    <a:pt x="334" y="182"/>
                  </a:lnTo>
                  <a:lnTo>
                    <a:pt x="336" y="179"/>
                  </a:lnTo>
                  <a:lnTo>
                    <a:pt x="336" y="175"/>
                  </a:lnTo>
                  <a:lnTo>
                    <a:pt x="337" y="171"/>
                  </a:lnTo>
                  <a:lnTo>
                    <a:pt x="339" y="170"/>
                  </a:lnTo>
                  <a:lnTo>
                    <a:pt x="339" y="170"/>
                  </a:lnTo>
                  <a:lnTo>
                    <a:pt x="343" y="162"/>
                  </a:lnTo>
                  <a:lnTo>
                    <a:pt x="343" y="162"/>
                  </a:lnTo>
                  <a:lnTo>
                    <a:pt x="346" y="162"/>
                  </a:lnTo>
                  <a:lnTo>
                    <a:pt x="350" y="162"/>
                  </a:lnTo>
                  <a:lnTo>
                    <a:pt x="350" y="162"/>
                  </a:lnTo>
                  <a:lnTo>
                    <a:pt x="346" y="148"/>
                  </a:lnTo>
                  <a:lnTo>
                    <a:pt x="346" y="148"/>
                  </a:lnTo>
                  <a:lnTo>
                    <a:pt x="348" y="144"/>
                  </a:lnTo>
                  <a:lnTo>
                    <a:pt x="350" y="142"/>
                  </a:lnTo>
                  <a:lnTo>
                    <a:pt x="350" y="142"/>
                  </a:lnTo>
                  <a:lnTo>
                    <a:pt x="356" y="140"/>
                  </a:lnTo>
                  <a:lnTo>
                    <a:pt x="356" y="140"/>
                  </a:lnTo>
                  <a:lnTo>
                    <a:pt x="356" y="126"/>
                  </a:lnTo>
                  <a:lnTo>
                    <a:pt x="356" y="111"/>
                  </a:lnTo>
                  <a:lnTo>
                    <a:pt x="356" y="111"/>
                  </a:lnTo>
                  <a:lnTo>
                    <a:pt x="361" y="106"/>
                  </a:lnTo>
                  <a:lnTo>
                    <a:pt x="365" y="104"/>
                  </a:lnTo>
                  <a:lnTo>
                    <a:pt x="365" y="104"/>
                  </a:lnTo>
                  <a:lnTo>
                    <a:pt x="370" y="104"/>
                  </a:lnTo>
                  <a:lnTo>
                    <a:pt x="376" y="104"/>
                  </a:lnTo>
                  <a:lnTo>
                    <a:pt x="376" y="104"/>
                  </a:lnTo>
                  <a:lnTo>
                    <a:pt x="374" y="100"/>
                  </a:lnTo>
                  <a:lnTo>
                    <a:pt x="372" y="97"/>
                  </a:lnTo>
                  <a:lnTo>
                    <a:pt x="372" y="97"/>
                  </a:lnTo>
                  <a:lnTo>
                    <a:pt x="367" y="93"/>
                  </a:lnTo>
                  <a:lnTo>
                    <a:pt x="363" y="91"/>
                  </a:lnTo>
                  <a:lnTo>
                    <a:pt x="361" y="89"/>
                  </a:lnTo>
                  <a:lnTo>
                    <a:pt x="361" y="89"/>
                  </a:lnTo>
                  <a:lnTo>
                    <a:pt x="359" y="84"/>
                  </a:lnTo>
                  <a:lnTo>
                    <a:pt x="361" y="78"/>
                  </a:lnTo>
                  <a:lnTo>
                    <a:pt x="361" y="73"/>
                  </a:lnTo>
                  <a:lnTo>
                    <a:pt x="361" y="69"/>
                  </a:lnTo>
                  <a:lnTo>
                    <a:pt x="361" y="69"/>
                  </a:lnTo>
                  <a:lnTo>
                    <a:pt x="357" y="64"/>
                  </a:lnTo>
                  <a:lnTo>
                    <a:pt x="354" y="58"/>
                  </a:lnTo>
                  <a:lnTo>
                    <a:pt x="354" y="58"/>
                  </a:lnTo>
                  <a:lnTo>
                    <a:pt x="354" y="53"/>
                  </a:lnTo>
                  <a:lnTo>
                    <a:pt x="356" y="51"/>
                  </a:lnTo>
                  <a:lnTo>
                    <a:pt x="356" y="51"/>
                  </a:lnTo>
                  <a:lnTo>
                    <a:pt x="356" y="51"/>
                  </a:lnTo>
                  <a:lnTo>
                    <a:pt x="356" y="51"/>
                  </a:lnTo>
                  <a:lnTo>
                    <a:pt x="356" y="49"/>
                  </a:lnTo>
                  <a:lnTo>
                    <a:pt x="356" y="49"/>
                  </a:lnTo>
                  <a:lnTo>
                    <a:pt x="357" y="49"/>
                  </a:lnTo>
                  <a:lnTo>
                    <a:pt x="357" y="49"/>
                  </a:lnTo>
                  <a:lnTo>
                    <a:pt x="354" y="42"/>
                  </a:lnTo>
                  <a:lnTo>
                    <a:pt x="343" y="42"/>
                  </a:lnTo>
                  <a:lnTo>
                    <a:pt x="332" y="40"/>
                  </a:lnTo>
                  <a:lnTo>
                    <a:pt x="328" y="46"/>
                  </a:lnTo>
                  <a:lnTo>
                    <a:pt x="326" y="57"/>
                  </a:lnTo>
                  <a:lnTo>
                    <a:pt x="323" y="62"/>
                  </a:lnTo>
                  <a:lnTo>
                    <a:pt x="319" y="66"/>
                  </a:lnTo>
                  <a:lnTo>
                    <a:pt x="315" y="71"/>
                  </a:lnTo>
                  <a:lnTo>
                    <a:pt x="312" y="73"/>
                  </a:lnTo>
                  <a:lnTo>
                    <a:pt x="310" y="78"/>
                  </a:lnTo>
                  <a:lnTo>
                    <a:pt x="306" y="88"/>
                  </a:lnTo>
                  <a:lnTo>
                    <a:pt x="305" y="91"/>
                  </a:lnTo>
                  <a:lnTo>
                    <a:pt x="297" y="95"/>
                  </a:lnTo>
                  <a:lnTo>
                    <a:pt x="288" y="95"/>
                  </a:lnTo>
                  <a:lnTo>
                    <a:pt x="285" y="93"/>
                  </a:lnTo>
                  <a:lnTo>
                    <a:pt x="275" y="95"/>
                  </a:lnTo>
                  <a:lnTo>
                    <a:pt x="272" y="99"/>
                  </a:lnTo>
                  <a:lnTo>
                    <a:pt x="263" y="100"/>
                  </a:lnTo>
                  <a:lnTo>
                    <a:pt x="255" y="102"/>
                  </a:lnTo>
                  <a:lnTo>
                    <a:pt x="248" y="100"/>
                  </a:lnTo>
                  <a:lnTo>
                    <a:pt x="243" y="99"/>
                  </a:lnTo>
                  <a:lnTo>
                    <a:pt x="237" y="95"/>
                  </a:lnTo>
                  <a:lnTo>
                    <a:pt x="235" y="88"/>
                  </a:lnTo>
                  <a:lnTo>
                    <a:pt x="235" y="78"/>
                  </a:lnTo>
                  <a:lnTo>
                    <a:pt x="233" y="78"/>
                  </a:lnTo>
                  <a:close/>
                  <a:moveTo>
                    <a:pt x="4" y="0"/>
                  </a:moveTo>
                  <a:lnTo>
                    <a:pt x="4" y="0"/>
                  </a:lnTo>
                  <a:lnTo>
                    <a:pt x="2" y="6"/>
                  </a:lnTo>
                  <a:lnTo>
                    <a:pt x="0" y="9"/>
                  </a:lnTo>
                  <a:lnTo>
                    <a:pt x="2" y="13"/>
                  </a:lnTo>
                  <a:lnTo>
                    <a:pt x="2" y="13"/>
                  </a:lnTo>
                  <a:lnTo>
                    <a:pt x="2" y="17"/>
                  </a:lnTo>
                  <a:lnTo>
                    <a:pt x="6" y="22"/>
                  </a:lnTo>
                  <a:lnTo>
                    <a:pt x="13" y="31"/>
                  </a:lnTo>
                  <a:lnTo>
                    <a:pt x="24" y="38"/>
                  </a:lnTo>
                  <a:lnTo>
                    <a:pt x="31" y="44"/>
                  </a:lnTo>
                  <a:lnTo>
                    <a:pt x="31" y="44"/>
                  </a:lnTo>
                  <a:lnTo>
                    <a:pt x="35" y="51"/>
                  </a:lnTo>
                  <a:lnTo>
                    <a:pt x="39" y="58"/>
                  </a:lnTo>
                  <a:lnTo>
                    <a:pt x="40" y="66"/>
                  </a:lnTo>
                  <a:lnTo>
                    <a:pt x="46" y="71"/>
                  </a:lnTo>
                  <a:lnTo>
                    <a:pt x="46" y="71"/>
                  </a:lnTo>
                  <a:lnTo>
                    <a:pt x="55" y="77"/>
                  </a:lnTo>
                  <a:lnTo>
                    <a:pt x="59" y="78"/>
                  </a:lnTo>
                  <a:lnTo>
                    <a:pt x="62" y="80"/>
                  </a:lnTo>
                  <a:lnTo>
                    <a:pt x="62" y="80"/>
                  </a:lnTo>
                  <a:lnTo>
                    <a:pt x="64" y="88"/>
                  </a:lnTo>
                  <a:lnTo>
                    <a:pt x="64" y="97"/>
                  </a:lnTo>
                  <a:lnTo>
                    <a:pt x="66" y="104"/>
                  </a:lnTo>
                  <a:lnTo>
                    <a:pt x="68" y="111"/>
                  </a:lnTo>
                  <a:lnTo>
                    <a:pt x="68" y="111"/>
                  </a:lnTo>
                  <a:lnTo>
                    <a:pt x="71" y="115"/>
                  </a:lnTo>
                  <a:lnTo>
                    <a:pt x="77" y="120"/>
                  </a:lnTo>
                  <a:lnTo>
                    <a:pt x="82" y="126"/>
                  </a:lnTo>
                  <a:lnTo>
                    <a:pt x="86" y="129"/>
                  </a:lnTo>
                  <a:lnTo>
                    <a:pt x="86" y="129"/>
                  </a:lnTo>
                  <a:lnTo>
                    <a:pt x="91" y="140"/>
                  </a:lnTo>
                  <a:lnTo>
                    <a:pt x="95" y="151"/>
                  </a:lnTo>
                  <a:lnTo>
                    <a:pt x="99" y="160"/>
                  </a:lnTo>
                  <a:lnTo>
                    <a:pt x="104" y="171"/>
                  </a:lnTo>
                  <a:lnTo>
                    <a:pt x="104" y="171"/>
                  </a:lnTo>
                  <a:lnTo>
                    <a:pt x="110" y="177"/>
                  </a:lnTo>
                  <a:lnTo>
                    <a:pt x="113" y="182"/>
                  </a:lnTo>
                  <a:lnTo>
                    <a:pt x="113" y="182"/>
                  </a:lnTo>
                  <a:lnTo>
                    <a:pt x="117" y="190"/>
                  </a:lnTo>
                  <a:lnTo>
                    <a:pt x="119" y="197"/>
                  </a:lnTo>
                  <a:lnTo>
                    <a:pt x="121" y="204"/>
                  </a:lnTo>
                  <a:lnTo>
                    <a:pt x="126" y="211"/>
                  </a:lnTo>
                  <a:lnTo>
                    <a:pt x="126" y="211"/>
                  </a:lnTo>
                  <a:lnTo>
                    <a:pt x="130" y="213"/>
                  </a:lnTo>
                  <a:lnTo>
                    <a:pt x="133" y="213"/>
                  </a:lnTo>
                  <a:lnTo>
                    <a:pt x="137" y="213"/>
                  </a:lnTo>
                  <a:lnTo>
                    <a:pt x="141" y="215"/>
                  </a:lnTo>
                  <a:lnTo>
                    <a:pt x="141" y="221"/>
                  </a:lnTo>
                  <a:lnTo>
                    <a:pt x="141" y="221"/>
                  </a:lnTo>
                  <a:lnTo>
                    <a:pt x="148" y="224"/>
                  </a:lnTo>
                  <a:lnTo>
                    <a:pt x="155" y="228"/>
                  </a:lnTo>
                  <a:lnTo>
                    <a:pt x="155" y="228"/>
                  </a:lnTo>
                  <a:lnTo>
                    <a:pt x="153" y="226"/>
                  </a:lnTo>
                  <a:lnTo>
                    <a:pt x="155" y="222"/>
                  </a:lnTo>
                  <a:lnTo>
                    <a:pt x="157" y="221"/>
                  </a:lnTo>
                  <a:lnTo>
                    <a:pt x="157" y="221"/>
                  </a:lnTo>
                  <a:lnTo>
                    <a:pt x="172" y="222"/>
                  </a:lnTo>
                  <a:lnTo>
                    <a:pt x="172" y="222"/>
                  </a:lnTo>
                  <a:lnTo>
                    <a:pt x="172" y="210"/>
                  </a:lnTo>
                  <a:lnTo>
                    <a:pt x="172" y="204"/>
                  </a:lnTo>
                  <a:lnTo>
                    <a:pt x="168" y="201"/>
                  </a:lnTo>
                  <a:lnTo>
                    <a:pt x="168" y="199"/>
                  </a:lnTo>
                  <a:lnTo>
                    <a:pt x="175" y="197"/>
                  </a:lnTo>
                  <a:lnTo>
                    <a:pt x="175" y="197"/>
                  </a:lnTo>
                  <a:lnTo>
                    <a:pt x="177" y="182"/>
                  </a:lnTo>
                  <a:lnTo>
                    <a:pt x="177" y="182"/>
                  </a:lnTo>
                  <a:lnTo>
                    <a:pt x="170" y="175"/>
                  </a:lnTo>
                  <a:lnTo>
                    <a:pt x="170" y="175"/>
                  </a:lnTo>
                  <a:lnTo>
                    <a:pt x="170" y="170"/>
                  </a:lnTo>
                  <a:lnTo>
                    <a:pt x="170" y="164"/>
                  </a:lnTo>
                  <a:lnTo>
                    <a:pt x="170" y="164"/>
                  </a:lnTo>
                  <a:lnTo>
                    <a:pt x="162" y="164"/>
                  </a:lnTo>
                  <a:lnTo>
                    <a:pt x="155" y="164"/>
                  </a:lnTo>
                  <a:lnTo>
                    <a:pt x="155" y="164"/>
                  </a:lnTo>
                  <a:lnTo>
                    <a:pt x="153" y="159"/>
                  </a:lnTo>
                  <a:lnTo>
                    <a:pt x="151" y="151"/>
                  </a:lnTo>
                  <a:lnTo>
                    <a:pt x="153" y="140"/>
                  </a:lnTo>
                  <a:lnTo>
                    <a:pt x="153" y="140"/>
                  </a:lnTo>
                  <a:lnTo>
                    <a:pt x="135" y="137"/>
                  </a:lnTo>
                  <a:lnTo>
                    <a:pt x="139" y="126"/>
                  </a:lnTo>
                  <a:lnTo>
                    <a:pt x="139" y="126"/>
                  </a:lnTo>
                  <a:lnTo>
                    <a:pt x="137" y="128"/>
                  </a:lnTo>
                  <a:lnTo>
                    <a:pt x="139" y="129"/>
                  </a:lnTo>
                  <a:lnTo>
                    <a:pt x="141" y="129"/>
                  </a:lnTo>
                  <a:lnTo>
                    <a:pt x="141" y="129"/>
                  </a:lnTo>
                  <a:lnTo>
                    <a:pt x="141" y="122"/>
                  </a:lnTo>
                  <a:lnTo>
                    <a:pt x="141" y="117"/>
                  </a:lnTo>
                  <a:lnTo>
                    <a:pt x="139" y="113"/>
                  </a:lnTo>
                  <a:lnTo>
                    <a:pt x="139" y="113"/>
                  </a:lnTo>
                  <a:lnTo>
                    <a:pt x="135" y="111"/>
                  </a:lnTo>
                  <a:lnTo>
                    <a:pt x="131" y="108"/>
                  </a:lnTo>
                  <a:lnTo>
                    <a:pt x="131" y="104"/>
                  </a:lnTo>
                  <a:lnTo>
                    <a:pt x="126" y="104"/>
                  </a:lnTo>
                  <a:lnTo>
                    <a:pt x="126" y="104"/>
                  </a:lnTo>
                  <a:lnTo>
                    <a:pt x="126" y="102"/>
                  </a:lnTo>
                  <a:lnTo>
                    <a:pt x="128" y="99"/>
                  </a:lnTo>
                  <a:lnTo>
                    <a:pt x="128" y="97"/>
                  </a:lnTo>
                  <a:lnTo>
                    <a:pt x="128" y="93"/>
                  </a:lnTo>
                  <a:lnTo>
                    <a:pt x="128" y="93"/>
                  </a:lnTo>
                  <a:lnTo>
                    <a:pt x="117" y="104"/>
                  </a:lnTo>
                  <a:lnTo>
                    <a:pt x="117" y="104"/>
                  </a:lnTo>
                  <a:lnTo>
                    <a:pt x="115" y="97"/>
                  </a:lnTo>
                  <a:lnTo>
                    <a:pt x="113" y="89"/>
                  </a:lnTo>
                  <a:lnTo>
                    <a:pt x="113" y="89"/>
                  </a:lnTo>
                  <a:lnTo>
                    <a:pt x="110" y="86"/>
                  </a:lnTo>
                  <a:lnTo>
                    <a:pt x="104" y="84"/>
                  </a:lnTo>
                  <a:lnTo>
                    <a:pt x="104" y="84"/>
                  </a:lnTo>
                  <a:lnTo>
                    <a:pt x="102" y="77"/>
                  </a:lnTo>
                  <a:lnTo>
                    <a:pt x="100" y="73"/>
                  </a:lnTo>
                  <a:lnTo>
                    <a:pt x="99" y="71"/>
                  </a:lnTo>
                  <a:lnTo>
                    <a:pt x="99" y="71"/>
                  </a:lnTo>
                  <a:lnTo>
                    <a:pt x="97" y="71"/>
                  </a:lnTo>
                  <a:lnTo>
                    <a:pt x="97" y="73"/>
                  </a:lnTo>
                  <a:lnTo>
                    <a:pt x="97" y="77"/>
                  </a:lnTo>
                  <a:lnTo>
                    <a:pt x="97" y="77"/>
                  </a:lnTo>
                  <a:lnTo>
                    <a:pt x="91" y="73"/>
                  </a:lnTo>
                  <a:lnTo>
                    <a:pt x="86" y="69"/>
                  </a:lnTo>
                  <a:lnTo>
                    <a:pt x="86" y="69"/>
                  </a:lnTo>
                  <a:lnTo>
                    <a:pt x="86" y="66"/>
                  </a:lnTo>
                  <a:lnTo>
                    <a:pt x="86" y="62"/>
                  </a:lnTo>
                  <a:lnTo>
                    <a:pt x="88" y="60"/>
                  </a:lnTo>
                  <a:lnTo>
                    <a:pt x="86" y="57"/>
                  </a:lnTo>
                  <a:lnTo>
                    <a:pt x="86" y="57"/>
                  </a:lnTo>
                  <a:lnTo>
                    <a:pt x="79" y="57"/>
                  </a:lnTo>
                  <a:lnTo>
                    <a:pt x="79" y="57"/>
                  </a:lnTo>
                  <a:lnTo>
                    <a:pt x="79" y="49"/>
                  </a:lnTo>
                  <a:lnTo>
                    <a:pt x="79" y="49"/>
                  </a:lnTo>
                  <a:lnTo>
                    <a:pt x="73" y="48"/>
                  </a:lnTo>
                  <a:lnTo>
                    <a:pt x="68" y="44"/>
                  </a:lnTo>
                  <a:lnTo>
                    <a:pt x="68" y="44"/>
                  </a:lnTo>
                  <a:lnTo>
                    <a:pt x="66" y="40"/>
                  </a:lnTo>
                  <a:lnTo>
                    <a:pt x="64" y="35"/>
                  </a:lnTo>
                  <a:lnTo>
                    <a:pt x="64" y="35"/>
                  </a:lnTo>
                  <a:lnTo>
                    <a:pt x="49" y="26"/>
                  </a:lnTo>
                  <a:lnTo>
                    <a:pt x="49" y="26"/>
                  </a:lnTo>
                  <a:lnTo>
                    <a:pt x="48" y="17"/>
                  </a:lnTo>
                  <a:lnTo>
                    <a:pt x="46" y="13"/>
                  </a:lnTo>
                  <a:lnTo>
                    <a:pt x="46" y="11"/>
                  </a:lnTo>
                  <a:lnTo>
                    <a:pt x="46" y="11"/>
                  </a:lnTo>
                  <a:lnTo>
                    <a:pt x="39" y="9"/>
                  </a:lnTo>
                  <a:lnTo>
                    <a:pt x="33" y="9"/>
                  </a:lnTo>
                  <a:lnTo>
                    <a:pt x="26" y="9"/>
                  </a:lnTo>
                  <a:lnTo>
                    <a:pt x="18" y="7"/>
                  </a:lnTo>
                  <a:lnTo>
                    <a:pt x="18" y="7"/>
                  </a:lnTo>
                  <a:lnTo>
                    <a:pt x="13" y="0"/>
                  </a:lnTo>
                  <a:lnTo>
                    <a:pt x="13" y="0"/>
                  </a:lnTo>
                  <a:lnTo>
                    <a:pt x="8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80" name="Freeform 263">
              <a:extLst>
                <a:ext uri="{FF2B5EF4-FFF2-40B4-BE49-F238E27FC236}">
                  <a16:creationId xmlns:a16="http://schemas.microsoft.com/office/drawing/2014/main" id="{2AC6FDA9-69ED-44B1-AC39-8586926D416F}"/>
                </a:ext>
              </a:extLst>
            </p:cNvPr>
            <p:cNvSpPr>
              <a:spLocks/>
            </p:cNvSpPr>
            <p:nvPr/>
          </p:nvSpPr>
          <p:spPr bwMode="auto">
            <a:xfrm>
              <a:off x="8222162" y="3397858"/>
              <a:ext cx="23728" cy="51906"/>
            </a:xfrm>
            <a:custGeom>
              <a:avLst/>
              <a:gdLst>
                <a:gd name="T0" fmla="*/ 0 w 16"/>
                <a:gd name="T1" fmla="*/ 0 h 35"/>
                <a:gd name="T2" fmla="*/ 16 w 16"/>
                <a:gd name="T3" fmla="*/ 35 h 35"/>
                <a:gd name="T4" fmla="*/ 0 w 16"/>
                <a:gd name="T5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" h="35">
                  <a:moveTo>
                    <a:pt x="0" y="0"/>
                  </a:moveTo>
                  <a:lnTo>
                    <a:pt x="16" y="35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81" name="Line 264">
              <a:extLst>
                <a:ext uri="{FF2B5EF4-FFF2-40B4-BE49-F238E27FC236}">
                  <a16:creationId xmlns:a16="http://schemas.microsoft.com/office/drawing/2014/main" id="{251FEFAD-7865-4A90-AE56-6AE5605608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22162" y="3397858"/>
              <a:ext cx="23728" cy="51906"/>
            </a:xfrm>
            <a:prstGeom prst="line">
              <a:avLst/>
            </a:pr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82" name="Freeform 265">
              <a:extLst>
                <a:ext uri="{FF2B5EF4-FFF2-40B4-BE49-F238E27FC236}">
                  <a16:creationId xmlns:a16="http://schemas.microsoft.com/office/drawing/2014/main" id="{7D8BE9E2-FB99-43A2-B2FC-0473DEC6D00B}"/>
                </a:ext>
              </a:extLst>
            </p:cNvPr>
            <p:cNvSpPr>
              <a:spLocks/>
            </p:cNvSpPr>
            <p:nvPr/>
          </p:nvSpPr>
          <p:spPr bwMode="auto">
            <a:xfrm>
              <a:off x="7984881" y="3999958"/>
              <a:ext cx="26694" cy="8898"/>
            </a:xfrm>
            <a:custGeom>
              <a:avLst/>
              <a:gdLst>
                <a:gd name="T0" fmla="*/ 0 w 18"/>
                <a:gd name="T1" fmla="*/ 6 h 6"/>
                <a:gd name="T2" fmla="*/ 7 w 18"/>
                <a:gd name="T3" fmla="*/ 0 h 6"/>
                <a:gd name="T4" fmla="*/ 18 w 18"/>
                <a:gd name="T5" fmla="*/ 4 h 6"/>
                <a:gd name="T6" fmla="*/ 18 w 18"/>
                <a:gd name="T7" fmla="*/ 4 h 6"/>
                <a:gd name="T8" fmla="*/ 9 w 18"/>
                <a:gd name="T9" fmla="*/ 6 h 6"/>
                <a:gd name="T10" fmla="*/ 9 w 18"/>
                <a:gd name="T11" fmla="*/ 6 h 6"/>
                <a:gd name="T12" fmla="*/ 1 w 18"/>
                <a:gd name="T13" fmla="*/ 6 h 6"/>
                <a:gd name="T14" fmla="*/ 0 w 18"/>
                <a:gd name="T15" fmla="*/ 6 h 6"/>
                <a:gd name="T16" fmla="*/ 0 w 18"/>
                <a:gd name="T17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" h="6">
                  <a:moveTo>
                    <a:pt x="0" y="6"/>
                  </a:moveTo>
                  <a:lnTo>
                    <a:pt x="7" y="0"/>
                  </a:lnTo>
                  <a:lnTo>
                    <a:pt x="18" y="4"/>
                  </a:lnTo>
                  <a:lnTo>
                    <a:pt x="18" y="4"/>
                  </a:lnTo>
                  <a:lnTo>
                    <a:pt x="9" y="6"/>
                  </a:lnTo>
                  <a:lnTo>
                    <a:pt x="9" y="6"/>
                  </a:lnTo>
                  <a:lnTo>
                    <a:pt x="1" y="6"/>
                  </a:lnTo>
                  <a:lnTo>
                    <a:pt x="0" y="6"/>
                  </a:lnTo>
                  <a:lnTo>
                    <a:pt x="0" y="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83" name="Freeform 266">
              <a:extLst>
                <a:ext uri="{FF2B5EF4-FFF2-40B4-BE49-F238E27FC236}">
                  <a16:creationId xmlns:a16="http://schemas.microsoft.com/office/drawing/2014/main" id="{9DEF26CA-E2A9-4CE5-A5EA-09583EF457B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66263" y="2967787"/>
              <a:ext cx="691080" cy="857177"/>
            </a:xfrm>
            <a:custGeom>
              <a:avLst/>
              <a:gdLst>
                <a:gd name="T0" fmla="*/ 311 w 466"/>
                <a:gd name="T1" fmla="*/ 314 h 578"/>
                <a:gd name="T2" fmla="*/ 297 w 466"/>
                <a:gd name="T3" fmla="*/ 328 h 578"/>
                <a:gd name="T4" fmla="*/ 289 w 466"/>
                <a:gd name="T5" fmla="*/ 345 h 578"/>
                <a:gd name="T6" fmla="*/ 269 w 466"/>
                <a:gd name="T7" fmla="*/ 357 h 578"/>
                <a:gd name="T8" fmla="*/ 253 w 466"/>
                <a:gd name="T9" fmla="*/ 377 h 578"/>
                <a:gd name="T10" fmla="*/ 238 w 466"/>
                <a:gd name="T11" fmla="*/ 394 h 578"/>
                <a:gd name="T12" fmla="*/ 220 w 466"/>
                <a:gd name="T13" fmla="*/ 403 h 578"/>
                <a:gd name="T14" fmla="*/ 205 w 466"/>
                <a:gd name="T15" fmla="*/ 416 h 578"/>
                <a:gd name="T16" fmla="*/ 189 w 466"/>
                <a:gd name="T17" fmla="*/ 427 h 578"/>
                <a:gd name="T18" fmla="*/ 189 w 466"/>
                <a:gd name="T19" fmla="*/ 445 h 578"/>
                <a:gd name="T20" fmla="*/ 189 w 466"/>
                <a:gd name="T21" fmla="*/ 492 h 578"/>
                <a:gd name="T22" fmla="*/ 182 w 466"/>
                <a:gd name="T23" fmla="*/ 541 h 578"/>
                <a:gd name="T24" fmla="*/ 165 w 466"/>
                <a:gd name="T25" fmla="*/ 554 h 578"/>
                <a:gd name="T26" fmla="*/ 153 w 466"/>
                <a:gd name="T27" fmla="*/ 571 h 578"/>
                <a:gd name="T28" fmla="*/ 134 w 466"/>
                <a:gd name="T29" fmla="*/ 563 h 578"/>
                <a:gd name="T30" fmla="*/ 127 w 466"/>
                <a:gd name="T31" fmla="*/ 541 h 578"/>
                <a:gd name="T32" fmla="*/ 118 w 466"/>
                <a:gd name="T33" fmla="*/ 520 h 578"/>
                <a:gd name="T34" fmla="*/ 96 w 466"/>
                <a:gd name="T35" fmla="*/ 456 h 578"/>
                <a:gd name="T36" fmla="*/ 82 w 466"/>
                <a:gd name="T37" fmla="*/ 416 h 578"/>
                <a:gd name="T38" fmla="*/ 74 w 466"/>
                <a:gd name="T39" fmla="*/ 363 h 578"/>
                <a:gd name="T40" fmla="*/ 74 w 466"/>
                <a:gd name="T41" fmla="*/ 325 h 578"/>
                <a:gd name="T42" fmla="*/ 69 w 466"/>
                <a:gd name="T43" fmla="*/ 310 h 578"/>
                <a:gd name="T44" fmla="*/ 61 w 466"/>
                <a:gd name="T45" fmla="*/ 296 h 578"/>
                <a:gd name="T46" fmla="*/ 58 w 466"/>
                <a:gd name="T47" fmla="*/ 319 h 578"/>
                <a:gd name="T48" fmla="*/ 14 w 466"/>
                <a:gd name="T49" fmla="*/ 301 h 578"/>
                <a:gd name="T50" fmla="*/ 23 w 466"/>
                <a:gd name="T51" fmla="*/ 292 h 578"/>
                <a:gd name="T52" fmla="*/ 41 w 466"/>
                <a:gd name="T53" fmla="*/ 272 h 578"/>
                <a:gd name="T54" fmla="*/ 3 w 466"/>
                <a:gd name="T55" fmla="*/ 265 h 578"/>
                <a:gd name="T56" fmla="*/ 27 w 466"/>
                <a:gd name="T57" fmla="*/ 239 h 578"/>
                <a:gd name="T58" fmla="*/ 25 w 466"/>
                <a:gd name="T59" fmla="*/ 188 h 578"/>
                <a:gd name="T60" fmla="*/ 65 w 466"/>
                <a:gd name="T61" fmla="*/ 152 h 578"/>
                <a:gd name="T62" fmla="*/ 94 w 466"/>
                <a:gd name="T63" fmla="*/ 101 h 578"/>
                <a:gd name="T64" fmla="*/ 71 w 466"/>
                <a:gd name="T65" fmla="*/ 51 h 578"/>
                <a:gd name="T66" fmla="*/ 112 w 466"/>
                <a:gd name="T67" fmla="*/ 35 h 578"/>
                <a:gd name="T68" fmla="*/ 151 w 466"/>
                <a:gd name="T69" fmla="*/ 0 h 578"/>
                <a:gd name="T70" fmla="*/ 171 w 466"/>
                <a:gd name="T71" fmla="*/ 33 h 578"/>
                <a:gd name="T72" fmla="*/ 164 w 466"/>
                <a:gd name="T73" fmla="*/ 70 h 578"/>
                <a:gd name="T74" fmla="*/ 167 w 466"/>
                <a:gd name="T75" fmla="*/ 106 h 578"/>
                <a:gd name="T76" fmla="*/ 194 w 466"/>
                <a:gd name="T77" fmla="*/ 139 h 578"/>
                <a:gd name="T78" fmla="*/ 229 w 466"/>
                <a:gd name="T79" fmla="*/ 181 h 578"/>
                <a:gd name="T80" fmla="*/ 291 w 466"/>
                <a:gd name="T81" fmla="*/ 208 h 578"/>
                <a:gd name="T82" fmla="*/ 317 w 466"/>
                <a:gd name="T83" fmla="*/ 190 h 578"/>
                <a:gd name="T84" fmla="*/ 346 w 466"/>
                <a:gd name="T85" fmla="*/ 195 h 578"/>
                <a:gd name="T86" fmla="*/ 388 w 466"/>
                <a:gd name="T87" fmla="*/ 173 h 578"/>
                <a:gd name="T88" fmla="*/ 437 w 466"/>
                <a:gd name="T89" fmla="*/ 164 h 578"/>
                <a:gd name="T90" fmla="*/ 464 w 466"/>
                <a:gd name="T91" fmla="*/ 186 h 578"/>
                <a:gd name="T92" fmla="*/ 440 w 466"/>
                <a:gd name="T93" fmla="*/ 226 h 578"/>
                <a:gd name="T94" fmla="*/ 417 w 466"/>
                <a:gd name="T95" fmla="*/ 261 h 578"/>
                <a:gd name="T96" fmla="*/ 404 w 466"/>
                <a:gd name="T97" fmla="*/ 305 h 578"/>
                <a:gd name="T98" fmla="*/ 382 w 466"/>
                <a:gd name="T99" fmla="*/ 286 h 578"/>
                <a:gd name="T100" fmla="*/ 380 w 466"/>
                <a:gd name="T101" fmla="*/ 255 h 578"/>
                <a:gd name="T102" fmla="*/ 349 w 466"/>
                <a:gd name="T103" fmla="*/ 243 h 578"/>
                <a:gd name="T104" fmla="*/ 318 w 466"/>
                <a:gd name="T105" fmla="*/ 217 h 578"/>
                <a:gd name="T106" fmla="*/ 322 w 466"/>
                <a:gd name="T107" fmla="*/ 261 h 578"/>
                <a:gd name="T108" fmla="*/ 326 w 466"/>
                <a:gd name="T109" fmla="*/ 316 h 5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466" h="578">
                  <a:moveTo>
                    <a:pt x="326" y="316"/>
                  </a:moveTo>
                  <a:lnTo>
                    <a:pt x="326" y="316"/>
                  </a:lnTo>
                  <a:lnTo>
                    <a:pt x="320" y="312"/>
                  </a:lnTo>
                  <a:lnTo>
                    <a:pt x="315" y="308"/>
                  </a:lnTo>
                  <a:lnTo>
                    <a:pt x="311" y="308"/>
                  </a:lnTo>
                  <a:lnTo>
                    <a:pt x="311" y="314"/>
                  </a:lnTo>
                  <a:lnTo>
                    <a:pt x="311" y="314"/>
                  </a:lnTo>
                  <a:lnTo>
                    <a:pt x="302" y="317"/>
                  </a:lnTo>
                  <a:lnTo>
                    <a:pt x="300" y="321"/>
                  </a:lnTo>
                  <a:lnTo>
                    <a:pt x="298" y="325"/>
                  </a:lnTo>
                  <a:lnTo>
                    <a:pt x="298" y="325"/>
                  </a:lnTo>
                  <a:lnTo>
                    <a:pt x="297" y="326"/>
                  </a:lnTo>
                  <a:lnTo>
                    <a:pt x="295" y="326"/>
                  </a:lnTo>
                  <a:lnTo>
                    <a:pt x="297" y="328"/>
                  </a:lnTo>
                  <a:lnTo>
                    <a:pt x="297" y="328"/>
                  </a:lnTo>
                  <a:lnTo>
                    <a:pt x="298" y="330"/>
                  </a:lnTo>
                  <a:lnTo>
                    <a:pt x="298" y="332"/>
                  </a:lnTo>
                  <a:lnTo>
                    <a:pt x="298" y="336"/>
                  </a:lnTo>
                  <a:lnTo>
                    <a:pt x="298" y="336"/>
                  </a:lnTo>
                  <a:lnTo>
                    <a:pt x="295" y="339"/>
                  </a:lnTo>
                  <a:lnTo>
                    <a:pt x="289" y="345"/>
                  </a:lnTo>
                  <a:lnTo>
                    <a:pt x="276" y="352"/>
                  </a:lnTo>
                  <a:lnTo>
                    <a:pt x="276" y="352"/>
                  </a:lnTo>
                  <a:lnTo>
                    <a:pt x="271" y="352"/>
                  </a:lnTo>
                  <a:lnTo>
                    <a:pt x="267" y="352"/>
                  </a:lnTo>
                  <a:lnTo>
                    <a:pt x="267" y="352"/>
                  </a:lnTo>
                  <a:lnTo>
                    <a:pt x="267" y="356"/>
                  </a:lnTo>
                  <a:lnTo>
                    <a:pt x="269" y="357"/>
                  </a:lnTo>
                  <a:lnTo>
                    <a:pt x="269" y="357"/>
                  </a:lnTo>
                  <a:lnTo>
                    <a:pt x="266" y="359"/>
                  </a:lnTo>
                  <a:lnTo>
                    <a:pt x="262" y="359"/>
                  </a:lnTo>
                  <a:lnTo>
                    <a:pt x="262" y="359"/>
                  </a:lnTo>
                  <a:lnTo>
                    <a:pt x="258" y="365"/>
                  </a:lnTo>
                  <a:lnTo>
                    <a:pt x="256" y="370"/>
                  </a:lnTo>
                  <a:lnTo>
                    <a:pt x="253" y="377"/>
                  </a:lnTo>
                  <a:lnTo>
                    <a:pt x="249" y="381"/>
                  </a:lnTo>
                  <a:lnTo>
                    <a:pt x="249" y="381"/>
                  </a:lnTo>
                  <a:lnTo>
                    <a:pt x="244" y="385"/>
                  </a:lnTo>
                  <a:lnTo>
                    <a:pt x="240" y="387"/>
                  </a:lnTo>
                  <a:lnTo>
                    <a:pt x="238" y="388"/>
                  </a:lnTo>
                  <a:lnTo>
                    <a:pt x="238" y="394"/>
                  </a:lnTo>
                  <a:lnTo>
                    <a:pt x="238" y="394"/>
                  </a:lnTo>
                  <a:lnTo>
                    <a:pt x="233" y="396"/>
                  </a:lnTo>
                  <a:lnTo>
                    <a:pt x="229" y="396"/>
                  </a:lnTo>
                  <a:lnTo>
                    <a:pt x="225" y="396"/>
                  </a:lnTo>
                  <a:lnTo>
                    <a:pt x="222" y="396"/>
                  </a:lnTo>
                  <a:lnTo>
                    <a:pt x="222" y="396"/>
                  </a:lnTo>
                  <a:lnTo>
                    <a:pt x="220" y="399"/>
                  </a:lnTo>
                  <a:lnTo>
                    <a:pt x="220" y="403"/>
                  </a:lnTo>
                  <a:lnTo>
                    <a:pt x="220" y="407"/>
                  </a:lnTo>
                  <a:lnTo>
                    <a:pt x="218" y="410"/>
                  </a:lnTo>
                  <a:lnTo>
                    <a:pt x="218" y="410"/>
                  </a:lnTo>
                  <a:lnTo>
                    <a:pt x="215" y="414"/>
                  </a:lnTo>
                  <a:lnTo>
                    <a:pt x="213" y="414"/>
                  </a:lnTo>
                  <a:lnTo>
                    <a:pt x="209" y="414"/>
                  </a:lnTo>
                  <a:lnTo>
                    <a:pt x="205" y="416"/>
                  </a:lnTo>
                  <a:lnTo>
                    <a:pt x="205" y="416"/>
                  </a:lnTo>
                  <a:lnTo>
                    <a:pt x="202" y="421"/>
                  </a:lnTo>
                  <a:lnTo>
                    <a:pt x="200" y="425"/>
                  </a:lnTo>
                  <a:lnTo>
                    <a:pt x="198" y="427"/>
                  </a:lnTo>
                  <a:lnTo>
                    <a:pt x="198" y="427"/>
                  </a:lnTo>
                  <a:lnTo>
                    <a:pt x="193" y="425"/>
                  </a:lnTo>
                  <a:lnTo>
                    <a:pt x="189" y="427"/>
                  </a:lnTo>
                  <a:lnTo>
                    <a:pt x="189" y="427"/>
                  </a:lnTo>
                  <a:lnTo>
                    <a:pt x="187" y="427"/>
                  </a:lnTo>
                  <a:lnTo>
                    <a:pt x="185" y="429"/>
                  </a:lnTo>
                  <a:lnTo>
                    <a:pt x="185" y="432"/>
                  </a:lnTo>
                  <a:lnTo>
                    <a:pt x="184" y="434"/>
                  </a:lnTo>
                  <a:lnTo>
                    <a:pt x="184" y="434"/>
                  </a:lnTo>
                  <a:lnTo>
                    <a:pt x="189" y="445"/>
                  </a:lnTo>
                  <a:lnTo>
                    <a:pt x="189" y="445"/>
                  </a:lnTo>
                  <a:lnTo>
                    <a:pt x="187" y="447"/>
                  </a:lnTo>
                  <a:lnTo>
                    <a:pt x="185" y="452"/>
                  </a:lnTo>
                  <a:lnTo>
                    <a:pt x="184" y="463"/>
                  </a:lnTo>
                  <a:lnTo>
                    <a:pt x="184" y="480"/>
                  </a:lnTo>
                  <a:lnTo>
                    <a:pt x="184" y="480"/>
                  </a:lnTo>
                  <a:lnTo>
                    <a:pt x="189" y="492"/>
                  </a:lnTo>
                  <a:lnTo>
                    <a:pt x="189" y="492"/>
                  </a:lnTo>
                  <a:lnTo>
                    <a:pt x="184" y="500"/>
                  </a:lnTo>
                  <a:lnTo>
                    <a:pt x="178" y="509"/>
                  </a:lnTo>
                  <a:lnTo>
                    <a:pt x="178" y="509"/>
                  </a:lnTo>
                  <a:lnTo>
                    <a:pt x="178" y="516"/>
                  </a:lnTo>
                  <a:lnTo>
                    <a:pt x="178" y="516"/>
                  </a:lnTo>
                  <a:lnTo>
                    <a:pt x="182" y="541"/>
                  </a:lnTo>
                  <a:lnTo>
                    <a:pt x="182" y="541"/>
                  </a:lnTo>
                  <a:lnTo>
                    <a:pt x="178" y="541"/>
                  </a:lnTo>
                  <a:lnTo>
                    <a:pt x="174" y="541"/>
                  </a:lnTo>
                  <a:lnTo>
                    <a:pt x="174" y="541"/>
                  </a:lnTo>
                  <a:lnTo>
                    <a:pt x="169" y="543"/>
                  </a:lnTo>
                  <a:lnTo>
                    <a:pt x="167" y="549"/>
                  </a:lnTo>
                  <a:lnTo>
                    <a:pt x="165" y="554"/>
                  </a:lnTo>
                  <a:lnTo>
                    <a:pt x="164" y="560"/>
                  </a:lnTo>
                  <a:lnTo>
                    <a:pt x="164" y="560"/>
                  </a:lnTo>
                  <a:lnTo>
                    <a:pt x="162" y="561"/>
                  </a:lnTo>
                  <a:lnTo>
                    <a:pt x="160" y="561"/>
                  </a:lnTo>
                  <a:lnTo>
                    <a:pt x="156" y="563"/>
                  </a:lnTo>
                  <a:lnTo>
                    <a:pt x="156" y="563"/>
                  </a:lnTo>
                  <a:lnTo>
                    <a:pt x="153" y="571"/>
                  </a:lnTo>
                  <a:lnTo>
                    <a:pt x="149" y="578"/>
                  </a:lnTo>
                  <a:lnTo>
                    <a:pt x="149" y="578"/>
                  </a:lnTo>
                  <a:lnTo>
                    <a:pt x="142" y="578"/>
                  </a:lnTo>
                  <a:lnTo>
                    <a:pt x="142" y="578"/>
                  </a:lnTo>
                  <a:lnTo>
                    <a:pt x="140" y="571"/>
                  </a:lnTo>
                  <a:lnTo>
                    <a:pt x="140" y="571"/>
                  </a:lnTo>
                  <a:lnTo>
                    <a:pt x="134" y="563"/>
                  </a:lnTo>
                  <a:lnTo>
                    <a:pt x="134" y="563"/>
                  </a:lnTo>
                  <a:lnTo>
                    <a:pt x="129" y="556"/>
                  </a:lnTo>
                  <a:lnTo>
                    <a:pt x="125" y="551"/>
                  </a:lnTo>
                  <a:lnTo>
                    <a:pt x="125" y="551"/>
                  </a:lnTo>
                  <a:lnTo>
                    <a:pt x="125" y="547"/>
                  </a:lnTo>
                  <a:lnTo>
                    <a:pt x="127" y="545"/>
                  </a:lnTo>
                  <a:lnTo>
                    <a:pt x="127" y="541"/>
                  </a:lnTo>
                  <a:lnTo>
                    <a:pt x="127" y="538"/>
                  </a:lnTo>
                  <a:lnTo>
                    <a:pt x="122" y="536"/>
                  </a:lnTo>
                  <a:lnTo>
                    <a:pt x="122" y="536"/>
                  </a:lnTo>
                  <a:lnTo>
                    <a:pt x="120" y="532"/>
                  </a:lnTo>
                  <a:lnTo>
                    <a:pt x="120" y="527"/>
                  </a:lnTo>
                  <a:lnTo>
                    <a:pt x="118" y="520"/>
                  </a:lnTo>
                  <a:lnTo>
                    <a:pt x="118" y="520"/>
                  </a:lnTo>
                  <a:lnTo>
                    <a:pt x="111" y="507"/>
                  </a:lnTo>
                  <a:lnTo>
                    <a:pt x="103" y="496"/>
                  </a:lnTo>
                  <a:lnTo>
                    <a:pt x="103" y="496"/>
                  </a:lnTo>
                  <a:lnTo>
                    <a:pt x="100" y="487"/>
                  </a:lnTo>
                  <a:lnTo>
                    <a:pt x="98" y="476"/>
                  </a:lnTo>
                  <a:lnTo>
                    <a:pt x="98" y="467"/>
                  </a:lnTo>
                  <a:lnTo>
                    <a:pt x="96" y="456"/>
                  </a:lnTo>
                  <a:lnTo>
                    <a:pt x="96" y="456"/>
                  </a:lnTo>
                  <a:lnTo>
                    <a:pt x="92" y="447"/>
                  </a:lnTo>
                  <a:lnTo>
                    <a:pt x="89" y="439"/>
                  </a:lnTo>
                  <a:lnTo>
                    <a:pt x="83" y="430"/>
                  </a:lnTo>
                  <a:lnTo>
                    <a:pt x="82" y="423"/>
                  </a:lnTo>
                  <a:lnTo>
                    <a:pt x="82" y="423"/>
                  </a:lnTo>
                  <a:lnTo>
                    <a:pt x="82" y="416"/>
                  </a:lnTo>
                  <a:lnTo>
                    <a:pt x="82" y="408"/>
                  </a:lnTo>
                  <a:lnTo>
                    <a:pt x="82" y="408"/>
                  </a:lnTo>
                  <a:lnTo>
                    <a:pt x="74" y="377"/>
                  </a:lnTo>
                  <a:lnTo>
                    <a:pt x="74" y="377"/>
                  </a:lnTo>
                  <a:lnTo>
                    <a:pt x="72" y="368"/>
                  </a:lnTo>
                  <a:lnTo>
                    <a:pt x="72" y="365"/>
                  </a:lnTo>
                  <a:lnTo>
                    <a:pt x="74" y="363"/>
                  </a:lnTo>
                  <a:lnTo>
                    <a:pt x="74" y="363"/>
                  </a:lnTo>
                  <a:lnTo>
                    <a:pt x="67" y="348"/>
                  </a:lnTo>
                  <a:lnTo>
                    <a:pt x="67" y="348"/>
                  </a:lnTo>
                  <a:lnTo>
                    <a:pt x="67" y="341"/>
                  </a:lnTo>
                  <a:lnTo>
                    <a:pt x="69" y="336"/>
                  </a:lnTo>
                  <a:lnTo>
                    <a:pt x="72" y="330"/>
                  </a:lnTo>
                  <a:lnTo>
                    <a:pt x="74" y="325"/>
                  </a:lnTo>
                  <a:lnTo>
                    <a:pt x="74" y="325"/>
                  </a:lnTo>
                  <a:lnTo>
                    <a:pt x="72" y="321"/>
                  </a:lnTo>
                  <a:lnTo>
                    <a:pt x="72" y="319"/>
                  </a:lnTo>
                  <a:lnTo>
                    <a:pt x="71" y="317"/>
                  </a:lnTo>
                  <a:lnTo>
                    <a:pt x="69" y="316"/>
                  </a:lnTo>
                  <a:lnTo>
                    <a:pt x="69" y="316"/>
                  </a:lnTo>
                  <a:lnTo>
                    <a:pt x="69" y="310"/>
                  </a:lnTo>
                  <a:lnTo>
                    <a:pt x="71" y="306"/>
                  </a:lnTo>
                  <a:lnTo>
                    <a:pt x="71" y="306"/>
                  </a:lnTo>
                  <a:lnTo>
                    <a:pt x="67" y="303"/>
                  </a:lnTo>
                  <a:lnTo>
                    <a:pt x="67" y="303"/>
                  </a:lnTo>
                  <a:lnTo>
                    <a:pt x="67" y="299"/>
                  </a:lnTo>
                  <a:lnTo>
                    <a:pt x="69" y="292"/>
                  </a:lnTo>
                  <a:lnTo>
                    <a:pt x="61" y="296"/>
                  </a:lnTo>
                  <a:lnTo>
                    <a:pt x="61" y="296"/>
                  </a:lnTo>
                  <a:lnTo>
                    <a:pt x="61" y="301"/>
                  </a:lnTo>
                  <a:lnTo>
                    <a:pt x="61" y="305"/>
                  </a:lnTo>
                  <a:lnTo>
                    <a:pt x="61" y="308"/>
                  </a:lnTo>
                  <a:lnTo>
                    <a:pt x="61" y="314"/>
                  </a:lnTo>
                  <a:lnTo>
                    <a:pt x="61" y="314"/>
                  </a:lnTo>
                  <a:lnTo>
                    <a:pt x="58" y="319"/>
                  </a:lnTo>
                  <a:lnTo>
                    <a:pt x="51" y="323"/>
                  </a:lnTo>
                  <a:lnTo>
                    <a:pt x="36" y="328"/>
                  </a:lnTo>
                  <a:lnTo>
                    <a:pt x="36" y="328"/>
                  </a:lnTo>
                  <a:lnTo>
                    <a:pt x="25" y="316"/>
                  </a:lnTo>
                  <a:lnTo>
                    <a:pt x="25" y="316"/>
                  </a:lnTo>
                  <a:lnTo>
                    <a:pt x="20" y="308"/>
                  </a:lnTo>
                  <a:lnTo>
                    <a:pt x="14" y="301"/>
                  </a:lnTo>
                  <a:lnTo>
                    <a:pt x="14" y="301"/>
                  </a:lnTo>
                  <a:lnTo>
                    <a:pt x="12" y="301"/>
                  </a:lnTo>
                  <a:lnTo>
                    <a:pt x="12" y="299"/>
                  </a:lnTo>
                  <a:lnTo>
                    <a:pt x="14" y="294"/>
                  </a:lnTo>
                  <a:lnTo>
                    <a:pt x="14" y="294"/>
                  </a:lnTo>
                  <a:lnTo>
                    <a:pt x="20" y="292"/>
                  </a:lnTo>
                  <a:lnTo>
                    <a:pt x="23" y="292"/>
                  </a:lnTo>
                  <a:lnTo>
                    <a:pt x="27" y="292"/>
                  </a:lnTo>
                  <a:lnTo>
                    <a:pt x="29" y="292"/>
                  </a:lnTo>
                  <a:lnTo>
                    <a:pt x="29" y="292"/>
                  </a:lnTo>
                  <a:lnTo>
                    <a:pt x="34" y="288"/>
                  </a:lnTo>
                  <a:lnTo>
                    <a:pt x="36" y="283"/>
                  </a:lnTo>
                  <a:lnTo>
                    <a:pt x="41" y="272"/>
                  </a:lnTo>
                  <a:lnTo>
                    <a:pt x="41" y="272"/>
                  </a:lnTo>
                  <a:lnTo>
                    <a:pt x="32" y="279"/>
                  </a:lnTo>
                  <a:lnTo>
                    <a:pt x="25" y="281"/>
                  </a:lnTo>
                  <a:lnTo>
                    <a:pt x="18" y="279"/>
                  </a:lnTo>
                  <a:lnTo>
                    <a:pt x="5" y="277"/>
                  </a:lnTo>
                  <a:lnTo>
                    <a:pt x="5" y="277"/>
                  </a:lnTo>
                  <a:lnTo>
                    <a:pt x="5" y="268"/>
                  </a:lnTo>
                  <a:lnTo>
                    <a:pt x="3" y="265"/>
                  </a:lnTo>
                  <a:lnTo>
                    <a:pt x="3" y="263"/>
                  </a:lnTo>
                  <a:lnTo>
                    <a:pt x="3" y="263"/>
                  </a:lnTo>
                  <a:lnTo>
                    <a:pt x="0" y="261"/>
                  </a:lnTo>
                  <a:lnTo>
                    <a:pt x="5" y="255"/>
                  </a:lnTo>
                  <a:lnTo>
                    <a:pt x="9" y="246"/>
                  </a:lnTo>
                  <a:lnTo>
                    <a:pt x="18" y="243"/>
                  </a:lnTo>
                  <a:lnTo>
                    <a:pt x="27" y="239"/>
                  </a:lnTo>
                  <a:lnTo>
                    <a:pt x="25" y="230"/>
                  </a:lnTo>
                  <a:lnTo>
                    <a:pt x="18" y="221"/>
                  </a:lnTo>
                  <a:lnTo>
                    <a:pt x="16" y="217"/>
                  </a:lnTo>
                  <a:lnTo>
                    <a:pt x="23" y="210"/>
                  </a:lnTo>
                  <a:lnTo>
                    <a:pt x="12" y="199"/>
                  </a:lnTo>
                  <a:lnTo>
                    <a:pt x="18" y="193"/>
                  </a:lnTo>
                  <a:lnTo>
                    <a:pt x="25" y="188"/>
                  </a:lnTo>
                  <a:lnTo>
                    <a:pt x="27" y="183"/>
                  </a:lnTo>
                  <a:lnTo>
                    <a:pt x="32" y="186"/>
                  </a:lnTo>
                  <a:lnTo>
                    <a:pt x="40" y="179"/>
                  </a:lnTo>
                  <a:lnTo>
                    <a:pt x="47" y="172"/>
                  </a:lnTo>
                  <a:lnTo>
                    <a:pt x="51" y="166"/>
                  </a:lnTo>
                  <a:lnTo>
                    <a:pt x="56" y="157"/>
                  </a:lnTo>
                  <a:lnTo>
                    <a:pt x="65" y="152"/>
                  </a:lnTo>
                  <a:lnTo>
                    <a:pt x="71" y="146"/>
                  </a:lnTo>
                  <a:lnTo>
                    <a:pt x="72" y="139"/>
                  </a:lnTo>
                  <a:lnTo>
                    <a:pt x="82" y="133"/>
                  </a:lnTo>
                  <a:lnTo>
                    <a:pt x="82" y="126"/>
                  </a:lnTo>
                  <a:lnTo>
                    <a:pt x="83" y="115"/>
                  </a:lnTo>
                  <a:lnTo>
                    <a:pt x="89" y="108"/>
                  </a:lnTo>
                  <a:lnTo>
                    <a:pt x="94" y="101"/>
                  </a:lnTo>
                  <a:lnTo>
                    <a:pt x="94" y="93"/>
                  </a:lnTo>
                  <a:lnTo>
                    <a:pt x="85" y="86"/>
                  </a:lnTo>
                  <a:lnTo>
                    <a:pt x="80" y="81"/>
                  </a:lnTo>
                  <a:lnTo>
                    <a:pt x="76" y="77"/>
                  </a:lnTo>
                  <a:lnTo>
                    <a:pt x="74" y="64"/>
                  </a:lnTo>
                  <a:lnTo>
                    <a:pt x="69" y="59"/>
                  </a:lnTo>
                  <a:lnTo>
                    <a:pt x="71" y="51"/>
                  </a:lnTo>
                  <a:lnTo>
                    <a:pt x="78" y="48"/>
                  </a:lnTo>
                  <a:lnTo>
                    <a:pt x="83" y="46"/>
                  </a:lnTo>
                  <a:lnTo>
                    <a:pt x="89" y="48"/>
                  </a:lnTo>
                  <a:lnTo>
                    <a:pt x="92" y="44"/>
                  </a:lnTo>
                  <a:lnTo>
                    <a:pt x="94" y="40"/>
                  </a:lnTo>
                  <a:lnTo>
                    <a:pt x="102" y="39"/>
                  </a:lnTo>
                  <a:lnTo>
                    <a:pt x="112" y="35"/>
                  </a:lnTo>
                  <a:lnTo>
                    <a:pt x="120" y="30"/>
                  </a:lnTo>
                  <a:lnTo>
                    <a:pt x="123" y="24"/>
                  </a:lnTo>
                  <a:lnTo>
                    <a:pt x="129" y="19"/>
                  </a:lnTo>
                  <a:lnTo>
                    <a:pt x="133" y="9"/>
                  </a:lnTo>
                  <a:lnTo>
                    <a:pt x="140" y="4"/>
                  </a:lnTo>
                  <a:lnTo>
                    <a:pt x="143" y="0"/>
                  </a:lnTo>
                  <a:lnTo>
                    <a:pt x="151" y="0"/>
                  </a:lnTo>
                  <a:lnTo>
                    <a:pt x="158" y="2"/>
                  </a:lnTo>
                  <a:lnTo>
                    <a:pt x="165" y="4"/>
                  </a:lnTo>
                  <a:lnTo>
                    <a:pt x="169" y="11"/>
                  </a:lnTo>
                  <a:lnTo>
                    <a:pt x="173" y="15"/>
                  </a:lnTo>
                  <a:lnTo>
                    <a:pt x="176" y="22"/>
                  </a:lnTo>
                  <a:lnTo>
                    <a:pt x="173" y="28"/>
                  </a:lnTo>
                  <a:lnTo>
                    <a:pt x="171" y="33"/>
                  </a:lnTo>
                  <a:lnTo>
                    <a:pt x="167" y="37"/>
                  </a:lnTo>
                  <a:lnTo>
                    <a:pt x="164" y="42"/>
                  </a:lnTo>
                  <a:lnTo>
                    <a:pt x="160" y="50"/>
                  </a:lnTo>
                  <a:lnTo>
                    <a:pt x="156" y="53"/>
                  </a:lnTo>
                  <a:lnTo>
                    <a:pt x="153" y="59"/>
                  </a:lnTo>
                  <a:lnTo>
                    <a:pt x="160" y="64"/>
                  </a:lnTo>
                  <a:lnTo>
                    <a:pt x="164" y="70"/>
                  </a:lnTo>
                  <a:lnTo>
                    <a:pt x="162" y="81"/>
                  </a:lnTo>
                  <a:lnTo>
                    <a:pt x="167" y="84"/>
                  </a:lnTo>
                  <a:lnTo>
                    <a:pt x="173" y="84"/>
                  </a:lnTo>
                  <a:lnTo>
                    <a:pt x="173" y="90"/>
                  </a:lnTo>
                  <a:lnTo>
                    <a:pt x="169" y="99"/>
                  </a:lnTo>
                  <a:lnTo>
                    <a:pt x="171" y="102"/>
                  </a:lnTo>
                  <a:lnTo>
                    <a:pt x="167" y="106"/>
                  </a:lnTo>
                  <a:lnTo>
                    <a:pt x="171" y="113"/>
                  </a:lnTo>
                  <a:lnTo>
                    <a:pt x="178" y="117"/>
                  </a:lnTo>
                  <a:lnTo>
                    <a:pt x="184" y="121"/>
                  </a:lnTo>
                  <a:lnTo>
                    <a:pt x="193" y="122"/>
                  </a:lnTo>
                  <a:lnTo>
                    <a:pt x="198" y="128"/>
                  </a:lnTo>
                  <a:lnTo>
                    <a:pt x="204" y="133"/>
                  </a:lnTo>
                  <a:lnTo>
                    <a:pt x="194" y="139"/>
                  </a:lnTo>
                  <a:lnTo>
                    <a:pt x="189" y="150"/>
                  </a:lnTo>
                  <a:lnTo>
                    <a:pt x="191" y="159"/>
                  </a:lnTo>
                  <a:lnTo>
                    <a:pt x="200" y="163"/>
                  </a:lnTo>
                  <a:lnTo>
                    <a:pt x="202" y="168"/>
                  </a:lnTo>
                  <a:lnTo>
                    <a:pt x="209" y="172"/>
                  </a:lnTo>
                  <a:lnTo>
                    <a:pt x="218" y="175"/>
                  </a:lnTo>
                  <a:lnTo>
                    <a:pt x="229" y="181"/>
                  </a:lnTo>
                  <a:lnTo>
                    <a:pt x="238" y="183"/>
                  </a:lnTo>
                  <a:lnTo>
                    <a:pt x="246" y="186"/>
                  </a:lnTo>
                  <a:lnTo>
                    <a:pt x="251" y="192"/>
                  </a:lnTo>
                  <a:lnTo>
                    <a:pt x="258" y="193"/>
                  </a:lnTo>
                  <a:lnTo>
                    <a:pt x="264" y="201"/>
                  </a:lnTo>
                  <a:lnTo>
                    <a:pt x="276" y="201"/>
                  </a:lnTo>
                  <a:lnTo>
                    <a:pt x="291" y="208"/>
                  </a:lnTo>
                  <a:lnTo>
                    <a:pt x="300" y="208"/>
                  </a:lnTo>
                  <a:lnTo>
                    <a:pt x="307" y="210"/>
                  </a:lnTo>
                  <a:lnTo>
                    <a:pt x="315" y="208"/>
                  </a:lnTo>
                  <a:lnTo>
                    <a:pt x="318" y="204"/>
                  </a:lnTo>
                  <a:lnTo>
                    <a:pt x="318" y="201"/>
                  </a:lnTo>
                  <a:lnTo>
                    <a:pt x="313" y="195"/>
                  </a:lnTo>
                  <a:lnTo>
                    <a:pt x="317" y="190"/>
                  </a:lnTo>
                  <a:lnTo>
                    <a:pt x="317" y="181"/>
                  </a:lnTo>
                  <a:lnTo>
                    <a:pt x="322" y="177"/>
                  </a:lnTo>
                  <a:lnTo>
                    <a:pt x="328" y="179"/>
                  </a:lnTo>
                  <a:lnTo>
                    <a:pt x="333" y="186"/>
                  </a:lnTo>
                  <a:lnTo>
                    <a:pt x="335" y="190"/>
                  </a:lnTo>
                  <a:lnTo>
                    <a:pt x="340" y="197"/>
                  </a:lnTo>
                  <a:lnTo>
                    <a:pt x="346" y="195"/>
                  </a:lnTo>
                  <a:lnTo>
                    <a:pt x="355" y="193"/>
                  </a:lnTo>
                  <a:lnTo>
                    <a:pt x="364" y="197"/>
                  </a:lnTo>
                  <a:lnTo>
                    <a:pt x="379" y="197"/>
                  </a:lnTo>
                  <a:lnTo>
                    <a:pt x="382" y="193"/>
                  </a:lnTo>
                  <a:lnTo>
                    <a:pt x="382" y="186"/>
                  </a:lnTo>
                  <a:lnTo>
                    <a:pt x="380" y="175"/>
                  </a:lnTo>
                  <a:lnTo>
                    <a:pt x="388" y="173"/>
                  </a:lnTo>
                  <a:lnTo>
                    <a:pt x="397" y="170"/>
                  </a:lnTo>
                  <a:lnTo>
                    <a:pt x="402" y="164"/>
                  </a:lnTo>
                  <a:lnTo>
                    <a:pt x="411" y="164"/>
                  </a:lnTo>
                  <a:lnTo>
                    <a:pt x="417" y="166"/>
                  </a:lnTo>
                  <a:lnTo>
                    <a:pt x="422" y="161"/>
                  </a:lnTo>
                  <a:lnTo>
                    <a:pt x="428" y="161"/>
                  </a:lnTo>
                  <a:lnTo>
                    <a:pt x="437" y="164"/>
                  </a:lnTo>
                  <a:lnTo>
                    <a:pt x="437" y="173"/>
                  </a:lnTo>
                  <a:lnTo>
                    <a:pt x="440" y="177"/>
                  </a:lnTo>
                  <a:lnTo>
                    <a:pt x="446" y="175"/>
                  </a:lnTo>
                  <a:lnTo>
                    <a:pt x="450" y="177"/>
                  </a:lnTo>
                  <a:lnTo>
                    <a:pt x="457" y="179"/>
                  </a:lnTo>
                  <a:lnTo>
                    <a:pt x="461" y="181"/>
                  </a:lnTo>
                  <a:lnTo>
                    <a:pt x="464" y="186"/>
                  </a:lnTo>
                  <a:lnTo>
                    <a:pt x="466" y="192"/>
                  </a:lnTo>
                  <a:lnTo>
                    <a:pt x="466" y="203"/>
                  </a:lnTo>
                  <a:lnTo>
                    <a:pt x="461" y="212"/>
                  </a:lnTo>
                  <a:lnTo>
                    <a:pt x="453" y="210"/>
                  </a:lnTo>
                  <a:lnTo>
                    <a:pt x="444" y="212"/>
                  </a:lnTo>
                  <a:lnTo>
                    <a:pt x="440" y="223"/>
                  </a:lnTo>
                  <a:lnTo>
                    <a:pt x="440" y="226"/>
                  </a:lnTo>
                  <a:lnTo>
                    <a:pt x="433" y="234"/>
                  </a:lnTo>
                  <a:lnTo>
                    <a:pt x="428" y="241"/>
                  </a:lnTo>
                  <a:lnTo>
                    <a:pt x="422" y="243"/>
                  </a:lnTo>
                  <a:lnTo>
                    <a:pt x="419" y="246"/>
                  </a:lnTo>
                  <a:lnTo>
                    <a:pt x="422" y="250"/>
                  </a:lnTo>
                  <a:lnTo>
                    <a:pt x="422" y="254"/>
                  </a:lnTo>
                  <a:lnTo>
                    <a:pt x="417" y="261"/>
                  </a:lnTo>
                  <a:lnTo>
                    <a:pt x="413" y="272"/>
                  </a:lnTo>
                  <a:lnTo>
                    <a:pt x="404" y="266"/>
                  </a:lnTo>
                  <a:lnTo>
                    <a:pt x="404" y="283"/>
                  </a:lnTo>
                  <a:lnTo>
                    <a:pt x="408" y="288"/>
                  </a:lnTo>
                  <a:lnTo>
                    <a:pt x="408" y="296"/>
                  </a:lnTo>
                  <a:lnTo>
                    <a:pt x="408" y="301"/>
                  </a:lnTo>
                  <a:lnTo>
                    <a:pt x="404" y="305"/>
                  </a:lnTo>
                  <a:lnTo>
                    <a:pt x="400" y="308"/>
                  </a:lnTo>
                  <a:lnTo>
                    <a:pt x="397" y="305"/>
                  </a:lnTo>
                  <a:lnTo>
                    <a:pt x="391" y="308"/>
                  </a:lnTo>
                  <a:lnTo>
                    <a:pt x="389" y="299"/>
                  </a:lnTo>
                  <a:lnTo>
                    <a:pt x="389" y="290"/>
                  </a:lnTo>
                  <a:lnTo>
                    <a:pt x="384" y="279"/>
                  </a:lnTo>
                  <a:lnTo>
                    <a:pt x="382" y="286"/>
                  </a:lnTo>
                  <a:lnTo>
                    <a:pt x="373" y="286"/>
                  </a:lnTo>
                  <a:lnTo>
                    <a:pt x="373" y="281"/>
                  </a:lnTo>
                  <a:lnTo>
                    <a:pt x="375" y="268"/>
                  </a:lnTo>
                  <a:lnTo>
                    <a:pt x="379" y="261"/>
                  </a:lnTo>
                  <a:lnTo>
                    <a:pt x="379" y="261"/>
                  </a:lnTo>
                  <a:lnTo>
                    <a:pt x="380" y="257"/>
                  </a:lnTo>
                  <a:lnTo>
                    <a:pt x="380" y="255"/>
                  </a:lnTo>
                  <a:lnTo>
                    <a:pt x="384" y="254"/>
                  </a:lnTo>
                  <a:lnTo>
                    <a:pt x="380" y="246"/>
                  </a:lnTo>
                  <a:lnTo>
                    <a:pt x="389" y="239"/>
                  </a:lnTo>
                  <a:lnTo>
                    <a:pt x="379" y="239"/>
                  </a:lnTo>
                  <a:lnTo>
                    <a:pt x="369" y="243"/>
                  </a:lnTo>
                  <a:lnTo>
                    <a:pt x="360" y="243"/>
                  </a:lnTo>
                  <a:lnTo>
                    <a:pt x="349" y="243"/>
                  </a:lnTo>
                  <a:lnTo>
                    <a:pt x="344" y="243"/>
                  </a:lnTo>
                  <a:lnTo>
                    <a:pt x="344" y="230"/>
                  </a:lnTo>
                  <a:lnTo>
                    <a:pt x="346" y="219"/>
                  </a:lnTo>
                  <a:lnTo>
                    <a:pt x="338" y="217"/>
                  </a:lnTo>
                  <a:lnTo>
                    <a:pt x="331" y="219"/>
                  </a:lnTo>
                  <a:lnTo>
                    <a:pt x="322" y="212"/>
                  </a:lnTo>
                  <a:lnTo>
                    <a:pt x="318" y="217"/>
                  </a:lnTo>
                  <a:lnTo>
                    <a:pt x="324" y="226"/>
                  </a:lnTo>
                  <a:lnTo>
                    <a:pt x="322" y="234"/>
                  </a:lnTo>
                  <a:lnTo>
                    <a:pt x="315" y="237"/>
                  </a:lnTo>
                  <a:lnTo>
                    <a:pt x="307" y="241"/>
                  </a:lnTo>
                  <a:lnTo>
                    <a:pt x="309" y="252"/>
                  </a:lnTo>
                  <a:lnTo>
                    <a:pt x="311" y="257"/>
                  </a:lnTo>
                  <a:lnTo>
                    <a:pt x="322" y="261"/>
                  </a:lnTo>
                  <a:lnTo>
                    <a:pt x="324" y="266"/>
                  </a:lnTo>
                  <a:lnTo>
                    <a:pt x="322" y="279"/>
                  </a:lnTo>
                  <a:lnTo>
                    <a:pt x="328" y="285"/>
                  </a:lnTo>
                  <a:lnTo>
                    <a:pt x="328" y="296"/>
                  </a:lnTo>
                  <a:lnTo>
                    <a:pt x="324" y="303"/>
                  </a:lnTo>
                  <a:lnTo>
                    <a:pt x="326" y="316"/>
                  </a:lnTo>
                  <a:lnTo>
                    <a:pt x="326" y="316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84" name="Freeform 267">
              <a:extLst>
                <a:ext uri="{FF2B5EF4-FFF2-40B4-BE49-F238E27FC236}">
                  <a16:creationId xmlns:a16="http://schemas.microsoft.com/office/drawing/2014/main" id="{76C2C1C8-FF99-4938-96E1-A1973946A29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00166" y="2949991"/>
              <a:ext cx="363337" cy="404861"/>
            </a:xfrm>
            <a:custGeom>
              <a:avLst/>
              <a:gdLst>
                <a:gd name="T0" fmla="*/ 117 w 245"/>
                <a:gd name="T1" fmla="*/ 267 h 273"/>
                <a:gd name="T2" fmla="*/ 130 w 245"/>
                <a:gd name="T3" fmla="*/ 255 h 273"/>
                <a:gd name="T4" fmla="*/ 137 w 245"/>
                <a:gd name="T5" fmla="*/ 242 h 273"/>
                <a:gd name="T6" fmla="*/ 128 w 245"/>
                <a:gd name="T7" fmla="*/ 229 h 273"/>
                <a:gd name="T8" fmla="*/ 124 w 245"/>
                <a:gd name="T9" fmla="*/ 211 h 273"/>
                <a:gd name="T10" fmla="*/ 137 w 245"/>
                <a:gd name="T11" fmla="*/ 200 h 273"/>
                <a:gd name="T12" fmla="*/ 144 w 245"/>
                <a:gd name="T13" fmla="*/ 198 h 273"/>
                <a:gd name="T14" fmla="*/ 159 w 245"/>
                <a:gd name="T15" fmla="*/ 184 h 273"/>
                <a:gd name="T16" fmla="*/ 168 w 245"/>
                <a:gd name="T17" fmla="*/ 169 h 273"/>
                <a:gd name="T18" fmla="*/ 183 w 245"/>
                <a:gd name="T19" fmla="*/ 158 h 273"/>
                <a:gd name="T20" fmla="*/ 194 w 245"/>
                <a:gd name="T21" fmla="*/ 145 h 273"/>
                <a:gd name="T22" fmla="*/ 195 w 245"/>
                <a:gd name="T23" fmla="*/ 127 h 273"/>
                <a:gd name="T24" fmla="*/ 206 w 245"/>
                <a:gd name="T25" fmla="*/ 113 h 273"/>
                <a:gd name="T26" fmla="*/ 197 w 245"/>
                <a:gd name="T27" fmla="*/ 98 h 273"/>
                <a:gd name="T28" fmla="*/ 188 w 245"/>
                <a:gd name="T29" fmla="*/ 89 h 273"/>
                <a:gd name="T30" fmla="*/ 181 w 245"/>
                <a:gd name="T31" fmla="*/ 71 h 273"/>
                <a:gd name="T32" fmla="*/ 190 w 245"/>
                <a:gd name="T33" fmla="*/ 60 h 273"/>
                <a:gd name="T34" fmla="*/ 201 w 245"/>
                <a:gd name="T35" fmla="*/ 60 h 273"/>
                <a:gd name="T36" fmla="*/ 206 w 245"/>
                <a:gd name="T37" fmla="*/ 52 h 273"/>
                <a:gd name="T38" fmla="*/ 224 w 245"/>
                <a:gd name="T39" fmla="*/ 47 h 273"/>
                <a:gd name="T40" fmla="*/ 235 w 245"/>
                <a:gd name="T41" fmla="*/ 36 h 273"/>
                <a:gd name="T42" fmla="*/ 245 w 245"/>
                <a:gd name="T43" fmla="*/ 21 h 273"/>
                <a:gd name="T44" fmla="*/ 235 w 245"/>
                <a:gd name="T45" fmla="*/ 11 h 273"/>
                <a:gd name="T46" fmla="*/ 206 w 245"/>
                <a:gd name="T47" fmla="*/ 0 h 273"/>
                <a:gd name="T48" fmla="*/ 197 w 245"/>
                <a:gd name="T49" fmla="*/ 3 h 273"/>
                <a:gd name="T50" fmla="*/ 175 w 245"/>
                <a:gd name="T51" fmla="*/ 7 h 273"/>
                <a:gd name="T52" fmla="*/ 148 w 245"/>
                <a:gd name="T53" fmla="*/ 20 h 273"/>
                <a:gd name="T54" fmla="*/ 142 w 245"/>
                <a:gd name="T55" fmla="*/ 34 h 273"/>
                <a:gd name="T56" fmla="*/ 144 w 245"/>
                <a:gd name="T57" fmla="*/ 49 h 273"/>
                <a:gd name="T58" fmla="*/ 130 w 245"/>
                <a:gd name="T59" fmla="*/ 49 h 273"/>
                <a:gd name="T60" fmla="*/ 132 w 245"/>
                <a:gd name="T61" fmla="*/ 62 h 273"/>
                <a:gd name="T62" fmla="*/ 124 w 245"/>
                <a:gd name="T63" fmla="*/ 76 h 273"/>
                <a:gd name="T64" fmla="*/ 122 w 245"/>
                <a:gd name="T65" fmla="*/ 89 h 273"/>
                <a:gd name="T66" fmla="*/ 110 w 245"/>
                <a:gd name="T67" fmla="*/ 89 h 273"/>
                <a:gd name="T68" fmla="*/ 104 w 245"/>
                <a:gd name="T69" fmla="*/ 91 h 273"/>
                <a:gd name="T70" fmla="*/ 101 w 245"/>
                <a:gd name="T71" fmla="*/ 102 h 273"/>
                <a:gd name="T72" fmla="*/ 93 w 245"/>
                <a:gd name="T73" fmla="*/ 109 h 273"/>
                <a:gd name="T74" fmla="*/ 79 w 245"/>
                <a:gd name="T75" fmla="*/ 120 h 273"/>
                <a:gd name="T76" fmla="*/ 70 w 245"/>
                <a:gd name="T77" fmla="*/ 131 h 273"/>
                <a:gd name="T78" fmla="*/ 59 w 245"/>
                <a:gd name="T79" fmla="*/ 140 h 273"/>
                <a:gd name="T80" fmla="*/ 50 w 245"/>
                <a:gd name="T81" fmla="*/ 144 h 273"/>
                <a:gd name="T82" fmla="*/ 28 w 245"/>
                <a:gd name="T83" fmla="*/ 145 h 273"/>
                <a:gd name="T84" fmla="*/ 6 w 245"/>
                <a:gd name="T85" fmla="*/ 138 h 273"/>
                <a:gd name="T86" fmla="*/ 11 w 245"/>
                <a:gd name="T87" fmla="*/ 158 h 273"/>
                <a:gd name="T88" fmla="*/ 20 w 245"/>
                <a:gd name="T89" fmla="*/ 175 h 273"/>
                <a:gd name="T90" fmla="*/ 31 w 245"/>
                <a:gd name="T91" fmla="*/ 184 h 273"/>
                <a:gd name="T92" fmla="*/ 40 w 245"/>
                <a:gd name="T93" fmla="*/ 196 h 273"/>
                <a:gd name="T94" fmla="*/ 33 w 245"/>
                <a:gd name="T95" fmla="*/ 207 h 273"/>
                <a:gd name="T96" fmla="*/ 15 w 245"/>
                <a:gd name="T97" fmla="*/ 215 h 273"/>
                <a:gd name="T98" fmla="*/ 0 w 245"/>
                <a:gd name="T99" fmla="*/ 244 h 273"/>
                <a:gd name="T100" fmla="*/ 8 w 245"/>
                <a:gd name="T101" fmla="*/ 244 h 273"/>
                <a:gd name="T102" fmla="*/ 39 w 245"/>
                <a:gd name="T103" fmla="*/ 238 h 273"/>
                <a:gd name="T104" fmla="*/ 71 w 245"/>
                <a:gd name="T105" fmla="*/ 235 h 273"/>
                <a:gd name="T106" fmla="*/ 86 w 245"/>
                <a:gd name="T107" fmla="*/ 247 h 273"/>
                <a:gd name="T108" fmla="*/ 86 w 245"/>
                <a:gd name="T109" fmla="*/ 249 h 273"/>
                <a:gd name="T110" fmla="*/ 82 w 245"/>
                <a:gd name="T111" fmla="*/ 253 h 273"/>
                <a:gd name="T112" fmla="*/ 82 w 245"/>
                <a:gd name="T113" fmla="*/ 255 h 273"/>
                <a:gd name="T114" fmla="*/ 93 w 245"/>
                <a:gd name="T115" fmla="*/ 255 h 273"/>
                <a:gd name="T116" fmla="*/ 97 w 245"/>
                <a:gd name="T117" fmla="*/ 257 h 273"/>
                <a:gd name="T118" fmla="*/ 99 w 245"/>
                <a:gd name="T119" fmla="*/ 262 h 273"/>
                <a:gd name="T120" fmla="*/ 99 w 245"/>
                <a:gd name="T121" fmla="*/ 267 h 273"/>
                <a:gd name="T122" fmla="*/ 101 w 245"/>
                <a:gd name="T123" fmla="*/ 269 h 273"/>
                <a:gd name="T124" fmla="*/ 112 w 245"/>
                <a:gd name="T125" fmla="*/ 273 h 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45" h="273">
                  <a:moveTo>
                    <a:pt x="112" y="273"/>
                  </a:moveTo>
                  <a:lnTo>
                    <a:pt x="117" y="267"/>
                  </a:lnTo>
                  <a:lnTo>
                    <a:pt x="121" y="258"/>
                  </a:lnTo>
                  <a:lnTo>
                    <a:pt x="130" y="255"/>
                  </a:lnTo>
                  <a:lnTo>
                    <a:pt x="139" y="251"/>
                  </a:lnTo>
                  <a:lnTo>
                    <a:pt x="137" y="242"/>
                  </a:lnTo>
                  <a:lnTo>
                    <a:pt x="130" y="233"/>
                  </a:lnTo>
                  <a:lnTo>
                    <a:pt x="128" y="229"/>
                  </a:lnTo>
                  <a:lnTo>
                    <a:pt x="135" y="222"/>
                  </a:lnTo>
                  <a:lnTo>
                    <a:pt x="124" y="211"/>
                  </a:lnTo>
                  <a:lnTo>
                    <a:pt x="130" y="205"/>
                  </a:lnTo>
                  <a:lnTo>
                    <a:pt x="137" y="200"/>
                  </a:lnTo>
                  <a:lnTo>
                    <a:pt x="139" y="195"/>
                  </a:lnTo>
                  <a:lnTo>
                    <a:pt x="144" y="198"/>
                  </a:lnTo>
                  <a:lnTo>
                    <a:pt x="152" y="191"/>
                  </a:lnTo>
                  <a:lnTo>
                    <a:pt x="159" y="184"/>
                  </a:lnTo>
                  <a:lnTo>
                    <a:pt x="163" y="178"/>
                  </a:lnTo>
                  <a:lnTo>
                    <a:pt x="168" y="169"/>
                  </a:lnTo>
                  <a:lnTo>
                    <a:pt x="177" y="164"/>
                  </a:lnTo>
                  <a:lnTo>
                    <a:pt x="183" y="158"/>
                  </a:lnTo>
                  <a:lnTo>
                    <a:pt x="184" y="151"/>
                  </a:lnTo>
                  <a:lnTo>
                    <a:pt x="194" y="145"/>
                  </a:lnTo>
                  <a:lnTo>
                    <a:pt x="194" y="138"/>
                  </a:lnTo>
                  <a:lnTo>
                    <a:pt x="195" y="127"/>
                  </a:lnTo>
                  <a:lnTo>
                    <a:pt x="201" y="120"/>
                  </a:lnTo>
                  <a:lnTo>
                    <a:pt x="206" y="113"/>
                  </a:lnTo>
                  <a:lnTo>
                    <a:pt x="206" y="105"/>
                  </a:lnTo>
                  <a:lnTo>
                    <a:pt x="197" y="98"/>
                  </a:lnTo>
                  <a:lnTo>
                    <a:pt x="192" y="93"/>
                  </a:lnTo>
                  <a:lnTo>
                    <a:pt x="188" y="89"/>
                  </a:lnTo>
                  <a:lnTo>
                    <a:pt x="186" y="76"/>
                  </a:lnTo>
                  <a:lnTo>
                    <a:pt x="181" y="71"/>
                  </a:lnTo>
                  <a:lnTo>
                    <a:pt x="183" y="63"/>
                  </a:lnTo>
                  <a:lnTo>
                    <a:pt x="190" y="60"/>
                  </a:lnTo>
                  <a:lnTo>
                    <a:pt x="195" y="58"/>
                  </a:lnTo>
                  <a:lnTo>
                    <a:pt x="201" y="60"/>
                  </a:lnTo>
                  <a:lnTo>
                    <a:pt x="204" y="56"/>
                  </a:lnTo>
                  <a:lnTo>
                    <a:pt x="206" y="52"/>
                  </a:lnTo>
                  <a:lnTo>
                    <a:pt x="214" y="51"/>
                  </a:lnTo>
                  <a:lnTo>
                    <a:pt x="224" y="47"/>
                  </a:lnTo>
                  <a:lnTo>
                    <a:pt x="232" y="42"/>
                  </a:lnTo>
                  <a:lnTo>
                    <a:pt x="235" y="36"/>
                  </a:lnTo>
                  <a:lnTo>
                    <a:pt x="241" y="31"/>
                  </a:lnTo>
                  <a:lnTo>
                    <a:pt x="245" y="21"/>
                  </a:lnTo>
                  <a:lnTo>
                    <a:pt x="239" y="16"/>
                  </a:lnTo>
                  <a:lnTo>
                    <a:pt x="235" y="11"/>
                  </a:lnTo>
                  <a:lnTo>
                    <a:pt x="217" y="0"/>
                  </a:lnTo>
                  <a:lnTo>
                    <a:pt x="206" y="0"/>
                  </a:lnTo>
                  <a:lnTo>
                    <a:pt x="203" y="3"/>
                  </a:lnTo>
                  <a:lnTo>
                    <a:pt x="197" y="3"/>
                  </a:lnTo>
                  <a:lnTo>
                    <a:pt x="186" y="3"/>
                  </a:lnTo>
                  <a:lnTo>
                    <a:pt x="175" y="7"/>
                  </a:lnTo>
                  <a:lnTo>
                    <a:pt x="166" y="9"/>
                  </a:lnTo>
                  <a:lnTo>
                    <a:pt x="148" y="20"/>
                  </a:lnTo>
                  <a:lnTo>
                    <a:pt x="150" y="29"/>
                  </a:lnTo>
                  <a:lnTo>
                    <a:pt x="142" y="34"/>
                  </a:lnTo>
                  <a:lnTo>
                    <a:pt x="146" y="40"/>
                  </a:lnTo>
                  <a:lnTo>
                    <a:pt x="144" y="49"/>
                  </a:lnTo>
                  <a:lnTo>
                    <a:pt x="135" y="51"/>
                  </a:lnTo>
                  <a:lnTo>
                    <a:pt x="130" y="49"/>
                  </a:lnTo>
                  <a:lnTo>
                    <a:pt x="126" y="56"/>
                  </a:lnTo>
                  <a:lnTo>
                    <a:pt x="132" y="62"/>
                  </a:lnTo>
                  <a:lnTo>
                    <a:pt x="132" y="71"/>
                  </a:lnTo>
                  <a:lnTo>
                    <a:pt x="124" y="76"/>
                  </a:lnTo>
                  <a:lnTo>
                    <a:pt x="126" y="83"/>
                  </a:lnTo>
                  <a:lnTo>
                    <a:pt x="122" y="89"/>
                  </a:lnTo>
                  <a:lnTo>
                    <a:pt x="117" y="91"/>
                  </a:lnTo>
                  <a:lnTo>
                    <a:pt x="110" y="89"/>
                  </a:lnTo>
                  <a:lnTo>
                    <a:pt x="108" y="85"/>
                  </a:lnTo>
                  <a:lnTo>
                    <a:pt x="104" y="91"/>
                  </a:lnTo>
                  <a:lnTo>
                    <a:pt x="95" y="94"/>
                  </a:lnTo>
                  <a:lnTo>
                    <a:pt x="101" y="102"/>
                  </a:lnTo>
                  <a:lnTo>
                    <a:pt x="99" y="105"/>
                  </a:lnTo>
                  <a:lnTo>
                    <a:pt x="93" y="109"/>
                  </a:lnTo>
                  <a:lnTo>
                    <a:pt x="90" y="105"/>
                  </a:lnTo>
                  <a:lnTo>
                    <a:pt x="79" y="120"/>
                  </a:lnTo>
                  <a:lnTo>
                    <a:pt x="71" y="125"/>
                  </a:lnTo>
                  <a:lnTo>
                    <a:pt x="70" y="131"/>
                  </a:lnTo>
                  <a:lnTo>
                    <a:pt x="68" y="138"/>
                  </a:lnTo>
                  <a:lnTo>
                    <a:pt x="59" y="140"/>
                  </a:lnTo>
                  <a:lnTo>
                    <a:pt x="57" y="147"/>
                  </a:lnTo>
                  <a:lnTo>
                    <a:pt x="50" y="144"/>
                  </a:lnTo>
                  <a:lnTo>
                    <a:pt x="35" y="144"/>
                  </a:lnTo>
                  <a:lnTo>
                    <a:pt x="28" y="145"/>
                  </a:lnTo>
                  <a:lnTo>
                    <a:pt x="22" y="147"/>
                  </a:lnTo>
                  <a:lnTo>
                    <a:pt x="6" y="138"/>
                  </a:lnTo>
                  <a:lnTo>
                    <a:pt x="13" y="154"/>
                  </a:lnTo>
                  <a:lnTo>
                    <a:pt x="11" y="158"/>
                  </a:lnTo>
                  <a:lnTo>
                    <a:pt x="13" y="164"/>
                  </a:lnTo>
                  <a:lnTo>
                    <a:pt x="20" y="175"/>
                  </a:lnTo>
                  <a:lnTo>
                    <a:pt x="26" y="176"/>
                  </a:lnTo>
                  <a:lnTo>
                    <a:pt x="31" y="184"/>
                  </a:lnTo>
                  <a:lnTo>
                    <a:pt x="31" y="193"/>
                  </a:lnTo>
                  <a:lnTo>
                    <a:pt x="40" y="196"/>
                  </a:lnTo>
                  <a:lnTo>
                    <a:pt x="40" y="204"/>
                  </a:lnTo>
                  <a:lnTo>
                    <a:pt x="33" y="207"/>
                  </a:lnTo>
                  <a:lnTo>
                    <a:pt x="24" y="211"/>
                  </a:lnTo>
                  <a:lnTo>
                    <a:pt x="15" y="215"/>
                  </a:lnTo>
                  <a:lnTo>
                    <a:pt x="4" y="227"/>
                  </a:lnTo>
                  <a:lnTo>
                    <a:pt x="0" y="244"/>
                  </a:lnTo>
                  <a:lnTo>
                    <a:pt x="0" y="244"/>
                  </a:lnTo>
                  <a:lnTo>
                    <a:pt x="8" y="244"/>
                  </a:lnTo>
                  <a:lnTo>
                    <a:pt x="17" y="242"/>
                  </a:lnTo>
                  <a:lnTo>
                    <a:pt x="39" y="238"/>
                  </a:lnTo>
                  <a:lnTo>
                    <a:pt x="60" y="235"/>
                  </a:lnTo>
                  <a:lnTo>
                    <a:pt x="71" y="235"/>
                  </a:lnTo>
                  <a:lnTo>
                    <a:pt x="79" y="236"/>
                  </a:lnTo>
                  <a:lnTo>
                    <a:pt x="86" y="247"/>
                  </a:lnTo>
                  <a:lnTo>
                    <a:pt x="86" y="247"/>
                  </a:lnTo>
                  <a:lnTo>
                    <a:pt x="86" y="249"/>
                  </a:lnTo>
                  <a:lnTo>
                    <a:pt x="84" y="251"/>
                  </a:lnTo>
                  <a:lnTo>
                    <a:pt x="82" y="253"/>
                  </a:lnTo>
                  <a:lnTo>
                    <a:pt x="82" y="255"/>
                  </a:lnTo>
                  <a:lnTo>
                    <a:pt x="82" y="255"/>
                  </a:lnTo>
                  <a:lnTo>
                    <a:pt x="88" y="255"/>
                  </a:lnTo>
                  <a:lnTo>
                    <a:pt x="93" y="255"/>
                  </a:lnTo>
                  <a:lnTo>
                    <a:pt x="97" y="257"/>
                  </a:lnTo>
                  <a:lnTo>
                    <a:pt x="97" y="257"/>
                  </a:lnTo>
                  <a:lnTo>
                    <a:pt x="99" y="258"/>
                  </a:lnTo>
                  <a:lnTo>
                    <a:pt x="99" y="262"/>
                  </a:lnTo>
                  <a:lnTo>
                    <a:pt x="99" y="262"/>
                  </a:lnTo>
                  <a:lnTo>
                    <a:pt x="99" y="267"/>
                  </a:lnTo>
                  <a:lnTo>
                    <a:pt x="99" y="267"/>
                  </a:lnTo>
                  <a:lnTo>
                    <a:pt x="101" y="269"/>
                  </a:lnTo>
                  <a:lnTo>
                    <a:pt x="101" y="269"/>
                  </a:lnTo>
                  <a:lnTo>
                    <a:pt x="112" y="27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85" name="Freeform 268">
              <a:extLst>
                <a:ext uri="{FF2B5EF4-FFF2-40B4-BE49-F238E27FC236}">
                  <a16:creationId xmlns:a16="http://schemas.microsoft.com/office/drawing/2014/main" id="{EA1D0BC2-B908-48C8-853B-422762CC80F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95144" y="1852567"/>
              <a:ext cx="246179" cy="124572"/>
            </a:xfrm>
            <a:custGeom>
              <a:avLst/>
              <a:gdLst>
                <a:gd name="T0" fmla="*/ 124 w 166"/>
                <a:gd name="T1" fmla="*/ 11 h 84"/>
                <a:gd name="T2" fmla="*/ 110 w 166"/>
                <a:gd name="T3" fmla="*/ 9 h 84"/>
                <a:gd name="T4" fmla="*/ 100 w 166"/>
                <a:gd name="T5" fmla="*/ 16 h 84"/>
                <a:gd name="T6" fmla="*/ 93 w 166"/>
                <a:gd name="T7" fmla="*/ 11 h 84"/>
                <a:gd name="T8" fmla="*/ 88 w 166"/>
                <a:gd name="T9" fmla="*/ 18 h 84"/>
                <a:gd name="T10" fmla="*/ 84 w 166"/>
                <a:gd name="T11" fmla="*/ 9 h 84"/>
                <a:gd name="T12" fmla="*/ 75 w 166"/>
                <a:gd name="T13" fmla="*/ 11 h 84"/>
                <a:gd name="T14" fmla="*/ 73 w 166"/>
                <a:gd name="T15" fmla="*/ 16 h 84"/>
                <a:gd name="T16" fmla="*/ 66 w 166"/>
                <a:gd name="T17" fmla="*/ 16 h 84"/>
                <a:gd name="T18" fmla="*/ 60 w 166"/>
                <a:gd name="T19" fmla="*/ 20 h 84"/>
                <a:gd name="T20" fmla="*/ 51 w 166"/>
                <a:gd name="T21" fmla="*/ 29 h 84"/>
                <a:gd name="T22" fmla="*/ 46 w 166"/>
                <a:gd name="T23" fmla="*/ 36 h 84"/>
                <a:gd name="T24" fmla="*/ 44 w 166"/>
                <a:gd name="T25" fmla="*/ 26 h 84"/>
                <a:gd name="T26" fmla="*/ 46 w 166"/>
                <a:gd name="T27" fmla="*/ 16 h 84"/>
                <a:gd name="T28" fmla="*/ 37 w 166"/>
                <a:gd name="T29" fmla="*/ 9 h 84"/>
                <a:gd name="T30" fmla="*/ 35 w 166"/>
                <a:gd name="T31" fmla="*/ 20 h 84"/>
                <a:gd name="T32" fmla="*/ 24 w 166"/>
                <a:gd name="T33" fmla="*/ 16 h 84"/>
                <a:gd name="T34" fmla="*/ 17 w 166"/>
                <a:gd name="T35" fmla="*/ 18 h 84"/>
                <a:gd name="T36" fmla="*/ 17 w 166"/>
                <a:gd name="T37" fmla="*/ 24 h 84"/>
                <a:gd name="T38" fmla="*/ 8 w 166"/>
                <a:gd name="T39" fmla="*/ 29 h 84"/>
                <a:gd name="T40" fmla="*/ 0 w 166"/>
                <a:gd name="T41" fmla="*/ 33 h 84"/>
                <a:gd name="T42" fmla="*/ 18 w 166"/>
                <a:gd name="T43" fmla="*/ 31 h 84"/>
                <a:gd name="T44" fmla="*/ 31 w 166"/>
                <a:gd name="T45" fmla="*/ 27 h 84"/>
                <a:gd name="T46" fmla="*/ 29 w 166"/>
                <a:gd name="T47" fmla="*/ 38 h 84"/>
                <a:gd name="T48" fmla="*/ 18 w 166"/>
                <a:gd name="T49" fmla="*/ 40 h 84"/>
                <a:gd name="T50" fmla="*/ 4 w 166"/>
                <a:gd name="T51" fmla="*/ 47 h 84"/>
                <a:gd name="T52" fmla="*/ 22 w 166"/>
                <a:gd name="T53" fmla="*/ 49 h 84"/>
                <a:gd name="T54" fmla="*/ 35 w 166"/>
                <a:gd name="T55" fmla="*/ 56 h 84"/>
                <a:gd name="T56" fmla="*/ 24 w 166"/>
                <a:gd name="T57" fmla="*/ 67 h 84"/>
                <a:gd name="T58" fmla="*/ 39 w 166"/>
                <a:gd name="T59" fmla="*/ 73 h 84"/>
                <a:gd name="T60" fmla="*/ 48 w 166"/>
                <a:gd name="T61" fmla="*/ 69 h 84"/>
                <a:gd name="T62" fmla="*/ 66 w 166"/>
                <a:gd name="T63" fmla="*/ 78 h 84"/>
                <a:gd name="T64" fmla="*/ 60 w 166"/>
                <a:gd name="T65" fmla="*/ 84 h 84"/>
                <a:gd name="T66" fmla="*/ 99 w 166"/>
                <a:gd name="T67" fmla="*/ 77 h 84"/>
                <a:gd name="T68" fmla="*/ 102 w 166"/>
                <a:gd name="T69" fmla="*/ 73 h 84"/>
                <a:gd name="T70" fmla="*/ 113 w 166"/>
                <a:gd name="T71" fmla="*/ 73 h 84"/>
                <a:gd name="T72" fmla="*/ 119 w 166"/>
                <a:gd name="T73" fmla="*/ 71 h 84"/>
                <a:gd name="T74" fmla="*/ 128 w 166"/>
                <a:gd name="T75" fmla="*/ 67 h 84"/>
                <a:gd name="T76" fmla="*/ 137 w 166"/>
                <a:gd name="T77" fmla="*/ 64 h 84"/>
                <a:gd name="T78" fmla="*/ 152 w 166"/>
                <a:gd name="T79" fmla="*/ 55 h 84"/>
                <a:gd name="T80" fmla="*/ 157 w 166"/>
                <a:gd name="T81" fmla="*/ 46 h 84"/>
                <a:gd name="T82" fmla="*/ 162 w 166"/>
                <a:gd name="T83" fmla="*/ 47 h 84"/>
                <a:gd name="T84" fmla="*/ 162 w 166"/>
                <a:gd name="T85" fmla="*/ 29 h 84"/>
                <a:gd name="T86" fmla="*/ 152 w 166"/>
                <a:gd name="T87" fmla="*/ 24 h 84"/>
                <a:gd name="T88" fmla="*/ 146 w 166"/>
                <a:gd name="T89" fmla="*/ 29 h 84"/>
                <a:gd name="T90" fmla="*/ 148 w 166"/>
                <a:gd name="T91" fmla="*/ 22 h 84"/>
                <a:gd name="T92" fmla="*/ 144 w 166"/>
                <a:gd name="T93" fmla="*/ 15 h 84"/>
                <a:gd name="T94" fmla="*/ 150 w 166"/>
                <a:gd name="T95" fmla="*/ 5 h 84"/>
                <a:gd name="T96" fmla="*/ 142 w 166"/>
                <a:gd name="T97" fmla="*/ 11 h 84"/>
                <a:gd name="T98" fmla="*/ 133 w 166"/>
                <a:gd name="T99" fmla="*/ 4 h 84"/>
                <a:gd name="T100" fmla="*/ 18 w 166"/>
                <a:gd name="T101" fmla="*/ 0 h 84"/>
                <a:gd name="T102" fmla="*/ 33 w 166"/>
                <a:gd name="T103" fmla="*/ 4 h 84"/>
                <a:gd name="T104" fmla="*/ 18 w 166"/>
                <a:gd name="T105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66" h="84">
                  <a:moveTo>
                    <a:pt x="124" y="2"/>
                  </a:moveTo>
                  <a:lnTo>
                    <a:pt x="124" y="2"/>
                  </a:lnTo>
                  <a:lnTo>
                    <a:pt x="124" y="11"/>
                  </a:lnTo>
                  <a:lnTo>
                    <a:pt x="124" y="11"/>
                  </a:lnTo>
                  <a:lnTo>
                    <a:pt x="121" y="11"/>
                  </a:lnTo>
                  <a:lnTo>
                    <a:pt x="117" y="9"/>
                  </a:lnTo>
                  <a:lnTo>
                    <a:pt x="113" y="9"/>
                  </a:lnTo>
                  <a:lnTo>
                    <a:pt x="110" y="9"/>
                  </a:lnTo>
                  <a:lnTo>
                    <a:pt x="110" y="15"/>
                  </a:lnTo>
                  <a:lnTo>
                    <a:pt x="110" y="15"/>
                  </a:lnTo>
                  <a:lnTo>
                    <a:pt x="100" y="16"/>
                  </a:lnTo>
                  <a:lnTo>
                    <a:pt x="100" y="16"/>
                  </a:lnTo>
                  <a:lnTo>
                    <a:pt x="97" y="15"/>
                  </a:lnTo>
                  <a:lnTo>
                    <a:pt x="95" y="13"/>
                  </a:lnTo>
                  <a:lnTo>
                    <a:pt x="93" y="11"/>
                  </a:lnTo>
                  <a:lnTo>
                    <a:pt x="93" y="11"/>
                  </a:lnTo>
                  <a:lnTo>
                    <a:pt x="95" y="22"/>
                  </a:lnTo>
                  <a:lnTo>
                    <a:pt x="95" y="22"/>
                  </a:lnTo>
                  <a:lnTo>
                    <a:pt x="91" y="20"/>
                  </a:lnTo>
                  <a:lnTo>
                    <a:pt x="88" y="18"/>
                  </a:lnTo>
                  <a:lnTo>
                    <a:pt x="88" y="18"/>
                  </a:lnTo>
                  <a:lnTo>
                    <a:pt x="84" y="7"/>
                  </a:lnTo>
                  <a:lnTo>
                    <a:pt x="84" y="7"/>
                  </a:lnTo>
                  <a:lnTo>
                    <a:pt x="84" y="9"/>
                  </a:lnTo>
                  <a:lnTo>
                    <a:pt x="82" y="11"/>
                  </a:lnTo>
                  <a:lnTo>
                    <a:pt x="82" y="11"/>
                  </a:lnTo>
                  <a:lnTo>
                    <a:pt x="79" y="11"/>
                  </a:lnTo>
                  <a:lnTo>
                    <a:pt x="75" y="11"/>
                  </a:lnTo>
                  <a:lnTo>
                    <a:pt x="75" y="15"/>
                  </a:lnTo>
                  <a:lnTo>
                    <a:pt x="75" y="15"/>
                  </a:lnTo>
                  <a:lnTo>
                    <a:pt x="73" y="15"/>
                  </a:lnTo>
                  <a:lnTo>
                    <a:pt x="73" y="16"/>
                  </a:lnTo>
                  <a:lnTo>
                    <a:pt x="73" y="22"/>
                  </a:lnTo>
                  <a:lnTo>
                    <a:pt x="68" y="22"/>
                  </a:lnTo>
                  <a:lnTo>
                    <a:pt x="68" y="22"/>
                  </a:lnTo>
                  <a:lnTo>
                    <a:pt x="66" y="16"/>
                  </a:lnTo>
                  <a:lnTo>
                    <a:pt x="66" y="11"/>
                  </a:lnTo>
                  <a:lnTo>
                    <a:pt x="60" y="11"/>
                  </a:lnTo>
                  <a:lnTo>
                    <a:pt x="60" y="11"/>
                  </a:lnTo>
                  <a:lnTo>
                    <a:pt x="60" y="20"/>
                  </a:lnTo>
                  <a:lnTo>
                    <a:pt x="62" y="26"/>
                  </a:lnTo>
                  <a:lnTo>
                    <a:pt x="60" y="29"/>
                  </a:lnTo>
                  <a:lnTo>
                    <a:pt x="51" y="29"/>
                  </a:lnTo>
                  <a:lnTo>
                    <a:pt x="51" y="29"/>
                  </a:lnTo>
                  <a:lnTo>
                    <a:pt x="51" y="29"/>
                  </a:lnTo>
                  <a:lnTo>
                    <a:pt x="51" y="31"/>
                  </a:lnTo>
                  <a:lnTo>
                    <a:pt x="49" y="33"/>
                  </a:lnTo>
                  <a:lnTo>
                    <a:pt x="46" y="36"/>
                  </a:lnTo>
                  <a:lnTo>
                    <a:pt x="46" y="36"/>
                  </a:lnTo>
                  <a:lnTo>
                    <a:pt x="44" y="29"/>
                  </a:lnTo>
                  <a:lnTo>
                    <a:pt x="44" y="26"/>
                  </a:lnTo>
                  <a:lnTo>
                    <a:pt x="44" y="26"/>
                  </a:lnTo>
                  <a:lnTo>
                    <a:pt x="46" y="26"/>
                  </a:lnTo>
                  <a:lnTo>
                    <a:pt x="46" y="26"/>
                  </a:lnTo>
                  <a:lnTo>
                    <a:pt x="46" y="20"/>
                  </a:lnTo>
                  <a:lnTo>
                    <a:pt x="46" y="16"/>
                  </a:lnTo>
                  <a:lnTo>
                    <a:pt x="40" y="16"/>
                  </a:lnTo>
                  <a:lnTo>
                    <a:pt x="40" y="16"/>
                  </a:lnTo>
                  <a:lnTo>
                    <a:pt x="37" y="9"/>
                  </a:lnTo>
                  <a:lnTo>
                    <a:pt x="37" y="9"/>
                  </a:lnTo>
                  <a:lnTo>
                    <a:pt x="26" y="9"/>
                  </a:lnTo>
                  <a:lnTo>
                    <a:pt x="26" y="9"/>
                  </a:lnTo>
                  <a:lnTo>
                    <a:pt x="31" y="15"/>
                  </a:lnTo>
                  <a:lnTo>
                    <a:pt x="35" y="20"/>
                  </a:lnTo>
                  <a:lnTo>
                    <a:pt x="33" y="20"/>
                  </a:lnTo>
                  <a:lnTo>
                    <a:pt x="31" y="22"/>
                  </a:lnTo>
                  <a:lnTo>
                    <a:pt x="24" y="16"/>
                  </a:lnTo>
                  <a:lnTo>
                    <a:pt x="24" y="16"/>
                  </a:lnTo>
                  <a:lnTo>
                    <a:pt x="18" y="16"/>
                  </a:lnTo>
                  <a:lnTo>
                    <a:pt x="17" y="18"/>
                  </a:lnTo>
                  <a:lnTo>
                    <a:pt x="17" y="18"/>
                  </a:lnTo>
                  <a:lnTo>
                    <a:pt x="17" y="18"/>
                  </a:lnTo>
                  <a:lnTo>
                    <a:pt x="15" y="18"/>
                  </a:lnTo>
                  <a:lnTo>
                    <a:pt x="15" y="20"/>
                  </a:lnTo>
                  <a:lnTo>
                    <a:pt x="17" y="24"/>
                  </a:lnTo>
                  <a:lnTo>
                    <a:pt x="17" y="24"/>
                  </a:lnTo>
                  <a:lnTo>
                    <a:pt x="15" y="26"/>
                  </a:lnTo>
                  <a:lnTo>
                    <a:pt x="11" y="26"/>
                  </a:lnTo>
                  <a:lnTo>
                    <a:pt x="8" y="29"/>
                  </a:lnTo>
                  <a:lnTo>
                    <a:pt x="8" y="29"/>
                  </a:lnTo>
                  <a:lnTo>
                    <a:pt x="6" y="29"/>
                  </a:lnTo>
                  <a:lnTo>
                    <a:pt x="4" y="31"/>
                  </a:lnTo>
                  <a:lnTo>
                    <a:pt x="0" y="33"/>
                  </a:lnTo>
                  <a:lnTo>
                    <a:pt x="0" y="33"/>
                  </a:lnTo>
                  <a:lnTo>
                    <a:pt x="6" y="35"/>
                  </a:lnTo>
                  <a:lnTo>
                    <a:pt x="11" y="36"/>
                  </a:lnTo>
                  <a:lnTo>
                    <a:pt x="11" y="36"/>
                  </a:lnTo>
                  <a:lnTo>
                    <a:pt x="18" y="31"/>
                  </a:lnTo>
                  <a:lnTo>
                    <a:pt x="26" y="26"/>
                  </a:lnTo>
                  <a:lnTo>
                    <a:pt x="26" y="26"/>
                  </a:lnTo>
                  <a:lnTo>
                    <a:pt x="31" y="26"/>
                  </a:lnTo>
                  <a:lnTo>
                    <a:pt x="31" y="27"/>
                  </a:lnTo>
                  <a:lnTo>
                    <a:pt x="29" y="31"/>
                  </a:lnTo>
                  <a:lnTo>
                    <a:pt x="28" y="33"/>
                  </a:lnTo>
                  <a:lnTo>
                    <a:pt x="28" y="36"/>
                  </a:lnTo>
                  <a:lnTo>
                    <a:pt x="29" y="38"/>
                  </a:lnTo>
                  <a:lnTo>
                    <a:pt x="33" y="40"/>
                  </a:lnTo>
                  <a:lnTo>
                    <a:pt x="33" y="40"/>
                  </a:lnTo>
                  <a:lnTo>
                    <a:pt x="26" y="42"/>
                  </a:lnTo>
                  <a:lnTo>
                    <a:pt x="18" y="40"/>
                  </a:lnTo>
                  <a:lnTo>
                    <a:pt x="18" y="40"/>
                  </a:lnTo>
                  <a:lnTo>
                    <a:pt x="17" y="46"/>
                  </a:lnTo>
                  <a:lnTo>
                    <a:pt x="17" y="46"/>
                  </a:lnTo>
                  <a:lnTo>
                    <a:pt x="4" y="47"/>
                  </a:lnTo>
                  <a:lnTo>
                    <a:pt x="8" y="53"/>
                  </a:lnTo>
                  <a:lnTo>
                    <a:pt x="8" y="53"/>
                  </a:lnTo>
                  <a:lnTo>
                    <a:pt x="17" y="51"/>
                  </a:lnTo>
                  <a:lnTo>
                    <a:pt x="22" y="49"/>
                  </a:lnTo>
                  <a:lnTo>
                    <a:pt x="29" y="51"/>
                  </a:lnTo>
                  <a:lnTo>
                    <a:pt x="29" y="51"/>
                  </a:lnTo>
                  <a:lnTo>
                    <a:pt x="31" y="53"/>
                  </a:lnTo>
                  <a:lnTo>
                    <a:pt x="35" y="56"/>
                  </a:lnTo>
                  <a:lnTo>
                    <a:pt x="40" y="62"/>
                  </a:lnTo>
                  <a:lnTo>
                    <a:pt x="40" y="62"/>
                  </a:lnTo>
                  <a:lnTo>
                    <a:pt x="24" y="67"/>
                  </a:lnTo>
                  <a:lnTo>
                    <a:pt x="24" y="67"/>
                  </a:lnTo>
                  <a:lnTo>
                    <a:pt x="29" y="75"/>
                  </a:lnTo>
                  <a:lnTo>
                    <a:pt x="29" y="75"/>
                  </a:lnTo>
                  <a:lnTo>
                    <a:pt x="33" y="73"/>
                  </a:lnTo>
                  <a:lnTo>
                    <a:pt x="39" y="73"/>
                  </a:lnTo>
                  <a:lnTo>
                    <a:pt x="39" y="73"/>
                  </a:lnTo>
                  <a:lnTo>
                    <a:pt x="40" y="71"/>
                  </a:lnTo>
                  <a:lnTo>
                    <a:pt x="44" y="69"/>
                  </a:lnTo>
                  <a:lnTo>
                    <a:pt x="48" y="69"/>
                  </a:lnTo>
                  <a:lnTo>
                    <a:pt x="48" y="69"/>
                  </a:lnTo>
                  <a:lnTo>
                    <a:pt x="66" y="75"/>
                  </a:lnTo>
                  <a:lnTo>
                    <a:pt x="66" y="75"/>
                  </a:lnTo>
                  <a:lnTo>
                    <a:pt x="66" y="78"/>
                  </a:lnTo>
                  <a:lnTo>
                    <a:pt x="66" y="80"/>
                  </a:lnTo>
                  <a:lnTo>
                    <a:pt x="62" y="80"/>
                  </a:lnTo>
                  <a:lnTo>
                    <a:pt x="62" y="80"/>
                  </a:lnTo>
                  <a:lnTo>
                    <a:pt x="60" y="84"/>
                  </a:lnTo>
                  <a:lnTo>
                    <a:pt x="95" y="84"/>
                  </a:lnTo>
                  <a:lnTo>
                    <a:pt x="95" y="84"/>
                  </a:lnTo>
                  <a:lnTo>
                    <a:pt x="99" y="80"/>
                  </a:lnTo>
                  <a:lnTo>
                    <a:pt x="99" y="77"/>
                  </a:lnTo>
                  <a:lnTo>
                    <a:pt x="97" y="77"/>
                  </a:lnTo>
                  <a:lnTo>
                    <a:pt x="95" y="69"/>
                  </a:lnTo>
                  <a:lnTo>
                    <a:pt x="95" y="69"/>
                  </a:lnTo>
                  <a:lnTo>
                    <a:pt x="102" y="73"/>
                  </a:lnTo>
                  <a:lnTo>
                    <a:pt x="106" y="75"/>
                  </a:lnTo>
                  <a:lnTo>
                    <a:pt x="110" y="75"/>
                  </a:lnTo>
                  <a:lnTo>
                    <a:pt x="110" y="75"/>
                  </a:lnTo>
                  <a:lnTo>
                    <a:pt x="113" y="73"/>
                  </a:lnTo>
                  <a:lnTo>
                    <a:pt x="115" y="71"/>
                  </a:lnTo>
                  <a:lnTo>
                    <a:pt x="117" y="69"/>
                  </a:lnTo>
                  <a:lnTo>
                    <a:pt x="117" y="69"/>
                  </a:lnTo>
                  <a:lnTo>
                    <a:pt x="119" y="71"/>
                  </a:lnTo>
                  <a:lnTo>
                    <a:pt x="119" y="73"/>
                  </a:lnTo>
                  <a:lnTo>
                    <a:pt x="122" y="73"/>
                  </a:lnTo>
                  <a:lnTo>
                    <a:pt x="122" y="73"/>
                  </a:lnTo>
                  <a:lnTo>
                    <a:pt x="128" y="67"/>
                  </a:lnTo>
                  <a:lnTo>
                    <a:pt x="131" y="64"/>
                  </a:lnTo>
                  <a:lnTo>
                    <a:pt x="133" y="62"/>
                  </a:lnTo>
                  <a:lnTo>
                    <a:pt x="133" y="62"/>
                  </a:lnTo>
                  <a:lnTo>
                    <a:pt x="137" y="64"/>
                  </a:lnTo>
                  <a:lnTo>
                    <a:pt x="141" y="62"/>
                  </a:lnTo>
                  <a:lnTo>
                    <a:pt x="141" y="62"/>
                  </a:lnTo>
                  <a:lnTo>
                    <a:pt x="146" y="58"/>
                  </a:lnTo>
                  <a:lnTo>
                    <a:pt x="152" y="55"/>
                  </a:lnTo>
                  <a:lnTo>
                    <a:pt x="159" y="44"/>
                  </a:lnTo>
                  <a:lnTo>
                    <a:pt x="159" y="44"/>
                  </a:lnTo>
                  <a:lnTo>
                    <a:pt x="157" y="44"/>
                  </a:lnTo>
                  <a:lnTo>
                    <a:pt x="157" y="46"/>
                  </a:lnTo>
                  <a:lnTo>
                    <a:pt x="161" y="46"/>
                  </a:lnTo>
                  <a:lnTo>
                    <a:pt x="161" y="46"/>
                  </a:lnTo>
                  <a:lnTo>
                    <a:pt x="161" y="47"/>
                  </a:lnTo>
                  <a:lnTo>
                    <a:pt x="162" y="47"/>
                  </a:lnTo>
                  <a:lnTo>
                    <a:pt x="166" y="46"/>
                  </a:lnTo>
                  <a:lnTo>
                    <a:pt x="166" y="46"/>
                  </a:lnTo>
                  <a:lnTo>
                    <a:pt x="162" y="29"/>
                  </a:lnTo>
                  <a:lnTo>
                    <a:pt x="162" y="29"/>
                  </a:lnTo>
                  <a:lnTo>
                    <a:pt x="157" y="26"/>
                  </a:lnTo>
                  <a:lnTo>
                    <a:pt x="153" y="24"/>
                  </a:lnTo>
                  <a:lnTo>
                    <a:pt x="153" y="24"/>
                  </a:lnTo>
                  <a:lnTo>
                    <a:pt x="152" y="24"/>
                  </a:lnTo>
                  <a:lnTo>
                    <a:pt x="150" y="27"/>
                  </a:lnTo>
                  <a:lnTo>
                    <a:pt x="148" y="29"/>
                  </a:lnTo>
                  <a:lnTo>
                    <a:pt x="146" y="29"/>
                  </a:lnTo>
                  <a:lnTo>
                    <a:pt x="146" y="29"/>
                  </a:lnTo>
                  <a:lnTo>
                    <a:pt x="146" y="27"/>
                  </a:lnTo>
                  <a:lnTo>
                    <a:pt x="146" y="24"/>
                  </a:lnTo>
                  <a:lnTo>
                    <a:pt x="148" y="22"/>
                  </a:lnTo>
                  <a:lnTo>
                    <a:pt x="148" y="22"/>
                  </a:lnTo>
                  <a:lnTo>
                    <a:pt x="150" y="20"/>
                  </a:lnTo>
                  <a:lnTo>
                    <a:pt x="148" y="16"/>
                  </a:lnTo>
                  <a:lnTo>
                    <a:pt x="144" y="15"/>
                  </a:lnTo>
                  <a:lnTo>
                    <a:pt x="144" y="15"/>
                  </a:lnTo>
                  <a:lnTo>
                    <a:pt x="152" y="7"/>
                  </a:lnTo>
                  <a:lnTo>
                    <a:pt x="152" y="7"/>
                  </a:lnTo>
                  <a:lnTo>
                    <a:pt x="153" y="5"/>
                  </a:lnTo>
                  <a:lnTo>
                    <a:pt x="150" y="5"/>
                  </a:lnTo>
                  <a:lnTo>
                    <a:pt x="141" y="9"/>
                  </a:lnTo>
                  <a:lnTo>
                    <a:pt x="141" y="9"/>
                  </a:lnTo>
                  <a:lnTo>
                    <a:pt x="142" y="11"/>
                  </a:lnTo>
                  <a:lnTo>
                    <a:pt x="142" y="11"/>
                  </a:lnTo>
                  <a:lnTo>
                    <a:pt x="139" y="11"/>
                  </a:lnTo>
                  <a:lnTo>
                    <a:pt x="139" y="11"/>
                  </a:lnTo>
                  <a:lnTo>
                    <a:pt x="135" y="7"/>
                  </a:lnTo>
                  <a:lnTo>
                    <a:pt x="133" y="4"/>
                  </a:lnTo>
                  <a:lnTo>
                    <a:pt x="131" y="2"/>
                  </a:lnTo>
                  <a:lnTo>
                    <a:pt x="124" y="2"/>
                  </a:lnTo>
                  <a:lnTo>
                    <a:pt x="124" y="2"/>
                  </a:lnTo>
                  <a:close/>
                  <a:moveTo>
                    <a:pt x="18" y="0"/>
                  </a:moveTo>
                  <a:lnTo>
                    <a:pt x="18" y="4"/>
                  </a:lnTo>
                  <a:lnTo>
                    <a:pt x="18" y="4"/>
                  </a:lnTo>
                  <a:lnTo>
                    <a:pt x="33" y="4"/>
                  </a:lnTo>
                  <a:lnTo>
                    <a:pt x="33" y="4"/>
                  </a:lnTo>
                  <a:lnTo>
                    <a:pt x="31" y="0"/>
                  </a:lnTo>
                  <a:lnTo>
                    <a:pt x="31" y="0"/>
                  </a:lnTo>
                  <a:lnTo>
                    <a:pt x="26" y="0"/>
                  </a:lnTo>
                  <a:lnTo>
                    <a:pt x="18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86" name="Freeform 269">
              <a:extLst>
                <a:ext uri="{FF2B5EF4-FFF2-40B4-BE49-F238E27FC236}">
                  <a16:creationId xmlns:a16="http://schemas.microsoft.com/office/drawing/2014/main" id="{2A76CE03-A6E4-4E42-9544-580AD4F7EBBE}"/>
                </a:ext>
              </a:extLst>
            </p:cNvPr>
            <p:cNvSpPr>
              <a:spLocks/>
            </p:cNvSpPr>
            <p:nvPr/>
          </p:nvSpPr>
          <p:spPr bwMode="auto">
            <a:xfrm>
              <a:off x="5944267" y="2552545"/>
              <a:ext cx="167580" cy="112708"/>
            </a:xfrm>
            <a:custGeom>
              <a:avLst/>
              <a:gdLst>
                <a:gd name="T0" fmla="*/ 78 w 113"/>
                <a:gd name="T1" fmla="*/ 65 h 76"/>
                <a:gd name="T2" fmla="*/ 84 w 113"/>
                <a:gd name="T3" fmla="*/ 65 h 76"/>
                <a:gd name="T4" fmla="*/ 89 w 113"/>
                <a:gd name="T5" fmla="*/ 62 h 76"/>
                <a:gd name="T6" fmla="*/ 95 w 113"/>
                <a:gd name="T7" fmla="*/ 56 h 76"/>
                <a:gd name="T8" fmla="*/ 98 w 113"/>
                <a:gd name="T9" fmla="*/ 40 h 76"/>
                <a:gd name="T10" fmla="*/ 102 w 113"/>
                <a:gd name="T11" fmla="*/ 27 h 76"/>
                <a:gd name="T12" fmla="*/ 109 w 113"/>
                <a:gd name="T13" fmla="*/ 24 h 76"/>
                <a:gd name="T14" fmla="*/ 111 w 113"/>
                <a:gd name="T15" fmla="*/ 18 h 76"/>
                <a:gd name="T16" fmla="*/ 113 w 113"/>
                <a:gd name="T17" fmla="*/ 3 h 76"/>
                <a:gd name="T18" fmla="*/ 109 w 113"/>
                <a:gd name="T19" fmla="*/ 3 h 76"/>
                <a:gd name="T20" fmla="*/ 104 w 113"/>
                <a:gd name="T21" fmla="*/ 2 h 76"/>
                <a:gd name="T22" fmla="*/ 100 w 113"/>
                <a:gd name="T23" fmla="*/ 0 h 76"/>
                <a:gd name="T24" fmla="*/ 93 w 113"/>
                <a:gd name="T25" fmla="*/ 0 h 76"/>
                <a:gd name="T26" fmla="*/ 80 w 113"/>
                <a:gd name="T27" fmla="*/ 2 h 76"/>
                <a:gd name="T28" fmla="*/ 75 w 113"/>
                <a:gd name="T29" fmla="*/ 5 h 76"/>
                <a:gd name="T30" fmla="*/ 73 w 113"/>
                <a:gd name="T31" fmla="*/ 7 h 76"/>
                <a:gd name="T32" fmla="*/ 69 w 113"/>
                <a:gd name="T33" fmla="*/ 7 h 76"/>
                <a:gd name="T34" fmla="*/ 67 w 113"/>
                <a:gd name="T35" fmla="*/ 5 h 76"/>
                <a:gd name="T36" fmla="*/ 62 w 113"/>
                <a:gd name="T37" fmla="*/ 3 h 76"/>
                <a:gd name="T38" fmla="*/ 55 w 113"/>
                <a:gd name="T39" fmla="*/ 5 h 76"/>
                <a:gd name="T40" fmla="*/ 45 w 113"/>
                <a:gd name="T41" fmla="*/ 7 h 76"/>
                <a:gd name="T42" fmla="*/ 47 w 113"/>
                <a:gd name="T43" fmla="*/ 14 h 76"/>
                <a:gd name="T44" fmla="*/ 38 w 113"/>
                <a:gd name="T45" fmla="*/ 13 h 76"/>
                <a:gd name="T46" fmla="*/ 29 w 113"/>
                <a:gd name="T47" fmla="*/ 11 h 76"/>
                <a:gd name="T48" fmla="*/ 24 w 113"/>
                <a:gd name="T49" fmla="*/ 13 h 76"/>
                <a:gd name="T50" fmla="*/ 18 w 113"/>
                <a:gd name="T51" fmla="*/ 9 h 76"/>
                <a:gd name="T52" fmla="*/ 14 w 113"/>
                <a:gd name="T53" fmla="*/ 5 h 76"/>
                <a:gd name="T54" fmla="*/ 9 w 113"/>
                <a:gd name="T55" fmla="*/ 9 h 76"/>
                <a:gd name="T56" fmla="*/ 9 w 113"/>
                <a:gd name="T57" fmla="*/ 13 h 76"/>
                <a:gd name="T58" fmla="*/ 9 w 113"/>
                <a:gd name="T59" fmla="*/ 22 h 76"/>
                <a:gd name="T60" fmla="*/ 5 w 113"/>
                <a:gd name="T61" fmla="*/ 24 h 76"/>
                <a:gd name="T62" fmla="*/ 4 w 113"/>
                <a:gd name="T63" fmla="*/ 24 h 76"/>
                <a:gd name="T64" fmla="*/ 0 w 113"/>
                <a:gd name="T65" fmla="*/ 29 h 76"/>
                <a:gd name="T66" fmla="*/ 2 w 113"/>
                <a:gd name="T67" fmla="*/ 31 h 76"/>
                <a:gd name="T68" fmla="*/ 4 w 113"/>
                <a:gd name="T69" fmla="*/ 34 h 76"/>
                <a:gd name="T70" fmla="*/ 4 w 113"/>
                <a:gd name="T71" fmla="*/ 40 h 76"/>
                <a:gd name="T72" fmla="*/ 7 w 113"/>
                <a:gd name="T73" fmla="*/ 44 h 76"/>
                <a:gd name="T74" fmla="*/ 14 w 113"/>
                <a:gd name="T75" fmla="*/ 51 h 76"/>
                <a:gd name="T76" fmla="*/ 14 w 113"/>
                <a:gd name="T77" fmla="*/ 54 h 76"/>
                <a:gd name="T78" fmla="*/ 24 w 113"/>
                <a:gd name="T79" fmla="*/ 65 h 76"/>
                <a:gd name="T80" fmla="*/ 33 w 113"/>
                <a:gd name="T81" fmla="*/ 71 h 76"/>
                <a:gd name="T82" fmla="*/ 38 w 113"/>
                <a:gd name="T83" fmla="*/ 73 h 76"/>
                <a:gd name="T84" fmla="*/ 45 w 113"/>
                <a:gd name="T85" fmla="*/ 76 h 76"/>
                <a:gd name="T86" fmla="*/ 51 w 113"/>
                <a:gd name="T87" fmla="*/ 75 h 76"/>
                <a:gd name="T88" fmla="*/ 56 w 113"/>
                <a:gd name="T89" fmla="*/ 73 h 76"/>
                <a:gd name="T90" fmla="*/ 58 w 113"/>
                <a:gd name="T91" fmla="*/ 69 h 76"/>
                <a:gd name="T92" fmla="*/ 64 w 113"/>
                <a:gd name="T93" fmla="*/ 65 h 76"/>
                <a:gd name="T94" fmla="*/ 71 w 113"/>
                <a:gd name="T95" fmla="*/ 65 h 76"/>
                <a:gd name="T96" fmla="*/ 78 w 113"/>
                <a:gd name="T97" fmla="*/ 65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13" h="76">
                  <a:moveTo>
                    <a:pt x="78" y="65"/>
                  </a:moveTo>
                  <a:lnTo>
                    <a:pt x="78" y="65"/>
                  </a:lnTo>
                  <a:lnTo>
                    <a:pt x="84" y="65"/>
                  </a:lnTo>
                  <a:lnTo>
                    <a:pt x="84" y="65"/>
                  </a:lnTo>
                  <a:lnTo>
                    <a:pt x="86" y="64"/>
                  </a:lnTo>
                  <a:lnTo>
                    <a:pt x="89" y="62"/>
                  </a:lnTo>
                  <a:lnTo>
                    <a:pt x="95" y="56"/>
                  </a:lnTo>
                  <a:lnTo>
                    <a:pt x="95" y="56"/>
                  </a:lnTo>
                  <a:lnTo>
                    <a:pt x="96" y="47"/>
                  </a:lnTo>
                  <a:lnTo>
                    <a:pt x="98" y="40"/>
                  </a:lnTo>
                  <a:lnTo>
                    <a:pt x="98" y="33"/>
                  </a:lnTo>
                  <a:lnTo>
                    <a:pt x="102" y="27"/>
                  </a:lnTo>
                  <a:lnTo>
                    <a:pt x="102" y="27"/>
                  </a:lnTo>
                  <a:lnTo>
                    <a:pt x="109" y="24"/>
                  </a:lnTo>
                  <a:lnTo>
                    <a:pt x="111" y="22"/>
                  </a:lnTo>
                  <a:lnTo>
                    <a:pt x="111" y="18"/>
                  </a:lnTo>
                  <a:lnTo>
                    <a:pt x="111" y="18"/>
                  </a:lnTo>
                  <a:lnTo>
                    <a:pt x="113" y="3"/>
                  </a:lnTo>
                  <a:lnTo>
                    <a:pt x="113" y="3"/>
                  </a:lnTo>
                  <a:lnTo>
                    <a:pt x="109" y="3"/>
                  </a:lnTo>
                  <a:lnTo>
                    <a:pt x="104" y="2"/>
                  </a:lnTo>
                  <a:lnTo>
                    <a:pt x="104" y="2"/>
                  </a:lnTo>
                  <a:lnTo>
                    <a:pt x="102" y="0"/>
                  </a:lnTo>
                  <a:lnTo>
                    <a:pt x="100" y="0"/>
                  </a:lnTo>
                  <a:lnTo>
                    <a:pt x="93" y="0"/>
                  </a:lnTo>
                  <a:lnTo>
                    <a:pt x="93" y="0"/>
                  </a:lnTo>
                  <a:lnTo>
                    <a:pt x="86" y="0"/>
                  </a:lnTo>
                  <a:lnTo>
                    <a:pt x="80" y="2"/>
                  </a:lnTo>
                  <a:lnTo>
                    <a:pt x="80" y="2"/>
                  </a:lnTo>
                  <a:lnTo>
                    <a:pt x="75" y="5"/>
                  </a:lnTo>
                  <a:lnTo>
                    <a:pt x="73" y="7"/>
                  </a:lnTo>
                  <a:lnTo>
                    <a:pt x="73" y="7"/>
                  </a:lnTo>
                  <a:lnTo>
                    <a:pt x="71" y="7"/>
                  </a:lnTo>
                  <a:lnTo>
                    <a:pt x="69" y="7"/>
                  </a:lnTo>
                  <a:lnTo>
                    <a:pt x="67" y="5"/>
                  </a:lnTo>
                  <a:lnTo>
                    <a:pt x="67" y="5"/>
                  </a:lnTo>
                  <a:lnTo>
                    <a:pt x="64" y="3"/>
                  </a:lnTo>
                  <a:lnTo>
                    <a:pt x="62" y="3"/>
                  </a:lnTo>
                  <a:lnTo>
                    <a:pt x="55" y="5"/>
                  </a:lnTo>
                  <a:lnTo>
                    <a:pt x="55" y="5"/>
                  </a:lnTo>
                  <a:lnTo>
                    <a:pt x="47" y="7"/>
                  </a:lnTo>
                  <a:lnTo>
                    <a:pt x="45" y="7"/>
                  </a:lnTo>
                  <a:lnTo>
                    <a:pt x="47" y="14"/>
                  </a:lnTo>
                  <a:lnTo>
                    <a:pt x="47" y="14"/>
                  </a:lnTo>
                  <a:lnTo>
                    <a:pt x="47" y="14"/>
                  </a:lnTo>
                  <a:lnTo>
                    <a:pt x="38" y="13"/>
                  </a:lnTo>
                  <a:lnTo>
                    <a:pt x="38" y="13"/>
                  </a:lnTo>
                  <a:lnTo>
                    <a:pt x="29" y="11"/>
                  </a:lnTo>
                  <a:lnTo>
                    <a:pt x="24" y="13"/>
                  </a:lnTo>
                  <a:lnTo>
                    <a:pt x="24" y="13"/>
                  </a:lnTo>
                  <a:lnTo>
                    <a:pt x="20" y="11"/>
                  </a:lnTo>
                  <a:lnTo>
                    <a:pt x="18" y="9"/>
                  </a:lnTo>
                  <a:lnTo>
                    <a:pt x="14" y="5"/>
                  </a:lnTo>
                  <a:lnTo>
                    <a:pt x="14" y="5"/>
                  </a:lnTo>
                  <a:lnTo>
                    <a:pt x="11" y="7"/>
                  </a:lnTo>
                  <a:lnTo>
                    <a:pt x="9" y="9"/>
                  </a:lnTo>
                  <a:lnTo>
                    <a:pt x="9" y="13"/>
                  </a:lnTo>
                  <a:lnTo>
                    <a:pt x="9" y="13"/>
                  </a:lnTo>
                  <a:lnTo>
                    <a:pt x="9" y="18"/>
                  </a:lnTo>
                  <a:lnTo>
                    <a:pt x="9" y="22"/>
                  </a:lnTo>
                  <a:lnTo>
                    <a:pt x="7" y="24"/>
                  </a:lnTo>
                  <a:lnTo>
                    <a:pt x="5" y="24"/>
                  </a:lnTo>
                  <a:lnTo>
                    <a:pt x="5" y="24"/>
                  </a:lnTo>
                  <a:lnTo>
                    <a:pt x="4" y="24"/>
                  </a:lnTo>
                  <a:lnTo>
                    <a:pt x="2" y="25"/>
                  </a:lnTo>
                  <a:lnTo>
                    <a:pt x="0" y="29"/>
                  </a:lnTo>
                  <a:lnTo>
                    <a:pt x="0" y="29"/>
                  </a:lnTo>
                  <a:lnTo>
                    <a:pt x="2" y="31"/>
                  </a:lnTo>
                  <a:lnTo>
                    <a:pt x="4" y="34"/>
                  </a:lnTo>
                  <a:lnTo>
                    <a:pt x="4" y="34"/>
                  </a:lnTo>
                  <a:lnTo>
                    <a:pt x="4" y="38"/>
                  </a:lnTo>
                  <a:lnTo>
                    <a:pt x="4" y="40"/>
                  </a:lnTo>
                  <a:lnTo>
                    <a:pt x="4" y="40"/>
                  </a:lnTo>
                  <a:lnTo>
                    <a:pt x="7" y="44"/>
                  </a:lnTo>
                  <a:lnTo>
                    <a:pt x="11" y="47"/>
                  </a:lnTo>
                  <a:lnTo>
                    <a:pt x="14" y="51"/>
                  </a:lnTo>
                  <a:lnTo>
                    <a:pt x="14" y="51"/>
                  </a:lnTo>
                  <a:lnTo>
                    <a:pt x="14" y="54"/>
                  </a:lnTo>
                  <a:lnTo>
                    <a:pt x="16" y="58"/>
                  </a:lnTo>
                  <a:lnTo>
                    <a:pt x="24" y="65"/>
                  </a:lnTo>
                  <a:lnTo>
                    <a:pt x="24" y="65"/>
                  </a:lnTo>
                  <a:lnTo>
                    <a:pt x="33" y="71"/>
                  </a:lnTo>
                  <a:lnTo>
                    <a:pt x="38" y="73"/>
                  </a:lnTo>
                  <a:lnTo>
                    <a:pt x="38" y="73"/>
                  </a:lnTo>
                  <a:lnTo>
                    <a:pt x="42" y="75"/>
                  </a:lnTo>
                  <a:lnTo>
                    <a:pt x="45" y="76"/>
                  </a:lnTo>
                  <a:lnTo>
                    <a:pt x="49" y="75"/>
                  </a:lnTo>
                  <a:lnTo>
                    <a:pt x="51" y="75"/>
                  </a:lnTo>
                  <a:lnTo>
                    <a:pt x="51" y="75"/>
                  </a:lnTo>
                  <a:lnTo>
                    <a:pt x="56" y="73"/>
                  </a:lnTo>
                  <a:lnTo>
                    <a:pt x="58" y="69"/>
                  </a:lnTo>
                  <a:lnTo>
                    <a:pt x="58" y="69"/>
                  </a:lnTo>
                  <a:lnTo>
                    <a:pt x="60" y="67"/>
                  </a:lnTo>
                  <a:lnTo>
                    <a:pt x="64" y="65"/>
                  </a:lnTo>
                  <a:lnTo>
                    <a:pt x="71" y="65"/>
                  </a:lnTo>
                  <a:lnTo>
                    <a:pt x="71" y="65"/>
                  </a:lnTo>
                  <a:lnTo>
                    <a:pt x="78" y="65"/>
                  </a:lnTo>
                  <a:lnTo>
                    <a:pt x="78" y="6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87" name="Freeform 270">
              <a:extLst>
                <a:ext uri="{FF2B5EF4-FFF2-40B4-BE49-F238E27FC236}">
                  <a16:creationId xmlns:a16="http://schemas.microsoft.com/office/drawing/2014/main" id="{17027B0E-26C0-48AC-8C8E-E9D5ECDB61E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5785" y="3581750"/>
              <a:ext cx="145334" cy="83048"/>
            </a:xfrm>
            <a:custGeom>
              <a:avLst/>
              <a:gdLst>
                <a:gd name="T0" fmla="*/ 98 w 98"/>
                <a:gd name="T1" fmla="*/ 20 h 56"/>
                <a:gd name="T2" fmla="*/ 87 w 98"/>
                <a:gd name="T3" fmla="*/ 16 h 56"/>
                <a:gd name="T4" fmla="*/ 82 w 98"/>
                <a:gd name="T5" fmla="*/ 4 h 56"/>
                <a:gd name="T6" fmla="*/ 71 w 98"/>
                <a:gd name="T7" fmla="*/ 2 h 56"/>
                <a:gd name="T8" fmla="*/ 60 w 98"/>
                <a:gd name="T9" fmla="*/ 0 h 56"/>
                <a:gd name="T10" fmla="*/ 49 w 98"/>
                <a:gd name="T11" fmla="*/ 4 h 56"/>
                <a:gd name="T12" fmla="*/ 40 w 98"/>
                <a:gd name="T13" fmla="*/ 7 h 56"/>
                <a:gd name="T14" fmla="*/ 14 w 98"/>
                <a:gd name="T15" fmla="*/ 7 h 56"/>
                <a:gd name="T16" fmla="*/ 14 w 98"/>
                <a:gd name="T17" fmla="*/ 7 h 56"/>
                <a:gd name="T18" fmla="*/ 9 w 98"/>
                <a:gd name="T19" fmla="*/ 11 h 56"/>
                <a:gd name="T20" fmla="*/ 3 w 98"/>
                <a:gd name="T21" fmla="*/ 13 h 56"/>
                <a:gd name="T22" fmla="*/ 3 w 98"/>
                <a:gd name="T23" fmla="*/ 16 h 56"/>
                <a:gd name="T24" fmla="*/ 0 w 98"/>
                <a:gd name="T25" fmla="*/ 27 h 56"/>
                <a:gd name="T26" fmla="*/ 5 w 98"/>
                <a:gd name="T27" fmla="*/ 29 h 56"/>
                <a:gd name="T28" fmla="*/ 14 w 98"/>
                <a:gd name="T29" fmla="*/ 33 h 56"/>
                <a:gd name="T30" fmla="*/ 23 w 98"/>
                <a:gd name="T31" fmla="*/ 36 h 56"/>
                <a:gd name="T32" fmla="*/ 29 w 98"/>
                <a:gd name="T33" fmla="*/ 38 h 56"/>
                <a:gd name="T34" fmla="*/ 31 w 98"/>
                <a:gd name="T35" fmla="*/ 51 h 56"/>
                <a:gd name="T36" fmla="*/ 34 w 98"/>
                <a:gd name="T37" fmla="*/ 56 h 56"/>
                <a:gd name="T38" fmla="*/ 36 w 98"/>
                <a:gd name="T39" fmla="*/ 56 h 56"/>
                <a:gd name="T40" fmla="*/ 40 w 98"/>
                <a:gd name="T41" fmla="*/ 55 h 56"/>
                <a:gd name="T42" fmla="*/ 40 w 98"/>
                <a:gd name="T43" fmla="*/ 45 h 56"/>
                <a:gd name="T44" fmla="*/ 40 w 98"/>
                <a:gd name="T45" fmla="*/ 40 h 56"/>
                <a:gd name="T46" fmla="*/ 51 w 98"/>
                <a:gd name="T47" fmla="*/ 35 h 56"/>
                <a:gd name="T48" fmla="*/ 60 w 98"/>
                <a:gd name="T49" fmla="*/ 36 h 56"/>
                <a:gd name="T50" fmla="*/ 62 w 98"/>
                <a:gd name="T51" fmla="*/ 38 h 56"/>
                <a:gd name="T52" fmla="*/ 69 w 98"/>
                <a:gd name="T53" fmla="*/ 36 h 56"/>
                <a:gd name="T54" fmla="*/ 76 w 98"/>
                <a:gd name="T55" fmla="*/ 35 h 56"/>
                <a:gd name="T56" fmla="*/ 80 w 98"/>
                <a:gd name="T57" fmla="*/ 31 h 56"/>
                <a:gd name="T58" fmla="*/ 80 w 98"/>
                <a:gd name="T59" fmla="*/ 29 h 56"/>
                <a:gd name="T60" fmla="*/ 85 w 98"/>
                <a:gd name="T61" fmla="*/ 24 h 56"/>
                <a:gd name="T62" fmla="*/ 98 w 98"/>
                <a:gd name="T63" fmla="*/ 2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8" h="56">
                  <a:moveTo>
                    <a:pt x="98" y="20"/>
                  </a:moveTo>
                  <a:lnTo>
                    <a:pt x="98" y="20"/>
                  </a:lnTo>
                  <a:lnTo>
                    <a:pt x="87" y="16"/>
                  </a:lnTo>
                  <a:lnTo>
                    <a:pt x="87" y="16"/>
                  </a:lnTo>
                  <a:lnTo>
                    <a:pt x="83" y="11"/>
                  </a:lnTo>
                  <a:lnTo>
                    <a:pt x="82" y="4"/>
                  </a:lnTo>
                  <a:lnTo>
                    <a:pt x="82" y="4"/>
                  </a:lnTo>
                  <a:lnTo>
                    <a:pt x="71" y="2"/>
                  </a:lnTo>
                  <a:lnTo>
                    <a:pt x="60" y="0"/>
                  </a:lnTo>
                  <a:lnTo>
                    <a:pt x="60" y="0"/>
                  </a:lnTo>
                  <a:lnTo>
                    <a:pt x="54" y="0"/>
                  </a:lnTo>
                  <a:lnTo>
                    <a:pt x="49" y="4"/>
                  </a:lnTo>
                  <a:lnTo>
                    <a:pt x="40" y="7"/>
                  </a:lnTo>
                  <a:lnTo>
                    <a:pt x="40" y="7"/>
                  </a:lnTo>
                  <a:lnTo>
                    <a:pt x="27" y="7"/>
                  </a:lnTo>
                  <a:lnTo>
                    <a:pt x="14" y="7"/>
                  </a:lnTo>
                  <a:lnTo>
                    <a:pt x="14" y="7"/>
                  </a:lnTo>
                  <a:lnTo>
                    <a:pt x="14" y="7"/>
                  </a:lnTo>
                  <a:lnTo>
                    <a:pt x="14" y="9"/>
                  </a:lnTo>
                  <a:lnTo>
                    <a:pt x="9" y="11"/>
                  </a:lnTo>
                  <a:lnTo>
                    <a:pt x="9" y="11"/>
                  </a:lnTo>
                  <a:lnTo>
                    <a:pt x="3" y="13"/>
                  </a:lnTo>
                  <a:lnTo>
                    <a:pt x="3" y="16"/>
                  </a:lnTo>
                  <a:lnTo>
                    <a:pt x="3" y="16"/>
                  </a:lnTo>
                  <a:lnTo>
                    <a:pt x="1" y="24"/>
                  </a:lnTo>
                  <a:lnTo>
                    <a:pt x="0" y="27"/>
                  </a:lnTo>
                  <a:lnTo>
                    <a:pt x="0" y="27"/>
                  </a:lnTo>
                  <a:lnTo>
                    <a:pt x="5" y="29"/>
                  </a:lnTo>
                  <a:lnTo>
                    <a:pt x="14" y="33"/>
                  </a:lnTo>
                  <a:lnTo>
                    <a:pt x="14" y="33"/>
                  </a:lnTo>
                  <a:lnTo>
                    <a:pt x="18" y="35"/>
                  </a:lnTo>
                  <a:lnTo>
                    <a:pt x="23" y="36"/>
                  </a:lnTo>
                  <a:lnTo>
                    <a:pt x="23" y="36"/>
                  </a:lnTo>
                  <a:lnTo>
                    <a:pt x="29" y="38"/>
                  </a:lnTo>
                  <a:lnTo>
                    <a:pt x="31" y="40"/>
                  </a:lnTo>
                  <a:lnTo>
                    <a:pt x="31" y="51"/>
                  </a:lnTo>
                  <a:lnTo>
                    <a:pt x="34" y="49"/>
                  </a:lnTo>
                  <a:lnTo>
                    <a:pt x="34" y="56"/>
                  </a:lnTo>
                  <a:lnTo>
                    <a:pt x="34" y="56"/>
                  </a:lnTo>
                  <a:lnTo>
                    <a:pt x="36" y="56"/>
                  </a:lnTo>
                  <a:lnTo>
                    <a:pt x="40" y="55"/>
                  </a:lnTo>
                  <a:lnTo>
                    <a:pt x="40" y="55"/>
                  </a:lnTo>
                  <a:lnTo>
                    <a:pt x="40" y="49"/>
                  </a:lnTo>
                  <a:lnTo>
                    <a:pt x="40" y="45"/>
                  </a:lnTo>
                  <a:lnTo>
                    <a:pt x="40" y="40"/>
                  </a:lnTo>
                  <a:lnTo>
                    <a:pt x="40" y="40"/>
                  </a:lnTo>
                  <a:lnTo>
                    <a:pt x="51" y="35"/>
                  </a:lnTo>
                  <a:lnTo>
                    <a:pt x="51" y="35"/>
                  </a:lnTo>
                  <a:lnTo>
                    <a:pt x="56" y="35"/>
                  </a:lnTo>
                  <a:lnTo>
                    <a:pt x="60" y="36"/>
                  </a:lnTo>
                  <a:lnTo>
                    <a:pt x="60" y="36"/>
                  </a:lnTo>
                  <a:lnTo>
                    <a:pt x="62" y="38"/>
                  </a:lnTo>
                  <a:lnTo>
                    <a:pt x="63" y="38"/>
                  </a:lnTo>
                  <a:lnTo>
                    <a:pt x="69" y="36"/>
                  </a:lnTo>
                  <a:lnTo>
                    <a:pt x="69" y="36"/>
                  </a:lnTo>
                  <a:lnTo>
                    <a:pt x="76" y="35"/>
                  </a:lnTo>
                  <a:lnTo>
                    <a:pt x="78" y="33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80" y="29"/>
                  </a:lnTo>
                  <a:lnTo>
                    <a:pt x="82" y="27"/>
                  </a:lnTo>
                  <a:lnTo>
                    <a:pt x="85" y="24"/>
                  </a:lnTo>
                  <a:lnTo>
                    <a:pt x="98" y="24"/>
                  </a:lnTo>
                  <a:lnTo>
                    <a:pt x="98" y="2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88" name="Freeform 271">
              <a:extLst>
                <a:ext uri="{FF2B5EF4-FFF2-40B4-BE49-F238E27FC236}">
                  <a16:creationId xmlns:a16="http://schemas.microsoft.com/office/drawing/2014/main" id="{2E5DFF2A-B697-4166-8819-B484B0172C7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4290" y="3470526"/>
              <a:ext cx="66736" cy="48940"/>
            </a:xfrm>
            <a:custGeom>
              <a:avLst/>
              <a:gdLst>
                <a:gd name="T0" fmla="*/ 45 w 45"/>
                <a:gd name="T1" fmla="*/ 33 h 33"/>
                <a:gd name="T2" fmla="*/ 45 w 45"/>
                <a:gd name="T3" fmla="*/ 33 h 33"/>
                <a:gd name="T4" fmla="*/ 45 w 45"/>
                <a:gd name="T5" fmla="*/ 26 h 33"/>
                <a:gd name="T6" fmla="*/ 45 w 45"/>
                <a:gd name="T7" fmla="*/ 26 h 33"/>
                <a:gd name="T8" fmla="*/ 42 w 45"/>
                <a:gd name="T9" fmla="*/ 22 h 33"/>
                <a:gd name="T10" fmla="*/ 42 w 45"/>
                <a:gd name="T11" fmla="*/ 20 h 33"/>
                <a:gd name="T12" fmla="*/ 42 w 45"/>
                <a:gd name="T13" fmla="*/ 18 h 33"/>
                <a:gd name="T14" fmla="*/ 43 w 45"/>
                <a:gd name="T15" fmla="*/ 13 h 33"/>
                <a:gd name="T16" fmla="*/ 42 w 45"/>
                <a:gd name="T17" fmla="*/ 0 h 33"/>
                <a:gd name="T18" fmla="*/ 42 w 45"/>
                <a:gd name="T19" fmla="*/ 0 h 33"/>
                <a:gd name="T20" fmla="*/ 32 w 45"/>
                <a:gd name="T21" fmla="*/ 2 h 33"/>
                <a:gd name="T22" fmla="*/ 22 w 45"/>
                <a:gd name="T23" fmla="*/ 2 h 33"/>
                <a:gd name="T24" fmla="*/ 22 w 45"/>
                <a:gd name="T25" fmla="*/ 2 h 33"/>
                <a:gd name="T26" fmla="*/ 25 w 45"/>
                <a:gd name="T27" fmla="*/ 2 h 33"/>
                <a:gd name="T28" fmla="*/ 29 w 45"/>
                <a:gd name="T29" fmla="*/ 4 h 33"/>
                <a:gd name="T30" fmla="*/ 29 w 45"/>
                <a:gd name="T31" fmla="*/ 4 h 33"/>
                <a:gd name="T32" fmla="*/ 27 w 45"/>
                <a:gd name="T33" fmla="*/ 11 h 33"/>
                <a:gd name="T34" fmla="*/ 27 w 45"/>
                <a:gd name="T35" fmla="*/ 11 h 33"/>
                <a:gd name="T36" fmla="*/ 29 w 45"/>
                <a:gd name="T37" fmla="*/ 18 h 33"/>
                <a:gd name="T38" fmla="*/ 29 w 45"/>
                <a:gd name="T39" fmla="*/ 18 h 33"/>
                <a:gd name="T40" fmla="*/ 32 w 45"/>
                <a:gd name="T41" fmla="*/ 18 h 33"/>
                <a:gd name="T42" fmla="*/ 32 w 45"/>
                <a:gd name="T43" fmla="*/ 18 h 33"/>
                <a:gd name="T44" fmla="*/ 34 w 45"/>
                <a:gd name="T45" fmla="*/ 22 h 33"/>
                <a:gd name="T46" fmla="*/ 32 w 45"/>
                <a:gd name="T47" fmla="*/ 28 h 33"/>
                <a:gd name="T48" fmla="*/ 32 w 45"/>
                <a:gd name="T49" fmla="*/ 28 h 33"/>
                <a:gd name="T50" fmla="*/ 14 w 45"/>
                <a:gd name="T51" fmla="*/ 26 h 33"/>
                <a:gd name="T52" fmla="*/ 14 w 45"/>
                <a:gd name="T53" fmla="*/ 26 h 33"/>
                <a:gd name="T54" fmla="*/ 9 w 45"/>
                <a:gd name="T55" fmla="*/ 24 h 33"/>
                <a:gd name="T56" fmla="*/ 3 w 45"/>
                <a:gd name="T57" fmla="*/ 20 h 33"/>
                <a:gd name="T58" fmla="*/ 3 w 45"/>
                <a:gd name="T59" fmla="*/ 20 h 33"/>
                <a:gd name="T60" fmla="*/ 0 w 45"/>
                <a:gd name="T61" fmla="*/ 31 h 33"/>
                <a:gd name="T62" fmla="*/ 0 w 45"/>
                <a:gd name="T63" fmla="*/ 31 h 33"/>
                <a:gd name="T64" fmla="*/ 3 w 45"/>
                <a:gd name="T65" fmla="*/ 31 h 33"/>
                <a:gd name="T66" fmla="*/ 5 w 45"/>
                <a:gd name="T67" fmla="*/ 33 h 33"/>
                <a:gd name="T68" fmla="*/ 5 w 45"/>
                <a:gd name="T69" fmla="*/ 33 h 33"/>
                <a:gd name="T70" fmla="*/ 5 w 45"/>
                <a:gd name="T71" fmla="*/ 33 h 33"/>
                <a:gd name="T72" fmla="*/ 45 w 45"/>
                <a:gd name="T73" fmla="*/ 33 h 33"/>
                <a:gd name="T74" fmla="*/ 45 w 45"/>
                <a:gd name="T75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45" h="33">
                  <a:moveTo>
                    <a:pt x="45" y="33"/>
                  </a:moveTo>
                  <a:lnTo>
                    <a:pt x="45" y="33"/>
                  </a:lnTo>
                  <a:lnTo>
                    <a:pt x="45" y="26"/>
                  </a:lnTo>
                  <a:lnTo>
                    <a:pt x="45" y="26"/>
                  </a:lnTo>
                  <a:lnTo>
                    <a:pt x="42" y="22"/>
                  </a:lnTo>
                  <a:lnTo>
                    <a:pt x="42" y="20"/>
                  </a:lnTo>
                  <a:lnTo>
                    <a:pt x="42" y="18"/>
                  </a:lnTo>
                  <a:lnTo>
                    <a:pt x="43" y="13"/>
                  </a:lnTo>
                  <a:lnTo>
                    <a:pt x="42" y="0"/>
                  </a:lnTo>
                  <a:lnTo>
                    <a:pt x="42" y="0"/>
                  </a:lnTo>
                  <a:lnTo>
                    <a:pt x="32" y="2"/>
                  </a:lnTo>
                  <a:lnTo>
                    <a:pt x="22" y="2"/>
                  </a:lnTo>
                  <a:lnTo>
                    <a:pt x="22" y="2"/>
                  </a:lnTo>
                  <a:lnTo>
                    <a:pt x="25" y="2"/>
                  </a:lnTo>
                  <a:lnTo>
                    <a:pt x="29" y="4"/>
                  </a:lnTo>
                  <a:lnTo>
                    <a:pt x="29" y="4"/>
                  </a:lnTo>
                  <a:lnTo>
                    <a:pt x="27" y="11"/>
                  </a:lnTo>
                  <a:lnTo>
                    <a:pt x="27" y="11"/>
                  </a:lnTo>
                  <a:lnTo>
                    <a:pt x="29" y="18"/>
                  </a:lnTo>
                  <a:lnTo>
                    <a:pt x="29" y="18"/>
                  </a:lnTo>
                  <a:lnTo>
                    <a:pt x="32" y="18"/>
                  </a:lnTo>
                  <a:lnTo>
                    <a:pt x="32" y="18"/>
                  </a:lnTo>
                  <a:lnTo>
                    <a:pt x="34" y="22"/>
                  </a:lnTo>
                  <a:lnTo>
                    <a:pt x="32" y="28"/>
                  </a:lnTo>
                  <a:lnTo>
                    <a:pt x="32" y="28"/>
                  </a:lnTo>
                  <a:lnTo>
                    <a:pt x="14" y="26"/>
                  </a:lnTo>
                  <a:lnTo>
                    <a:pt x="14" y="26"/>
                  </a:lnTo>
                  <a:lnTo>
                    <a:pt x="9" y="24"/>
                  </a:lnTo>
                  <a:lnTo>
                    <a:pt x="3" y="20"/>
                  </a:lnTo>
                  <a:lnTo>
                    <a:pt x="3" y="20"/>
                  </a:lnTo>
                  <a:lnTo>
                    <a:pt x="0" y="31"/>
                  </a:lnTo>
                  <a:lnTo>
                    <a:pt x="0" y="31"/>
                  </a:lnTo>
                  <a:lnTo>
                    <a:pt x="3" y="31"/>
                  </a:lnTo>
                  <a:lnTo>
                    <a:pt x="5" y="33"/>
                  </a:lnTo>
                  <a:lnTo>
                    <a:pt x="5" y="33"/>
                  </a:lnTo>
                  <a:lnTo>
                    <a:pt x="5" y="33"/>
                  </a:lnTo>
                  <a:lnTo>
                    <a:pt x="45" y="33"/>
                  </a:lnTo>
                  <a:lnTo>
                    <a:pt x="45" y="3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89" name="Freeform 272">
              <a:extLst>
                <a:ext uri="{FF2B5EF4-FFF2-40B4-BE49-F238E27FC236}">
                  <a16:creationId xmlns:a16="http://schemas.microsoft.com/office/drawing/2014/main" id="{E3A3CD5C-6F61-40A1-B8E2-A58941067BEE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0891" y="3802719"/>
              <a:ext cx="114192" cy="226900"/>
            </a:xfrm>
            <a:custGeom>
              <a:avLst/>
              <a:gdLst>
                <a:gd name="T0" fmla="*/ 77 w 77"/>
                <a:gd name="T1" fmla="*/ 44 h 153"/>
                <a:gd name="T2" fmla="*/ 75 w 77"/>
                <a:gd name="T3" fmla="*/ 39 h 153"/>
                <a:gd name="T4" fmla="*/ 68 w 77"/>
                <a:gd name="T5" fmla="*/ 39 h 153"/>
                <a:gd name="T6" fmla="*/ 57 w 77"/>
                <a:gd name="T7" fmla="*/ 33 h 153"/>
                <a:gd name="T8" fmla="*/ 53 w 77"/>
                <a:gd name="T9" fmla="*/ 39 h 153"/>
                <a:gd name="T10" fmla="*/ 49 w 77"/>
                <a:gd name="T11" fmla="*/ 42 h 153"/>
                <a:gd name="T12" fmla="*/ 46 w 77"/>
                <a:gd name="T13" fmla="*/ 44 h 153"/>
                <a:gd name="T14" fmla="*/ 53 w 77"/>
                <a:gd name="T15" fmla="*/ 17 h 153"/>
                <a:gd name="T16" fmla="*/ 46 w 77"/>
                <a:gd name="T17" fmla="*/ 17 h 153"/>
                <a:gd name="T18" fmla="*/ 38 w 77"/>
                <a:gd name="T19" fmla="*/ 9 h 153"/>
                <a:gd name="T20" fmla="*/ 33 w 77"/>
                <a:gd name="T21" fmla="*/ 2 h 153"/>
                <a:gd name="T22" fmla="*/ 27 w 77"/>
                <a:gd name="T23" fmla="*/ 8 h 153"/>
                <a:gd name="T24" fmla="*/ 24 w 77"/>
                <a:gd name="T25" fmla="*/ 11 h 153"/>
                <a:gd name="T26" fmla="*/ 11 w 77"/>
                <a:gd name="T27" fmla="*/ 15 h 153"/>
                <a:gd name="T28" fmla="*/ 9 w 77"/>
                <a:gd name="T29" fmla="*/ 19 h 153"/>
                <a:gd name="T30" fmla="*/ 13 w 77"/>
                <a:gd name="T31" fmla="*/ 22 h 153"/>
                <a:gd name="T32" fmla="*/ 17 w 77"/>
                <a:gd name="T33" fmla="*/ 29 h 153"/>
                <a:gd name="T34" fmla="*/ 22 w 77"/>
                <a:gd name="T35" fmla="*/ 31 h 153"/>
                <a:gd name="T36" fmla="*/ 20 w 77"/>
                <a:gd name="T37" fmla="*/ 37 h 153"/>
                <a:gd name="T38" fmla="*/ 7 w 77"/>
                <a:gd name="T39" fmla="*/ 39 h 153"/>
                <a:gd name="T40" fmla="*/ 7 w 77"/>
                <a:gd name="T41" fmla="*/ 46 h 153"/>
                <a:gd name="T42" fmla="*/ 15 w 77"/>
                <a:gd name="T43" fmla="*/ 71 h 153"/>
                <a:gd name="T44" fmla="*/ 27 w 77"/>
                <a:gd name="T45" fmla="*/ 73 h 153"/>
                <a:gd name="T46" fmla="*/ 31 w 77"/>
                <a:gd name="T47" fmla="*/ 75 h 153"/>
                <a:gd name="T48" fmla="*/ 26 w 77"/>
                <a:gd name="T49" fmla="*/ 82 h 153"/>
                <a:gd name="T50" fmla="*/ 35 w 77"/>
                <a:gd name="T51" fmla="*/ 88 h 153"/>
                <a:gd name="T52" fmla="*/ 35 w 77"/>
                <a:gd name="T53" fmla="*/ 93 h 153"/>
                <a:gd name="T54" fmla="*/ 35 w 77"/>
                <a:gd name="T55" fmla="*/ 101 h 153"/>
                <a:gd name="T56" fmla="*/ 26 w 77"/>
                <a:gd name="T57" fmla="*/ 108 h 153"/>
                <a:gd name="T58" fmla="*/ 26 w 77"/>
                <a:gd name="T59" fmla="*/ 126 h 153"/>
                <a:gd name="T60" fmla="*/ 24 w 77"/>
                <a:gd name="T61" fmla="*/ 135 h 153"/>
                <a:gd name="T62" fmla="*/ 29 w 77"/>
                <a:gd name="T63" fmla="*/ 142 h 153"/>
                <a:gd name="T64" fmla="*/ 37 w 77"/>
                <a:gd name="T65" fmla="*/ 148 h 153"/>
                <a:gd name="T66" fmla="*/ 38 w 77"/>
                <a:gd name="T67" fmla="*/ 152 h 153"/>
                <a:gd name="T68" fmla="*/ 46 w 77"/>
                <a:gd name="T69" fmla="*/ 153 h 153"/>
                <a:gd name="T70" fmla="*/ 49 w 77"/>
                <a:gd name="T71" fmla="*/ 148 h 153"/>
                <a:gd name="T72" fmla="*/ 53 w 77"/>
                <a:gd name="T73" fmla="*/ 146 h 153"/>
                <a:gd name="T74" fmla="*/ 55 w 77"/>
                <a:gd name="T75" fmla="*/ 142 h 153"/>
                <a:gd name="T76" fmla="*/ 58 w 77"/>
                <a:gd name="T77" fmla="*/ 139 h 153"/>
                <a:gd name="T78" fmla="*/ 64 w 77"/>
                <a:gd name="T79" fmla="*/ 141 h 153"/>
                <a:gd name="T80" fmla="*/ 68 w 77"/>
                <a:gd name="T81" fmla="*/ 131 h 153"/>
                <a:gd name="T82" fmla="*/ 66 w 77"/>
                <a:gd name="T83" fmla="*/ 113 h 153"/>
                <a:gd name="T84" fmla="*/ 66 w 77"/>
                <a:gd name="T85" fmla="*/ 108 h 153"/>
                <a:gd name="T86" fmla="*/ 62 w 77"/>
                <a:gd name="T87" fmla="*/ 91 h 153"/>
                <a:gd name="T88" fmla="*/ 60 w 77"/>
                <a:gd name="T89" fmla="*/ 84 h 153"/>
                <a:gd name="T90" fmla="*/ 60 w 77"/>
                <a:gd name="T91" fmla="*/ 80 h 153"/>
                <a:gd name="T92" fmla="*/ 69 w 77"/>
                <a:gd name="T93" fmla="*/ 71 h 153"/>
                <a:gd name="T94" fmla="*/ 69 w 77"/>
                <a:gd name="T95" fmla="*/ 62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77" h="153">
                  <a:moveTo>
                    <a:pt x="77" y="51"/>
                  </a:moveTo>
                  <a:lnTo>
                    <a:pt x="77" y="51"/>
                  </a:lnTo>
                  <a:lnTo>
                    <a:pt x="77" y="44"/>
                  </a:lnTo>
                  <a:lnTo>
                    <a:pt x="77" y="42"/>
                  </a:lnTo>
                  <a:lnTo>
                    <a:pt x="75" y="39"/>
                  </a:lnTo>
                  <a:lnTo>
                    <a:pt x="75" y="39"/>
                  </a:lnTo>
                  <a:lnTo>
                    <a:pt x="71" y="39"/>
                  </a:lnTo>
                  <a:lnTo>
                    <a:pt x="68" y="39"/>
                  </a:lnTo>
                  <a:lnTo>
                    <a:pt x="68" y="39"/>
                  </a:lnTo>
                  <a:lnTo>
                    <a:pt x="62" y="31"/>
                  </a:lnTo>
                  <a:lnTo>
                    <a:pt x="62" y="31"/>
                  </a:lnTo>
                  <a:lnTo>
                    <a:pt x="57" y="33"/>
                  </a:lnTo>
                  <a:lnTo>
                    <a:pt x="53" y="33"/>
                  </a:lnTo>
                  <a:lnTo>
                    <a:pt x="53" y="33"/>
                  </a:lnTo>
                  <a:lnTo>
                    <a:pt x="53" y="39"/>
                  </a:lnTo>
                  <a:lnTo>
                    <a:pt x="53" y="44"/>
                  </a:lnTo>
                  <a:lnTo>
                    <a:pt x="53" y="44"/>
                  </a:lnTo>
                  <a:lnTo>
                    <a:pt x="49" y="42"/>
                  </a:lnTo>
                  <a:lnTo>
                    <a:pt x="47" y="42"/>
                  </a:lnTo>
                  <a:lnTo>
                    <a:pt x="46" y="44"/>
                  </a:lnTo>
                  <a:lnTo>
                    <a:pt x="46" y="44"/>
                  </a:lnTo>
                  <a:lnTo>
                    <a:pt x="49" y="31"/>
                  </a:lnTo>
                  <a:lnTo>
                    <a:pt x="53" y="17"/>
                  </a:lnTo>
                  <a:lnTo>
                    <a:pt x="53" y="17"/>
                  </a:lnTo>
                  <a:lnTo>
                    <a:pt x="51" y="17"/>
                  </a:lnTo>
                  <a:lnTo>
                    <a:pt x="49" y="17"/>
                  </a:lnTo>
                  <a:lnTo>
                    <a:pt x="46" y="17"/>
                  </a:lnTo>
                  <a:lnTo>
                    <a:pt x="46" y="11"/>
                  </a:lnTo>
                  <a:lnTo>
                    <a:pt x="46" y="11"/>
                  </a:lnTo>
                  <a:lnTo>
                    <a:pt x="38" y="9"/>
                  </a:lnTo>
                  <a:lnTo>
                    <a:pt x="38" y="9"/>
                  </a:lnTo>
                  <a:lnTo>
                    <a:pt x="35" y="6"/>
                  </a:lnTo>
                  <a:lnTo>
                    <a:pt x="33" y="2"/>
                  </a:lnTo>
                  <a:lnTo>
                    <a:pt x="33" y="2"/>
                  </a:lnTo>
                  <a:lnTo>
                    <a:pt x="27" y="0"/>
                  </a:lnTo>
                  <a:lnTo>
                    <a:pt x="27" y="8"/>
                  </a:lnTo>
                  <a:lnTo>
                    <a:pt x="27" y="8"/>
                  </a:lnTo>
                  <a:lnTo>
                    <a:pt x="27" y="8"/>
                  </a:lnTo>
                  <a:lnTo>
                    <a:pt x="24" y="11"/>
                  </a:lnTo>
                  <a:lnTo>
                    <a:pt x="24" y="11"/>
                  </a:lnTo>
                  <a:lnTo>
                    <a:pt x="18" y="15"/>
                  </a:lnTo>
                  <a:lnTo>
                    <a:pt x="11" y="15"/>
                  </a:lnTo>
                  <a:lnTo>
                    <a:pt x="11" y="15"/>
                  </a:lnTo>
                  <a:lnTo>
                    <a:pt x="11" y="17"/>
                  </a:lnTo>
                  <a:lnTo>
                    <a:pt x="9" y="19"/>
                  </a:lnTo>
                  <a:lnTo>
                    <a:pt x="11" y="20"/>
                  </a:lnTo>
                  <a:lnTo>
                    <a:pt x="13" y="22"/>
                  </a:lnTo>
                  <a:lnTo>
                    <a:pt x="13" y="22"/>
                  </a:lnTo>
                  <a:lnTo>
                    <a:pt x="15" y="24"/>
                  </a:lnTo>
                  <a:lnTo>
                    <a:pt x="15" y="26"/>
                  </a:lnTo>
                  <a:lnTo>
                    <a:pt x="17" y="29"/>
                  </a:lnTo>
                  <a:lnTo>
                    <a:pt x="17" y="29"/>
                  </a:lnTo>
                  <a:lnTo>
                    <a:pt x="18" y="29"/>
                  </a:lnTo>
                  <a:lnTo>
                    <a:pt x="22" y="31"/>
                  </a:lnTo>
                  <a:lnTo>
                    <a:pt x="22" y="33"/>
                  </a:lnTo>
                  <a:lnTo>
                    <a:pt x="22" y="33"/>
                  </a:lnTo>
                  <a:lnTo>
                    <a:pt x="20" y="37"/>
                  </a:lnTo>
                  <a:lnTo>
                    <a:pt x="17" y="39"/>
                  </a:lnTo>
                  <a:lnTo>
                    <a:pt x="7" y="39"/>
                  </a:lnTo>
                  <a:lnTo>
                    <a:pt x="7" y="39"/>
                  </a:lnTo>
                  <a:lnTo>
                    <a:pt x="6" y="40"/>
                  </a:lnTo>
                  <a:lnTo>
                    <a:pt x="6" y="42"/>
                  </a:lnTo>
                  <a:lnTo>
                    <a:pt x="7" y="46"/>
                  </a:lnTo>
                  <a:lnTo>
                    <a:pt x="0" y="50"/>
                  </a:lnTo>
                  <a:lnTo>
                    <a:pt x="15" y="71"/>
                  </a:lnTo>
                  <a:lnTo>
                    <a:pt x="15" y="71"/>
                  </a:lnTo>
                  <a:lnTo>
                    <a:pt x="20" y="73"/>
                  </a:lnTo>
                  <a:lnTo>
                    <a:pt x="24" y="73"/>
                  </a:lnTo>
                  <a:lnTo>
                    <a:pt x="27" y="73"/>
                  </a:lnTo>
                  <a:lnTo>
                    <a:pt x="27" y="73"/>
                  </a:lnTo>
                  <a:lnTo>
                    <a:pt x="29" y="73"/>
                  </a:lnTo>
                  <a:lnTo>
                    <a:pt x="31" y="75"/>
                  </a:lnTo>
                  <a:lnTo>
                    <a:pt x="31" y="79"/>
                  </a:lnTo>
                  <a:lnTo>
                    <a:pt x="26" y="82"/>
                  </a:lnTo>
                  <a:lnTo>
                    <a:pt x="26" y="82"/>
                  </a:lnTo>
                  <a:lnTo>
                    <a:pt x="35" y="86"/>
                  </a:lnTo>
                  <a:lnTo>
                    <a:pt x="35" y="86"/>
                  </a:lnTo>
                  <a:lnTo>
                    <a:pt x="35" y="88"/>
                  </a:lnTo>
                  <a:lnTo>
                    <a:pt x="35" y="90"/>
                  </a:lnTo>
                  <a:lnTo>
                    <a:pt x="33" y="91"/>
                  </a:lnTo>
                  <a:lnTo>
                    <a:pt x="35" y="93"/>
                  </a:lnTo>
                  <a:lnTo>
                    <a:pt x="35" y="93"/>
                  </a:lnTo>
                  <a:lnTo>
                    <a:pt x="37" y="97"/>
                  </a:lnTo>
                  <a:lnTo>
                    <a:pt x="35" y="101"/>
                  </a:lnTo>
                  <a:lnTo>
                    <a:pt x="35" y="101"/>
                  </a:lnTo>
                  <a:lnTo>
                    <a:pt x="29" y="106"/>
                  </a:lnTo>
                  <a:lnTo>
                    <a:pt x="26" y="108"/>
                  </a:lnTo>
                  <a:lnTo>
                    <a:pt x="26" y="108"/>
                  </a:lnTo>
                  <a:lnTo>
                    <a:pt x="26" y="117"/>
                  </a:lnTo>
                  <a:lnTo>
                    <a:pt x="26" y="126"/>
                  </a:lnTo>
                  <a:lnTo>
                    <a:pt x="24" y="131"/>
                  </a:lnTo>
                  <a:lnTo>
                    <a:pt x="24" y="131"/>
                  </a:lnTo>
                  <a:lnTo>
                    <a:pt x="24" y="135"/>
                  </a:lnTo>
                  <a:lnTo>
                    <a:pt x="26" y="139"/>
                  </a:lnTo>
                  <a:lnTo>
                    <a:pt x="29" y="142"/>
                  </a:lnTo>
                  <a:lnTo>
                    <a:pt x="29" y="142"/>
                  </a:lnTo>
                  <a:lnTo>
                    <a:pt x="33" y="144"/>
                  </a:lnTo>
                  <a:lnTo>
                    <a:pt x="37" y="146"/>
                  </a:lnTo>
                  <a:lnTo>
                    <a:pt x="37" y="148"/>
                  </a:lnTo>
                  <a:lnTo>
                    <a:pt x="37" y="148"/>
                  </a:lnTo>
                  <a:lnTo>
                    <a:pt x="37" y="152"/>
                  </a:lnTo>
                  <a:lnTo>
                    <a:pt x="38" y="152"/>
                  </a:lnTo>
                  <a:lnTo>
                    <a:pt x="44" y="153"/>
                  </a:lnTo>
                  <a:lnTo>
                    <a:pt x="44" y="153"/>
                  </a:lnTo>
                  <a:lnTo>
                    <a:pt x="46" y="153"/>
                  </a:lnTo>
                  <a:lnTo>
                    <a:pt x="46" y="150"/>
                  </a:lnTo>
                  <a:lnTo>
                    <a:pt x="47" y="148"/>
                  </a:lnTo>
                  <a:lnTo>
                    <a:pt x="49" y="148"/>
                  </a:lnTo>
                  <a:lnTo>
                    <a:pt x="49" y="148"/>
                  </a:lnTo>
                  <a:lnTo>
                    <a:pt x="51" y="148"/>
                  </a:lnTo>
                  <a:lnTo>
                    <a:pt x="53" y="146"/>
                  </a:lnTo>
                  <a:lnTo>
                    <a:pt x="53" y="144"/>
                  </a:lnTo>
                  <a:lnTo>
                    <a:pt x="55" y="142"/>
                  </a:lnTo>
                  <a:lnTo>
                    <a:pt x="55" y="142"/>
                  </a:lnTo>
                  <a:lnTo>
                    <a:pt x="57" y="142"/>
                  </a:lnTo>
                  <a:lnTo>
                    <a:pt x="58" y="141"/>
                  </a:lnTo>
                  <a:lnTo>
                    <a:pt x="58" y="139"/>
                  </a:lnTo>
                  <a:lnTo>
                    <a:pt x="62" y="139"/>
                  </a:lnTo>
                  <a:lnTo>
                    <a:pt x="62" y="139"/>
                  </a:lnTo>
                  <a:lnTo>
                    <a:pt x="64" y="141"/>
                  </a:lnTo>
                  <a:lnTo>
                    <a:pt x="68" y="141"/>
                  </a:lnTo>
                  <a:lnTo>
                    <a:pt x="69" y="141"/>
                  </a:lnTo>
                  <a:lnTo>
                    <a:pt x="68" y="131"/>
                  </a:lnTo>
                  <a:lnTo>
                    <a:pt x="66" y="117"/>
                  </a:lnTo>
                  <a:lnTo>
                    <a:pt x="66" y="117"/>
                  </a:lnTo>
                  <a:lnTo>
                    <a:pt x="66" y="113"/>
                  </a:lnTo>
                  <a:lnTo>
                    <a:pt x="66" y="110"/>
                  </a:lnTo>
                  <a:lnTo>
                    <a:pt x="66" y="108"/>
                  </a:lnTo>
                  <a:lnTo>
                    <a:pt x="66" y="108"/>
                  </a:lnTo>
                  <a:lnTo>
                    <a:pt x="60" y="104"/>
                  </a:lnTo>
                  <a:lnTo>
                    <a:pt x="60" y="104"/>
                  </a:lnTo>
                  <a:lnTo>
                    <a:pt x="62" y="91"/>
                  </a:lnTo>
                  <a:lnTo>
                    <a:pt x="62" y="91"/>
                  </a:lnTo>
                  <a:lnTo>
                    <a:pt x="62" y="88"/>
                  </a:lnTo>
                  <a:lnTo>
                    <a:pt x="60" y="84"/>
                  </a:lnTo>
                  <a:lnTo>
                    <a:pt x="58" y="82"/>
                  </a:lnTo>
                  <a:lnTo>
                    <a:pt x="60" y="80"/>
                  </a:lnTo>
                  <a:lnTo>
                    <a:pt x="60" y="80"/>
                  </a:lnTo>
                  <a:lnTo>
                    <a:pt x="66" y="77"/>
                  </a:lnTo>
                  <a:lnTo>
                    <a:pt x="68" y="75"/>
                  </a:lnTo>
                  <a:lnTo>
                    <a:pt x="69" y="71"/>
                  </a:lnTo>
                  <a:lnTo>
                    <a:pt x="69" y="71"/>
                  </a:lnTo>
                  <a:lnTo>
                    <a:pt x="69" y="62"/>
                  </a:lnTo>
                  <a:lnTo>
                    <a:pt x="69" y="62"/>
                  </a:lnTo>
                  <a:lnTo>
                    <a:pt x="77" y="51"/>
                  </a:lnTo>
                  <a:lnTo>
                    <a:pt x="77" y="5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90" name="Freeform 273">
              <a:extLst>
                <a:ext uri="{FF2B5EF4-FFF2-40B4-BE49-F238E27FC236}">
                  <a16:creationId xmlns:a16="http://schemas.microsoft.com/office/drawing/2014/main" id="{855AD463-B846-4DB4-92E4-24E550E5895E}"/>
                </a:ext>
              </a:extLst>
            </p:cNvPr>
            <p:cNvSpPr>
              <a:spLocks/>
            </p:cNvSpPr>
            <p:nvPr/>
          </p:nvSpPr>
          <p:spPr bwMode="auto">
            <a:xfrm>
              <a:off x="5165689" y="3676663"/>
              <a:ext cx="68218" cy="53388"/>
            </a:xfrm>
            <a:custGeom>
              <a:avLst/>
              <a:gdLst>
                <a:gd name="T0" fmla="*/ 2 w 46"/>
                <a:gd name="T1" fmla="*/ 11 h 36"/>
                <a:gd name="T2" fmla="*/ 2 w 46"/>
                <a:gd name="T3" fmla="*/ 16 h 36"/>
                <a:gd name="T4" fmla="*/ 2 w 46"/>
                <a:gd name="T5" fmla="*/ 16 h 36"/>
                <a:gd name="T6" fmla="*/ 4 w 46"/>
                <a:gd name="T7" fmla="*/ 18 h 36"/>
                <a:gd name="T8" fmla="*/ 7 w 46"/>
                <a:gd name="T9" fmla="*/ 18 h 36"/>
                <a:gd name="T10" fmla="*/ 11 w 46"/>
                <a:gd name="T11" fmla="*/ 20 h 36"/>
                <a:gd name="T12" fmla="*/ 15 w 46"/>
                <a:gd name="T13" fmla="*/ 22 h 36"/>
                <a:gd name="T14" fmla="*/ 15 w 46"/>
                <a:gd name="T15" fmla="*/ 22 h 36"/>
                <a:gd name="T16" fmla="*/ 15 w 46"/>
                <a:gd name="T17" fmla="*/ 23 h 36"/>
                <a:gd name="T18" fmla="*/ 15 w 46"/>
                <a:gd name="T19" fmla="*/ 27 h 36"/>
                <a:gd name="T20" fmla="*/ 15 w 46"/>
                <a:gd name="T21" fmla="*/ 31 h 36"/>
                <a:gd name="T22" fmla="*/ 16 w 46"/>
                <a:gd name="T23" fmla="*/ 32 h 36"/>
                <a:gd name="T24" fmla="*/ 22 w 46"/>
                <a:gd name="T25" fmla="*/ 32 h 36"/>
                <a:gd name="T26" fmla="*/ 22 w 46"/>
                <a:gd name="T27" fmla="*/ 32 h 36"/>
                <a:gd name="T28" fmla="*/ 24 w 46"/>
                <a:gd name="T29" fmla="*/ 34 h 36"/>
                <a:gd name="T30" fmla="*/ 24 w 46"/>
                <a:gd name="T31" fmla="*/ 32 h 36"/>
                <a:gd name="T32" fmla="*/ 26 w 46"/>
                <a:gd name="T33" fmla="*/ 36 h 36"/>
                <a:gd name="T34" fmla="*/ 26 w 46"/>
                <a:gd name="T35" fmla="*/ 36 h 36"/>
                <a:gd name="T36" fmla="*/ 27 w 46"/>
                <a:gd name="T37" fmla="*/ 34 h 36"/>
                <a:gd name="T38" fmla="*/ 27 w 46"/>
                <a:gd name="T39" fmla="*/ 32 h 36"/>
                <a:gd name="T40" fmla="*/ 27 w 46"/>
                <a:gd name="T41" fmla="*/ 29 h 36"/>
                <a:gd name="T42" fmla="*/ 27 w 46"/>
                <a:gd name="T43" fmla="*/ 29 h 36"/>
                <a:gd name="T44" fmla="*/ 35 w 46"/>
                <a:gd name="T45" fmla="*/ 29 h 36"/>
                <a:gd name="T46" fmla="*/ 35 w 46"/>
                <a:gd name="T47" fmla="*/ 29 h 36"/>
                <a:gd name="T48" fmla="*/ 37 w 46"/>
                <a:gd name="T49" fmla="*/ 29 h 36"/>
                <a:gd name="T50" fmla="*/ 38 w 46"/>
                <a:gd name="T51" fmla="*/ 27 h 36"/>
                <a:gd name="T52" fmla="*/ 40 w 46"/>
                <a:gd name="T53" fmla="*/ 23 h 36"/>
                <a:gd name="T54" fmla="*/ 40 w 46"/>
                <a:gd name="T55" fmla="*/ 23 h 36"/>
                <a:gd name="T56" fmla="*/ 42 w 46"/>
                <a:gd name="T57" fmla="*/ 22 h 36"/>
                <a:gd name="T58" fmla="*/ 44 w 46"/>
                <a:gd name="T59" fmla="*/ 18 h 36"/>
                <a:gd name="T60" fmla="*/ 42 w 46"/>
                <a:gd name="T61" fmla="*/ 16 h 36"/>
                <a:gd name="T62" fmla="*/ 42 w 46"/>
                <a:gd name="T63" fmla="*/ 16 h 36"/>
                <a:gd name="T64" fmla="*/ 40 w 46"/>
                <a:gd name="T65" fmla="*/ 14 h 36"/>
                <a:gd name="T66" fmla="*/ 40 w 46"/>
                <a:gd name="T67" fmla="*/ 12 h 36"/>
                <a:gd name="T68" fmla="*/ 44 w 46"/>
                <a:gd name="T69" fmla="*/ 11 h 36"/>
                <a:gd name="T70" fmla="*/ 44 w 46"/>
                <a:gd name="T71" fmla="*/ 11 h 36"/>
                <a:gd name="T72" fmla="*/ 46 w 46"/>
                <a:gd name="T73" fmla="*/ 9 h 36"/>
                <a:gd name="T74" fmla="*/ 46 w 46"/>
                <a:gd name="T75" fmla="*/ 7 h 36"/>
                <a:gd name="T76" fmla="*/ 44 w 46"/>
                <a:gd name="T77" fmla="*/ 2 h 36"/>
                <a:gd name="T78" fmla="*/ 44 w 46"/>
                <a:gd name="T79" fmla="*/ 2 h 36"/>
                <a:gd name="T80" fmla="*/ 31 w 46"/>
                <a:gd name="T81" fmla="*/ 0 h 36"/>
                <a:gd name="T82" fmla="*/ 20 w 46"/>
                <a:gd name="T83" fmla="*/ 0 h 36"/>
                <a:gd name="T84" fmla="*/ 11 w 46"/>
                <a:gd name="T85" fmla="*/ 5 h 36"/>
                <a:gd name="T86" fmla="*/ 0 w 46"/>
                <a:gd name="T87" fmla="*/ 9 h 36"/>
                <a:gd name="T88" fmla="*/ 2 w 46"/>
                <a:gd name="T89" fmla="*/ 11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46" h="36">
                  <a:moveTo>
                    <a:pt x="2" y="11"/>
                  </a:moveTo>
                  <a:lnTo>
                    <a:pt x="2" y="16"/>
                  </a:lnTo>
                  <a:lnTo>
                    <a:pt x="2" y="16"/>
                  </a:lnTo>
                  <a:lnTo>
                    <a:pt x="4" y="18"/>
                  </a:lnTo>
                  <a:lnTo>
                    <a:pt x="7" y="18"/>
                  </a:lnTo>
                  <a:lnTo>
                    <a:pt x="11" y="20"/>
                  </a:lnTo>
                  <a:lnTo>
                    <a:pt x="15" y="22"/>
                  </a:lnTo>
                  <a:lnTo>
                    <a:pt x="15" y="22"/>
                  </a:lnTo>
                  <a:lnTo>
                    <a:pt x="15" y="23"/>
                  </a:lnTo>
                  <a:lnTo>
                    <a:pt x="15" y="27"/>
                  </a:lnTo>
                  <a:lnTo>
                    <a:pt x="15" y="31"/>
                  </a:lnTo>
                  <a:lnTo>
                    <a:pt x="16" y="32"/>
                  </a:lnTo>
                  <a:lnTo>
                    <a:pt x="22" y="32"/>
                  </a:lnTo>
                  <a:lnTo>
                    <a:pt x="22" y="32"/>
                  </a:lnTo>
                  <a:lnTo>
                    <a:pt x="24" y="34"/>
                  </a:lnTo>
                  <a:lnTo>
                    <a:pt x="24" y="32"/>
                  </a:lnTo>
                  <a:lnTo>
                    <a:pt x="26" y="36"/>
                  </a:lnTo>
                  <a:lnTo>
                    <a:pt x="26" y="36"/>
                  </a:lnTo>
                  <a:lnTo>
                    <a:pt x="27" y="34"/>
                  </a:lnTo>
                  <a:lnTo>
                    <a:pt x="27" y="32"/>
                  </a:lnTo>
                  <a:lnTo>
                    <a:pt x="27" y="29"/>
                  </a:lnTo>
                  <a:lnTo>
                    <a:pt x="27" y="29"/>
                  </a:lnTo>
                  <a:lnTo>
                    <a:pt x="35" y="29"/>
                  </a:lnTo>
                  <a:lnTo>
                    <a:pt x="35" y="29"/>
                  </a:lnTo>
                  <a:lnTo>
                    <a:pt x="37" y="29"/>
                  </a:lnTo>
                  <a:lnTo>
                    <a:pt x="38" y="27"/>
                  </a:lnTo>
                  <a:lnTo>
                    <a:pt x="40" y="23"/>
                  </a:lnTo>
                  <a:lnTo>
                    <a:pt x="40" y="23"/>
                  </a:lnTo>
                  <a:lnTo>
                    <a:pt x="42" y="22"/>
                  </a:lnTo>
                  <a:lnTo>
                    <a:pt x="44" y="18"/>
                  </a:lnTo>
                  <a:lnTo>
                    <a:pt x="42" y="16"/>
                  </a:lnTo>
                  <a:lnTo>
                    <a:pt x="42" y="16"/>
                  </a:lnTo>
                  <a:lnTo>
                    <a:pt x="40" y="14"/>
                  </a:lnTo>
                  <a:lnTo>
                    <a:pt x="40" y="12"/>
                  </a:lnTo>
                  <a:lnTo>
                    <a:pt x="44" y="11"/>
                  </a:lnTo>
                  <a:lnTo>
                    <a:pt x="44" y="11"/>
                  </a:lnTo>
                  <a:lnTo>
                    <a:pt x="46" y="9"/>
                  </a:lnTo>
                  <a:lnTo>
                    <a:pt x="46" y="7"/>
                  </a:lnTo>
                  <a:lnTo>
                    <a:pt x="44" y="2"/>
                  </a:lnTo>
                  <a:lnTo>
                    <a:pt x="44" y="2"/>
                  </a:lnTo>
                  <a:lnTo>
                    <a:pt x="31" y="0"/>
                  </a:lnTo>
                  <a:lnTo>
                    <a:pt x="20" y="0"/>
                  </a:lnTo>
                  <a:lnTo>
                    <a:pt x="11" y="5"/>
                  </a:lnTo>
                  <a:lnTo>
                    <a:pt x="0" y="9"/>
                  </a:lnTo>
                  <a:lnTo>
                    <a:pt x="2" y="1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91" name="Freeform 274">
              <a:extLst>
                <a:ext uri="{FF2B5EF4-FFF2-40B4-BE49-F238E27FC236}">
                  <a16:creationId xmlns:a16="http://schemas.microsoft.com/office/drawing/2014/main" id="{9D04EC3B-1117-4052-91F6-7F92DF973FB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04247" y="3679629"/>
              <a:ext cx="174995" cy="152750"/>
            </a:xfrm>
            <a:custGeom>
              <a:avLst/>
              <a:gdLst>
                <a:gd name="T0" fmla="*/ 25 w 118"/>
                <a:gd name="T1" fmla="*/ 72 h 103"/>
                <a:gd name="T2" fmla="*/ 31 w 118"/>
                <a:gd name="T3" fmla="*/ 71 h 103"/>
                <a:gd name="T4" fmla="*/ 34 w 118"/>
                <a:gd name="T5" fmla="*/ 65 h 103"/>
                <a:gd name="T6" fmla="*/ 36 w 118"/>
                <a:gd name="T7" fmla="*/ 60 h 103"/>
                <a:gd name="T8" fmla="*/ 40 w 118"/>
                <a:gd name="T9" fmla="*/ 49 h 103"/>
                <a:gd name="T10" fmla="*/ 49 w 118"/>
                <a:gd name="T11" fmla="*/ 51 h 103"/>
                <a:gd name="T12" fmla="*/ 56 w 118"/>
                <a:gd name="T13" fmla="*/ 52 h 103"/>
                <a:gd name="T14" fmla="*/ 62 w 118"/>
                <a:gd name="T15" fmla="*/ 51 h 103"/>
                <a:gd name="T16" fmla="*/ 63 w 118"/>
                <a:gd name="T17" fmla="*/ 60 h 103"/>
                <a:gd name="T18" fmla="*/ 67 w 118"/>
                <a:gd name="T19" fmla="*/ 65 h 103"/>
                <a:gd name="T20" fmla="*/ 72 w 118"/>
                <a:gd name="T21" fmla="*/ 74 h 103"/>
                <a:gd name="T22" fmla="*/ 72 w 118"/>
                <a:gd name="T23" fmla="*/ 81 h 103"/>
                <a:gd name="T24" fmla="*/ 76 w 118"/>
                <a:gd name="T25" fmla="*/ 83 h 103"/>
                <a:gd name="T26" fmla="*/ 85 w 118"/>
                <a:gd name="T27" fmla="*/ 83 h 103"/>
                <a:gd name="T28" fmla="*/ 87 w 118"/>
                <a:gd name="T29" fmla="*/ 78 h 103"/>
                <a:gd name="T30" fmla="*/ 93 w 118"/>
                <a:gd name="T31" fmla="*/ 92 h 103"/>
                <a:gd name="T32" fmla="*/ 93 w 118"/>
                <a:gd name="T33" fmla="*/ 103 h 103"/>
                <a:gd name="T34" fmla="*/ 98 w 118"/>
                <a:gd name="T35" fmla="*/ 94 h 103"/>
                <a:gd name="T36" fmla="*/ 103 w 118"/>
                <a:gd name="T37" fmla="*/ 94 h 103"/>
                <a:gd name="T38" fmla="*/ 107 w 118"/>
                <a:gd name="T39" fmla="*/ 87 h 103"/>
                <a:gd name="T40" fmla="*/ 111 w 118"/>
                <a:gd name="T41" fmla="*/ 83 h 103"/>
                <a:gd name="T42" fmla="*/ 118 w 118"/>
                <a:gd name="T43" fmla="*/ 80 h 103"/>
                <a:gd name="T44" fmla="*/ 114 w 118"/>
                <a:gd name="T45" fmla="*/ 71 h 103"/>
                <a:gd name="T46" fmla="*/ 114 w 118"/>
                <a:gd name="T47" fmla="*/ 63 h 103"/>
                <a:gd name="T48" fmla="*/ 116 w 118"/>
                <a:gd name="T49" fmla="*/ 60 h 103"/>
                <a:gd name="T50" fmla="*/ 111 w 118"/>
                <a:gd name="T51" fmla="*/ 58 h 103"/>
                <a:gd name="T52" fmla="*/ 105 w 118"/>
                <a:gd name="T53" fmla="*/ 51 h 103"/>
                <a:gd name="T54" fmla="*/ 100 w 118"/>
                <a:gd name="T55" fmla="*/ 47 h 103"/>
                <a:gd name="T56" fmla="*/ 96 w 118"/>
                <a:gd name="T57" fmla="*/ 45 h 103"/>
                <a:gd name="T58" fmla="*/ 93 w 118"/>
                <a:gd name="T59" fmla="*/ 47 h 103"/>
                <a:gd name="T60" fmla="*/ 100 w 118"/>
                <a:gd name="T61" fmla="*/ 36 h 103"/>
                <a:gd name="T62" fmla="*/ 94 w 118"/>
                <a:gd name="T63" fmla="*/ 36 h 103"/>
                <a:gd name="T64" fmla="*/ 93 w 118"/>
                <a:gd name="T65" fmla="*/ 30 h 103"/>
                <a:gd name="T66" fmla="*/ 89 w 118"/>
                <a:gd name="T67" fmla="*/ 25 h 103"/>
                <a:gd name="T68" fmla="*/ 93 w 118"/>
                <a:gd name="T69" fmla="*/ 16 h 103"/>
                <a:gd name="T70" fmla="*/ 89 w 118"/>
                <a:gd name="T71" fmla="*/ 7 h 103"/>
                <a:gd name="T72" fmla="*/ 83 w 118"/>
                <a:gd name="T73" fmla="*/ 7 h 103"/>
                <a:gd name="T74" fmla="*/ 76 w 118"/>
                <a:gd name="T75" fmla="*/ 5 h 103"/>
                <a:gd name="T76" fmla="*/ 74 w 118"/>
                <a:gd name="T77" fmla="*/ 7 h 103"/>
                <a:gd name="T78" fmla="*/ 69 w 118"/>
                <a:gd name="T79" fmla="*/ 9 h 103"/>
                <a:gd name="T80" fmla="*/ 63 w 118"/>
                <a:gd name="T81" fmla="*/ 5 h 103"/>
                <a:gd name="T82" fmla="*/ 60 w 118"/>
                <a:gd name="T83" fmla="*/ 7 h 103"/>
                <a:gd name="T84" fmla="*/ 54 w 118"/>
                <a:gd name="T85" fmla="*/ 1 h 103"/>
                <a:gd name="T86" fmla="*/ 41 w 118"/>
                <a:gd name="T87" fmla="*/ 3 h 103"/>
                <a:gd name="T88" fmla="*/ 34 w 118"/>
                <a:gd name="T89" fmla="*/ 0 h 103"/>
                <a:gd name="T90" fmla="*/ 29 w 118"/>
                <a:gd name="T91" fmla="*/ 1 h 103"/>
                <a:gd name="T92" fmla="*/ 18 w 118"/>
                <a:gd name="T93" fmla="*/ 0 h 103"/>
                <a:gd name="T94" fmla="*/ 20 w 118"/>
                <a:gd name="T95" fmla="*/ 7 h 103"/>
                <a:gd name="T96" fmla="*/ 14 w 118"/>
                <a:gd name="T97" fmla="*/ 10 h 103"/>
                <a:gd name="T98" fmla="*/ 16 w 118"/>
                <a:gd name="T99" fmla="*/ 14 h 103"/>
                <a:gd name="T100" fmla="*/ 14 w 118"/>
                <a:gd name="T101" fmla="*/ 21 h 103"/>
                <a:gd name="T102" fmla="*/ 11 w 118"/>
                <a:gd name="T103" fmla="*/ 27 h 103"/>
                <a:gd name="T104" fmla="*/ 1 w 118"/>
                <a:gd name="T105" fmla="*/ 27 h 103"/>
                <a:gd name="T106" fmla="*/ 0 w 118"/>
                <a:gd name="T107" fmla="*/ 32 h 103"/>
                <a:gd name="T108" fmla="*/ 7 w 118"/>
                <a:gd name="T109" fmla="*/ 54 h 103"/>
                <a:gd name="T110" fmla="*/ 14 w 118"/>
                <a:gd name="T111" fmla="*/ 58 h 103"/>
                <a:gd name="T112" fmla="*/ 12 w 118"/>
                <a:gd name="T113" fmla="*/ 65 h 103"/>
                <a:gd name="T114" fmla="*/ 21 w 118"/>
                <a:gd name="T115" fmla="*/ 72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18" h="103">
                  <a:moveTo>
                    <a:pt x="23" y="74"/>
                  </a:moveTo>
                  <a:lnTo>
                    <a:pt x="23" y="74"/>
                  </a:lnTo>
                  <a:lnTo>
                    <a:pt x="25" y="72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31" y="71"/>
                  </a:lnTo>
                  <a:lnTo>
                    <a:pt x="31" y="69"/>
                  </a:lnTo>
                  <a:lnTo>
                    <a:pt x="32" y="67"/>
                  </a:lnTo>
                  <a:lnTo>
                    <a:pt x="34" y="65"/>
                  </a:lnTo>
                  <a:lnTo>
                    <a:pt x="34" y="65"/>
                  </a:lnTo>
                  <a:lnTo>
                    <a:pt x="36" y="63"/>
                  </a:lnTo>
                  <a:lnTo>
                    <a:pt x="36" y="60"/>
                  </a:lnTo>
                  <a:lnTo>
                    <a:pt x="38" y="52"/>
                  </a:lnTo>
                  <a:lnTo>
                    <a:pt x="38" y="52"/>
                  </a:lnTo>
                  <a:lnTo>
                    <a:pt x="40" y="49"/>
                  </a:lnTo>
                  <a:lnTo>
                    <a:pt x="41" y="49"/>
                  </a:lnTo>
                  <a:lnTo>
                    <a:pt x="45" y="49"/>
                  </a:lnTo>
                  <a:lnTo>
                    <a:pt x="49" y="51"/>
                  </a:lnTo>
                  <a:lnTo>
                    <a:pt x="49" y="51"/>
                  </a:lnTo>
                  <a:lnTo>
                    <a:pt x="52" y="52"/>
                  </a:lnTo>
                  <a:lnTo>
                    <a:pt x="56" y="52"/>
                  </a:lnTo>
                  <a:lnTo>
                    <a:pt x="60" y="51"/>
                  </a:lnTo>
                  <a:lnTo>
                    <a:pt x="60" y="51"/>
                  </a:lnTo>
                  <a:lnTo>
                    <a:pt x="62" y="51"/>
                  </a:lnTo>
                  <a:lnTo>
                    <a:pt x="62" y="52"/>
                  </a:lnTo>
                  <a:lnTo>
                    <a:pt x="63" y="60"/>
                  </a:lnTo>
                  <a:lnTo>
                    <a:pt x="63" y="60"/>
                  </a:lnTo>
                  <a:lnTo>
                    <a:pt x="63" y="61"/>
                  </a:lnTo>
                  <a:lnTo>
                    <a:pt x="65" y="63"/>
                  </a:lnTo>
                  <a:lnTo>
                    <a:pt x="67" y="65"/>
                  </a:lnTo>
                  <a:lnTo>
                    <a:pt x="69" y="67"/>
                  </a:lnTo>
                  <a:lnTo>
                    <a:pt x="69" y="67"/>
                  </a:lnTo>
                  <a:lnTo>
                    <a:pt x="72" y="74"/>
                  </a:lnTo>
                  <a:lnTo>
                    <a:pt x="72" y="74"/>
                  </a:lnTo>
                  <a:lnTo>
                    <a:pt x="72" y="78"/>
                  </a:lnTo>
                  <a:lnTo>
                    <a:pt x="72" y="81"/>
                  </a:lnTo>
                  <a:lnTo>
                    <a:pt x="71" y="85"/>
                  </a:lnTo>
                  <a:lnTo>
                    <a:pt x="76" y="83"/>
                  </a:lnTo>
                  <a:lnTo>
                    <a:pt x="76" y="83"/>
                  </a:lnTo>
                  <a:lnTo>
                    <a:pt x="80" y="83"/>
                  </a:lnTo>
                  <a:lnTo>
                    <a:pt x="85" y="83"/>
                  </a:lnTo>
                  <a:lnTo>
                    <a:pt x="85" y="83"/>
                  </a:lnTo>
                  <a:lnTo>
                    <a:pt x="87" y="80"/>
                  </a:lnTo>
                  <a:lnTo>
                    <a:pt x="87" y="78"/>
                  </a:lnTo>
                  <a:lnTo>
                    <a:pt x="87" y="78"/>
                  </a:lnTo>
                  <a:lnTo>
                    <a:pt x="91" y="89"/>
                  </a:lnTo>
                  <a:lnTo>
                    <a:pt x="91" y="89"/>
                  </a:lnTo>
                  <a:lnTo>
                    <a:pt x="93" y="92"/>
                  </a:lnTo>
                  <a:lnTo>
                    <a:pt x="91" y="96"/>
                  </a:lnTo>
                  <a:lnTo>
                    <a:pt x="89" y="100"/>
                  </a:lnTo>
                  <a:lnTo>
                    <a:pt x="93" y="103"/>
                  </a:lnTo>
                  <a:lnTo>
                    <a:pt x="93" y="103"/>
                  </a:lnTo>
                  <a:lnTo>
                    <a:pt x="98" y="94"/>
                  </a:lnTo>
                  <a:lnTo>
                    <a:pt x="98" y="94"/>
                  </a:lnTo>
                  <a:lnTo>
                    <a:pt x="102" y="92"/>
                  </a:lnTo>
                  <a:lnTo>
                    <a:pt x="103" y="92"/>
                  </a:lnTo>
                  <a:lnTo>
                    <a:pt x="103" y="94"/>
                  </a:lnTo>
                  <a:lnTo>
                    <a:pt x="109" y="91"/>
                  </a:lnTo>
                  <a:lnTo>
                    <a:pt x="109" y="91"/>
                  </a:lnTo>
                  <a:lnTo>
                    <a:pt x="107" y="87"/>
                  </a:lnTo>
                  <a:lnTo>
                    <a:pt x="107" y="87"/>
                  </a:lnTo>
                  <a:lnTo>
                    <a:pt x="109" y="85"/>
                  </a:lnTo>
                  <a:lnTo>
                    <a:pt x="111" y="83"/>
                  </a:lnTo>
                  <a:lnTo>
                    <a:pt x="114" y="83"/>
                  </a:lnTo>
                  <a:lnTo>
                    <a:pt x="118" y="80"/>
                  </a:lnTo>
                  <a:lnTo>
                    <a:pt x="118" y="80"/>
                  </a:lnTo>
                  <a:lnTo>
                    <a:pt x="118" y="76"/>
                  </a:lnTo>
                  <a:lnTo>
                    <a:pt x="118" y="74"/>
                  </a:lnTo>
                  <a:lnTo>
                    <a:pt x="114" y="71"/>
                  </a:lnTo>
                  <a:lnTo>
                    <a:pt x="114" y="71"/>
                  </a:lnTo>
                  <a:lnTo>
                    <a:pt x="113" y="67"/>
                  </a:lnTo>
                  <a:lnTo>
                    <a:pt x="114" y="63"/>
                  </a:lnTo>
                  <a:lnTo>
                    <a:pt x="118" y="61"/>
                  </a:lnTo>
                  <a:lnTo>
                    <a:pt x="118" y="61"/>
                  </a:lnTo>
                  <a:lnTo>
                    <a:pt x="116" y="60"/>
                  </a:lnTo>
                  <a:lnTo>
                    <a:pt x="113" y="60"/>
                  </a:lnTo>
                  <a:lnTo>
                    <a:pt x="113" y="60"/>
                  </a:lnTo>
                  <a:lnTo>
                    <a:pt x="111" y="58"/>
                  </a:lnTo>
                  <a:lnTo>
                    <a:pt x="109" y="56"/>
                  </a:lnTo>
                  <a:lnTo>
                    <a:pt x="105" y="51"/>
                  </a:lnTo>
                  <a:lnTo>
                    <a:pt x="105" y="51"/>
                  </a:lnTo>
                  <a:lnTo>
                    <a:pt x="105" y="49"/>
                  </a:lnTo>
                  <a:lnTo>
                    <a:pt x="102" y="47"/>
                  </a:lnTo>
                  <a:lnTo>
                    <a:pt x="100" y="47"/>
                  </a:lnTo>
                  <a:lnTo>
                    <a:pt x="98" y="47"/>
                  </a:lnTo>
                  <a:lnTo>
                    <a:pt x="98" y="47"/>
                  </a:lnTo>
                  <a:lnTo>
                    <a:pt x="96" y="45"/>
                  </a:lnTo>
                  <a:lnTo>
                    <a:pt x="94" y="45"/>
                  </a:lnTo>
                  <a:lnTo>
                    <a:pt x="93" y="47"/>
                  </a:lnTo>
                  <a:lnTo>
                    <a:pt x="93" y="47"/>
                  </a:lnTo>
                  <a:lnTo>
                    <a:pt x="89" y="45"/>
                  </a:lnTo>
                  <a:lnTo>
                    <a:pt x="89" y="43"/>
                  </a:lnTo>
                  <a:lnTo>
                    <a:pt x="100" y="36"/>
                  </a:lnTo>
                  <a:lnTo>
                    <a:pt x="100" y="36"/>
                  </a:lnTo>
                  <a:lnTo>
                    <a:pt x="96" y="36"/>
                  </a:lnTo>
                  <a:lnTo>
                    <a:pt x="94" y="36"/>
                  </a:lnTo>
                  <a:lnTo>
                    <a:pt x="94" y="34"/>
                  </a:lnTo>
                  <a:lnTo>
                    <a:pt x="94" y="34"/>
                  </a:lnTo>
                  <a:lnTo>
                    <a:pt x="93" y="30"/>
                  </a:lnTo>
                  <a:lnTo>
                    <a:pt x="89" y="27"/>
                  </a:lnTo>
                  <a:lnTo>
                    <a:pt x="89" y="27"/>
                  </a:lnTo>
                  <a:lnTo>
                    <a:pt x="89" y="25"/>
                  </a:lnTo>
                  <a:lnTo>
                    <a:pt x="91" y="23"/>
                  </a:lnTo>
                  <a:lnTo>
                    <a:pt x="93" y="20"/>
                  </a:lnTo>
                  <a:lnTo>
                    <a:pt x="93" y="16"/>
                  </a:lnTo>
                  <a:lnTo>
                    <a:pt x="93" y="16"/>
                  </a:lnTo>
                  <a:lnTo>
                    <a:pt x="89" y="7"/>
                  </a:lnTo>
                  <a:lnTo>
                    <a:pt x="89" y="7"/>
                  </a:lnTo>
                  <a:lnTo>
                    <a:pt x="89" y="5"/>
                  </a:lnTo>
                  <a:lnTo>
                    <a:pt x="87" y="5"/>
                  </a:lnTo>
                  <a:lnTo>
                    <a:pt x="83" y="7"/>
                  </a:lnTo>
                  <a:lnTo>
                    <a:pt x="83" y="7"/>
                  </a:lnTo>
                  <a:lnTo>
                    <a:pt x="80" y="7"/>
                  </a:lnTo>
                  <a:lnTo>
                    <a:pt x="76" y="5"/>
                  </a:lnTo>
                  <a:lnTo>
                    <a:pt x="74" y="3"/>
                  </a:lnTo>
                  <a:lnTo>
                    <a:pt x="74" y="3"/>
                  </a:lnTo>
                  <a:lnTo>
                    <a:pt x="74" y="7"/>
                  </a:lnTo>
                  <a:lnTo>
                    <a:pt x="71" y="9"/>
                  </a:lnTo>
                  <a:lnTo>
                    <a:pt x="71" y="9"/>
                  </a:lnTo>
                  <a:lnTo>
                    <a:pt x="69" y="9"/>
                  </a:lnTo>
                  <a:lnTo>
                    <a:pt x="67" y="9"/>
                  </a:lnTo>
                  <a:lnTo>
                    <a:pt x="67" y="7"/>
                  </a:lnTo>
                  <a:lnTo>
                    <a:pt x="63" y="5"/>
                  </a:lnTo>
                  <a:lnTo>
                    <a:pt x="63" y="5"/>
                  </a:lnTo>
                  <a:lnTo>
                    <a:pt x="62" y="5"/>
                  </a:lnTo>
                  <a:lnTo>
                    <a:pt x="60" y="7"/>
                  </a:lnTo>
                  <a:lnTo>
                    <a:pt x="58" y="9"/>
                  </a:lnTo>
                  <a:lnTo>
                    <a:pt x="54" y="9"/>
                  </a:lnTo>
                  <a:lnTo>
                    <a:pt x="54" y="1"/>
                  </a:lnTo>
                  <a:lnTo>
                    <a:pt x="54" y="1"/>
                  </a:lnTo>
                  <a:lnTo>
                    <a:pt x="47" y="3"/>
                  </a:lnTo>
                  <a:lnTo>
                    <a:pt x="41" y="3"/>
                  </a:lnTo>
                  <a:lnTo>
                    <a:pt x="38" y="3"/>
                  </a:lnTo>
                  <a:lnTo>
                    <a:pt x="38" y="3"/>
                  </a:lnTo>
                  <a:lnTo>
                    <a:pt x="34" y="0"/>
                  </a:lnTo>
                  <a:lnTo>
                    <a:pt x="32" y="0"/>
                  </a:lnTo>
                  <a:lnTo>
                    <a:pt x="29" y="1"/>
                  </a:lnTo>
                  <a:lnTo>
                    <a:pt x="29" y="1"/>
                  </a:lnTo>
                  <a:lnTo>
                    <a:pt x="27" y="1"/>
                  </a:lnTo>
                  <a:lnTo>
                    <a:pt x="23" y="1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20" y="5"/>
                  </a:lnTo>
                  <a:lnTo>
                    <a:pt x="20" y="7"/>
                  </a:lnTo>
                  <a:lnTo>
                    <a:pt x="18" y="9"/>
                  </a:lnTo>
                  <a:lnTo>
                    <a:pt x="18" y="9"/>
                  </a:lnTo>
                  <a:lnTo>
                    <a:pt x="14" y="10"/>
                  </a:lnTo>
                  <a:lnTo>
                    <a:pt x="14" y="12"/>
                  </a:lnTo>
                  <a:lnTo>
                    <a:pt x="16" y="14"/>
                  </a:lnTo>
                  <a:lnTo>
                    <a:pt x="16" y="14"/>
                  </a:lnTo>
                  <a:lnTo>
                    <a:pt x="18" y="16"/>
                  </a:lnTo>
                  <a:lnTo>
                    <a:pt x="16" y="20"/>
                  </a:lnTo>
                  <a:lnTo>
                    <a:pt x="14" y="21"/>
                  </a:lnTo>
                  <a:lnTo>
                    <a:pt x="14" y="21"/>
                  </a:lnTo>
                  <a:lnTo>
                    <a:pt x="12" y="25"/>
                  </a:lnTo>
                  <a:lnTo>
                    <a:pt x="11" y="27"/>
                  </a:lnTo>
                  <a:lnTo>
                    <a:pt x="9" y="27"/>
                  </a:lnTo>
                  <a:lnTo>
                    <a:pt x="9" y="27"/>
                  </a:lnTo>
                  <a:lnTo>
                    <a:pt x="1" y="27"/>
                  </a:lnTo>
                  <a:lnTo>
                    <a:pt x="1" y="27"/>
                  </a:lnTo>
                  <a:lnTo>
                    <a:pt x="1" y="30"/>
                  </a:lnTo>
                  <a:lnTo>
                    <a:pt x="0" y="32"/>
                  </a:lnTo>
                  <a:lnTo>
                    <a:pt x="0" y="32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4" y="54"/>
                  </a:lnTo>
                  <a:lnTo>
                    <a:pt x="14" y="54"/>
                  </a:lnTo>
                  <a:lnTo>
                    <a:pt x="14" y="58"/>
                  </a:lnTo>
                  <a:lnTo>
                    <a:pt x="12" y="61"/>
                  </a:lnTo>
                  <a:lnTo>
                    <a:pt x="12" y="65"/>
                  </a:lnTo>
                  <a:lnTo>
                    <a:pt x="12" y="65"/>
                  </a:lnTo>
                  <a:lnTo>
                    <a:pt x="14" y="69"/>
                  </a:lnTo>
                  <a:lnTo>
                    <a:pt x="18" y="71"/>
                  </a:lnTo>
                  <a:lnTo>
                    <a:pt x="21" y="72"/>
                  </a:lnTo>
                  <a:lnTo>
                    <a:pt x="23" y="7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92" name="Freeform 275">
              <a:extLst>
                <a:ext uri="{FF2B5EF4-FFF2-40B4-BE49-F238E27FC236}">
                  <a16:creationId xmlns:a16="http://schemas.microsoft.com/office/drawing/2014/main" id="{9547096F-540A-4A0F-9335-CDA0C8DB33C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7185" y="3519464"/>
              <a:ext cx="99362" cy="124572"/>
            </a:xfrm>
            <a:custGeom>
              <a:avLst/>
              <a:gdLst>
                <a:gd name="T0" fmla="*/ 62 w 67"/>
                <a:gd name="T1" fmla="*/ 49 h 84"/>
                <a:gd name="T2" fmla="*/ 67 w 67"/>
                <a:gd name="T3" fmla="*/ 49 h 84"/>
                <a:gd name="T4" fmla="*/ 67 w 67"/>
                <a:gd name="T5" fmla="*/ 49 h 84"/>
                <a:gd name="T6" fmla="*/ 67 w 67"/>
                <a:gd name="T7" fmla="*/ 51 h 84"/>
                <a:gd name="T8" fmla="*/ 65 w 67"/>
                <a:gd name="T9" fmla="*/ 51 h 84"/>
                <a:gd name="T10" fmla="*/ 62 w 67"/>
                <a:gd name="T11" fmla="*/ 53 h 84"/>
                <a:gd name="T12" fmla="*/ 62 w 67"/>
                <a:gd name="T13" fmla="*/ 53 h 84"/>
                <a:gd name="T14" fmla="*/ 56 w 67"/>
                <a:gd name="T15" fmla="*/ 55 h 84"/>
                <a:gd name="T16" fmla="*/ 56 w 67"/>
                <a:gd name="T17" fmla="*/ 58 h 84"/>
                <a:gd name="T18" fmla="*/ 56 w 67"/>
                <a:gd name="T19" fmla="*/ 58 h 84"/>
                <a:gd name="T20" fmla="*/ 54 w 67"/>
                <a:gd name="T21" fmla="*/ 66 h 84"/>
                <a:gd name="T22" fmla="*/ 53 w 67"/>
                <a:gd name="T23" fmla="*/ 69 h 84"/>
                <a:gd name="T24" fmla="*/ 53 w 67"/>
                <a:gd name="T25" fmla="*/ 69 h 84"/>
                <a:gd name="T26" fmla="*/ 47 w 67"/>
                <a:gd name="T27" fmla="*/ 71 h 84"/>
                <a:gd name="T28" fmla="*/ 45 w 67"/>
                <a:gd name="T29" fmla="*/ 75 h 84"/>
                <a:gd name="T30" fmla="*/ 44 w 67"/>
                <a:gd name="T31" fmla="*/ 78 h 84"/>
                <a:gd name="T32" fmla="*/ 44 w 67"/>
                <a:gd name="T33" fmla="*/ 78 h 84"/>
                <a:gd name="T34" fmla="*/ 44 w 67"/>
                <a:gd name="T35" fmla="*/ 80 h 84"/>
                <a:gd name="T36" fmla="*/ 42 w 67"/>
                <a:gd name="T37" fmla="*/ 80 h 84"/>
                <a:gd name="T38" fmla="*/ 38 w 67"/>
                <a:gd name="T39" fmla="*/ 80 h 84"/>
                <a:gd name="T40" fmla="*/ 36 w 67"/>
                <a:gd name="T41" fmla="*/ 82 h 84"/>
                <a:gd name="T42" fmla="*/ 36 w 67"/>
                <a:gd name="T43" fmla="*/ 82 h 84"/>
                <a:gd name="T44" fmla="*/ 33 w 67"/>
                <a:gd name="T45" fmla="*/ 82 h 84"/>
                <a:gd name="T46" fmla="*/ 29 w 67"/>
                <a:gd name="T47" fmla="*/ 84 h 84"/>
                <a:gd name="T48" fmla="*/ 29 w 67"/>
                <a:gd name="T49" fmla="*/ 84 h 84"/>
                <a:gd name="T50" fmla="*/ 22 w 67"/>
                <a:gd name="T51" fmla="*/ 78 h 84"/>
                <a:gd name="T52" fmla="*/ 14 w 67"/>
                <a:gd name="T53" fmla="*/ 71 h 84"/>
                <a:gd name="T54" fmla="*/ 0 w 67"/>
                <a:gd name="T55" fmla="*/ 57 h 84"/>
                <a:gd name="T56" fmla="*/ 0 w 67"/>
                <a:gd name="T57" fmla="*/ 57 h 84"/>
                <a:gd name="T58" fmla="*/ 3 w 67"/>
                <a:gd name="T59" fmla="*/ 55 h 84"/>
                <a:gd name="T60" fmla="*/ 3 w 67"/>
                <a:gd name="T61" fmla="*/ 51 h 84"/>
                <a:gd name="T62" fmla="*/ 3 w 67"/>
                <a:gd name="T63" fmla="*/ 49 h 84"/>
                <a:gd name="T64" fmla="*/ 3 w 67"/>
                <a:gd name="T65" fmla="*/ 49 h 84"/>
                <a:gd name="T66" fmla="*/ 3 w 67"/>
                <a:gd name="T67" fmla="*/ 46 h 84"/>
                <a:gd name="T68" fmla="*/ 7 w 67"/>
                <a:gd name="T69" fmla="*/ 40 h 84"/>
                <a:gd name="T70" fmla="*/ 13 w 67"/>
                <a:gd name="T71" fmla="*/ 33 h 84"/>
                <a:gd name="T72" fmla="*/ 33 w 67"/>
                <a:gd name="T73" fmla="*/ 35 h 84"/>
                <a:gd name="T74" fmla="*/ 33 w 67"/>
                <a:gd name="T75" fmla="*/ 35 h 84"/>
                <a:gd name="T76" fmla="*/ 33 w 67"/>
                <a:gd name="T77" fmla="*/ 31 h 84"/>
                <a:gd name="T78" fmla="*/ 31 w 67"/>
                <a:gd name="T79" fmla="*/ 27 h 84"/>
                <a:gd name="T80" fmla="*/ 29 w 67"/>
                <a:gd name="T81" fmla="*/ 26 h 84"/>
                <a:gd name="T82" fmla="*/ 29 w 67"/>
                <a:gd name="T83" fmla="*/ 26 h 84"/>
                <a:gd name="T84" fmla="*/ 23 w 67"/>
                <a:gd name="T85" fmla="*/ 18 h 84"/>
                <a:gd name="T86" fmla="*/ 20 w 67"/>
                <a:gd name="T87" fmla="*/ 15 h 84"/>
                <a:gd name="T88" fmla="*/ 20 w 67"/>
                <a:gd name="T89" fmla="*/ 9 h 84"/>
                <a:gd name="T90" fmla="*/ 25 w 67"/>
                <a:gd name="T91" fmla="*/ 9 h 84"/>
                <a:gd name="T92" fmla="*/ 27 w 67"/>
                <a:gd name="T93" fmla="*/ 0 h 84"/>
                <a:gd name="T94" fmla="*/ 54 w 67"/>
                <a:gd name="T95" fmla="*/ 0 h 84"/>
                <a:gd name="T96" fmla="*/ 54 w 67"/>
                <a:gd name="T97" fmla="*/ 44 h 84"/>
                <a:gd name="T98" fmla="*/ 64 w 67"/>
                <a:gd name="T99" fmla="*/ 44 h 84"/>
                <a:gd name="T100" fmla="*/ 62 w 67"/>
                <a:gd name="T101" fmla="*/ 49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67" h="84">
                  <a:moveTo>
                    <a:pt x="62" y="49"/>
                  </a:moveTo>
                  <a:lnTo>
                    <a:pt x="67" y="49"/>
                  </a:lnTo>
                  <a:lnTo>
                    <a:pt x="67" y="49"/>
                  </a:lnTo>
                  <a:lnTo>
                    <a:pt x="67" y="51"/>
                  </a:lnTo>
                  <a:lnTo>
                    <a:pt x="65" y="51"/>
                  </a:lnTo>
                  <a:lnTo>
                    <a:pt x="62" y="53"/>
                  </a:lnTo>
                  <a:lnTo>
                    <a:pt x="62" y="53"/>
                  </a:lnTo>
                  <a:lnTo>
                    <a:pt x="56" y="55"/>
                  </a:lnTo>
                  <a:lnTo>
                    <a:pt x="56" y="58"/>
                  </a:lnTo>
                  <a:lnTo>
                    <a:pt x="56" y="58"/>
                  </a:lnTo>
                  <a:lnTo>
                    <a:pt x="54" y="66"/>
                  </a:lnTo>
                  <a:lnTo>
                    <a:pt x="53" y="69"/>
                  </a:lnTo>
                  <a:lnTo>
                    <a:pt x="53" y="69"/>
                  </a:lnTo>
                  <a:lnTo>
                    <a:pt x="47" y="71"/>
                  </a:lnTo>
                  <a:lnTo>
                    <a:pt x="45" y="75"/>
                  </a:lnTo>
                  <a:lnTo>
                    <a:pt x="44" y="78"/>
                  </a:lnTo>
                  <a:lnTo>
                    <a:pt x="44" y="78"/>
                  </a:lnTo>
                  <a:lnTo>
                    <a:pt x="44" y="80"/>
                  </a:lnTo>
                  <a:lnTo>
                    <a:pt x="42" y="80"/>
                  </a:lnTo>
                  <a:lnTo>
                    <a:pt x="38" y="80"/>
                  </a:lnTo>
                  <a:lnTo>
                    <a:pt x="36" y="82"/>
                  </a:lnTo>
                  <a:lnTo>
                    <a:pt x="36" y="82"/>
                  </a:lnTo>
                  <a:lnTo>
                    <a:pt x="33" y="82"/>
                  </a:lnTo>
                  <a:lnTo>
                    <a:pt x="29" y="84"/>
                  </a:lnTo>
                  <a:lnTo>
                    <a:pt x="29" y="84"/>
                  </a:lnTo>
                  <a:lnTo>
                    <a:pt x="22" y="78"/>
                  </a:lnTo>
                  <a:lnTo>
                    <a:pt x="14" y="71"/>
                  </a:lnTo>
                  <a:lnTo>
                    <a:pt x="0" y="57"/>
                  </a:lnTo>
                  <a:lnTo>
                    <a:pt x="0" y="57"/>
                  </a:lnTo>
                  <a:lnTo>
                    <a:pt x="3" y="55"/>
                  </a:lnTo>
                  <a:lnTo>
                    <a:pt x="3" y="51"/>
                  </a:lnTo>
                  <a:lnTo>
                    <a:pt x="3" y="49"/>
                  </a:lnTo>
                  <a:lnTo>
                    <a:pt x="3" y="49"/>
                  </a:lnTo>
                  <a:lnTo>
                    <a:pt x="3" y="46"/>
                  </a:lnTo>
                  <a:lnTo>
                    <a:pt x="7" y="40"/>
                  </a:lnTo>
                  <a:lnTo>
                    <a:pt x="13" y="3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33" y="31"/>
                  </a:lnTo>
                  <a:lnTo>
                    <a:pt x="31" y="27"/>
                  </a:lnTo>
                  <a:lnTo>
                    <a:pt x="29" y="26"/>
                  </a:lnTo>
                  <a:lnTo>
                    <a:pt x="29" y="26"/>
                  </a:lnTo>
                  <a:lnTo>
                    <a:pt x="23" y="18"/>
                  </a:lnTo>
                  <a:lnTo>
                    <a:pt x="20" y="15"/>
                  </a:lnTo>
                  <a:lnTo>
                    <a:pt x="20" y="9"/>
                  </a:lnTo>
                  <a:lnTo>
                    <a:pt x="25" y="9"/>
                  </a:lnTo>
                  <a:lnTo>
                    <a:pt x="27" y="0"/>
                  </a:lnTo>
                  <a:lnTo>
                    <a:pt x="54" y="0"/>
                  </a:lnTo>
                  <a:lnTo>
                    <a:pt x="54" y="44"/>
                  </a:lnTo>
                  <a:lnTo>
                    <a:pt x="64" y="44"/>
                  </a:lnTo>
                  <a:lnTo>
                    <a:pt x="62" y="4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93" name="Freeform 276">
              <a:extLst>
                <a:ext uri="{FF2B5EF4-FFF2-40B4-BE49-F238E27FC236}">
                  <a16:creationId xmlns:a16="http://schemas.microsoft.com/office/drawing/2014/main" id="{D9D907D6-154F-479D-8D52-E13822AEEB5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57678" y="1033949"/>
              <a:ext cx="1419236" cy="1094457"/>
            </a:xfrm>
            <a:custGeom>
              <a:avLst/>
              <a:gdLst>
                <a:gd name="T0" fmla="*/ 230 w 957"/>
                <a:gd name="T1" fmla="*/ 64 h 738"/>
                <a:gd name="T2" fmla="*/ 80 w 957"/>
                <a:gd name="T3" fmla="*/ 122 h 738"/>
                <a:gd name="T4" fmla="*/ 131 w 957"/>
                <a:gd name="T5" fmla="*/ 153 h 738"/>
                <a:gd name="T6" fmla="*/ 9 w 957"/>
                <a:gd name="T7" fmla="*/ 202 h 738"/>
                <a:gd name="T8" fmla="*/ 44 w 957"/>
                <a:gd name="T9" fmla="*/ 231 h 738"/>
                <a:gd name="T10" fmla="*/ 57 w 957"/>
                <a:gd name="T11" fmla="*/ 264 h 738"/>
                <a:gd name="T12" fmla="*/ 139 w 957"/>
                <a:gd name="T13" fmla="*/ 255 h 738"/>
                <a:gd name="T14" fmla="*/ 237 w 957"/>
                <a:gd name="T15" fmla="*/ 293 h 738"/>
                <a:gd name="T16" fmla="*/ 264 w 957"/>
                <a:gd name="T17" fmla="*/ 341 h 738"/>
                <a:gd name="T18" fmla="*/ 264 w 957"/>
                <a:gd name="T19" fmla="*/ 399 h 738"/>
                <a:gd name="T20" fmla="*/ 337 w 957"/>
                <a:gd name="T21" fmla="*/ 415 h 738"/>
                <a:gd name="T22" fmla="*/ 279 w 957"/>
                <a:gd name="T23" fmla="*/ 428 h 738"/>
                <a:gd name="T24" fmla="*/ 321 w 957"/>
                <a:gd name="T25" fmla="*/ 470 h 738"/>
                <a:gd name="T26" fmla="*/ 341 w 957"/>
                <a:gd name="T27" fmla="*/ 470 h 738"/>
                <a:gd name="T28" fmla="*/ 334 w 957"/>
                <a:gd name="T29" fmla="*/ 510 h 738"/>
                <a:gd name="T30" fmla="*/ 303 w 957"/>
                <a:gd name="T31" fmla="*/ 567 h 738"/>
                <a:gd name="T32" fmla="*/ 326 w 957"/>
                <a:gd name="T33" fmla="*/ 607 h 738"/>
                <a:gd name="T34" fmla="*/ 332 w 957"/>
                <a:gd name="T35" fmla="*/ 639 h 738"/>
                <a:gd name="T36" fmla="*/ 370 w 957"/>
                <a:gd name="T37" fmla="*/ 676 h 738"/>
                <a:gd name="T38" fmla="*/ 419 w 957"/>
                <a:gd name="T39" fmla="*/ 709 h 738"/>
                <a:gd name="T40" fmla="*/ 470 w 957"/>
                <a:gd name="T41" fmla="*/ 723 h 738"/>
                <a:gd name="T42" fmla="*/ 472 w 957"/>
                <a:gd name="T43" fmla="*/ 683 h 738"/>
                <a:gd name="T44" fmla="*/ 499 w 957"/>
                <a:gd name="T45" fmla="*/ 625 h 738"/>
                <a:gd name="T46" fmla="*/ 554 w 957"/>
                <a:gd name="T47" fmla="*/ 576 h 738"/>
                <a:gd name="T48" fmla="*/ 621 w 957"/>
                <a:gd name="T49" fmla="*/ 526 h 738"/>
                <a:gd name="T50" fmla="*/ 711 w 957"/>
                <a:gd name="T51" fmla="*/ 499 h 738"/>
                <a:gd name="T52" fmla="*/ 784 w 957"/>
                <a:gd name="T53" fmla="*/ 470 h 738"/>
                <a:gd name="T54" fmla="*/ 764 w 957"/>
                <a:gd name="T55" fmla="*/ 435 h 738"/>
                <a:gd name="T56" fmla="*/ 755 w 957"/>
                <a:gd name="T57" fmla="*/ 406 h 738"/>
                <a:gd name="T58" fmla="*/ 769 w 957"/>
                <a:gd name="T59" fmla="*/ 408 h 738"/>
                <a:gd name="T60" fmla="*/ 804 w 957"/>
                <a:gd name="T61" fmla="*/ 399 h 738"/>
                <a:gd name="T62" fmla="*/ 804 w 957"/>
                <a:gd name="T63" fmla="*/ 381 h 738"/>
                <a:gd name="T64" fmla="*/ 829 w 957"/>
                <a:gd name="T65" fmla="*/ 341 h 738"/>
                <a:gd name="T66" fmla="*/ 807 w 957"/>
                <a:gd name="T67" fmla="*/ 317 h 738"/>
                <a:gd name="T68" fmla="*/ 820 w 957"/>
                <a:gd name="T69" fmla="*/ 304 h 738"/>
                <a:gd name="T70" fmla="*/ 835 w 957"/>
                <a:gd name="T71" fmla="*/ 255 h 738"/>
                <a:gd name="T72" fmla="*/ 849 w 957"/>
                <a:gd name="T73" fmla="*/ 224 h 738"/>
                <a:gd name="T74" fmla="*/ 835 w 957"/>
                <a:gd name="T75" fmla="*/ 199 h 738"/>
                <a:gd name="T76" fmla="*/ 837 w 957"/>
                <a:gd name="T77" fmla="*/ 137 h 738"/>
                <a:gd name="T78" fmla="*/ 857 w 957"/>
                <a:gd name="T79" fmla="*/ 113 h 738"/>
                <a:gd name="T80" fmla="*/ 875 w 957"/>
                <a:gd name="T81" fmla="*/ 78 h 738"/>
                <a:gd name="T82" fmla="*/ 764 w 957"/>
                <a:gd name="T83" fmla="*/ 97 h 738"/>
                <a:gd name="T84" fmla="*/ 738 w 957"/>
                <a:gd name="T85" fmla="*/ 69 h 738"/>
                <a:gd name="T86" fmla="*/ 762 w 957"/>
                <a:gd name="T87" fmla="*/ 62 h 738"/>
                <a:gd name="T88" fmla="*/ 762 w 957"/>
                <a:gd name="T89" fmla="*/ 18 h 738"/>
                <a:gd name="T90" fmla="*/ 651 w 957"/>
                <a:gd name="T91" fmla="*/ 0 h 738"/>
                <a:gd name="T92" fmla="*/ 518 w 957"/>
                <a:gd name="T93" fmla="*/ 20 h 738"/>
                <a:gd name="T94" fmla="*/ 454 w 957"/>
                <a:gd name="T95" fmla="*/ 27 h 738"/>
                <a:gd name="T96" fmla="*/ 399 w 957"/>
                <a:gd name="T97" fmla="*/ 55 h 738"/>
                <a:gd name="T98" fmla="*/ 354 w 957"/>
                <a:gd name="T99" fmla="*/ 47 h 738"/>
                <a:gd name="T100" fmla="*/ 454 w 957"/>
                <a:gd name="T101" fmla="*/ 91 h 738"/>
                <a:gd name="T102" fmla="*/ 361 w 957"/>
                <a:gd name="T103" fmla="*/ 543 h 738"/>
                <a:gd name="T104" fmla="*/ 729 w 957"/>
                <a:gd name="T105" fmla="*/ 443 h 738"/>
                <a:gd name="T106" fmla="*/ 301 w 957"/>
                <a:gd name="T107" fmla="*/ 406 h 738"/>
                <a:gd name="T108" fmla="*/ 782 w 957"/>
                <a:gd name="T109" fmla="*/ 375 h 738"/>
                <a:gd name="T110" fmla="*/ 771 w 957"/>
                <a:gd name="T111" fmla="*/ 339 h 738"/>
                <a:gd name="T112" fmla="*/ 740 w 957"/>
                <a:gd name="T113" fmla="*/ 370 h 738"/>
                <a:gd name="T114" fmla="*/ 242 w 957"/>
                <a:gd name="T115" fmla="*/ 310 h 738"/>
                <a:gd name="T116" fmla="*/ 800 w 957"/>
                <a:gd name="T117" fmla="*/ 297 h 738"/>
                <a:gd name="T118" fmla="*/ 851 w 957"/>
                <a:gd name="T119" fmla="*/ 253 h 738"/>
                <a:gd name="T120" fmla="*/ 326 w 957"/>
                <a:gd name="T121" fmla="*/ 75 h 738"/>
                <a:gd name="T122" fmla="*/ 592 w 957"/>
                <a:gd name="T123" fmla="*/ 35 h 738"/>
                <a:gd name="T124" fmla="*/ 620 w 957"/>
                <a:gd name="T125" fmla="*/ 31 h 7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957" h="738">
                  <a:moveTo>
                    <a:pt x="350" y="91"/>
                  </a:moveTo>
                  <a:lnTo>
                    <a:pt x="350" y="91"/>
                  </a:lnTo>
                  <a:lnTo>
                    <a:pt x="330" y="82"/>
                  </a:lnTo>
                  <a:lnTo>
                    <a:pt x="310" y="75"/>
                  </a:lnTo>
                  <a:lnTo>
                    <a:pt x="310" y="75"/>
                  </a:lnTo>
                  <a:lnTo>
                    <a:pt x="301" y="82"/>
                  </a:lnTo>
                  <a:lnTo>
                    <a:pt x="295" y="91"/>
                  </a:lnTo>
                  <a:lnTo>
                    <a:pt x="295" y="91"/>
                  </a:lnTo>
                  <a:lnTo>
                    <a:pt x="293" y="73"/>
                  </a:lnTo>
                  <a:lnTo>
                    <a:pt x="290" y="56"/>
                  </a:lnTo>
                  <a:lnTo>
                    <a:pt x="290" y="56"/>
                  </a:lnTo>
                  <a:lnTo>
                    <a:pt x="270" y="60"/>
                  </a:lnTo>
                  <a:lnTo>
                    <a:pt x="270" y="60"/>
                  </a:lnTo>
                  <a:lnTo>
                    <a:pt x="270" y="67"/>
                  </a:lnTo>
                  <a:lnTo>
                    <a:pt x="270" y="67"/>
                  </a:lnTo>
                  <a:lnTo>
                    <a:pt x="268" y="67"/>
                  </a:lnTo>
                  <a:lnTo>
                    <a:pt x="266" y="66"/>
                  </a:lnTo>
                  <a:lnTo>
                    <a:pt x="264" y="62"/>
                  </a:lnTo>
                  <a:lnTo>
                    <a:pt x="264" y="62"/>
                  </a:lnTo>
                  <a:lnTo>
                    <a:pt x="261" y="62"/>
                  </a:lnTo>
                  <a:lnTo>
                    <a:pt x="259" y="64"/>
                  </a:lnTo>
                  <a:lnTo>
                    <a:pt x="257" y="66"/>
                  </a:lnTo>
                  <a:lnTo>
                    <a:pt x="253" y="67"/>
                  </a:lnTo>
                  <a:lnTo>
                    <a:pt x="253" y="67"/>
                  </a:lnTo>
                  <a:lnTo>
                    <a:pt x="248" y="64"/>
                  </a:lnTo>
                  <a:lnTo>
                    <a:pt x="244" y="62"/>
                  </a:lnTo>
                  <a:lnTo>
                    <a:pt x="241" y="62"/>
                  </a:lnTo>
                  <a:lnTo>
                    <a:pt x="241" y="62"/>
                  </a:lnTo>
                  <a:lnTo>
                    <a:pt x="230" y="64"/>
                  </a:lnTo>
                  <a:lnTo>
                    <a:pt x="217" y="67"/>
                  </a:lnTo>
                  <a:lnTo>
                    <a:pt x="191" y="75"/>
                  </a:lnTo>
                  <a:lnTo>
                    <a:pt x="191" y="75"/>
                  </a:lnTo>
                  <a:lnTo>
                    <a:pt x="197" y="91"/>
                  </a:lnTo>
                  <a:lnTo>
                    <a:pt x="197" y="91"/>
                  </a:lnTo>
                  <a:lnTo>
                    <a:pt x="191" y="82"/>
                  </a:lnTo>
                  <a:lnTo>
                    <a:pt x="188" y="77"/>
                  </a:lnTo>
                  <a:lnTo>
                    <a:pt x="184" y="75"/>
                  </a:lnTo>
                  <a:lnTo>
                    <a:pt x="184" y="75"/>
                  </a:lnTo>
                  <a:lnTo>
                    <a:pt x="179" y="75"/>
                  </a:lnTo>
                  <a:lnTo>
                    <a:pt x="175" y="75"/>
                  </a:lnTo>
                  <a:lnTo>
                    <a:pt x="175" y="75"/>
                  </a:lnTo>
                  <a:lnTo>
                    <a:pt x="164" y="97"/>
                  </a:lnTo>
                  <a:lnTo>
                    <a:pt x="164" y="97"/>
                  </a:lnTo>
                  <a:lnTo>
                    <a:pt x="170" y="100"/>
                  </a:lnTo>
                  <a:lnTo>
                    <a:pt x="171" y="104"/>
                  </a:lnTo>
                  <a:lnTo>
                    <a:pt x="171" y="104"/>
                  </a:lnTo>
                  <a:lnTo>
                    <a:pt x="162" y="98"/>
                  </a:lnTo>
                  <a:lnTo>
                    <a:pt x="153" y="97"/>
                  </a:lnTo>
                  <a:lnTo>
                    <a:pt x="146" y="97"/>
                  </a:lnTo>
                  <a:lnTo>
                    <a:pt x="139" y="98"/>
                  </a:lnTo>
                  <a:lnTo>
                    <a:pt x="124" y="106"/>
                  </a:lnTo>
                  <a:lnTo>
                    <a:pt x="109" y="111"/>
                  </a:lnTo>
                  <a:lnTo>
                    <a:pt x="109" y="111"/>
                  </a:lnTo>
                  <a:lnTo>
                    <a:pt x="93" y="113"/>
                  </a:lnTo>
                  <a:lnTo>
                    <a:pt x="88" y="115"/>
                  </a:lnTo>
                  <a:lnTo>
                    <a:pt x="82" y="118"/>
                  </a:lnTo>
                  <a:lnTo>
                    <a:pt x="82" y="118"/>
                  </a:lnTo>
                  <a:lnTo>
                    <a:pt x="80" y="122"/>
                  </a:lnTo>
                  <a:lnTo>
                    <a:pt x="78" y="128"/>
                  </a:lnTo>
                  <a:lnTo>
                    <a:pt x="78" y="128"/>
                  </a:lnTo>
                  <a:lnTo>
                    <a:pt x="77" y="128"/>
                  </a:lnTo>
                  <a:lnTo>
                    <a:pt x="77" y="131"/>
                  </a:lnTo>
                  <a:lnTo>
                    <a:pt x="78" y="135"/>
                  </a:lnTo>
                  <a:lnTo>
                    <a:pt x="78" y="135"/>
                  </a:lnTo>
                  <a:lnTo>
                    <a:pt x="84" y="135"/>
                  </a:lnTo>
                  <a:lnTo>
                    <a:pt x="88" y="133"/>
                  </a:lnTo>
                  <a:lnTo>
                    <a:pt x="91" y="131"/>
                  </a:lnTo>
                  <a:lnTo>
                    <a:pt x="93" y="131"/>
                  </a:lnTo>
                  <a:lnTo>
                    <a:pt x="93" y="131"/>
                  </a:lnTo>
                  <a:lnTo>
                    <a:pt x="97" y="131"/>
                  </a:lnTo>
                  <a:lnTo>
                    <a:pt x="99" y="133"/>
                  </a:lnTo>
                  <a:lnTo>
                    <a:pt x="100" y="135"/>
                  </a:lnTo>
                  <a:lnTo>
                    <a:pt x="102" y="135"/>
                  </a:lnTo>
                  <a:lnTo>
                    <a:pt x="102" y="135"/>
                  </a:lnTo>
                  <a:lnTo>
                    <a:pt x="109" y="137"/>
                  </a:lnTo>
                  <a:lnTo>
                    <a:pt x="117" y="135"/>
                  </a:lnTo>
                  <a:lnTo>
                    <a:pt x="133" y="131"/>
                  </a:lnTo>
                  <a:lnTo>
                    <a:pt x="133" y="131"/>
                  </a:lnTo>
                  <a:lnTo>
                    <a:pt x="128" y="138"/>
                  </a:lnTo>
                  <a:lnTo>
                    <a:pt x="128" y="138"/>
                  </a:lnTo>
                  <a:lnTo>
                    <a:pt x="131" y="137"/>
                  </a:lnTo>
                  <a:lnTo>
                    <a:pt x="131" y="137"/>
                  </a:lnTo>
                  <a:lnTo>
                    <a:pt x="131" y="140"/>
                  </a:lnTo>
                  <a:lnTo>
                    <a:pt x="128" y="148"/>
                  </a:lnTo>
                  <a:lnTo>
                    <a:pt x="128" y="148"/>
                  </a:lnTo>
                  <a:lnTo>
                    <a:pt x="129" y="149"/>
                  </a:lnTo>
                  <a:lnTo>
                    <a:pt x="131" y="153"/>
                  </a:lnTo>
                  <a:lnTo>
                    <a:pt x="131" y="155"/>
                  </a:lnTo>
                  <a:lnTo>
                    <a:pt x="131" y="155"/>
                  </a:lnTo>
                  <a:lnTo>
                    <a:pt x="126" y="160"/>
                  </a:lnTo>
                  <a:lnTo>
                    <a:pt x="119" y="166"/>
                  </a:lnTo>
                  <a:lnTo>
                    <a:pt x="111" y="169"/>
                  </a:lnTo>
                  <a:lnTo>
                    <a:pt x="104" y="171"/>
                  </a:lnTo>
                  <a:lnTo>
                    <a:pt x="104" y="171"/>
                  </a:lnTo>
                  <a:lnTo>
                    <a:pt x="91" y="171"/>
                  </a:lnTo>
                  <a:lnTo>
                    <a:pt x="82" y="169"/>
                  </a:lnTo>
                  <a:lnTo>
                    <a:pt x="75" y="169"/>
                  </a:lnTo>
                  <a:lnTo>
                    <a:pt x="75" y="169"/>
                  </a:lnTo>
                  <a:lnTo>
                    <a:pt x="68" y="173"/>
                  </a:lnTo>
                  <a:lnTo>
                    <a:pt x="62" y="177"/>
                  </a:lnTo>
                  <a:lnTo>
                    <a:pt x="62" y="177"/>
                  </a:lnTo>
                  <a:lnTo>
                    <a:pt x="58" y="177"/>
                  </a:lnTo>
                  <a:lnTo>
                    <a:pt x="57" y="177"/>
                  </a:lnTo>
                  <a:lnTo>
                    <a:pt x="55" y="175"/>
                  </a:lnTo>
                  <a:lnTo>
                    <a:pt x="49" y="175"/>
                  </a:lnTo>
                  <a:lnTo>
                    <a:pt x="49" y="175"/>
                  </a:lnTo>
                  <a:lnTo>
                    <a:pt x="31" y="177"/>
                  </a:lnTo>
                  <a:lnTo>
                    <a:pt x="11" y="179"/>
                  </a:lnTo>
                  <a:lnTo>
                    <a:pt x="11" y="179"/>
                  </a:lnTo>
                  <a:lnTo>
                    <a:pt x="7" y="184"/>
                  </a:lnTo>
                  <a:lnTo>
                    <a:pt x="4" y="188"/>
                  </a:lnTo>
                  <a:lnTo>
                    <a:pt x="4" y="188"/>
                  </a:lnTo>
                  <a:lnTo>
                    <a:pt x="6" y="195"/>
                  </a:lnTo>
                  <a:lnTo>
                    <a:pt x="6" y="199"/>
                  </a:lnTo>
                  <a:lnTo>
                    <a:pt x="9" y="202"/>
                  </a:lnTo>
                  <a:lnTo>
                    <a:pt x="9" y="202"/>
                  </a:lnTo>
                  <a:lnTo>
                    <a:pt x="11" y="204"/>
                  </a:lnTo>
                  <a:lnTo>
                    <a:pt x="15" y="204"/>
                  </a:lnTo>
                  <a:lnTo>
                    <a:pt x="18" y="204"/>
                  </a:lnTo>
                  <a:lnTo>
                    <a:pt x="24" y="206"/>
                  </a:lnTo>
                  <a:lnTo>
                    <a:pt x="24" y="206"/>
                  </a:lnTo>
                  <a:lnTo>
                    <a:pt x="26" y="210"/>
                  </a:lnTo>
                  <a:lnTo>
                    <a:pt x="27" y="213"/>
                  </a:lnTo>
                  <a:lnTo>
                    <a:pt x="27" y="213"/>
                  </a:lnTo>
                  <a:lnTo>
                    <a:pt x="33" y="215"/>
                  </a:lnTo>
                  <a:lnTo>
                    <a:pt x="38" y="215"/>
                  </a:lnTo>
                  <a:lnTo>
                    <a:pt x="49" y="217"/>
                  </a:lnTo>
                  <a:lnTo>
                    <a:pt x="53" y="206"/>
                  </a:lnTo>
                  <a:lnTo>
                    <a:pt x="57" y="217"/>
                  </a:lnTo>
                  <a:lnTo>
                    <a:pt x="57" y="217"/>
                  </a:lnTo>
                  <a:lnTo>
                    <a:pt x="69" y="217"/>
                  </a:lnTo>
                  <a:lnTo>
                    <a:pt x="80" y="217"/>
                  </a:lnTo>
                  <a:lnTo>
                    <a:pt x="91" y="215"/>
                  </a:lnTo>
                  <a:lnTo>
                    <a:pt x="104" y="213"/>
                  </a:lnTo>
                  <a:lnTo>
                    <a:pt x="102" y="224"/>
                  </a:lnTo>
                  <a:lnTo>
                    <a:pt x="102" y="224"/>
                  </a:lnTo>
                  <a:lnTo>
                    <a:pt x="86" y="222"/>
                  </a:lnTo>
                  <a:lnTo>
                    <a:pt x="71" y="222"/>
                  </a:lnTo>
                  <a:lnTo>
                    <a:pt x="58" y="222"/>
                  </a:lnTo>
                  <a:lnTo>
                    <a:pt x="46" y="226"/>
                  </a:lnTo>
                  <a:lnTo>
                    <a:pt x="46" y="226"/>
                  </a:lnTo>
                  <a:lnTo>
                    <a:pt x="44" y="228"/>
                  </a:lnTo>
                  <a:lnTo>
                    <a:pt x="40" y="231"/>
                  </a:lnTo>
                  <a:lnTo>
                    <a:pt x="40" y="231"/>
                  </a:lnTo>
                  <a:lnTo>
                    <a:pt x="44" y="231"/>
                  </a:lnTo>
                  <a:lnTo>
                    <a:pt x="46" y="233"/>
                  </a:lnTo>
                  <a:lnTo>
                    <a:pt x="46" y="233"/>
                  </a:lnTo>
                  <a:lnTo>
                    <a:pt x="46" y="233"/>
                  </a:lnTo>
                  <a:lnTo>
                    <a:pt x="38" y="233"/>
                  </a:lnTo>
                  <a:lnTo>
                    <a:pt x="33" y="231"/>
                  </a:lnTo>
                  <a:lnTo>
                    <a:pt x="27" y="228"/>
                  </a:lnTo>
                  <a:lnTo>
                    <a:pt x="27" y="228"/>
                  </a:lnTo>
                  <a:lnTo>
                    <a:pt x="24" y="228"/>
                  </a:lnTo>
                  <a:lnTo>
                    <a:pt x="20" y="230"/>
                  </a:lnTo>
                  <a:lnTo>
                    <a:pt x="17" y="230"/>
                  </a:lnTo>
                  <a:lnTo>
                    <a:pt x="13" y="231"/>
                  </a:lnTo>
                  <a:lnTo>
                    <a:pt x="13" y="231"/>
                  </a:lnTo>
                  <a:lnTo>
                    <a:pt x="17" y="235"/>
                  </a:lnTo>
                  <a:lnTo>
                    <a:pt x="18" y="237"/>
                  </a:lnTo>
                  <a:lnTo>
                    <a:pt x="18" y="240"/>
                  </a:lnTo>
                  <a:lnTo>
                    <a:pt x="18" y="242"/>
                  </a:lnTo>
                  <a:lnTo>
                    <a:pt x="18" y="242"/>
                  </a:lnTo>
                  <a:lnTo>
                    <a:pt x="27" y="244"/>
                  </a:lnTo>
                  <a:lnTo>
                    <a:pt x="35" y="244"/>
                  </a:lnTo>
                  <a:lnTo>
                    <a:pt x="40" y="248"/>
                  </a:lnTo>
                  <a:lnTo>
                    <a:pt x="40" y="248"/>
                  </a:lnTo>
                  <a:lnTo>
                    <a:pt x="40" y="250"/>
                  </a:lnTo>
                  <a:lnTo>
                    <a:pt x="38" y="250"/>
                  </a:lnTo>
                  <a:lnTo>
                    <a:pt x="35" y="250"/>
                  </a:lnTo>
                  <a:lnTo>
                    <a:pt x="35" y="250"/>
                  </a:lnTo>
                  <a:lnTo>
                    <a:pt x="44" y="259"/>
                  </a:lnTo>
                  <a:lnTo>
                    <a:pt x="47" y="262"/>
                  </a:lnTo>
                  <a:lnTo>
                    <a:pt x="57" y="264"/>
                  </a:lnTo>
                  <a:lnTo>
                    <a:pt x="57" y="264"/>
                  </a:lnTo>
                  <a:lnTo>
                    <a:pt x="62" y="266"/>
                  </a:lnTo>
                  <a:lnTo>
                    <a:pt x="69" y="268"/>
                  </a:lnTo>
                  <a:lnTo>
                    <a:pt x="69" y="268"/>
                  </a:lnTo>
                  <a:lnTo>
                    <a:pt x="71" y="266"/>
                  </a:lnTo>
                  <a:lnTo>
                    <a:pt x="71" y="266"/>
                  </a:lnTo>
                  <a:lnTo>
                    <a:pt x="73" y="261"/>
                  </a:lnTo>
                  <a:lnTo>
                    <a:pt x="71" y="253"/>
                  </a:lnTo>
                  <a:lnTo>
                    <a:pt x="71" y="253"/>
                  </a:lnTo>
                  <a:lnTo>
                    <a:pt x="82" y="259"/>
                  </a:lnTo>
                  <a:lnTo>
                    <a:pt x="84" y="259"/>
                  </a:lnTo>
                  <a:lnTo>
                    <a:pt x="84" y="257"/>
                  </a:lnTo>
                  <a:lnTo>
                    <a:pt x="86" y="255"/>
                  </a:lnTo>
                  <a:lnTo>
                    <a:pt x="89" y="253"/>
                  </a:lnTo>
                  <a:lnTo>
                    <a:pt x="89" y="253"/>
                  </a:lnTo>
                  <a:lnTo>
                    <a:pt x="95" y="253"/>
                  </a:lnTo>
                  <a:lnTo>
                    <a:pt x="102" y="253"/>
                  </a:lnTo>
                  <a:lnTo>
                    <a:pt x="102" y="253"/>
                  </a:lnTo>
                  <a:lnTo>
                    <a:pt x="104" y="257"/>
                  </a:lnTo>
                  <a:lnTo>
                    <a:pt x="104" y="259"/>
                  </a:lnTo>
                  <a:lnTo>
                    <a:pt x="106" y="261"/>
                  </a:lnTo>
                  <a:lnTo>
                    <a:pt x="111" y="262"/>
                  </a:lnTo>
                  <a:lnTo>
                    <a:pt x="111" y="262"/>
                  </a:lnTo>
                  <a:lnTo>
                    <a:pt x="113" y="261"/>
                  </a:lnTo>
                  <a:lnTo>
                    <a:pt x="113" y="255"/>
                  </a:lnTo>
                  <a:lnTo>
                    <a:pt x="113" y="255"/>
                  </a:lnTo>
                  <a:lnTo>
                    <a:pt x="124" y="257"/>
                  </a:lnTo>
                  <a:lnTo>
                    <a:pt x="131" y="257"/>
                  </a:lnTo>
                  <a:lnTo>
                    <a:pt x="139" y="255"/>
                  </a:lnTo>
                  <a:lnTo>
                    <a:pt x="139" y="255"/>
                  </a:lnTo>
                  <a:lnTo>
                    <a:pt x="140" y="251"/>
                  </a:lnTo>
                  <a:lnTo>
                    <a:pt x="142" y="248"/>
                  </a:lnTo>
                  <a:lnTo>
                    <a:pt x="142" y="248"/>
                  </a:lnTo>
                  <a:lnTo>
                    <a:pt x="146" y="250"/>
                  </a:lnTo>
                  <a:lnTo>
                    <a:pt x="148" y="251"/>
                  </a:lnTo>
                  <a:lnTo>
                    <a:pt x="148" y="257"/>
                  </a:lnTo>
                  <a:lnTo>
                    <a:pt x="148" y="257"/>
                  </a:lnTo>
                  <a:lnTo>
                    <a:pt x="157" y="250"/>
                  </a:lnTo>
                  <a:lnTo>
                    <a:pt x="191" y="261"/>
                  </a:lnTo>
                  <a:lnTo>
                    <a:pt x="191" y="261"/>
                  </a:lnTo>
                  <a:lnTo>
                    <a:pt x="193" y="262"/>
                  </a:lnTo>
                  <a:lnTo>
                    <a:pt x="197" y="266"/>
                  </a:lnTo>
                  <a:lnTo>
                    <a:pt x="199" y="270"/>
                  </a:lnTo>
                  <a:lnTo>
                    <a:pt x="202" y="271"/>
                  </a:lnTo>
                  <a:lnTo>
                    <a:pt x="202" y="271"/>
                  </a:lnTo>
                  <a:lnTo>
                    <a:pt x="206" y="273"/>
                  </a:lnTo>
                  <a:lnTo>
                    <a:pt x="210" y="271"/>
                  </a:lnTo>
                  <a:lnTo>
                    <a:pt x="215" y="271"/>
                  </a:lnTo>
                  <a:lnTo>
                    <a:pt x="219" y="271"/>
                  </a:lnTo>
                  <a:lnTo>
                    <a:pt x="219" y="271"/>
                  </a:lnTo>
                  <a:lnTo>
                    <a:pt x="221" y="275"/>
                  </a:lnTo>
                  <a:lnTo>
                    <a:pt x="221" y="279"/>
                  </a:lnTo>
                  <a:lnTo>
                    <a:pt x="222" y="284"/>
                  </a:lnTo>
                  <a:lnTo>
                    <a:pt x="224" y="288"/>
                  </a:lnTo>
                  <a:lnTo>
                    <a:pt x="224" y="288"/>
                  </a:lnTo>
                  <a:lnTo>
                    <a:pt x="228" y="288"/>
                  </a:lnTo>
                  <a:lnTo>
                    <a:pt x="233" y="290"/>
                  </a:lnTo>
                  <a:lnTo>
                    <a:pt x="233" y="290"/>
                  </a:lnTo>
                  <a:lnTo>
                    <a:pt x="237" y="293"/>
                  </a:lnTo>
                  <a:lnTo>
                    <a:pt x="239" y="297"/>
                  </a:lnTo>
                  <a:lnTo>
                    <a:pt x="246" y="304"/>
                  </a:lnTo>
                  <a:lnTo>
                    <a:pt x="246" y="304"/>
                  </a:lnTo>
                  <a:lnTo>
                    <a:pt x="250" y="304"/>
                  </a:lnTo>
                  <a:lnTo>
                    <a:pt x="255" y="304"/>
                  </a:lnTo>
                  <a:lnTo>
                    <a:pt x="255" y="304"/>
                  </a:lnTo>
                  <a:lnTo>
                    <a:pt x="255" y="306"/>
                  </a:lnTo>
                  <a:lnTo>
                    <a:pt x="257" y="308"/>
                  </a:lnTo>
                  <a:lnTo>
                    <a:pt x="259" y="308"/>
                  </a:lnTo>
                  <a:lnTo>
                    <a:pt x="257" y="310"/>
                  </a:lnTo>
                  <a:lnTo>
                    <a:pt x="257" y="310"/>
                  </a:lnTo>
                  <a:lnTo>
                    <a:pt x="255" y="312"/>
                  </a:lnTo>
                  <a:lnTo>
                    <a:pt x="253" y="313"/>
                  </a:lnTo>
                  <a:lnTo>
                    <a:pt x="255" y="315"/>
                  </a:lnTo>
                  <a:lnTo>
                    <a:pt x="253" y="319"/>
                  </a:lnTo>
                  <a:lnTo>
                    <a:pt x="253" y="319"/>
                  </a:lnTo>
                  <a:lnTo>
                    <a:pt x="242" y="324"/>
                  </a:lnTo>
                  <a:lnTo>
                    <a:pt x="242" y="324"/>
                  </a:lnTo>
                  <a:lnTo>
                    <a:pt x="250" y="322"/>
                  </a:lnTo>
                  <a:lnTo>
                    <a:pt x="257" y="321"/>
                  </a:lnTo>
                  <a:lnTo>
                    <a:pt x="257" y="321"/>
                  </a:lnTo>
                  <a:lnTo>
                    <a:pt x="261" y="328"/>
                  </a:lnTo>
                  <a:lnTo>
                    <a:pt x="263" y="333"/>
                  </a:lnTo>
                  <a:lnTo>
                    <a:pt x="268" y="333"/>
                  </a:lnTo>
                  <a:lnTo>
                    <a:pt x="268" y="333"/>
                  </a:lnTo>
                  <a:lnTo>
                    <a:pt x="268" y="337"/>
                  </a:lnTo>
                  <a:lnTo>
                    <a:pt x="266" y="337"/>
                  </a:lnTo>
                  <a:lnTo>
                    <a:pt x="264" y="339"/>
                  </a:lnTo>
                  <a:lnTo>
                    <a:pt x="264" y="341"/>
                  </a:lnTo>
                  <a:lnTo>
                    <a:pt x="264" y="341"/>
                  </a:lnTo>
                  <a:lnTo>
                    <a:pt x="272" y="346"/>
                  </a:lnTo>
                  <a:lnTo>
                    <a:pt x="272" y="346"/>
                  </a:lnTo>
                  <a:lnTo>
                    <a:pt x="272" y="350"/>
                  </a:lnTo>
                  <a:lnTo>
                    <a:pt x="272" y="355"/>
                  </a:lnTo>
                  <a:lnTo>
                    <a:pt x="272" y="355"/>
                  </a:lnTo>
                  <a:lnTo>
                    <a:pt x="279" y="355"/>
                  </a:lnTo>
                  <a:lnTo>
                    <a:pt x="279" y="355"/>
                  </a:lnTo>
                  <a:lnTo>
                    <a:pt x="281" y="359"/>
                  </a:lnTo>
                  <a:lnTo>
                    <a:pt x="279" y="361"/>
                  </a:lnTo>
                  <a:lnTo>
                    <a:pt x="279" y="364"/>
                  </a:lnTo>
                  <a:lnTo>
                    <a:pt x="279" y="368"/>
                  </a:lnTo>
                  <a:lnTo>
                    <a:pt x="279" y="368"/>
                  </a:lnTo>
                  <a:lnTo>
                    <a:pt x="272" y="368"/>
                  </a:lnTo>
                  <a:lnTo>
                    <a:pt x="268" y="370"/>
                  </a:lnTo>
                  <a:lnTo>
                    <a:pt x="268" y="370"/>
                  </a:lnTo>
                  <a:lnTo>
                    <a:pt x="268" y="370"/>
                  </a:lnTo>
                  <a:lnTo>
                    <a:pt x="270" y="372"/>
                  </a:lnTo>
                  <a:lnTo>
                    <a:pt x="270" y="377"/>
                  </a:lnTo>
                  <a:lnTo>
                    <a:pt x="270" y="377"/>
                  </a:lnTo>
                  <a:lnTo>
                    <a:pt x="266" y="381"/>
                  </a:lnTo>
                  <a:lnTo>
                    <a:pt x="264" y="384"/>
                  </a:lnTo>
                  <a:lnTo>
                    <a:pt x="264" y="388"/>
                  </a:lnTo>
                  <a:lnTo>
                    <a:pt x="270" y="390"/>
                  </a:lnTo>
                  <a:lnTo>
                    <a:pt x="270" y="390"/>
                  </a:lnTo>
                  <a:lnTo>
                    <a:pt x="264" y="394"/>
                  </a:lnTo>
                  <a:lnTo>
                    <a:pt x="261" y="395"/>
                  </a:lnTo>
                  <a:lnTo>
                    <a:pt x="263" y="399"/>
                  </a:lnTo>
                  <a:lnTo>
                    <a:pt x="264" y="399"/>
                  </a:lnTo>
                  <a:lnTo>
                    <a:pt x="275" y="401"/>
                  </a:lnTo>
                  <a:lnTo>
                    <a:pt x="284" y="403"/>
                  </a:lnTo>
                  <a:lnTo>
                    <a:pt x="284" y="403"/>
                  </a:lnTo>
                  <a:lnTo>
                    <a:pt x="286" y="394"/>
                  </a:lnTo>
                  <a:lnTo>
                    <a:pt x="288" y="388"/>
                  </a:lnTo>
                  <a:lnTo>
                    <a:pt x="288" y="388"/>
                  </a:lnTo>
                  <a:lnTo>
                    <a:pt x="292" y="390"/>
                  </a:lnTo>
                  <a:lnTo>
                    <a:pt x="292" y="395"/>
                  </a:lnTo>
                  <a:lnTo>
                    <a:pt x="292" y="395"/>
                  </a:lnTo>
                  <a:lnTo>
                    <a:pt x="304" y="395"/>
                  </a:lnTo>
                  <a:lnTo>
                    <a:pt x="319" y="397"/>
                  </a:lnTo>
                  <a:lnTo>
                    <a:pt x="319" y="397"/>
                  </a:lnTo>
                  <a:lnTo>
                    <a:pt x="317" y="401"/>
                  </a:lnTo>
                  <a:lnTo>
                    <a:pt x="315" y="403"/>
                  </a:lnTo>
                  <a:lnTo>
                    <a:pt x="317" y="404"/>
                  </a:lnTo>
                  <a:lnTo>
                    <a:pt x="317" y="404"/>
                  </a:lnTo>
                  <a:lnTo>
                    <a:pt x="319" y="404"/>
                  </a:lnTo>
                  <a:lnTo>
                    <a:pt x="323" y="403"/>
                  </a:lnTo>
                  <a:lnTo>
                    <a:pt x="326" y="403"/>
                  </a:lnTo>
                  <a:lnTo>
                    <a:pt x="332" y="403"/>
                  </a:lnTo>
                  <a:lnTo>
                    <a:pt x="332" y="403"/>
                  </a:lnTo>
                  <a:lnTo>
                    <a:pt x="330" y="404"/>
                  </a:lnTo>
                  <a:lnTo>
                    <a:pt x="326" y="406"/>
                  </a:lnTo>
                  <a:lnTo>
                    <a:pt x="326" y="406"/>
                  </a:lnTo>
                  <a:lnTo>
                    <a:pt x="346" y="410"/>
                  </a:lnTo>
                  <a:lnTo>
                    <a:pt x="346" y="410"/>
                  </a:lnTo>
                  <a:lnTo>
                    <a:pt x="341" y="412"/>
                  </a:lnTo>
                  <a:lnTo>
                    <a:pt x="339" y="414"/>
                  </a:lnTo>
                  <a:lnTo>
                    <a:pt x="337" y="415"/>
                  </a:lnTo>
                  <a:lnTo>
                    <a:pt x="339" y="415"/>
                  </a:lnTo>
                  <a:lnTo>
                    <a:pt x="343" y="417"/>
                  </a:lnTo>
                  <a:lnTo>
                    <a:pt x="343" y="417"/>
                  </a:lnTo>
                  <a:lnTo>
                    <a:pt x="335" y="419"/>
                  </a:lnTo>
                  <a:lnTo>
                    <a:pt x="335" y="419"/>
                  </a:lnTo>
                  <a:lnTo>
                    <a:pt x="334" y="424"/>
                  </a:lnTo>
                  <a:lnTo>
                    <a:pt x="334" y="424"/>
                  </a:lnTo>
                  <a:lnTo>
                    <a:pt x="339" y="424"/>
                  </a:lnTo>
                  <a:lnTo>
                    <a:pt x="343" y="424"/>
                  </a:lnTo>
                  <a:lnTo>
                    <a:pt x="343" y="424"/>
                  </a:lnTo>
                  <a:lnTo>
                    <a:pt x="345" y="424"/>
                  </a:lnTo>
                  <a:lnTo>
                    <a:pt x="343" y="426"/>
                  </a:lnTo>
                  <a:lnTo>
                    <a:pt x="335" y="426"/>
                  </a:lnTo>
                  <a:lnTo>
                    <a:pt x="335" y="432"/>
                  </a:lnTo>
                  <a:lnTo>
                    <a:pt x="335" y="432"/>
                  </a:lnTo>
                  <a:lnTo>
                    <a:pt x="345" y="437"/>
                  </a:lnTo>
                  <a:lnTo>
                    <a:pt x="346" y="437"/>
                  </a:lnTo>
                  <a:lnTo>
                    <a:pt x="345" y="437"/>
                  </a:lnTo>
                  <a:lnTo>
                    <a:pt x="337" y="437"/>
                  </a:lnTo>
                  <a:lnTo>
                    <a:pt x="328" y="434"/>
                  </a:lnTo>
                  <a:lnTo>
                    <a:pt x="328" y="434"/>
                  </a:lnTo>
                  <a:lnTo>
                    <a:pt x="323" y="428"/>
                  </a:lnTo>
                  <a:lnTo>
                    <a:pt x="317" y="424"/>
                  </a:lnTo>
                  <a:lnTo>
                    <a:pt x="317" y="424"/>
                  </a:lnTo>
                  <a:lnTo>
                    <a:pt x="306" y="423"/>
                  </a:lnTo>
                  <a:lnTo>
                    <a:pt x="297" y="423"/>
                  </a:lnTo>
                  <a:lnTo>
                    <a:pt x="277" y="424"/>
                  </a:lnTo>
                  <a:lnTo>
                    <a:pt x="277" y="424"/>
                  </a:lnTo>
                  <a:lnTo>
                    <a:pt x="279" y="428"/>
                  </a:lnTo>
                  <a:lnTo>
                    <a:pt x="279" y="432"/>
                  </a:lnTo>
                  <a:lnTo>
                    <a:pt x="279" y="432"/>
                  </a:lnTo>
                  <a:lnTo>
                    <a:pt x="283" y="432"/>
                  </a:lnTo>
                  <a:lnTo>
                    <a:pt x="286" y="432"/>
                  </a:lnTo>
                  <a:lnTo>
                    <a:pt x="290" y="432"/>
                  </a:lnTo>
                  <a:lnTo>
                    <a:pt x="292" y="434"/>
                  </a:lnTo>
                  <a:lnTo>
                    <a:pt x="292" y="434"/>
                  </a:lnTo>
                  <a:lnTo>
                    <a:pt x="295" y="441"/>
                  </a:lnTo>
                  <a:lnTo>
                    <a:pt x="295" y="441"/>
                  </a:lnTo>
                  <a:lnTo>
                    <a:pt x="277" y="439"/>
                  </a:lnTo>
                  <a:lnTo>
                    <a:pt x="277" y="439"/>
                  </a:lnTo>
                  <a:lnTo>
                    <a:pt x="275" y="448"/>
                  </a:lnTo>
                  <a:lnTo>
                    <a:pt x="273" y="454"/>
                  </a:lnTo>
                  <a:lnTo>
                    <a:pt x="268" y="463"/>
                  </a:lnTo>
                  <a:lnTo>
                    <a:pt x="270" y="465"/>
                  </a:lnTo>
                  <a:lnTo>
                    <a:pt x="273" y="466"/>
                  </a:lnTo>
                  <a:lnTo>
                    <a:pt x="292" y="468"/>
                  </a:lnTo>
                  <a:lnTo>
                    <a:pt x="292" y="474"/>
                  </a:lnTo>
                  <a:lnTo>
                    <a:pt x="292" y="474"/>
                  </a:lnTo>
                  <a:lnTo>
                    <a:pt x="284" y="474"/>
                  </a:lnTo>
                  <a:lnTo>
                    <a:pt x="277" y="474"/>
                  </a:lnTo>
                  <a:lnTo>
                    <a:pt x="283" y="481"/>
                  </a:lnTo>
                  <a:lnTo>
                    <a:pt x="283" y="481"/>
                  </a:lnTo>
                  <a:lnTo>
                    <a:pt x="292" y="481"/>
                  </a:lnTo>
                  <a:lnTo>
                    <a:pt x="299" y="479"/>
                  </a:lnTo>
                  <a:lnTo>
                    <a:pt x="312" y="474"/>
                  </a:lnTo>
                  <a:lnTo>
                    <a:pt x="312" y="474"/>
                  </a:lnTo>
                  <a:lnTo>
                    <a:pt x="315" y="472"/>
                  </a:lnTo>
                  <a:lnTo>
                    <a:pt x="321" y="470"/>
                  </a:lnTo>
                  <a:lnTo>
                    <a:pt x="321" y="470"/>
                  </a:lnTo>
                  <a:lnTo>
                    <a:pt x="321" y="466"/>
                  </a:lnTo>
                  <a:lnTo>
                    <a:pt x="321" y="461"/>
                  </a:lnTo>
                  <a:lnTo>
                    <a:pt x="321" y="461"/>
                  </a:lnTo>
                  <a:lnTo>
                    <a:pt x="317" y="457"/>
                  </a:lnTo>
                  <a:lnTo>
                    <a:pt x="308" y="450"/>
                  </a:lnTo>
                  <a:lnTo>
                    <a:pt x="297" y="441"/>
                  </a:lnTo>
                  <a:lnTo>
                    <a:pt x="297" y="435"/>
                  </a:lnTo>
                  <a:lnTo>
                    <a:pt x="297" y="435"/>
                  </a:lnTo>
                  <a:lnTo>
                    <a:pt x="303" y="437"/>
                  </a:lnTo>
                  <a:lnTo>
                    <a:pt x="310" y="439"/>
                  </a:lnTo>
                  <a:lnTo>
                    <a:pt x="310" y="439"/>
                  </a:lnTo>
                  <a:lnTo>
                    <a:pt x="314" y="445"/>
                  </a:lnTo>
                  <a:lnTo>
                    <a:pt x="315" y="446"/>
                  </a:lnTo>
                  <a:lnTo>
                    <a:pt x="317" y="448"/>
                  </a:lnTo>
                  <a:lnTo>
                    <a:pt x="317" y="448"/>
                  </a:lnTo>
                  <a:lnTo>
                    <a:pt x="321" y="448"/>
                  </a:lnTo>
                  <a:lnTo>
                    <a:pt x="324" y="448"/>
                  </a:lnTo>
                  <a:lnTo>
                    <a:pt x="328" y="446"/>
                  </a:lnTo>
                  <a:lnTo>
                    <a:pt x="328" y="446"/>
                  </a:lnTo>
                  <a:lnTo>
                    <a:pt x="330" y="446"/>
                  </a:lnTo>
                  <a:lnTo>
                    <a:pt x="332" y="448"/>
                  </a:lnTo>
                  <a:lnTo>
                    <a:pt x="334" y="450"/>
                  </a:lnTo>
                  <a:lnTo>
                    <a:pt x="334" y="450"/>
                  </a:lnTo>
                  <a:lnTo>
                    <a:pt x="339" y="450"/>
                  </a:lnTo>
                  <a:lnTo>
                    <a:pt x="346" y="448"/>
                  </a:lnTo>
                  <a:lnTo>
                    <a:pt x="346" y="448"/>
                  </a:lnTo>
                  <a:lnTo>
                    <a:pt x="341" y="470"/>
                  </a:lnTo>
                  <a:lnTo>
                    <a:pt x="341" y="470"/>
                  </a:lnTo>
                  <a:lnTo>
                    <a:pt x="346" y="470"/>
                  </a:lnTo>
                  <a:lnTo>
                    <a:pt x="350" y="470"/>
                  </a:lnTo>
                  <a:lnTo>
                    <a:pt x="350" y="470"/>
                  </a:lnTo>
                  <a:lnTo>
                    <a:pt x="348" y="475"/>
                  </a:lnTo>
                  <a:lnTo>
                    <a:pt x="348" y="479"/>
                  </a:lnTo>
                  <a:lnTo>
                    <a:pt x="350" y="483"/>
                  </a:lnTo>
                  <a:lnTo>
                    <a:pt x="350" y="483"/>
                  </a:lnTo>
                  <a:lnTo>
                    <a:pt x="348" y="485"/>
                  </a:lnTo>
                  <a:lnTo>
                    <a:pt x="346" y="488"/>
                  </a:lnTo>
                  <a:lnTo>
                    <a:pt x="346" y="488"/>
                  </a:lnTo>
                  <a:lnTo>
                    <a:pt x="343" y="483"/>
                  </a:lnTo>
                  <a:lnTo>
                    <a:pt x="341" y="483"/>
                  </a:lnTo>
                  <a:lnTo>
                    <a:pt x="339" y="481"/>
                  </a:lnTo>
                  <a:lnTo>
                    <a:pt x="339" y="485"/>
                  </a:lnTo>
                  <a:lnTo>
                    <a:pt x="339" y="485"/>
                  </a:lnTo>
                  <a:lnTo>
                    <a:pt x="341" y="503"/>
                  </a:lnTo>
                  <a:lnTo>
                    <a:pt x="341" y="503"/>
                  </a:lnTo>
                  <a:lnTo>
                    <a:pt x="324" y="499"/>
                  </a:lnTo>
                  <a:lnTo>
                    <a:pt x="324" y="499"/>
                  </a:lnTo>
                  <a:lnTo>
                    <a:pt x="321" y="503"/>
                  </a:lnTo>
                  <a:lnTo>
                    <a:pt x="319" y="506"/>
                  </a:lnTo>
                  <a:lnTo>
                    <a:pt x="319" y="506"/>
                  </a:lnTo>
                  <a:lnTo>
                    <a:pt x="312" y="508"/>
                  </a:lnTo>
                  <a:lnTo>
                    <a:pt x="310" y="508"/>
                  </a:lnTo>
                  <a:lnTo>
                    <a:pt x="312" y="508"/>
                  </a:lnTo>
                  <a:lnTo>
                    <a:pt x="321" y="512"/>
                  </a:lnTo>
                  <a:lnTo>
                    <a:pt x="321" y="512"/>
                  </a:lnTo>
                  <a:lnTo>
                    <a:pt x="328" y="512"/>
                  </a:lnTo>
                  <a:lnTo>
                    <a:pt x="334" y="510"/>
                  </a:lnTo>
                  <a:lnTo>
                    <a:pt x="343" y="505"/>
                  </a:lnTo>
                  <a:lnTo>
                    <a:pt x="343" y="505"/>
                  </a:lnTo>
                  <a:lnTo>
                    <a:pt x="343" y="510"/>
                  </a:lnTo>
                  <a:lnTo>
                    <a:pt x="343" y="514"/>
                  </a:lnTo>
                  <a:lnTo>
                    <a:pt x="343" y="514"/>
                  </a:lnTo>
                  <a:lnTo>
                    <a:pt x="321" y="517"/>
                  </a:lnTo>
                  <a:lnTo>
                    <a:pt x="321" y="517"/>
                  </a:lnTo>
                  <a:lnTo>
                    <a:pt x="317" y="514"/>
                  </a:lnTo>
                  <a:lnTo>
                    <a:pt x="314" y="512"/>
                  </a:lnTo>
                  <a:lnTo>
                    <a:pt x="310" y="512"/>
                  </a:lnTo>
                  <a:lnTo>
                    <a:pt x="310" y="512"/>
                  </a:lnTo>
                  <a:lnTo>
                    <a:pt x="312" y="517"/>
                  </a:lnTo>
                  <a:lnTo>
                    <a:pt x="312" y="517"/>
                  </a:lnTo>
                  <a:lnTo>
                    <a:pt x="297" y="526"/>
                  </a:lnTo>
                  <a:lnTo>
                    <a:pt x="297" y="526"/>
                  </a:lnTo>
                  <a:lnTo>
                    <a:pt x="297" y="534"/>
                  </a:lnTo>
                  <a:lnTo>
                    <a:pt x="303" y="534"/>
                  </a:lnTo>
                  <a:lnTo>
                    <a:pt x="303" y="534"/>
                  </a:lnTo>
                  <a:lnTo>
                    <a:pt x="304" y="534"/>
                  </a:lnTo>
                  <a:lnTo>
                    <a:pt x="303" y="536"/>
                  </a:lnTo>
                  <a:lnTo>
                    <a:pt x="297" y="541"/>
                  </a:lnTo>
                  <a:lnTo>
                    <a:pt x="297" y="541"/>
                  </a:lnTo>
                  <a:lnTo>
                    <a:pt x="303" y="552"/>
                  </a:lnTo>
                  <a:lnTo>
                    <a:pt x="306" y="552"/>
                  </a:lnTo>
                  <a:lnTo>
                    <a:pt x="306" y="552"/>
                  </a:lnTo>
                  <a:lnTo>
                    <a:pt x="306" y="556"/>
                  </a:lnTo>
                  <a:lnTo>
                    <a:pt x="306" y="559"/>
                  </a:lnTo>
                  <a:lnTo>
                    <a:pt x="303" y="567"/>
                  </a:lnTo>
                  <a:lnTo>
                    <a:pt x="303" y="567"/>
                  </a:lnTo>
                  <a:lnTo>
                    <a:pt x="306" y="567"/>
                  </a:lnTo>
                  <a:lnTo>
                    <a:pt x="308" y="567"/>
                  </a:lnTo>
                  <a:lnTo>
                    <a:pt x="306" y="568"/>
                  </a:lnTo>
                  <a:lnTo>
                    <a:pt x="306" y="568"/>
                  </a:lnTo>
                  <a:lnTo>
                    <a:pt x="303" y="568"/>
                  </a:lnTo>
                  <a:lnTo>
                    <a:pt x="299" y="568"/>
                  </a:lnTo>
                  <a:lnTo>
                    <a:pt x="299" y="568"/>
                  </a:lnTo>
                  <a:lnTo>
                    <a:pt x="297" y="574"/>
                  </a:lnTo>
                  <a:lnTo>
                    <a:pt x="297" y="574"/>
                  </a:lnTo>
                  <a:lnTo>
                    <a:pt x="310" y="576"/>
                  </a:lnTo>
                  <a:lnTo>
                    <a:pt x="310" y="576"/>
                  </a:lnTo>
                  <a:lnTo>
                    <a:pt x="306" y="581"/>
                  </a:lnTo>
                  <a:lnTo>
                    <a:pt x="306" y="581"/>
                  </a:lnTo>
                  <a:lnTo>
                    <a:pt x="304" y="581"/>
                  </a:lnTo>
                  <a:lnTo>
                    <a:pt x="303" y="581"/>
                  </a:lnTo>
                  <a:lnTo>
                    <a:pt x="304" y="583"/>
                  </a:lnTo>
                  <a:lnTo>
                    <a:pt x="304" y="583"/>
                  </a:lnTo>
                  <a:lnTo>
                    <a:pt x="308" y="583"/>
                  </a:lnTo>
                  <a:lnTo>
                    <a:pt x="312" y="583"/>
                  </a:lnTo>
                  <a:lnTo>
                    <a:pt x="315" y="583"/>
                  </a:lnTo>
                  <a:lnTo>
                    <a:pt x="319" y="583"/>
                  </a:lnTo>
                  <a:lnTo>
                    <a:pt x="319" y="583"/>
                  </a:lnTo>
                  <a:lnTo>
                    <a:pt x="319" y="590"/>
                  </a:lnTo>
                  <a:lnTo>
                    <a:pt x="319" y="590"/>
                  </a:lnTo>
                  <a:lnTo>
                    <a:pt x="319" y="594"/>
                  </a:lnTo>
                  <a:lnTo>
                    <a:pt x="319" y="596"/>
                  </a:lnTo>
                  <a:lnTo>
                    <a:pt x="319" y="596"/>
                  </a:lnTo>
                  <a:lnTo>
                    <a:pt x="319" y="596"/>
                  </a:lnTo>
                  <a:lnTo>
                    <a:pt x="326" y="607"/>
                  </a:lnTo>
                  <a:lnTo>
                    <a:pt x="326" y="607"/>
                  </a:lnTo>
                  <a:lnTo>
                    <a:pt x="324" y="607"/>
                  </a:lnTo>
                  <a:lnTo>
                    <a:pt x="324" y="608"/>
                  </a:lnTo>
                  <a:lnTo>
                    <a:pt x="323" y="610"/>
                  </a:lnTo>
                  <a:lnTo>
                    <a:pt x="324" y="618"/>
                  </a:lnTo>
                  <a:lnTo>
                    <a:pt x="324" y="618"/>
                  </a:lnTo>
                  <a:lnTo>
                    <a:pt x="335" y="610"/>
                  </a:lnTo>
                  <a:lnTo>
                    <a:pt x="348" y="605"/>
                  </a:lnTo>
                  <a:lnTo>
                    <a:pt x="348" y="605"/>
                  </a:lnTo>
                  <a:lnTo>
                    <a:pt x="348" y="607"/>
                  </a:lnTo>
                  <a:lnTo>
                    <a:pt x="348" y="608"/>
                  </a:lnTo>
                  <a:lnTo>
                    <a:pt x="348" y="612"/>
                  </a:lnTo>
                  <a:lnTo>
                    <a:pt x="343" y="612"/>
                  </a:lnTo>
                  <a:lnTo>
                    <a:pt x="343" y="612"/>
                  </a:lnTo>
                  <a:lnTo>
                    <a:pt x="343" y="619"/>
                  </a:lnTo>
                  <a:lnTo>
                    <a:pt x="343" y="619"/>
                  </a:lnTo>
                  <a:lnTo>
                    <a:pt x="335" y="621"/>
                  </a:lnTo>
                  <a:lnTo>
                    <a:pt x="328" y="621"/>
                  </a:lnTo>
                  <a:lnTo>
                    <a:pt x="328" y="621"/>
                  </a:lnTo>
                  <a:lnTo>
                    <a:pt x="335" y="623"/>
                  </a:lnTo>
                  <a:lnTo>
                    <a:pt x="337" y="625"/>
                  </a:lnTo>
                  <a:lnTo>
                    <a:pt x="335" y="627"/>
                  </a:lnTo>
                  <a:lnTo>
                    <a:pt x="326" y="627"/>
                  </a:lnTo>
                  <a:lnTo>
                    <a:pt x="326" y="627"/>
                  </a:lnTo>
                  <a:lnTo>
                    <a:pt x="330" y="632"/>
                  </a:lnTo>
                  <a:lnTo>
                    <a:pt x="332" y="634"/>
                  </a:lnTo>
                  <a:lnTo>
                    <a:pt x="332" y="634"/>
                  </a:lnTo>
                  <a:lnTo>
                    <a:pt x="332" y="639"/>
                  </a:lnTo>
                  <a:lnTo>
                    <a:pt x="332" y="639"/>
                  </a:lnTo>
                  <a:lnTo>
                    <a:pt x="335" y="639"/>
                  </a:lnTo>
                  <a:lnTo>
                    <a:pt x="341" y="639"/>
                  </a:lnTo>
                  <a:lnTo>
                    <a:pt x="341" y="639"/>
                  </a:lnTo>
                  <a:lnTo>
                    <a:pt x="341" y="641"/>
                  </a:lnTo>
                  <a:lnTo>
                    <a:pt x="341" y="643"/>
                  </a:lnTo>
                  <a:lnTo>
                    <a:pt x="339" y="647"/>
                  </a:lnTo>
                  <a:lnTo>
                    <a:pt x="339" y="649"/>
                  </a:lnTo>
                  <a:lnTo>
                    <a:pt x="343" y="656"/>
                  </a:lnTo>
                  <a:lnTo>
                    <a:pt x="343" y="656"/>
                  </a:lnTo>
                  <a:lnTo>
                    <a:pt x="346" y="652"/>
                  </a:lnTo>
                  <a:lnTo>
                    <a:pt x="348" y="650"/>
                  </a:lnTo>
                  <a:lnTo>
                    <a:pt x="350" y="652"/>
                  </a:lnTo>
                  <a:lnTo>
                    <a:pt x="350" y="652"/>
                  </a:lnTo>
                  <a:lnTo>
                    <a:pt x="352" y="654"/>
                  </a:lnTo>
                  <a:lnTo>
                    <a:pt x="350" y="656"/>
                  </a:lnTo>
                  <a:lnTo>
                    <a:pt x="348" y="659"/>
                  </a:lnTo>
                  <a:lnTo>
                    <a:pt x="350" y="663"/>
                  </a:lnTo>
                  <a:lnTo>
                    <a:pt x="350" y="663"/>
                  </a:lnTo>
                  <a:lnTo>
                    <a:pt x="357" y="661"/>
                  </a:lnTo>
                  <a:lnTo>
                    <a:pt x="357" y="661"/>
                  </a:lnTo>
                  <a:lnTo>
                    <a:pt x="357" y="667"/>
                  </a:lnTo>
                  <a:lnTo>
                    <a:pt x="357" y="674"/>
                  </a:lnTo>
                  <a:lnTo>
                    <a:pt x="357" y="674"/>
                  </a:lnTo>
                  <a:lnTo>
                    <a:pt x="365" y="669"/>
                  </a:lnTo>
                  <a:lnTo>
                    <a:pt x="368" y="667"/>
                  </a:lnTo>
                  <a:lnTo>
                    <a:pt x="372" y="667"/>
                  </a:lnTo>
                  <a:lnTo>
                    <a:pt x="372" y="667"/>
                  </a:lnTo>
                  <a:lnTo>
                    <a:pt x="370" y="676"/>
                  </a:lnTo>
                  <a:lnTo>
                    <a:pt x="370" y="676"/>
                  </a:lnTo>
                  <a:lnTo>
                    <a:pt x="374" y="676"/>
                  </a:lnTo>
                  <a:lnTo>
                    <a:pt x="377" y="676"/>
                  </a:lnTo>
                  <a:lnTo>
                    <a:pt x="377" y="690"/>
                  </a:lnTo>
                  <a:lnTo>
                    <a:pt x="377" y="690"/>
                  </a:lnTo>
                  <a:lnTo>
                    <a:pt x="381" y="692"/>
                  </a:lnTo>
                  <a:lnTo>
                    <a:pt x="383" y="690"/>
                  </a:lnTo>
                  <a:lnTo>
                    <a:pt x="388" y="689"/>
                  </a:lnTo>
                  <a:lnTo>
                    <a:pt x="388" y="689"/>
                  </a:lnTo>
                  <a:lnTo>
                    <a:pt x="386" y="690"/>
                  </a:lnTo>
                  <a:lnTo>
                    <a:pt x="386" y="692"/>
                  </a:lnTo>
                  <a:lnTo>
                    <a:pt x="386" y="692"/>
                  </a:lnTo>
                  <a:lnTo>
                    <a:pt x="383" y="692"/>
                  </a:lnTo>
                  <a:lnTo>
                    <a:pt x="383" y="692"/>
                  </a:lnTo>
                  <a:lnTo>
                    <a:pt x="383" y="694"/>
                  </a:lnTo>
                  <a:lnTo>
                    <a:pt x="385" y="696"/>
                  </a:lnTo>
                  <a:lnTo>
                    <a:pt x="388" y="696"/>
                  </a:lnTo>
                  <a:lnTo>
                    <a:pt x="388" y="696"/>
                  </a:lnTo>
                  <a:lnTo>
                    <a:pt x="386" y="700"/>
                  </a:lnTo>
                  <a:lnTo>
                    <a:pt x="388" y="703"/>
                  </a:lnTo>
                  <a:lnTo>
                    <a:pt x="388" y="703"/>
                  </a:lnTo>
                  <a:lnTo>
                    <a:pt x="388" y="705"/>
                  </a:lnTo>
                  <a:lnTo>
                    <a:pt x="390" y="710"/>
                  </a:lnTo>
                  <a:lnTo>
                    <a:pt x="390" y="710"/>
                  </a:lnTo>
                  <a:lnTo>
                    <a:pt x="406" y="705"/>
                  </a:lnTo>
                  <a:lnTo>
                    <a:pt x="414" y="700"/>
                  </a:lnTo>
                  <a:lnTo>
                    <a:pt x="419" y="692"/>
                  </a:lnTo>
                  <a:lnTo>
                    <a:pt x="419" y="692"/>
                  </a:lnTo>
                  <a:lnTo>
                    <a:pt x="419" y="705"/>
                  </a:lnTo>
                  <a:lnTo>
                    <a:pt x="419" y="709"/>
                  </a:lnTo>
                  <a:lnTo>
                    <a:pt x="423" y="712"/>
                  </a:lnTo>
                  <a:lnTo>
                    <a:pt x="427" y="712"/>
                  </a:lnTo>
                  <a:lnTo>
                    <a:pt x="430" y="712"/>
                  </a:lnTo>
                  <a:lnTo>
                    <a:pt x="443" y="710"/>
                  </a:lnTo>
                  <a:lnTo>
                    <a:pt x="443" y="710"/>
                  </a:lnTo>
                  <a:lnTo>
                    <a:pt x="437" y="721"/>
                  </a:lnTo>
                  <a:lnTo>
                    <a:pt x="447" y="714"/>
                  </a:lnTo>
                  <a:lnTo>
                    <a:pt x="447" y="714"/>
                  </a:lnTo>
                  <a:lnTo>
                    <a:pt x="445" y="718"/>
                  </a:lnTo>
                  <a:lnTo>
                    <a:pt x="443" y="721"/>
                  </a:lnTo>
                  <a:lnTo>
                    <a:pt x="441" y="721"/>
                  </a:lnTo>
                  <a:lnTo>
                    <a:pt x="441" y="721"/>
                  </a:lnTo>
                  <a:lnTo>
                    <a:pt x="441" y="723"/>
                  </a:lnTo>
                  <a:lnTo>
                    <a:pt x="443" y="723"/>
                  </a:lnTo>
                  <a:lnTo>
                    <a:pt x="448" y="725"/>
                  </a:lnTo>
                  <a:lnTo>
                    <a:pt x="448" y="725"/>
                  </a:lnTo>
                  <a:lnTo>
                    <a:pt x="450" y="720"/>
                  </a:lnTo>
                  <a:lnTo>
                    <a:pt x="454" y="718"/>
                  </a:lnTo>
                  <a:lnTo>
                    <a:pt x="454" y="718"/>
                  </a:lnTo>
                  <a:lnTo>
                    <a:pt x="454" y="723"/>
                  </a:lnTo>
                  <a:lnTo>
                    <a:pt x="454" y="729"/>
                  </a:lnTo>
                  <a:lnTo>
                    <a:pt x="456" y="731"/>
                  </a:lnTo>
                  <a:lnTo>
                    <a:pt x="457" y="731"/>
                  </a:lnTo>
                  <a:lnTo>
                    <a:pt x="468" y="731"/>
                  </a:lnTo>
                  <a:lnTo>
                    <a:pt x="468" y="731"/>
                  </a:lnTo>
                  <a:lnTo>
                    <a:pt x="467" y="727"/>
                  </a:lnTo>
                  <a:lnTo>
                    <a:pt x="463" y="725"/>
                  </a:lnTo>
                  <a:lnTo>
                    <a:pt x="463" y="725"/>
                  </a:lnTo>
                  <a:lnTo>
                    <a:pt x="470" y="723"/>
                  </a:lnTo>
                  <a:lnTo>
                    <a:pt x="474" y="721"/>
                  </a:lnTo>
                  <a:lnTo>
                    <a:pt x="474" y="720"/>
                  </a:lnTo>
                  <a:lnTo>
                    <a:pt x="472" y="720"/>
                  </a:lnTo>
                  <a:lnTo>
                    <a:pt x="465" y="718"/>
                  </a:lnTo>
                  <a:lnTo>
                    <a:pt x="465" y="718"/>
                  </a:lnTo>
                  <a:lnTo>
                    <a:pt x="468" y="718"/>
                  </a:lnTo>
                  <a:lnTo>
                    <a:pt x="468" y="716"/>
                  </a:lnTo>
                  <a:lnTo>
                    <a:pt x="468" y="712"/>
                  </a:lnTo>
                  <a:lnTo>
                    <a:pt x="468" y="712"/>
                  </a:lnTo>
                  <a:lnTo>
                    <a:pt x="463" y="712"/>
                  </a:lnTo>
                  <a:lnTo>
                    <a:pt x="457" y="710"/>
                  </a:lnTo>
                  <a:lnTo>
                    <a:pt x="457" y="710"/>
                  </a:lnTo>
                  <a:lnTo>
                    <a:pt x="461" y="709"/>
                  </a:lnTo>
                  <a:lnTo>
                    <a:pt x="463" y="707"/>
                  </a:lnTo>
                  <a:lnTo>
                    <a:pt x="465" y="707"/>
                  </a:lnTo>
                  <a:lnTo>
                    <a:pt x="465" y="707"/>
                  </a:lnTo>
                  <a:lnTo>
                    <a:pt x="468" y="705"/>
                  </a:lnTo>
                  <a:lnTo>
                    <a:pt x="470" y="703"/>
                  </a:lnTo>
                  <a:lnTo>
                    <a:pt x="470" y="703"/>
                  </a:lnTo>
                  <a:lnTo>
                    <a:pt x="468" y="700"/>
                  </a:lnTo>
                  <a:lnTo>
                    <a:pt x="468" y="698"/>
                  </a:lnTo>
                  <a:lnTo>
                    <a:pt x="468" y="696"/>
                  </a:lnTo>
                  <a:lnTo>
                    <a:pt x="468" y="696"/>
                  </a:lnTo>
                  <a:lnTo>
                    <a:pt x="476" y="690"/>
                  </a:lnTo>
                  <a:lnTo>
                    <a:pt x="476" y="690"/>
                  </a:lnTo>
                  <a:lnTo>
                    <a:pt x="476" y="687"/>
                  </a:lnTo>
                  <a:lnTo>
                    <a:pt x="474" y="687"/>
                  </a:lnTo>
                  <a:lnTo>
                    <a:pt x="474" y="685"/>
                  </a:lnTo>
                  <a:lnTo>
                    <a:pt x="472" y="683"/>
                  </a:lnTo>
                  <a:lnTo>
                    <a:pt x="472" y="683"/>
                  </a:lnTo>
                  <a:lnTo>
                    <a:pt x="481" y="676"/>
                  </a:lnTo>
                  <a:lnTo>
                    <a:pt x="481" y="676"/>
                  </a:lnTo>
                  <a:lnTo>
                    <a:pt x="479" y="670"/>
                  </a:lnTo>
                  <a:lnTo>
                    <a:pt x="478" y="663"/>
                  </a:lnTo>
                  <a:lnTo>
                    <a:pt x="478" y="663"/>
                  </a:lnTo>
                  <a:lnTo>
                    <a:pt x="485" y="661"/>
                  </a:lnTo>
                  <a:lnTo>
                    <a:pt x="487" y="659"/>
                  </a:lnTo>
                  <a:lnTo>
                    <a:pt x="485" y="656"/>
                  </a:lnTo>
                  <a:lnTo>
                    <a:pt x="481" y="656"/>
                  </a:lnTo>
                  <a:lnTo>
                    <a:pt x="481" y="656"/>
                  </a:lnTo>
                  <a:lnTo>
                    <a:pt x="483" y="654"/>
                  </a:lnTo>
                  <a:lnTo>
                    <a:pt x="483" y="649"/>
                  </a:lnTo>
                  <a:lnTo>
                    <a:pt x="483" y="649"/>
                  </a:lnTo>
                  <a:lnTo>
                    <a:pt x="487" y="649"/>
                  </a:lnTo>
                  <a:lnTo>
                    <a:pt x="487" y="650"/>
                  </a:lnTo>
                  <a:lnTo>
                    <a:pt x="490" y="652"/>
                  </a:lnTo>
                  <a:lnTo>
                    <a:pt x="496" y="647"/>
                  </a:lnTo>
                  <a:lnTo>
                    <a:pt x="496" y="647"/>
                  </a:lnTo>
                  <a:lnTo>
                    <a:pt x="494" y="641"/>
                  </a:lnTo>
                  <a:lnTo>
                    <a:pt x="496" y="636"/>
                  </a:lnTo>
                  <a:lnTo>
                    <a:pt x="496" y="636"/>
                  </a:lnTo>
                  <a:lnTo>
                    <a:pt x="503" y="636"/>
                  </a:lnTo>
                  <a:lnTo>
                    <a:pt x="503" y="636"/>
                  </a:lnTo>
                  <a:lnTo>
                    <a:pt x="503" y="634"/>
                  </a:lnTo>
                  <a:lnTo>
                    <a:pt x="501" y="630"/>
                  </a:lnTo>
                  <a:lnTo>
                    <a:pt x="499" y="629"/>
                  </a:lnTo>
                  <a:lnTo>
                    <a:pt x="499" y="625"/>
                  </a:lnTo>
                  <a:lnTo>
                    <a:pt x="499" y="625"/>
                  </a:lnTo>
                  <a:lnTo>
                    <a:pt x="501" y="621"/>
                  </a:lnTo>
                  <a:lnTo>
                    <a:pt x="505" y="618"/>
                  </a:lnTo>
                  <a:lnTo>
                    <a:pt x="505" y="618"/>
                  </a:lnTo>
                  <a:lnTo>
                    <a:pt x="499" y="618"/>
                  </a:lnTo>
                  <a:lnTo>
                    <a:pt x="496" y="618"/>
                  </a:lnTo>
                  <a:lnTo>
                    <a:pt x="496" y="618"/>
                  </a:lnTo>
                  <a:lnTo>
                    <a:pt x="492" y="612"/>
                  </a:lnTo>
                  <a:lnTo>
                    <a:pt x="492" y="612"/>
                  </a:lnTo>
                  <a:lnTo>
                    <a:pt x="499" y="612"/>
                  </a:lnTo>
                  <a:lnTo>
                    <a:pt x="507" y="614"/>
                  </a:lnTo>
                  <a:lnTo>
                    <a:pt x="507" y="614"/>
                  </a:lnTo>
                  <a:lnTo>
                    <a:pt x="507" y="603"/>
                  </a:lnTo>
                  <a:lnTo>
                    <a:pt x="505" y="598"/>
                  </a:lnTo>
                  <a:lnTo>
                    <a:pt x="503" y="590"/>
                  </a:lnTo>
                  <a:lnTo>
                    <a:pt x="503" y="590"/>
                  </a:lnTo>
                  <a:lnTo>
                    <a:pt x="507" y="588"/>
                  </a:lnTo>
                  <a:lnTo>
                    <a:pt x="512" y="590"/>
                  </a:lnTo>
                  <a:lnTo>
                    <a:pt x="512" y="590"/>
                  </a:lnTo>
                  <a:lnTo>
                    <a:pt x="514" y="587"/>
                  </a:lnTo>
                  <a:lnTo>
                    <a:pt x="518" y="583"/>
                  </a:lnTo>
                  <a:lnTo>
                    <a:pt x="518" y="583"/>
                  </a:lnTo>
                  <a:lnTo>
                    <a:pt x="516" y="581"/>
                  </a:lnTo>
                  <a:lnTo>
                    <a:pt x="514" y="578"/>
                  </a:lnTo>
                  <a:lnTo>
                    <a:pt x="514" y="578"/>
                  </a:lnTo>
                  <a:lnTo>
                    <a:pt x="536" y="576"/>
                  </a:lnTo>
                  <a:lnTo>
                    <a:pt x="545" y="574"/>
                  </a:lnTo>
                  <a:lnTo>
                    <a:pt x="554" y="568"/>
                  </a:lnTo>
                  <a:lnTo>
                    <a:pt x="554" y="568"/>
                  </a:lnTo>
                  <a:lnTo>
                    <a:pt x="554" y="576"/>
                  </a:lnTo>
                  <a:lnTo>
                    <a:pt x="554" y="576"/>
                  </a:lnTo>
                  <a:lnTo>
                    <a:pt x="558" y="578"/>
                  </a:lnTo>
                  <a:lnTo>
                    <a:pt x="561" y="581"/>
                  </a:lnTo>
                  <a:lnTo>
                    <a:pt x="561" y="581"/>
                  </a:lnTo>
                  <a:lnTo>
                    <a:pt x="569" y="570"/>
                  </a:lnTo>
                  <a:lnTo>
                    <a:pt x="569" y="570"/>
                  </a:lnTo>
                  <a:lnTo>
                    <a:pt x="569" y="570"/>
                  </a:lnTo>
                  <a:lnTo>
                    <a:pt x="570" y="568"/>
                  </a:lnTo>
                  <a:lnTo>
                    <a:pt x="576" y="568"/>
                  </a:lnTo>
                  <a:lnTo>
                    <a:pt x="576" y="568"/>
                  </a:lnTo>
                  <a:lnTo>
                    <a:pt x="576" y="568"/>
                  </a:lnTo>
                  <a:lnTo>
                    <a:pt x="576" y="570"/>
                  </a:lnTo>
                  <a:lnTo>
                    <a:pt x="578" y="572"/>
                  </a:lnTo>
                  <a:lnTo>
                    <a:pt x="581" y="574"/>
                  </a:lnTo>
                  <a:lnTo>
                    <a:pt x="581" y="574"/>
                  </a:lnTo>
                  <a:lnTo>
                    <a:pt x="587" y="559"/>
                  </a:lnTo>
                  <a:lnTo>
                    <a:pt x="589" y="554"/>
                  </a:lnTo>
                  <a:lnTo>
                    <a:pt x="592" y="548"/>
                  </a:lnTo>
                  <a:lnTo>
                    <a:pt x="592" y="548"/>
                  </a:lnTo>
                  <a:lnTo>
                    <a:pt x="598" y="547"/>
                  </a:lnTo>
                  <a:lnTo>
                    <a:pt x="601" y="545"/>
                  </a:lnTo>
                  <a:lnTo>
                    <a:pt x="607" y="543"/>
                  </a:lnTo>
                  <a:lnTo>
                    <a:pt x="612" y="541"/>
                  </a:lnTo>
                  <a:lnTo>
                    <a:pt x="612" y="541"/>
                  </a:lnTo>
                  <a:lnTo>
                    <a:pt x="614" y="537"/>
                  </a:lnTo>
                  <a:lnTo>
                    <a:pt x="618" y="534"/>
                  </a:lnTo>
                  <a:lnTo>
                    <a:pt x="620" y="530"/>
                  </a:lnTo>
                  <a:lnTo>
                    <a:pt x="621" y="526"/>
                  </a:lnTo>
                  <a:lnTo>
                    <a:pt x="621" y="526"/>
                  </a:lnTo>
                  <a:lnTo>
                    <a:pt x="625" y="526"/>
                  </a:lnTo>
                  <a:lnTo>
                    <a:pt x="629" y="525"/>
                  </a:lnTo>
                  <a:lnTo>
                    <a:pt x="631" y="525"/>
                  </a:lnTo>
                  <a:lnTo>
                    <a:pt x="634" y="525"/>
                  </a:lnTo>
                  <a:lnTo>
                    <a:pt x="634" y="525"/>
                  </a:lnTo>
                  <a:lnTo>
                    <a:pt x="636" y="521"/>
                  </a:lnTo>
                  <a:lnTo>
                    <a:pt x="636" y="517"/>
                  </a:lnTo>
                  <a:lnTo>
                    <a:pt x="636" y="514"/>
                  </a:lnTo>
                  <a:lnTo>
                    <a:pt x="636" y="512"/>
                  </a:lnTo>
                  <a:lnTo>
                    <a:pt x="636" y="512"/>
                  </a:lnTo>
                  <a:lnTo>
                    <a:pt x="629" y="499"/>
                  </a:lnTo>
                  <a:lnTo>
                    <a:pt x="629" y="499"/>
                  </a:lnTo>
                  <a:lnTo>
                    <a:pt x="638" y="506"/>
                  </a:lnTo>
                  <a:lnTo>
                    <a:pt x="645" y="508"/>
                  </a:lnTo>
                  <a:lnTo>
                    <a:pt x="654" y="510"/>
                  </a:lnTo>
                  <a:lnTo>
                    <a:pt x="669" y="510"/>
                  </a:lnTo>
                  <a:lnTo>
                    <a:pt x="667" y="503"/>
                  </a:lnTo>
                  <a:lnTo>
                    <a:pt x="667" y="503"/>
                  </a:lnTo>
                  <a:lnTo>
                    <a:pt x="671" y="505"/>
                  </a:lnTo>
                  <a:lnTo>
                    <a:pt x="678" y="506"/>
                  </a:lnTo>
                  <a:lnTo>
                    <a:pt x="678" y="506"/>
                  </a:lnTo>
                  <a:lnTo>
                    <a:pt x="683" y="499"/>
                  </a:lnTo>
                  <a:lnTo>
                    <a:pt x="683" y="499"/>
                  </a:lnTo>
                  <a:lnTo>
                    <a:pt x="687" y="503"/>
                  </a:lnTo>
                  <a:lnTo>
                    <a:pt x="691" y="505"/>
                  </a:lnTo>
                  <a:lnTo>
                    <a:pt x="691" y="505"/>
                  </a:lnTo>
                  <a:lnTo>
                    <a:pt x="700" y="503"/>
                  </a:lnTo>
                  <a:lnTo>
                    <a:pt x="711" y="499"/>
                  </a:lnTo>
                  <a:lnTo>
                    <a:pt x="711" y="499"/>
                  </a:lnTo>
                  <a:lnTo>
                    <a:pt x="713" y="496"/>
                  </a:lnTo>
                  <a:lnTo>
                    <a:pt x="713" y="496"/>
                  </a:lnTo>
                  <a:lnTo>
                    <a:pt x="718" y="496"/>
                  </a:lnTo>
                  <a:lnTo>
                    <a:pt x="722" y="496"/>
                  </a:lnTo>
                  <a:lnTo>
                    <a:pt x="725" y="496"/>
                  </a:lnTo>
                  <a:lnTo>
                    <a:pt x="725" y="496"/>
                  </a:lnTo>
                  <a:lnTo>
                    <a:pt x="733" y="490"/>
                  </a:lnTo>
                  <a:lnTo>
                    <a:pt x="733" y="490"/>
                  </a:lnTo>
                  <a:lnTo>
                    <a:pt x="733" y="483"/>
                  </a:lnTo>
                  <a:lnTo>
                    <a:pt x="733" y="483"/>
                  </a:lnTo>
                  <a:lnTo>
                    <a:pt x="734" y="483"/>
                  </a:lnTo>
                  <a:lnTo>
                    <a:pt x="738" y="485"/>
                  </a:lnTo>
                  <a:lnTo>
                    <a:pt x="740" y="485"/>
                  </a:lnTo>
                  <a:lnTo>
                    <a:pt x="744" y="485"/>
                  </a:lnTo>
                  <a:lnTo>
                    <a:pt x="744" y="485"/>
                  </a:lnTo>
                  <a:lnTo>
                    <a:pt x="744" y="477"/>
                  </a:lnTo>
                  <a:lnTo>
                    <a:pt x="744" y="477"/>
                  </a:lnTo>
                  <a:lnTo>
                    <a:pt x="749" y="475"/>
                  </a:lnTo>
                  <a:lnTo>
                    <a:pt x="749" y="475"/>
                  </a:lnTo>
                  <a:lnTo>
                    <a:pt x="753" y="475"/>
                  </a:lnTo>
                  <a:lnTo>
                    <a:pt x="755" y="475"/>
                  </a:lnTo>
                  <a:lnTo>
                    <a:pt x="756" y="477"/>
                  </a:lnTo>
                  <a:lnTo>
                    <a:pt x="760" y="477"/>
                  </a:lnTo>
                  <a:lnTo>
                    <a:pt x="760" y="477"/>
                  </a:lnTo>
                  <a:lnTo>
                    <a:pt x="762" y="474"/>
                  </a:lnTo>
                  <a:lnTo>
                    <a:pt x="764" y="470"/>
                  </a:lnTo>
                  <a:lnTo>
                    <a:pt x="764" y="470"/>
                  </a:lnTo>
                  <a:lnTo>
                    <a:pt x="775" y="470"/>
                  </a:lnTo>
                  <a:lnTo>
                    <a:pt x="784" y="470"/>
                  </a:lnTo>
                  <a:lnTo>
                    <a:pt x="784" y="470"/>
                  </a:lnTo>
                  <a:lnTo>
                    <a:pt x="785" y="468"/>
                  </a:lnTo>
                  <a:lnTo>
                    <a:pt x="785" y="466"/>
                  </a:lnTo>
                  <a:lnTo>
                    <a:pt x="785" y="465"/>
                  </a:lnTo>
                  <a:lnTo>
                    <a:pt x="784" y="463"/>
                  </a:lnTo>
                  <a:lnTo>
                    <a:pt x="784" y="463"/>
                  </a:lnTo>
                  <a:lnTo>
                    <a:pt x="785" y="463"/>
                  </a:lnTo>
                  <a:lnTo>
                    <a:pt x="787" y="461"/>
                  </a:lnTo>
                  <a:lnTo>
                    <a:pt x="791" y="461"/>
                  </a:lnTo>
                  <a:lnTo>
                    <a:pt x="791" y="461"/>
                  </a:lnTo>
                  <a:lnTo>
                    <a:pt x="793" y="457"/>
                  </a:lnTo>
                  <a:lnTo>
                    <a:pt x="793" y="454"/>
                  </a:lnTo>
                  <a:lnTo>
                    <a:pt x="795" y="450"/>
                  </a:lnTo>
                  <a:lnTo>
                    <a:pt x="796" y="448"/>
                  </a:lnTo>
                  <a:lnTo>
                    <a:pt x="796" y="448"/>
                  </a:lnTo>
                  <a:lnTo>
                    <a:pt x="798" y="446"/>
                  </a:lnTo>
                  <a:lnTo>
                    <a:pt x="802" y="446"/>
                  </a:lnTo>
                  <a:lnTo>
                    <a:pt x="806" y="446"/>
                  </a:lnTo>
                  <a:lnTo>
                    <a:pt x="807" y="446"/>
                  </a:lnTo>
                  <a:lnTo>
                    <a:pt x="807" y="441"/>
                  </a:lnTo>
                  <a:lnTo>
                    <a:pt x="807" y="441"/>
                  </a:lnTo>
                  <a:lnTo>
                    <a:pt x="796" y="443"/>
                  </a:lnTo>
                  <a:lnTo>
                    <a:pt x="789" y="443"/>
                  </a:lnTo>
                  <a:lnTo>
                    <a:pt x="782" y="441"/>
                  </a:lnTo>
                  <a:lnTo>
                    <a:pt x="782" y="441"/>
                  </a:lnTo>
                  <a:lnTo>
                    <a:pt x="776" y="437"/>
                  </a:lnTo>
                  <a:lnTo>
                    <a:pt x="769" y="434"/>
                  </a:lnTo>
                  <a:lnTo>
                    <a:pt x="769" y="434"/>
                  </a:lnTo>
                  <a:lnTo>
                    <a:pt x="764" y="435"/>
                  </a:lnTo>
                  <a:lnTo>
                    <a:pt x="760" y="437"/>
                  </a:lnTo>
                  <a:lnTo>
                    <a:pt x="758" y="439"/>
                  </a:lnTo>
                  <a:lnTo>
                    <a:pt x="755" y="441"/>
                  </a:lnTo>
                  <a:lnTo>
                    <a:pt x="755" y="441"/>
                  </a:lnTo>
                  <a:lnTo>
                    <a:pt x="749" y="441"/>
                  </a:lnTo>
                  <a:lnTo>
                    <a:pt x="745" y="441"/>
                  </a:lnTo>
                  <a:lnTo>
                    <a:pt x="736" y="439"/>
                  </a:lnTo>
                  <a:lnTo>
                    <a:pt x="736" y="439"/>
                  </a:lnTo>
                  <a:lnTo>
                    <a:pt x="740" y="437"/>
                  </a:lnTo>
                  <a:lnTo>
                    <a:pt x="740" y="435"/>
                  </a:lnTo>
                  <a:lnTo>
                    <a:pt x="738" y="432"/>
                  </a:lnTo>
                  <a:lnTo>
                    <a:pt x="738" y="430"/>
                  </a:lnTo>
                  <a:lnTo>
                    <a:pt x="740" y="430"/>
                  </a:lnTo>
                  <a:lnTo>
                    <a:pt x="751" y="428"/>
                  </a:lnTo>
                  <a:lnTo>
                    <a:pt x="751" y="428"/>
                  </a:lnTo>
                  <a:lnTo>
                    <a:pt x="753" y="424"/>
                  </a:lnTo>
                  <a:lnTo>
                    <a:pt x="753" y="421"/>
                  </a:lnTo>
                  <a:lnTo>
                    <a:pt x="751" y="419"/>
                  </a:lnTo>
                  <a:lnTo>
                    <a:pt x="751" y="419"/>
                  </a:lnTo>
                  <a:lnTo>
                    <a:pt x="744" y="417"/>
                  </a:lnTo>
                  <a:lnTo>
                    <a:pt x="731" y="419"/>
                  </a:lnTo>
                  <a:lnTo>
                    <a:pt x="707" y="421"/>
                  </a:lnTo>
                  <a:lnTo>
                    <a:pt x="707" y="421"/>
                  </a:lnTo>
                  <a:lnTo>
                    <a:pt x="713" y="414"/>
                  </a:lnTo>
                  <a:lnTo>
                    <a:pt x="713" y="414"/>
                  </a:lnTo>
                  <a:lnTo>
                    <a:pt x="733" y="415"/>
                  </a:lnTo>
                  <a:lnTo>
                    <a:pt x="755" y="414"/>
                  </a:lnTo>
                  <a:lnTo>
                    <a:pt x="755" y="414"/>
                  </a:lnTo>
                  <a:lnTo>
                    <a:pt x="755" y="406"/>
                  </a:lnTo>
                  <a:lnTo>
                    <a:pt x="755" y="406"/>
                  </a:lnTo>
                  <a:lnTo>
                    <a:pt x="749" y="406"/>
                  </a:lnTo>
                  <a:lnTo>
                    <a:pt x="744" y="406"/>
                  </a:lnTo>
                  <a:lnTo>
                    <a:pt x="744" y="406"/>
                  </a:lnTo>
                  <a:lnTo>
                    <a:pt x="742" y="403"/>
                  </a:lnTo>
                  <a:lnTo>
                    <a:pt x="742" y="403"/>
                  </a:lnTo>
                  <a:lnTo>
                    <a:pt x="733" y="401"/>
                  </a:lnTo>
                  <a:lnTo>
                    <a:pt x="724" y="401"/>
                  </a:lnTo>
                  <a:lnTo>
                    <a:pt x="705" y="404"/>
                  </a:lnTo>
                  <a:lnTo>
                    <a:pt x="705" y="404"/>
                  </a:lnTo>
                  <a:lnTo>
                    <a:pt x="709" y="403"/>
                  </a:lnTo>
                  <a:lnTo>
                    <a:pt x="711" y="401"/>
                  </a:lnTo>
                  <a:lnTo>
                    <a:pt x="711" y="397"/>
                  </a:lnTo>
                  <a:lnTo>
                    <a:pt x="709" y="394"/>
                  </a:lnTo>
                  <a:lnTo>
                    <a:pt x="711" y="392"/>
                  </a:lnTo>
                  <a:lnTo>
                    <a:pt x="713" y="392"/>
                  </a:lnTo>
                  <a:lnTo>
                    <a:pt x="713" y="392"/>
                  </a:lnTo>
                  <a:lnTo>
                    <a:pt x="714" y="394"/>
                  </a:lnTo>
                  <a:lnTo>
                    <a:pt x="716" y="395"/>
                  </a:lnTo>
                  <a:lnTo>
                    <a:pt x="718" y="397"/>
                  </a:lnTo>
                  <a:lnTo>
                    <a:pt x="718" y="397"/>
                  </a:lnTo>
                  <a:lnTo>
                    <a:pt x="722" y="397"/>
                  </a:lnTo>
                  <a:lnTo>
                    <a:pt x="725" y="397"/>
                  </a:lnTo>
                  <a:lnTo>
                    <a:pt x="727" y="395"/>
                  </a:lnTo>
                  <a:lnTo>
                    <a:pt x="733" y="395"/>
                  </a:lnTo>
                  <a:lnTo>
                    <a:pt x="733" y="395"/>
                  </a:lnTo>
                  <a:lnTo>
                    <a:pt x="767" y="406"/>
                  </a:lnTo>
                  <a:lnTo>
                    <a:pt x="767" y="406"/>
                  </a:lnTo>
                  <a:lnTo>
                    <a:pt x="769" y="408"/>
                  </a:lnTo>
                  <a:lnTo>
                    <a:pt x="769" y="412"/>
                  </a:lnTo>
                  <a:lnTo>
                    <a:pt x="771" y="417"/>
                  </a:lnTo>
                  <a:lnTo>
                    <a:pt x="771" y="417"/>
                  </a:lnTo>
                  <a:lnTo>
                    <a:pt x="778" y="424"/>
                  </a:lnTo>
                  <a:lnTo>
                    <a:pt x="785" y="432"/>
                  </a:lnTo>
                  <a:lnTo>
                    <a:pt x="795" y="435"/>
                  </a:lnTo>
                  <a:lnTo>
                    <a:pt x="806" y="435"/>
                  </a:lnTo>
                  <a:lnTo>
                    <a:pt x="806" y="435"/>
                  </a:lnTo>
                  <a:lnTo>
                    <a:pt x="807" y="435"/>
                  </a:lnTo>
                  <a:lnTo>
                    <a:pt x="807" y="435"/>
                  </a:lnTo>
                  <a:lnTo>
                    <a:pt x="815" y="439"/>
                  </a:lnTo>
                  <a:lnTo>
                    <a:pt x="818" y="432"/>
                  </a:lnTo>
                  <a:lnTo>
                    <a:pt x="818" y="432"/>
                  </a:lnTo>
                  <a:lnTo>
                    <a:pt x="815" y="432"/>
                  </a:lnTo>
                  <a:lnTo>
                    <a:pt x="811" y="430"/>
                  </a:lnTo>
                  <a:lnTo>
                    <a:pt x="813" y="428"/>
                  </a:lnTo>
                  <a:lnTo>
                    <a:pt x="813" y="428"/>
                  </a:lnTo>
                  <a:lnTo>
                    <a:pt x="818" y="417"/>
                  </a:lnTo>
                  <a:lnTo>
                    <a:pt x="813" y="417"/>
                  </a:lnTo>
                  <a:lnTo>
                    <a:pt x="813" y="417"/>
                  </a:lnTo>
                  <a:lnTo>
                    <a:pt x="811" y="415"/>
                  </a:lnTo>
                  <a:lnTo>
                    <a:pt x="811" y="412"/>
                  </a:lnTo>
                  <a:lnTo>
                    <a:pt x="811" y="408"/>
                  </a:lnTo>
                  <a:lnTo>
                    <a:pt x="811" y="404"/>
                  </a:lnTo>
                  <a:lnTo>
                    <a:pt x="811" y="404"/>
                  </a:lnTo>
                  <a:lnTo>
                    <a:pt x="807" y="404"/>
                  </a:lnTo>
                  <a:lnTo>
                    <a:pt x="804" y="404"/>
                  </a:lnTo>
                  <a:lnTo>
                    <a:pt x="804" y="399"/>
                  </a:lnTo>
                  <a:lnTo>
                    <a:pt x="804" y="399"/>
                  </a:lnTo>
                  <a:lnTo>
                    <a:pt x="800" y="399"/>
                  </a:lnTo>
                  <a:lnTo>
                    <a:pt x="796" y="399"/>
                  </a:lnTo>
                  <a:lnTo>
                    <a:pt x="796" y="399"/>
                  </a:lnTo>
                  <a:lnTo>
                    <a:pt x="798" y="395"/>
                  </a:lnTo>
                  <a:lnTo>
                    <a:pt x="798" y="395"/>
                  </a:lnTo>
                  <a:lnTo>
                    <a:pt x="793" y="390"/>
                  </a:lnTo>
                  <a:lnTo>
                    <a:pt x="793" y="390"/>
                  </a:lnTo>
                  <a:lnTo>
                    <a:pt x="789" y="388"/>
                  </a:lnTo>
                  <a:lnTo>
                    <a:pt x="784" y="388"/>
                  </a:lnTo>
                  <a:lnTo>
                    <a:pt x="784" y="388"/>
                  </a:lnTo>
                  <a:lnTo>
                    <a:pt x="782" y="384"/>
                  </a:lnTo>
                  <a:lnTo>
                    <a:pt x="784" y="384"/>
                  </a:lnTo>
                  <a:lnTo>
                    <a:pt x="785" y="384"/>
                  </a:lnTo>
                  <a:lnTo>
                    <a:pt x="785" y="384"/>
                  </a:lnTo>
                  <a:lnTo>
                    <a:pt x="800" y="392"/>
                  </a:lnTo>
                  <a:lnTo>
                    <a:pt x="800" y="392"/>
                  </a:lnTo>
                  <a:lnTo>
                    <a:pt x="809" y="394"/>
                  </a:lnTo>
                  <a:lnTo>
                    <a:pt x="813" y="394"/>
                  </a:lnTo>
                  <a:lnTo>
                    <a:pt x="813" y="392"/>
                  </a:lnTo>
                  <a:lnTo>
                    <a:pt x="813" y="392"/>
                  </a:lnTo>
                  <a:lnTo>
                    <a:pt x="806" y="388"/>
                  </a:lnTo>
                  <a:lnTo>
                    <a:pt x="806" y="388"/>
                  </a:lnTo>
                  <a:lnTo>
                    <a:pt x="809" y="384"/>
                  </a:lnTo>
                  <a:lnTo>
                    <a:pt x="811" y="383"/>
                  </a:lnTo>
                  <a:lnTo>
                    <a:pt x="811" y="383"/>
                  </a:lnTo>
                  <a:lnTo>
                    <a:pt x="811" y="383"/>
                  </a:lnTo>
                  <a:lnTo>
                    <a:pt x="813" y="383"/>
                  </a:lnTo>
                  <a:lnTo>
                    <a:pt x="811" y="383"/>
                  </a:lnTo>
                  <a:lnTo>
                    <a:pt x="804" y="381"/>
                  </a:lnTo>
                  <a:lnTo>
                    <a:pt x="804" y="381"/>
                  </a:lnTo>
                  <a:lnTo>
                    <a:pt x="813" y="375"/>
                  </a:lnTo>
                  <a:lnTo>
                    <a:pt x="813" y="375"/>
                  </a:lnTo>
                  <a:lnTo>
                    <a:pt x="811" y="372"/>
                  </a:lnTo>
                  <a:lnTo>
                    <a:pt x="811" y="370"/>
                  </a:lnTo>
                  <a:lnTo>
                    <a:pt x="813" y="368"/>
                  </a:lnTo>
                  <a:lnTo>
                    <a:pt x="813" y="368"/>
                  </a:lnTo>
                  <a:lnTo>
                    <a:pt x="807" y="366"/>
                  </a:lnTo>
                  <a:lnTo>
                    <a:pt x="804" y="366"/>
                  </a:lnTo>
                  <a:lnTo>
                    <a:pt x="804" y="363"/>
                  </a:lnTo>
                  <a:lnTo>
                    <a:pt x="800" y="363"/>
                  </a:lnTo>
                  <a:lnTo>
                    <a:pt x="800" y="363"/>
                  </a:lnTo>
                  <a:lnTo>
                    <a:pt x="798" y="363"/>
                  </a:lnTo>
                  <a:lnTo>
                    <a:pt x="798" y="363"/>
                  </a:lnTo>
                  <a:lnTo>
                    <a:pt x="800" y="357"/>
                  </a:lnTo>
                  <a:lnTo>
                    <a:pt x="800" y="357"/>
                  </a:lnTo>
                  <a:lnTo>
                    <a:pt x="793" y="355"/>
                  </a:lnTo>
                  <a:lnTo>
                    <a:pt x="785" y="353"/>
                  </a:lnTo>
                  <a:lnTo>
                    <a:pt x="785" y="353"/>
                  </a:lnTo>
                  <a:lnTo>
                    <a:pt x="776" y="348"/>
                  </a:lnTo>
                  <a:lnTo>
                    <a:pt x="776" y="348"/>
                  </a:lnTo>
                  <a:lnTo>
                    <a:pt x="780" y="348"/>
                  </a:lnTo>
                  <a:lnTo>
                    <a:pt x="793" y="348"/>
                  </a:lnTo>
                  <a:lnTo>
                    <a:pt x="807" y="350"/>
                  </a:lnTo>
                  <a:lnTo>
                    <a:pt x="818" y="348"/>
                  </a:lnTo>
                  <a:lnTo>
                    <a:pt x="818" y="342"/>
                  </a:lnTo>
                  <a:lnTo>
                    <a:pt x="818" y="342"/>
                  </a:lnTo>
                  <a:lnTo>
                    <a:pt x="824" y="342"/>
                  </a:lnTo>
                  <a:lnTo>
                    <a:pt x="829" y="341"/>
                  </a:lnTo>
                  <a:lnTo>
                    <a:pt x="829" y="341"/>
                  </a:lnTo>
                  <a:lnTo>
                    <a:pt x="829" y="335"/>
                  </a:lnTo>
                  <a:lnTo>
                    <a:pt x="829" y="328"/>
                  </a:lnTo>
                  <a:lnTo>
                    <a:pt x="829" y="328"/>
                  </a:lnTo>
                  <a:lnTo>
                    <a:pt x="822" y="328"/>
                  </a:lnTo>
                  <a:lnTo>
                    <a:pt x="815" y="326"/>
                  </a:lnTo>
                  <a:lnTo>
                    <a:pt x="815" y="326"/>
                  </a:lnTo>
                  <a:lnTo>
                    <a:pt x="813" y="332"/>
                  </a:lnTo>
                  <a:lnTo>
                    <a:pt x="811" y="335"/>
                  </a:lnTo>
                  <a:lnTo>
                    <a:pt x="811" y="335"/>
                  </a:lnTo>
                  <a:lnTo>
                    <a:pt x="811" y="332"/>
                  </a:lnTo>
                  <a:lnTo>
                    <a:pt x="811" y="328"/>
                  </a:lnTo>
                  <a:lnTo>
                    <a:pt x="811" y="328"/>
                  </a:lnTo>
                  <a:lnTo>
                    <a:pt x="806" y="328"/>
                  </a:lnTo>
                  <a:lnTo>
                    <a:pt x="804" y="326"/>
                  </a:lnTo>
                  <a:lnTo>
                    <a:pt x="804" y="326"/>
                  </a:lnTo>
                  <a:lnTo>
                    <a:pt x="804" y="321"/>
                  </a:lnTo>
                  <a:lnTo>
                    <a:pt x="804" y="319"/>
                  </a:lnTo>
                  <a:lnTo>
                    <a:pt x="806" y="319"/>
                  </a:lnTo>
                  <a:lnTo>
                    <a:pt x="806" y="319"/>
                  </a:lnTo>
                  <a:lnTo>
                    <a:pt x="806" y="310"/>
                  </a:lnTo>
                  <a:lnTo>
                    <a:pt x="806" y="310"/>
                  </a:lnTo>
                  <a:lnTo>
                    <a:pt x="809" y="310"/>
                  </a:lnTo>
                  <a:lnTo>
                    <a:pt x="811" y="310"/>
                  </a:lnTo>
                  <a:lnTo>
                    <a:pt x="811" y="312"/>
                  </a:lnTo>
                  <a:lnTo>
                    <a:pt x="813" y="313"/>
                  </a:lnTo>
                  <a:lnTo>
                    <a:pt x="813" y="313"/>
                  </a:lnTo>
                  <a:lnTo>
                    <a:pt x="809" y="313"/>
                  </a:lnTo>
                  <a:lnTo>
                    <a:pt x="807" y="317"/>
                  </a:lnTo>
                  <a:lnTo>
                    <a:pt x="807" y="324"/>
                  </a:lnTo>
                  <a:lnTo>
                    <a:pt x="807" y="324"/>
                  </a:lnTo>
                  <a:lnTo>
                    <a:pt x="816" y="322"/>
                  </a:lnTo>
                  <a:lnTo>
                    <a:pt x="826" y="324"/>
                  </a:lnTo>
                  <a:lnTo>
                    <a:pt x="826" y="319"/>
                  </a:lnTo>
                  <a:lnTo>
                    <a:pt x="826" y="319"/>
                  </a:lnTo>
                  <a:lnTo>
                    <a:pt x="813" y="313"/>
                  </a:lnTo>
                  <a:lnTo>
                    <a:pt x="813" y="313"/>
                  </a:lnTo>
                  <a:lnTo>
                    <a:pt x="816" y="313"/>
                  </a:lnTo>
                  <a:lnTo>
                    <a:pt x="837" y="317"/>
                  </a:lnTo>
                  <a:lnTo>
                    <a:pt x="840" y="321"/>
                  </a:lnTo>
                  <a:lnTo>
                    <a:pt x="840" y="321"/>
                  </a:lnTo>
                  <a:lnTo>
                    <a:pt x="844" y="321"/>
                  </a:lnTo>
                  <a:lnTo>
                    <a:pt x="849" y="321"/>
                  </a:lnTo>
                  <a:lnTo>
                    <a:pt x="855" y="319"/>
                  </a:lnTo>
                  <a:lnTo>
                    <a:pt x="851" y="312"/>
                  </a:lnTo>
                  <a:lnTo>
                    <a:pt x="851" y="312"/>
                  </a:lnTo>
                  <a:lnTo>
                    <a:pt x="827" y="313"/>
                  </a:lnTo>
                  <a:lnTo>
                    <a:pt x="827" y="313"/>
                  </a:lnTo>
                  <a:lnTo>
                    <a:pt x="829" y="308"/>
                  </a:lnTo>
                  <a:lnTo>
                    <a:pt x="831" y="304"/>
                  </a:lnTo>
                  <a:lnTo>
                    <a:pt x="829" y="302"/>
                  </a:lnTo>
                  <a:lnTo>
                    <a:pt x="829" y="302"/>
                  </a:lnTo>
                  <a:lnTo>
                    <a:pt x="827" y="301"/>
                  </a:lnTo>
                  <a:lnTo>
                    <a:pt x="826" y="302"/>
                  </a:lnTo>
                  <a:lnTo>
                    <a:pt x="822" y="306"/>
                  </a:lnTo>
                  <a:lnTo>
                    <a:pt x="822" y="306"/>
                  </a:lnTo>
                  <a:lnTo>
                    <a:pt x="820" y="306"/>
                  </a:lnTo>
                  <a:lnTo>
                    <a:pt x="820" y="304"/>
                  </a:lnTo>
                  <a:lnTo>
                    <a:pt x="820" y="302"/>
                  </a:lnTo>
                  <a:lnTo>
                    <a:pt x="822" y="302"/>
                  </a:lnTo>
                  <a:lnTo>
                    <a:pt x="822" y="302"/>
                  </a:lnTo>
                  <a:lnTo>
                    <a:pt x="824" y="297"/>
                  </a:lnTo>
                  <a:lnTo>
                    <a:pt x="824" y="293"/>
                  </a:lnTo>
                  <a:lnTo>
                    <a:pt x="822" y="290"/>
                  </a:lnTo>
                  <a:lnTo>
                    <a:pt x="822" y="290"/>
                  </a:lnTo>
                  <a:lnTo>
                    <a:pt x="815" y="288"/>
                  </a:lnTo>
                  <a:lnTo>
                    <a:pt x="811" y="286"/>
                  </a:lnTo>
                  <a:lnTo>
                    <a:pt x="811" y="286"/>
                  </a:lnTo>
                  <a:lnTo>
                    <a:pt x="813" y="284"/>
                  </a:lnTo>
                  <a:lnTo>
                    <a:pt x="818" y="284"/>
                  </a:lnTo>
                  <a:lnTo>
                    <a:pt x="833" y="284"/>
                  </a:lnTo>
                  <a:lnTo>
                    <a:pt x="833" y="284"/>
                  </a:lnTo>
                  <a:lnTo>
                    <a:pt x="835" y="288"/>
                  </a:lnTo>
                  <a:lnTo>
                    <a:pt x="837" y="291"/>
                  </a:lnTo>
                  <a:lnTo>
                    <a:pt x="837" y="291"/>
                  </a:lnTo>
                  <a:lnTo>
                    <a:pt x="842" y="291"/>
                  </a:lnTo>
                  <a:lnTo>
                    <a:pt x="842" y="290"/>
                  </a:lnTo>
                  <a:lnTo>
                    <a:pt x="842" y="288"/>
                  </a:lnTo>
                  <a:lnTo>
                    <a:pt x="844" y="288"/>
                  </a:lnTo>
                  <a:lnTo>
                    <a:pt x="844" y="288"/>
                  </a:lnTo>
                  <a:lnTo>
                    <a:pt x="840" y="264"/>
                  </a:lnTo>
                  <a:lnTo>
                    <a:pt x="835" y="264"/>
                  </a:lnTo>
                  <a:lnTo>
                    <a:pt x="835" y="264"/>
                  </a:lnTo>
                  <a:lnTo>
                    <a:pt x="837" y="262"/>
                  </a:lnTo>
                  <a:lnTo>
                    <a:pt x="838" y="259"/>
                  </a:lnTo>
                  <a:lnTo>
                    <a:pt x="837" y="257"/>
                  </a:lnTo>
                  <a:lnTo>
                    <a:pt x="835" y="255"/>
                  </a:lnTo>
                  <a:lnTo>
                    <a:pt x="831" y="253"/>
                  </a:lnTo>
                  <a:lnTo>
                    <a:pt x="826" y="253"/>
                  </a:lnTo>
                  <a:lnTo>
                    <a:pt x="826" y="257"/>
                  </a:lnTo>
                  <a:lnTo>
                    <a:pt x="826" y="257"/>
                  </a:lnTo>
                  <a:lnTo>
                    <a:pt x="822" y="259"/>
                  </a:lnTo>
                  <a:lnTo>
                    <a:pt x="820" y="259"/>
                  </a:lnTo>
                  <a:lnTo>
                    <a:pt x="820" y="257"/>
                  </a:lnTo>
                  <a:lnTo>
                    <a:pt x="820" y="257"/>
                  </a:lnTo>
                  <a:lnTo>
                    <a:pt x="811" y="261"/>
                  </a:lnTo>
                  <a:lnTo>
                    <a:pt x="807" y="261"/>
                  </a:lnTo>
                  <a:lnTo>
                    <a:pt x="807" y="259"/>
                  </a:lnTo>
                  <a:lnTo>
                    <a:pt x="811" y="257"/>
                  </a:lnTo>
                  <a:lnTo>
                    <a:pt x="826" y="248"/>
                  </a:lnTo>
                  <a:lnTo>
                    <a:pt x="826" y="248"/>
                  </a:lnTo>
                  <a:lnTo>
                    <a:pt x="822" y="242"/>
                  </a:lnTo>
                  <a:lnTo>
                    <a:pt x="820" y="235"/>
                  </a:lnTo>
                  <a:lnTo>
                    <a:pt x="820" y="235"/>
                  </a:lnTo>
                  <a:lnTo>
                    <a:pt x="842" y="239"/>
                  </a:lnTo>
                  <a:lnTo>
                    <a:pt x="864" y="242"/>
                  </a:lnTo>
                  <a:lnTo>
                    <a:pt x="864" y="242"/>
                  </a:lnTo>
                  <a:lnTo>
                    <a:pt x="864" y="237"/>
                  </a:lnTo>
                  <a:lnTo>
                    <a:pt x="864" y="231"/>
                  </a:lnTo>
                  <a:lnTo>
                    <a:pt x="860" y="231"/>
                  </a:lnTo>
                  <a:lnTo>
                    <a:pt x="857" y="220"/>
                  </a:lnTo>
                  <a:lnTo>
                    <a:pt x="857" y="220"/>
                  </a:lnTo>
                  <a:lnTo>
                    <a:pt x="851" y="220"/>
                  </a:lnTo>
                  <a:lnTo>
                    <a:pt x="847" y="222"/>
                  </a:lnTo>
                  <a:lnTo>
                    <a:pt x="849" y="224"/>
                  </a:lnTo>
                  <a:lnTo>
                    <a:pt x="849" y="224"/>
                  </a:lnTo>
                  <a:lnTo>
                    <a:pt x="846" y="224"/>
                  </a:lnTo>
                  <a:lnTo>
                    <a:pt x="844" y="224"/>
                  </a:lnTo>
                  <a:lnTo>
                    <a:pt x="844" y="224"/>
                  </a:lnTo>
                  <a:lnTo>
                    <a:pt x="844" y="224"/>
                  </a:lnTo>
                  <a:lnTo>
                    <a:pt x="835" y="220"/>
                  </a:lnTo>
                  <a:lnTo>
                    <a:pt x="829" y="219"/>
                  </a:lnTo>
                  <a:lnTo>
                    <a:pt x="833" y="219"/>
                  </a:lnTo>
                  <a:lnTo>
                    <a:pt x="833" y="211"/>
                  </a:lnTo>
                  <a:lnTo>
                    <a:pt x="833" y="211"/>
                  </a:lnTo>
                  <a:lnTo>
                    <a:pt x="840" y="213"/>
                  </a:lnTo>
                  <a:lnTo>
                    <a:pt x="847" y="213"/>
                  </a:lnTo>
                  <a:lnTo>
                    <a:pt x="847" y="213"/>
                  </a:lnTo>
                  <a:lnTo>
                    <a:pt x="846" y="210"/>
                  </a:lnTo>
                  <a:lnTo>
                    <a:pt x="844" y="206"/>
                  </a:lnTo>
                  <a:lnTo>
                    <a:pt x="844" y="206"/>
                  </a:lnTo>
                  <a:lnTo>
                    <a:pt x="840" y="204"/>
                  </a:lnTo>
                  <a:lnTo>
                    <a:pt x="837" y="204"/>
                  </a:lnTo>
                  <a:lnTo>
                    <a:pt x="833" y="204"/>
                  </a:lnTo>
                  <a:lnTo>
                    <a:pt x="833" y="204"/>
                  </a:lnTo>
                  <a:lnTo>
                    <a:pt x="820" y="202"/>
                  </a:lnTo>
                  <a:lnTo>
                    <a:pt x="811" y="202"/>
                  </a:lnTo>
                  <a:lnTo>
                    <a:pt x="811" y="197"/>
                  </a:lnTo>
                  <a:lnTo>
                    <a:pt x="811" y="191"/>
                  </a:lnTo>
                  <a:lnTo>
                    <a:pt x="811" y="191"/>
                  </a:lnTo>
                  <a:lnTo>
                    <a:pt x="829" y="195"/>
                  </a:lnTo>
                  <a:lnTo>
                    <a:pt x="829" y="195"/>
                  </a:lnTo>
                  <a:lnTo>
                    <a:pt x="829" y="195"/>
                  </a:lnTo>
                  <a:lnTo>
                    <a:pt x="831" y="197"/>
                  </a:lnTo>
                  <a:lnTo>
                    <a:pt x="835" y="199"/>
                  </a:lnTo>
                  <a:lnTo>
                    <a:pt x="835" y="199"/>
                  </a:lnTo>
                  <a:lnTo>
                    <a:pt x="837" y="193"/>
                  </a:lnTo>
                  <a:lnTo>
                    <a:pt x="837" y="188"/>
                  </a:lnTo>
                  <a:lnTo>
                    <a:pt x="837" y="188"/>
                  </a:lnTo>
                  <a:lnTo>
                    <a:pt x="840" y="184"/>
                  </a:lnTo>
                  <a:lnTo>
                    <a:pt x="844" y="182"/>
                  </a:lnTo>
                  <a:lnTo>
                    <a:pt x="847" y="180"/>
                  </a:lnTo>
                  <a:lnTo>
                    <a:pt x="849" y="177"/>
                  </a:lnTo>
                  <a:lnTo>
                    <a:pt x="849" y="177"/>
                  </a:lnTo>
                  <a:lnTo>
                    <a:pt x="849" y="166"/>
                  </a:lnTo>
                  <a:lnTo>
                    <a:pt x="849" y="155"/>
                  </a:lnTo>
                  <a:lnTo>
                    <a:pt x="849" y="155"/>
                  </a:lnTo>
                  <a:lnTo>
                    <a:pt x="871" y="155"/>
                  </a:lnTo>
                  <a:lnTo>
                    <a:pt x="871" y="155"/>
                  </a:lnTo>
                  <a:lnTo>
                    <a:pt x="871" y="149"/>
                  </a:lnTo>
                  <a:lnTo>
                    <a:pt x="871" y="146"/>
                  </a:lnTo>
                  <a:lnTo>
                    <a:pt x="871" y="146"/>
                  </a:lnTo>
                  <a:lnTo>
                    <a:pt x="877" y="142"/>
                  </a:lnTo>
                  <a:lnTo>
                    <a:pt x="878" y="140"/>
                  </a:lnTo>
                  <a:lnTo>
                    <a:pt x="878" y="138"/>
                  </a:lnTo>
                  <a:lnTo>
                    <a:pt x="875" y="137"/>
                  </a:lnTo>
                  <a:lnTo>
                    <a:pt x="864" y="133"/>
                  </a:lnTo>
                  <a:lnTo>
                    <a:pt x="851" y="133"/>
                  </a:lnTo>
                  <a:lnTo>
                    <a:pt x="851" y="133"/>
                  </a:lnTo>
                  <a:lnTo>
                    <a:pt x="847" y="135"/>
                  </a:lnTo>
                  <a:lnTo>
                    <a:pt x="842" y="138"/>
                  </a:lnTo>
                  <a:lnTo>
                    <a:pt x="840" y="140"/>
                  </a:lnTo>
                  <a:lnTo>
                    <a:pt x="838" y="138"/>
                  </a:lnTo>
                  <a:lnTo>
                    <a:pt x="837" y="137"/>
                  </a:lnTo>
                  <a:lnTo>
                    <a:pt x="835" y="133"/>
                  </a:lnTo>
                  <a:lnTo>
                    <a:pt x="835" y="133"/>
                  </a:lnTo>
                  <a:lnTo>
                    <a:pt x="835" y="128"/>
                  </a:lnTo>
                  <a:lnTo>
                    <a:pt x="835" y="124"/>
                  </a:lnTo>
                  <a:lnTo>
                    <a:pt x="837" y="126"/>
                  </a:lnTo>
                  <a:lnTo>
                    <a:pt x="837" y="126"/>
                  </a:lnTo>
                  <a:lnTo>
                    <a:pt x="844" y="124"/>
                  </a:lnTo>
                  <a:lnTo>
                    <a:pt x="851" y="124"/>
                  </a:lnTo>
                  <a:lnTo>
                    <a:pt x="851" y="124"/>
                  </a:lnTo>
                  <a:lnTo>
                    <a:pt x="875" y="128"/>
                  </a:lnTo>
                  <a:lnTo>
                    <a:pt x="886" y="129"/>
                  </a:lnTo>
                  <a:lnTo>
                    <a:pt x="891" y="128"/>
                  </a:lnTo>
                  <a:lnTo>
                    <a:pt x="897" y="126"/>
                  </a:lnTo>
                  <a:lnTo>
                    <a:pt x="897" y="126"/>
                  </a:lnTo>
                  <a:lnTo>
                    <a:pt x="898" y="122"/>
                  </a:lnTo>
                  <a:lnTo>
                    <a:pt x="900" y="118"/>
                  </a:lnTo>
                  <a:lnTo>
                    <a:pt x="900" y="118"/>
                  </a:lnTo>
                  <a:lnTo>
                    <a:pt x="904" y="118"/>
                  </a:lnTo>
                  <a:lnTo>
                    <a:pt x="906" y="117"/>
                  </a:lnTo>
                  <a:lnTo>
                    <a:pt x="906" y="111"/>
                  </a:lnTo>
                  <a:lnTo>
                    <a:pt x="906" y="111"/>
                  </a:lnTo>
                  <a:lnTo>
                    <a:pt x="897" y="109"/>
                  </a:lnTo>
                  <a:lnTo>
                    <a:pt x="897" y="109"/>
                  </a:lnTo>
                  <a:lnTo>
                    <a:pt x="886" y="113"/>
                  </a:lnTo>
                  <a:lnTo>
                    <a:pt x="871" y="117"/>
                  </a:lnTo>
                  <a:lnTo>
                    <a:pt x="871" y="117"/>
                  </a:lnTo>
                  <a:lnTo>
                    <a:pt x="860" y="115"/>
                  </a:lnTo>
                  <a:lnTo>
                    <a:pt x="857" y="113"/>
                  </a:lnTo>
                  <a:lnTo>
                    <a:pt x="857" y="113"/>
                  </a:lnTo>
                  <a:lnTo>
                    <a:pt x="858" y="111"/>
                  </a:lnTo>
                  <a:lnTo>
                    <a:pt x="869" y="109"/>
                  </a:lnTo>
                  <a:lnTo>
                    <a:pt x="869" y="109"/>
                  </a:lnTo>
                  <a:lnTo>
                    <a:pt x="878" y="107"/>
                  </a:lnTo>
                  <a:lnTo>
                    <a:pt x="891" y="107"/>
                  </a:lnTo>
                  <a:lnTo>
                    <a:pt x="911" y="109"/>
                  </a:lnTo>
                  <a:lnTo>
                    <a:pt x="911" y="104"/>
                  </a:lnTo>
                  <a:lnTo>
                    <a:pt x="911" y="104"/>
                  </a:lnTo>
                  <a:lnTo>
                    <a:pt x="920" y="102"/>
                  </a:lnTo>
                  <a:lnTo>
                    <a:pt x="924" y="102"/>
                  </a:lnTo>
                  <a:lnTo>
                    <a:pt x="928" y="102"/>
                  </a:lnTo>
                  <a:lnTo>
                    <a:pt x="928" y="102"/>
                  </a:lnTo>
                  <a:lnTo>
                    <a:pt x="929" y="98"/>
                  </a:lnTo>
                  <a:lnTo>
                    <a:pt x="929" y="95"/>
                  </a:lnTo>
                  <a:lnTo>
                    <a:pt x="929" y="95"/>
                  </a:lnTo>
                  <a:lnTo>
                    <a:pt x="937" y="91"/>
                  </a:lnTo>
                  <a:lnTo>
                    <a:pt x="942" y="91"/>
                  </a:lnTo>
                  <a:lnTo>
                    <a:pt x="948" y="91"/>
                  </a:lnTo>
                  <a:lnTo>
                    <a:pt x="955" y="89"/>
                  </a:lnTo>
                  <a:lnTo>
                    <a:pt x="957" y="84"/>
                  </a:lnTo>
                  <a:lnTo>
                    <a:pt x="957" y="84"/>
                  </a:lnTo>
                  <a:lnTo>
                    <a:pt x="953" y="80"/>
                  </a:lnTo>
                  <a:lnTo>
                    <a:pt x="949" y="77"/>
                  </a:lnTo>
                  <a:lnTo>
                    <a:pt x="949" y="77"/>
                  </a:lnTo>
                  <a:lnTo>
                    <a:pt x="937" y="75"/>
                  </a:lnTo>
                  <a:lnTo>
                    <a:pt x="911" y="75"/>
                  </a:lnTo>
                  <a:lnTo>
                    <a:pt x="888" y="73"/>
                  </a:lnTo>
                  <a:lnTo>
                    <a:pt x="875" y="75"/>
                  </a:lnTo>
                  <a:lnTo>
                    <a:pt x="875" y="78"/>
                  </a:lnTo>
                  <a:lnTo>
                    <a:pt x="875" y="78"/>
                  </a:lnTo>
                  <a:lnTo>
                    <a:pt x="855" y="84"/>
                  </a:lnTo>
                  <a:lnTo>
                    <a:pt x="849" y="84"/>
                  </a:lnTo>
                  <a:lnTo>
                    <a:pt x="840" y="82"/>
                  </a:lnTo>
                  <a:lnTo>
                    <a:pt x="840" y="82"/>
                  </a:lnTo>
                  <a:lnTo>
                    <a:pt x="840" y="86"/>
                  </a:lnTo>
                  <a:lnTo>
                    <a:pt x="840" y="86"/>
                  </a:lnTo>
                  <a:lnTo>
                    <a:pt x="837" y="86"/>
                  </a:lnTo>
                  <a:lnTo>
                    <a:pt x="837" y="86"/>
                  </a:lnTo>
                  <a:lnTo>
                    <a:pt x="835" y="80"/>
                  </a:lnTo>
                  <a:lnTo>
                    <a:pt x="833" y="77"/>
                  </a:lnTo>
                  <a:lnTo>
                    <a:pt x="833" y="77"/>
                  </a:lnTo>
                  <a:lnTo>
                    <a:pt x="827" y="84"/>
                  </a:lnTo>
                  <a:lnTo>
                    <a:pt x="824" y="87"/>
                  </a:lnTo>
                  <a:lnTo>
                    <a:pt x="820" y="89"/>
                  </a:lnTo>
                  <a:lnTo>
                    <a:pt x="820" y="89"/>
                  </a:lnTo>
                  <a:lnTo>
                    <a:pt x="815" y="89"/>
                  </a:lnTo>
                  <a:lnTo>
                    <a:pt x="811" y="89"/>
                  </a:lnTo>
                  <a:lnTo>
                    <a:pt x="811" y="89"/>
                  </a:lnTo>
                  <a:lnTo>
                    <a:pt x="807" y="95"/>
                  </a:lnTo>
                  <a:lnTo>
                    <a:pt x="804" y="98"/>
                  </a:lnTo>
                  <a:lnTo>
                    <a:pt x="804" y="98"/>
                  </a:lnTo>
                  <a:lnTo>
                    <a:pt x="795" y="100"/>
                  </a:lnTo>
                  <a:lnTo>
                    <a:pt x="785" y="102"/>
                  </a:lnTo>
                  <a:lnTo>
                    <a:pt x="767" y="102"/>
                  </a:lnTo>
                  <a:lnTo>
                    <a:pt x="767" y="102"/>
                  </a:lnTo>
                  <a:lnTo>
                    <a:pt x="765" y="98"/>
                  </a:lnTo>
                  <a:lnTo>
                    <a:pt x="764" y="97"/>
                  </a:lnTo>
                  <a:lnTo>
                    <a:pt x="764" y="97"/>
                  </a:lnTo>
                  <a:lnTo>
                    <a:pt x="771" y="91"/>
                  </a:lnTo>
                  <a:lnTo>
                    <a:pt x="771" y="91"/>
                  </a:lnTo>
                  <a:lnTo>
                    <a:pt x="775" y="91"/>
                  </a:lnTo>
                  <a:lnTo>
                    <a:pt x="778" y="93"/>
                  </a:lnTo>
                  <a:lnTo>
                    <a:pt x="780" y="93"/>
                  </a:lnTo>
                  <a:lnTo>
                    <a:pt x="784" y="95"/>
                  </a:lnTo>
                  <a:lnTo>
                    <a:pt x="785" y="89"/>
                  </a:lnTo>
                  <a:lnTo>
                    <a:pt x="785" y="89"/>
                  </a:lnTo>
                  <a:lnTo>
                    <a:pt x="798" y="82"/>
                  </a:lnTo>
                  <a:lnTo>
                    <a:pt x="798" y="82"/>
                  </a:lnTo>
                  <a:lnTo>
                    <a:pt x="806" y="69"/>
                  </a:lnTo>
                  <a:lnTo>
                    <a:pt x="806" y="69"/>
                  </a:lnTo>
                  <a:lnTo>
                    <a:pt x="791" y="67"/>
                  </a:lnTo>
                  <a:lnTo>
                    <a:pt x="782" y="66"/>
                  </a:lnTo>
                  <a:lnTo>
                    <a:pt x="775" y="67"/>
                  </a:lnTo>
                  <a:lnTo>
                    <a:pt x="775" y="67"/>
                  </a:lnTo>
                  <a:lnTo>
                    <a:pt x="773" y="67"/>
                  </a:lnTo>
                  <a:lnTo>
                    <a:pt x="773" y="69"/>
                  </a:lnTo>
                  <a:lnTo>
                    <a:pt x="773" y="73"/>
                  </a:lnTo>
                  <a:lnTo>
                    <a:pt x="773" y="77"/>
                  </a:lnTo>
                  <a:lnTo>
                    <a:pt x="771" y="78"/>
                  </a:lnTo>
                  <a:lnTo>
                    <a:pt x="767" y="78"/>
                  </a:lnTo>
                  <a:lnTo>
                    <a:pt x="767" y="78"/>
                  </a:lnTo>
                  <a:lnTo>
                    <a:pt x="751" y="80"/>
                  </a:lnTo>
                  <a:lnTo>
                    <a:pt x="736" y="78"/>
                  </a:lnTo>
                  <a:lnTo>
                    <a:pt x="736" y="78"/>
                  </a:lnTo>
                  <a:lnTo>
                    <a:pt x="738" y="77"/>
                  </a:lnTo>
                  <a:lnTo>
                    <a:pt x="740" y="73"/>
                  </a:lnTo>
                  <a:lnTo>
                    <a:pt x="738" y="69"/>
                  </a:lnTo>
                  <a:lnTo>
                    <a:pt x="736" y="67"/>
                  </a:lnTo>
                  <a:lnTo>
                    <a:pt x="736" y="67"/>
                  </a:lnTo>
                  <a:lnTo>
                    <a:pt x="727" y="66"/>
                  </a:lnTo>
                  <a:lnTo>
                    <a:pt x="714" y="66"/>
                  </a:lnTo>
                  <a:lnTo>
                    <a:pt x="696" y="69"/>
                  </a:lnTo>
                  <a:lnTo>
                    <a:pt x="696" y="69"/>
                  </a:lnTo>
                  <a:lnTo>
                    <a:pt x="682" y="67"/>
                  </a:lnTo>
                  <a:lnTo>
                    <a:pt x="671" y="67"/>
                  </a:lnTo>
                  <a:lnTo>
                    <a:pt x="671" y="67"/>
                  </a:lnTo>
                  <a:lnTo>
                    <a:pt x="663" y="69"/>
                  </a:lnTo>
                  <a:lnTo>
                    <a:pt x="656" y="71"/>
                  </a:lnTo>
                  <a:lnTo>
                    <a:pt x="643" y="77"/>
                  </a:lnTo>
                  <a:lnTo>
                    <a:pt x="643" y="77"/>
                  </a:lnTo>
                  <a:lnTo>
                    <a:pt x="636" y="77"/>
                  </a:lnTo>
                  <a:lnTo>
                    <a:pt x="629" y="77"/>
                  </a:lnTo>
                  <a:lnTo>
                    <a:pt x="629" y="77"/>
                  </a:lnTo>
                  <a:lnTo>
                    <a:pt x="658" y="67"/>
                  </a:lnTo>
                  <a:lnTo>
                    <a:pt x="658" y="62"/>
                  </a:lnTo>
                  <a:lnTo>
                    <a:pt x="658" y="62"/>
                  </a:lnTo>
                  <a:lnTo>
                    <a:pt x="669" y="60"/>
                  </a:lnTo>
                  <a:lnTo>
                    <a:pt x="669" y="60"/>
                  </a:lnTo>
                  <a:lnTo>
                    <a:pt x="685" y="58"/>
                  </a:lnTo>
                  <a:lnTo>
                    <a:pt x="703" y="58"/>
                  </a:lnTo>
                  <a:lnTo>
                    <a:pt x="733" y="62"/>
                  </a:lnTo>
                  <a:lnTo>
                    <a:pt x="733" y="62"/>
                  </a:lnTo>
                  <a:lnTo>
                    <a:pt x="738" y="60"/>
                  </a:lnTo>
                  <a:lnTo>
                    <a:pt x="742" y="60"/>
                  </a:lnTo>
                  <a:lnTo>
                    <a:pt x="742" y="60"/>
                  </a:lnTo>
                  <a:lnTo>
                    <a:pt x="762" y="62"/>
                  </a:lnTo>
                  <a:lnTo>
                    <a:pt x="762" y="62"/>
                  </a:lnTo>
                  <a:lnTo>
                    <a:pt x="782" y="60"/>
                  </a:lnTo>
                  <a:lnTo>
                    <a:pt x="782" y="60"/>
                  </a:lnTo>
                  <a:lnTo>
                    <a:pt x="796" y="60"/>
                  </a:lnTo>
                  <a:lnTo>
                    <a:pt x="806" y="60"/>
                  </a:lnTo>
                  <a:lnTo>
                    <a:pt x="813" y="60"/>
                  </a:lnTo>
                  <a:lnTo>
                    <a:pt x="813" y="60"/>
                  </a:lnTo>
                  <a:lnTo>
                    <a:pt x="829" y="47"/>
                  </a:lnTo>
                  <a:lnTo>
                    <a:pt x="829" y="47"/>
                  </a:lnTo>
                  <a:lnTo>
                    <a:pt x="822" y="42"/>
                  </a:lnTo>
                  <a:lnTo>
                    <a:pt x="815" y="38"/>
                  </a:lnTo>
                  <a:lnTo>
                    <a:pt x="815" y="38"/>
                  </a:lnTo>
                  <a:lnTo>
                    <a:pt x="809" y="38"/>
                  </a:lnTo>
                  <a:lnTo>
                    <a:pt x="804" y="38"/>
                  </a:lnTo>
                  <a:lnTo>
                    <a:pt x="800" y="40"/>
                  </a:lnTo>
                  <a:lnTo>
                    <a:pt x="796" y="40"/>
                  </a:lnTo>
                  <a:lnTo>
                    <a:pt x="796" y="40"/>
                  </a:lnTo>
                  <a:lnTo>
                    <a:pt x="795" y="38"/>
                  </a:lnTo>
                  <a:lnTo>
                    <a:pt x="795" y="36"/>
                  </a:lnTo>
                  <a:lnTo>
                    <a:pt x="793" y="33"/>
                  </a:lnTo>
                  <a:lnTo>
                    <a:pt x="793" y="33"/>
                  </a:lnTo>
                  <a:lnTo>
                    <a:pt x="784" y="33"/>
                  </a:lnTo>
                  <a:lnTo>
                    <a:pt x="775" y="33"/>
                  </a:lnTo>
                  <a:lnTo>
                    <a:pt x="755" y="38"/>
                  </a:lnTo>
                  <a:lnTo>
                    <a:pt x="755" y="38"/>
                  </a:lnTo>
                  <a:lnTo>
                    <a:pt x="769" y="33"/>
                  </a:lnTo>
                  <a:lnTo>
                    <a:pt x="767" y="20"/>
                  </a:lnTo>
                  <a:lnTo>
                    <a:pt x="767" y="20"/>
                  </a:lnTo>
                  <a:lnTo>
                    <a:pt x="762" y="18"/>
                  </a:lnTo>
                  <a:lnTo>
                    <a:pt x="760" y="16"/>
                  </a:lnTo>
                  <a:lnTo>
                    <a:pt x="760" y="16"/>
                  </a:lnTo>
                  <a:lnTo>
                    <a:pt x="753" y="15"/>
                  </a:lnTo>
                  <a:lnTo>
                    <a:pt x="749" y="18"/>
                  </a:lnTo>
                  <a:lnTo>
                    <a:pt x="747" y="20"/>
                  </a:lnTo>
                  <a:lnTo>
                    <a:pt x="744" y="24"/>
                  </a:lnTo>
                  <a:lnTo>
                    <a:pt x="744" y="24"/>
                  </a:lnTo>
                  <a:lnTo>
                    <a:pt x="734" y="24"/>
                  </a:lnTo>
                  <a:lnTo>
                    <a:pt x="725" y="26"/>
                  </a:lnTo>
                  <a:lnTo>
                    <a:pt x="725" y="26"/>
                  </a:lnTo>
                  <a:lnTo>
                    <a:pt x="733" y="20"/>
                  </a:lnTo>
                  <a:lnTo>
                    <a:pt x="742" y="13"/>
                  </a:lnTo>
                  <a:lnTo>
                    <a:pt x="742" y="9"/>
                  </a:lnTo>
                  <a:lnTo>
                    <a:pt x="742" y="9"/>
                  </a:lnTo>
                  <a:lnTo>
                    <a:pt x="725" y="9"/>
                  </a:lnTo>
                  <a:lnTo>
                    <a:pt x="707" y="9"/>
                  </a:lnTo>
                  <a:lnTo>
                    <a:pt x="707" y="9"/>
                  </a:lnTo>
                  <a:lnTo>
                    <a:pt x="700" y="5"/>
                  </a:lnTo>
                  <a:lnTo>
                    <a:pt x="693" y="4"/>
                  </a:lnTo>
                  <a:lnTo>
                    <a:pt x="693" y="4"/>
                  </a:lnTo>
                  <a:lnTo>
                    <a:pt x="687" y="4"/>
                  </a:lnTo>
                  <a:lnTo>
                    <a:pt x="682" y="5"/>
                  </a:lnTo>
                  <a:lnTo>
                    <a:pt x="674" y="7"/>
                  </a:lnTo>
                  <a:lnTo>
                    <a:pt x="667" y="9"/>
                  </a:lnTo>
                  <a:lnTo>
                    <a:pt x="667" y="5"/>
                  </a:lnTo>
                  <a:lnTo>
                    <a:pt x="667" y="5"/>
                  </a:lnTo>
                  <a:lnTo>
                    <a:pt x="660" y="5"/>
                  </a:lnTo>
                  <a:lnTo>
                    <a:pt x="654" y="5"/>
                  </a:lnTo>
                  <a:lnTo>
                    <a:pt x="651" y="0"/>
                  </a:lnTo>
                  <a:lnTo>
                    <a:pt x="651" y="0"/>
                  </a:lnTo>
                  <a:lnTo>
                    <a:pt x="634" y="0"/>
                  </a:lnTo>
                  <a:lnTo>
                    <a:pt x="618" y="2"/>
                  </a:lnTo>
                  <a:lnTo>
                    <a:pt x="600" y="4"/>
                  </a:lnTo>
                  <a:lnTo>
                    <a:pt x="581" y="4"/>
                  </a:lnTo>
                  <a:lnTo>
                    <a:pt x="581" y="4"/>
                  </a:lnTo>
                  <a:lnTo>
                    <a:pt x="574" y="2"/>
                  </a:lnTo>
                  <a:lnTo>
                    <a:pt x="569" y="0"/>
                  </a:lnTo>
                  <a:lnTo>
                    <a:pt x="563" y="0"/>
                  </a:lnTo>
                  <a:lnTo>
                    <a:pt x="563" y="0"/>
                  </a:lnTo>
                  <a:lnTo>
                    <a:pt x="563" y="2"/>
                  </a:lnTo>
                  <a:lnTo>
                    <a:pt x="561" y="4"/>
                  </a:lnTo>
                  <a:lnTo>
                    <a:pt x="561" y="9"/>
                  </a:lnTo>
                  <a:lnTo>
                    <a:pt x="561" y="9"/>
                  </a:lnTo>
                  <a:lnTo>
                    <a:pt x="547" y="4"/>
                  </a:lnTo>
                  <a:lnTo>
                    <a:pt x="547" y="4"/>
                  </a:lnTo>
                  <a:lnTo>
                    <a:pt x="547" y="13"/>
                  </a:lnTo>
                  <a:lnTo>
                    <a:pt x="547" y="13"/>
                  </a:lnTo>
                  <a:lnTo>
                    <a:pt x="538" y="11"/>
                  </a:lnTo>
                  <a:lnTo>
                    <a:pt x="532" y="11"/>
                  </a:lnTo>
                  <a:lnTo>
                    <a:pt x="527" y="11"/>
                  </a:lnTo>
                  <a:lnTo>
                    <a:pt x="525" y="18"/>
                  </a:lnTo>
                  <a:lnTo>
                    <a:pt x="525" y="18"/>
                  </a:lnTo>
                  <a:lnTo>
                    <a:pt x="527" y="18"/>
                  </a:lnTo>
                  <a:lnTo>
                    <a:pt x="529" y="18"/>
                  </a:lnTo>
                  <a:lnTo>
                    <a:pt x="529" y="20"/>
                  </a:lnTo>
                  <a:lnTo>
                    <a:pt x="529" y="20"/>
                  </a:lnTo>
                  <a:lnTo>
                    <a:pt x="523" y="20"/>
                  </a:lnTo>
                  <a:lnTo>
                    <a:pt x="518" y="20"/>
                  </a:lnTo>
                  <a:lnTo>
                    <a:pt x="518" y="20"/>
                  </a:lnTo>
                  <a:lnTo>
                    <a:pt x="514" y="26"/>
                  </a:lnTo>
                  <a:lnTo>
                    <a:pt x="514" y="27"/>
                  </a:lnTo>
                  <a:lnTo>
                    <a:pt x="518" y="27"/>
                  </a:lnTo>
                  <a:lnTo>
                    <a:pt x="518" y="27"/>
                  </a:lnTo>
                  <a:lnTo>
                    <a:pt x="519" y="33"/>
                  </a:lnTo>
                  <a:lnTo>
                    <a:pt x="519" y="33"/>
                  </a:lnTo>
                  <a:lnTo>
                    <a:pt x="516" y="33"/>
                  </a:lnTo>
                  <a:lnTo>
                    <a:pt x="514" y="31"/>
                  </a:lnTo>
                  <a:lnTo>
                    <a:pt x="510" y="26"/>
                  </a:lnTo>
                  <a:lnTo>
                    <a:pt x="510" y="26"/>
                  </a:lnTo>
                  <a:lnTo>
                    <a:pt x="505" y="27"/>
                  </a:lnTo>
                  <a:lnTo>
                    <a:pt x="499" y="31"/>
                  </a:lnTo>
                  <a:lnTo>
                    <a:pt x="499" y="31"/>
                  </a:lnTo>
                  <a:lnTo>
                    <a:pt x="501" y="31"/>
                  </a:lnTo>
                  <a:lnTo>
                    <a:pt x="501" y="33"/>
                  </a:lnTo>
                  <a:lnTo>
                    <a:pt x="503" y="38"/>
                  </a:lnTo>
                  <a:lnTo>
                    <a:pt x="503" y="38"/>
                  </a:lnTo>
                  <a:lnTo>
                    <a:pt x="496" y="35"/>
                  </a:lnTo>
                  <a:lnTo>
                    <a:pt x="488" y="33"/>
                  </a:lnTo>
                  <a:lnTo>
                    <a:pt x="488" y="33"/>
                  </a:lnTo>
                  <a:lnTo>
                    <a:pt x="487" y="26"/>
                  </a:lnTo>
                  <a:lnTo>
                    <a:pt x="485" y="20"/>
                  </a:lnTo>
                  <a:lnTo>
                    <a:pt x="485" y="20"/>
                  </a:lnTo>
                  <a:lnTo>
                    <a:pt x="465" y="22"/>
                  </a:lnTo>
                  <a:lnTo>
                    <a:pt x="450" y="24"/>
                  </a:lnTo>
                  <a:lnTo>
                    <a:pt x="450" y="27"/>
                  </a:lnTo>
                  <a:lnTo>
                    <a:pt x="450" y="27"/>
                  </a:lnTo>
                  <a:lnTo>
                    <a:pt x="454" y="27"/>
                  </a:lnTo>
                  <a:lnTo>
                    <a:pt x="454" y="27"/>
                  </a:lnTo>
                  <a:lnTo>
                    <a:pt x="454" y="31"/>
                  </a:lnTo>
                  <a:lnTo>
                    <a:pt x="454" y="31"/>
                  </a:lnTo>
                  <a:lnTo>
                    <a:pt x="454" y="29"/>
                  </a:lnTo>
                  <a:lnTo>
                    <a:pt x="456" y="29"/>
                  </a:lnTo>
                  <a:lnTo>
                    <a:pt x="456" y="33"/>
                  </a:lnTo>
                  <a:lnTo>
                    <a:pt x="450" y="33"/>
                  </a:lnTo>
                  <a:lnTo>
                    <a:pt x="450" y="33"/>
                  </a:lnTo>
                  <a:lnTo>
                    <a:pt x="450" y="40"/>
                  </a:lnTo>
                  <a:lnTo>
                    <a:pt x="450" y="40"/>
                  </a:lnTo>
                  <a:lnTo>
                    <a:pt x="459" y="40"/>
                  </a:lnTo>
                  <a:lnTo>
                    <a:pt x="456" y="40"/>
                  </a:lnTo>
                  <a:lnTo>
                    <a:pt x="439" y="42"/>
                  </a:lnTo>
                  <a:lnTo>
                    <a:pt x="439" y="42"/>
                  </a:lnTo>
                  <a:lnTo>
                    <a:pt x="441" y="53"/>
                  </a:lnTo>
                  <a:lnTo>
                    <a:pt x="441" y="53"/>
                  </a:lnTo>
                  <a:lnTo>
                    <a:pt x="434" y="49"/>
                  </a:lnTo>
                  <a:lnTo>
                    <a:pt x="425" y="46"/>
                  </a:lnTo>
                  <a:lnTo>
                    <a:pt x="425" y="46"/>
                  </a:lnTo>
                  <a:lnTo>
                    <a:pt x="421" y="46"/>
                  </a:lnTo>
                  <a:lnTo>
                    <a:pt x="417" y="47"/>
                  </a:lnTo>
                  <a:lnTo>
                    <a:pt x="412" y="49"/>
                  </a:lnTo>
                  <a:lnTo>
                    <a:pt x="412" y="49"/>
                  </a:lnTo>
                  <a:lnTo>
                    <a:pt x="406" y="49"/>
                  </a:lnTo>
                  <a:lnTo>
                    <a:pt x="399" y="47"/>
                  </a:lnTo>
                  <a:lnTo>
                    <a:pt x="399" y="47"/>
                  </a:lnTo>
                  <a:lnTo>
                    <a:pt x="399" y="49"/>
                  </a:lnTo>
                  <a:lnTo>
                    <a:pt x="399" y="51"/>
                  </a:lnTo>
                  <a:lnTo>
                    <a:pt x="399" y="55"/>
                  </a:lnTo>
                  <a:lnTo>
                    <a:pt x="405" y="55"/>
                  </a:lnTo>
                  <a:lnTo>
                    <a:pt x="405" y="55"/>
                  </a:lnTo>
                  <a:lnTo>
                    <a:pt x="410" y="64"/>
                  </a:lnTo>
                  <a:lnTo>
                    <a:pt x="410" y="64"/>
                  </a:lnTo>
                  <a:lnTo>
                    <a:pt x="430" y="78"/>
                  </a:lnTo>
                  <a:lnTo>
                    <a:pt x="450" y="91"/>
                  </a:lnTo>
                  <a:lnTo>
                    <a:pt x="450" y="91"/>
                  </a:lnTo>
                  <a:lnTo>
                    <a:pt x="439" y="87"/>
                  </a:lnTo>
                  <a:lnTo>
                    <a:pt x="432" y="86"/>
                  </a:lnTo>
                  <a:lnTo>
                    <a:pt x="432" y="86"/>
                  </a:lnTo>
                  <a:lnTo>
                    <a:pt x="428" y="91"/>
                  </a:lnTo>
                  <a:lnTo>
                    <a:pt x="425" y="97"/>
                  </a:lnTo>
                  <a:lnTo>
                    <a:pt x="425" y="97"/>
                  </a:lnTo>
                  <a:lnTo>
                    <a:pt x="414" y="91"/>
                  </a:lnTo>
                  <a:lnTo>
                    <a:pt x="414" y="91"/>
                  </a:lnTo>
                  <a:lnTo>
                    <a:pt x="410" y="91"/>
                  </a:lnTo>
                  <a:lnTo>
                    <a:pt x="406" y="91"/>
                  </a:lnTo>
                  <a:lnTo>
                    <a:pt x="406" y="91"/>
                  </a:lnTo>
                  <a:lnTo>
                    <a:pt x="399" y="84"/>
                  </a:lnTo>
                  <a:lnTo>
                    <a:pt x="392" y="75"/>
                  </a:lnTo>
                  <a:lnTo>
                    <a:pt x="392" y="75"/>
                  </a:lnTo>
                  <a:lnTo>
                    <a:pt x="392" y="71"/>
                  </a:lnTo>
                  <a:lnTo>
                    <a:pt x="392" y="67"/>
                  </a:lnTo>
                  <a:lnTo>
                    <a:pt x="392" y="67"/>
                  </a:lnTo>
                  <a:lnTo>
                    <a:pt x="386" y="60"/>
                  </a:lnTo>
                  <a:lnTo>
                    <a:pt x="377" y="55"/>
                  </a:lnTo>
                  <a:lnTo>
                    <a:pt x="366" y="51"/>
                  </a:lnTo>
                  <a:lnTo>
                    <a:pt x="357" y="47"/>
                  </a:lnTo>
                  <a:lnTo>
                    <a:pt x="354" y="47"/>
                  </a:lnTo>
                  <a:lnTo>
                    <a:pt x="354" y="47"/>
                  </a:lnTo>
                  <a:lnTo>
                    <a:pt x="354" y="60"/>
                  </a:lnTo>
                  <a:lnTo>
                    <a:pt x="352" y="71"/>
                  </a:lnTo>
                  <a:lnTo>
                    <a:pt x="352" y="80"/>
                  </a:lnTo>
                  <a:lnTo>
                    <a:pt x="350" y="91"/>
                  </a:lnTo>
                  <a:lnTo>
                    <a:pt x="350" y="91"/>
                  </a:lnTo>
                  <a:close/>
                  <a:moveTo>
                    <a:pt x="448" y="731"/>
                  </a:moveTo>
                  <a:lnTo>
                    <a:pt x="448" y="731"/>
                  </a:lnTo>
                  <a:lnTo>
                    <a:pt x="450" y="738"/>
                  </a:lnTo>
                  <a:lnTo>
                    <a:pt x="450" y="738"/>
                  </a:lnTo>
                  <a:lnTo>
                    <a:pt x="454" y="736"/>
                  </a:lnTo>
                  <a:lnTo>
                    <a:pt x="456" y="734"/>
                  </a:lnTo>
                  <a:lnTo>
                    <a:pt x="454" y="731"/>
                  </a:lnTo>
                  <a:lnTo>
                    <a:pt x="448" y="731"/>
                  </a:lnTo>
                  <a:lnTo>
                    <a:pt x="448" y="731"/>
                  </a:lnTo>
                  <a:close/>
                  <a:moveTo>
                    <a:pt x="556" y="559"/>
                  </a:moveTo>
                  <a:lnTo>
                    <a:pt x="556" y="559"/>
                  </a:lnTo>
                  <a:lnTo>
                    <a:pt x="561" y="557"/>
                  </a:lnTo>
                  <a:lnTo>
                    <a:pt x="563" y="559"/>
                  </a:lnTo>
                  <a:lnTo>
                    <a:pt x="561" y="561"/>
                  </a:lnTo>
                  <a:lnTo>
                    <a:pt x="556" y="567"/>
                  </a:lnTo>
                  <a:lnTo>
                    <a:pt x="556" y="567"/>
                  </a:lnTo>
                  <a:lnTo>
                    <a:pt x="554" y="565"/>
                  </a:lnTo>
                  <a:lnTo>
                    <a:pt x="554" y="563"/>
                  </a:lnTo>
                  <a:lnTo>
                    <a:pt x="554" y="559"/>
                  </a:lnTo>
                  <a:lnTo>
                    <a:pt x="556" y="559"/>
                  </a:lnTo>
                  <a:lnTo>
                    <a:pt x="556" y="559"/>
                  </a:lnTo>
                  <a:close/>
                  <a:moveTo>
                    <a:pt x="454" y="91"/>
                  </a:moveTo>
                  <a:lnTo>
                    <a:pt x="454" y="91"/>
                  </a:lnTo>
                  <a:lnTo>
                    <a:pt x="456" y="93"/>
                  </a:lnTo>
                  <a:lnTo>
                    <a:pt x="456" y="95"/>
                  </a:lnTo>
                  <a:lnTo>
                    <a:pt x="456" y="97"/>
                  </a:lnTo>
                  <a:lnTo>
                    <a:pt x="454" y="97"/>
                  </a:lnTo>
                  <a:lnTo>
                    <a:pt x="454" y="97"/>
                  </a:lnTo>
                  <a:lnTo>
                    <a:pt x="450" y="93"/>
                  </a:lnTo>
                  <a:lnTo>
                    <a:pt x="450" y="91"/>
                  </a:lnTo>
                  <a:lnTo>
                    <a:pt x="454" y="91"/>
                  </a:lnTo>
                  <a:lnTo>
                    <a:pt x="454" y="91"/>
                  </a:lnTo>
                  <a:close/>
                  <a:moveTo>
                    <a:pt x="621" y="77"/>
                  </a:moveTo>
                  <a:lnTo>
                    <a:pt x="621" y="77"/>
                  </a:lnTo>
                  <a:lnTo>
                    <a:pt x="627" y="77"/>
                  </a:lnTo>
                  <a:lnTo>
                    <a:pt x="627" y="80"/>
                  </a:lnTo>
                  <a:lnTo>
                    <a:pt x="621" y="84"/>
                  </a:lnTo>
                  <a:lnTo>
                    <a:pt x="621" y="84"/>
                  </a:lnTo>
                  <a:lnTo>
                    <a:pt x="620" y="84"/>
                  </a:lnTo>
                  <a:lnTo>
                    <a:pt x="618" y="82"/>
                  </a:lnTo>
                  <a:lnTo>
                    <a:pt x="620" y="78"/>
                  </a:lnTo>
                  <a:lnTo>
                    <a:pt x="621" y="77"/>
                  </a:lnTo>
                  <a:lnTo>
                    <a:pt x="621" y="77"/>
                  </a:lnTo>
                  <a:close/>
                  <a:moveTo>
                    <a:pt x="361" y="543"/>
                  </a:moveTo>
                  <a:lnTo>
                    <a:pt x="357" y="552"/>
                  </a:lnTo>
                  <a:lnTo>
                    <a:pt x="357" y="552"/>
                  </a:lnTo>
                  <a:lnTo>
                    <a:pt x="350" y="552"/>
                  </a:lnTo>
                  <a:lnTo>
                    <a:pt x="348" y="552"/>
                  </a:lnTo>
                  <a:lnTo>
                    <a:pt x="350" y="548"/>
                  </a:lnTo>
                  <a:lnTo>
                    <a:pt x="350" y="548"/>
                  </a:lnTo>
                  <a:lnTo>
                    <a:pt x="361" y="543"/>
                  </a:lnTo>
                  <a:lnTo>
                    <a:pt x="361" y="543"/>
                  </a:lnTo>
                  <a:close/>
                  <a:moveTo>
                    <a:pt x="341" y="519"/>
                  </a:moveTo>
                  <a:lnTo>
                    <a:pt x="341" y="519"/>
                  </a:lnTo>
                  <a:lnTo>
                    <a:pt x="345" y="519"/>
                  </a:lnTo>
                  <a:lnTo>
                    <a:pt x="346" y="519"/>
                  </a:lnTo>
                  <a:lnTo>
                    <a:pt x="346" y="525"/>
                  </a:lnTo>
                  <a:lnTo>
                    <a:pt x="341" y="534"/>
                  </a:lnTo>
                  <a:lnTo>
                    <a:pt x="341" y="534"/>
                  </a:lnTo>
                  <a:lnTo>
                    <a:pt x="306" y="528"/>
                  </a:lnTo>
                  <a:lnTo>
                    <a:pt x="306" y="528"/>
                  </a:lnTo>
                  <a:lnTo>
                    <a:pt x="315" y="526"/>
                  </a:lnTo>
                  <a:lnTo>
                    <a:pt x="319" y="525"/>
                  </a:lnTo>
                  <a:lnTo>
                    <a:pt x="324" y="525"/>
                  </a:lnTo>
                  <a:lnTo>
                    <a:pt x="324" y="525"/>
                  </a:lnTo>
                  <a:lnTo>
                    <a:pt x="326" y="526"/>
                  </a:lnTo>
                  <a:lnTo>
                    <a:pt x="326" y="528"/>
                  </a:lnTo>
                  <a:lnTo>
                    <a:pt x="328" y="528"/>
                  </a:lnTo>
                  <a:lnTo>
                    <a:pt x="328" y="528"/>
                  </a:lnTo>
                  <a:lnTo>
                    <a:pt x="328" y="530"/>
                  </a:lnTo>
                  <a:lnTo>
                    <a:pt x="328" y="530"/>
                  </a:lnTo>
                  <a:lnTo>
                    <a:pt x="332" y="532"/>
                  </a:lnTo>
                  <a:lnTo>
                    <a:pt x="339" y="532"/>
                  </a:lnTo>
                  <a:lnTo>
                    <a:pt x="339" y="532"/>
                  </a:lnTo>
                  <a:lnTo>
                    <a:pt x="337" y="525"/>
                  </a:lnTo>
                  <a:lnTo>
                    <a:pt x="339" y="519"/>
                  </a:lnTo>
                  <a:lnTo>
                    <a:pt x="341" y="519"/>
                  </a:lnTo>
                  <a:close/>
                  <a:moveTo>
                    <a:pt x="725" y="441"/>
                  </a:moveTo>
                  <a:lnTo>
                    <a:pt x="725" y="441"/>
                  </a:lnTo>
                  <a:lnTo>
                    <a:pt x="729" y="441"/>
                  </a:lnTo>
                  <a:lnTo>
                    <a:pt x="729" y="443"/>
                  </a:lnTo>
                  <a:lnTo>
                    <a:pt x="727" y="446"/>
                  </a:lnTo>
                  <a:lnTo>
                    <a:pt x="727" y="446"/>
                  </a:lnTo>
                  <a:lnTo>
                    <a:pt x="724" y="443"/>
                  </a:lnTo>
                  <a:lnTo>
                    <a:pt x="722" y="443"/>
                  </a:lnTo>
                  <a:lnTo>
                    <a:pt x="725" y="441"/>
                  </a:lnTo>
                  <a:lnTo>
                    <a:pt x="725" y="441"/>
                  </a:lnTo>
                  <a:close/>
                  <a:moveTo>
                    <a:pt x="707" y="421"/>
                  </a:moveTo>
                  <a:lnTo>
                    <a:pt x="707" y="421"/>
                  </a:lnTo>
                  <a:lnTo>
                    <a:pt x="707" y="432"/>
                  </a:lnTo>
                  <a:lnTo>
                    <a:pt x="707" y="432"/>
                  </a:lnTo>
                  <a:lnTo>
                    <a:pt x="722" y="430"/>
                  </a:lnTo>
                  <a:lnTo>
                    <a:pt x="734" y="432"/>
                  </a:lnTo>
                  <a:lnTo>
                    <a:pt x="734" y="432"/>
                  </a:lnTo>
                  <a:lnTo>
                    <a:pt x="720" y="432"/>
                  </a:lnTo>
                  <a:lnTo>
                    <a:pt x="705" y="434"/>
                  </a:lnTo>
                  <a:lnTo>
                    <a:pt x="705" y="434"/>
                  </a:lnTo>
                  <a:lnTo>
                    <a:pt x="705" y="432"/>
                  </a:lnTo>
                  <a:lnTo>
                    <a:pt x="703" y="426"/>
                  </a:lnTo>
                  <a:lnTo>
                    <a:pt x="703" y="423"/>
                  </a:lnTo>
                  <a:lnTo>
                    <a:pt x="705" y="421"/>
                  </a:lnTo>
                  <a:lnTo>
                    <a:pt x="707" y="421"/>
                  </a:lnTo>
                  <a:lnTo>
                    <a:pt x="707" y="421"/>
                  </a:lnTo>
                  <a:close/>
                  <a:moveTo>
                    <a:pt x="297" y="404"/>
                  </a:moveTo>
                  <a:lnTo>
                    <a:pt x="297" y="404"/>
                  </a:lnTo>
                  <a:lnTo>
                    <a:pt x="299" y="412"/>
                  </a:lnTo>
                  <a:lnTo>
                    <a:pt x="299" y="412"/>
                  </a:lnTo>
                  <a:lnTo>
                    <a:pt x="303" y="412"/>
                  </a:lnTo>
                  <a:lnTo>
                    <a:pt x="303" y="410"/>
                  </a:lnTo>
                  <a:lnTo>
                    <a:pt x="301" y="406"/>
                  </a:lnTo>
                  <a:lnTo>
                    <a:pt x="297" y="404"/>
                  </a:lnTo>
                  <a:lnTo>
                    <a:pt x="297" y="404"/>
                  </a:lnTo>
                  <a:close/>
                  <a:moveTo>
                    <a:pt x="796" y="373"/>
                  </a:moveTo>
                  <a:lnTo>
                    <a:pt x="796" y="373"/>
                  </a:lnTo>
                  <a:lnTo>
                    <a:pt x="800" y="373"/>
                  </a:lnTo>
                  <a:lnTo>
                    <a:pt x="802" y="375"/>
                  </a:lnTo>
                  <a:lnTo>
                    <a:pt x="802" y="377"/>
                  </a:lnTo>
                  <a:lnTo>
                    <a:pt x="798" y="377"/>
                  </a:lnTo>
                  <a:lnTo>
                    <a:pt x="798" y="377"/>
                  </a:lnTo>
                  <a:lnTo>
                    <a:pt x="795" y="375"/>
                  </a:lnTo>
                  <a:lnTo>
                    <a:pt x="793" y="373"/>
                  </a:lnTo>
                  <a:lnTo>
                    <a:pt x="796" y="373"/>
                  </a:lnTo>
                  <a:lnTo>
                    <a:pt x="796" y="373"/>
                  </a:lnTo>
                  <a:close/>
                  <a:moveTo>
                    <a:pt x="764" y="361"/>
                  </a:moveTo>
                  <a:lnTo>
                    <a:pt x="764" y="361"/>
                  </a:lnTo>
                  <a:lnTo>
                    <a:pt x="765" y="361"/>
                  </a:lnTo>
                  <a:lnTo>
                    <a:pt x="767" y="363"/>
                  </a:lnTo>
                  <a:lnTo>
                    <a:pt x="769" y="366"/>
                  </a:lnTo>
                  <a:lnTo>
                    <a:pt x="769" y="366"/>
                  </a:lnTo>
                  <a:lnTo>
                    <a:pt x="776" y="366"/>
                  </a:lnTo>
                  <a:lnTo>
                    <a:pt x="784" y="366"/>
                  </a:lnTo>
                  <a:lnTo>
                    <a:pt x="784" y="366"/>
                  </a:lnTo>
                  <a:lnTo>
                    <a:pt x="782" y="368"/>
                  </a:lnTo>
                  <a:lnTo>
                    <a:pt x="780" y="370"/>
                  </a:lnTo>
                  <a:lnTo>
                    <a:pt x="778" y="370"/>
                  </a:lnTo>
                  <a:lnTo>
                    <a:pt x="778" y="370"/>
                  </a:lnTo>
                  <a:lnTo>
                    <a:pt x="782" y="372"/>
                  </a:lnTo>
                  <a:lnTo>
                    <a:pt x="784" y="373"/>
                  </a:lnTo>
                  <a:lnTo>
                    <a:pt x="782" y="375"/>
                  </a:lnTo>
                  <a:lnTo>
                    <a:pt x="782" y="375"/>
                  </a:lnTo>
                  <a:lnTo>
                    <a:pt x="782" y="383"/>
                  </a:lnTo>
                  <a:lnTo>
                    <a:pt x="782" y="383"/>
                  </a:lnTo>
                  <a:lnTo>
                    <a:pt x="767" y="379"/>
                  </a:lnTo>
                  <a:lnTo>
                    <a:pt x="764" y="377"/>
                  </a:lnTo>
                  <a:lnTo>
                    <a:pt x="769" y="377"/>
                  </a:lnTo>
                  <a:lnTo>
                    <a:pt x="769" y="377"/>
                  </a:lnTo>
                  <a:lnTo>
                    <a:pt x="767" y="373"/>
                  </a:lnTo>
                  <a:lnTo>
                    <a:pt x="765" y="372"/>
                  </a:lnTo>
                  <a:lnTo>
                    <a:pt x="767" y="370"/>
                  </a:lnTo>
                  <a:lnTo>
                    <a:pt x="767" y="370"/>
                  </a:lnTo>
                  <a:lnTo>
                    <a:pt x="764" y="370"/>
                  </a:lnTo>
                  <a:lnTo>
                    <a:pt x="760" y="370"/>
                  </a:lnTo>
                  <a:lnTo>
                    <a:pt x="756" y="368"/>
                  </a:lnTo>
                  <a:lnTo>
                    <a:pt x="756" y="368"/>
                  </a:lnTo>
                  <a:lnTo>
                    <a:pt x="749" y="372"/>
                  </a:lnTo>
                  <a:lnTo>
                    <a:pt x="747" y="373"/>
                  </a:lnTo>
                  <a:lnTo>
                    <a:pt x="751" y="370"/>
                  </a:lnTo>
                  <a:lnTo>
                    <a:pt x="751" y="370"/>
                  </a:lnTo>
                  <a:lnTo>
                    <a:pt x="758" y="364"/>
                  </a:lnTo>
                  <a:lnTo>
                    <a:pt x="764" y="361"/>
                  </a:lnTo>
                  <a:lnTo>
                    <a:pt x="764" y="361"/>
                  </a:lnTo>
                  <a:close/>
                  <a:moveTo>
                    <a:pt x="771" y="335"/>
                  </a:moveTo>
                  <a:lnTo>
                    <a:pt x="771" y="335"/>
                  </a:lnTo>
                  <a:lnTo>
                    <a:pt x="773" y="335"/>
                  </a:lnTo>
                  <a:lnTo>
                    <a:pt x="775" y="337"/>
                  </a:lnTo>
                  <a:lnTo>
                    <a:pt x="773" y="337"/>
                  </a:lnTo>
                  <a:lnTo>
                    <a:pt x="771" y="339"/>
                  </a:lnTo>
                  <a:lnTo>
                    <a:pt x="771" y="339"/>
                  </a:lnTo>
                  <a:lnTo>
                    <a:pt x="771" y="339"/>
                  </a:lnTo>
                  <a:lnTo>
                    <a:pt x="771" y="341"/>
                  </a:lnTo>
                  <a:lnTo>
                    <a:pt x="775" y="342"/>
                  </a:lnTo>
                  <a:lnTo>
                    <a:pt x="775" y="342"/>
                  </a:lnTo>
                  <a:lnTo>
                    <a:pt x="756" y="353"/>
                  </a:lnTo>
                  <a:lnTo>
                    <a:pt x="756" y="353"/>
                  </a:lnTo>
                  <a:lnTo>
                    <a:pt x="758" y="355"/>
                  </a:lnTo>
                  <a:lnTo>
                    <a:pt x="760" y="357"/>
                  </a:lnTo>
                  <a:lnTo>
                    <a:pt x="760" y="357"/>
                  </a:lnTo>
                  <a:lnTo>
                    <a:pt x="755" y="357"/>
                  </a:lnTo>
                  <a:lnTo>
                    <a:pt x="751" y="355"/>
                  </a:lnTo>
                  <a:lnTo>
                    <a:pt x="745" y="355"/>
                  </a:lnTo>
                  <a:lnTo>
                    <a:pt x="740" y="355"/>
                  </a:lnTo>
                  <a:lnTo>
                    <a:pt x="740" y="355"/>
                  </a:lnTo>
                  <a:lnTo>
                    <a:pt x="738" y="357"/>
                  </a:lnTo>
                  <a:lnTo>
                    <a:pt x="734" y="361"/>
                  </a:lnTo>
                  <a:lnTo>
                    <a:pt x="734" y="361"/>
                  </a:lnTo>
                  <a:lnTo>
                    <a:pt x="734" y="368"/>
                  </a:lnTo>
                  <a:lnTo>
                    <a:pt x="734" y="368"/>
                  </a:lnTo>
                  <a:lnTo>
                    <a:pt x="738" y="368"/>
                  </a:lnTo>
                  <a:lnTo>
                    <a:pt x="742" y="368"/>
                  </a:lnTo>
                  <a:lnTo>
                    <a:pt x="742" y="368"/>
                  </a:lnTo>
                  <a:lnTo>
                    <a:pt x="744" y="372"/>
                  </a:lnTo>
                  <a:lnTo>
                    <a:pt x="747" y="375"/>
                  </a:lnTo>
                  <a:lnTo>
                    <a:pt x="747" y="375"/>
                  </a:lnTo>
                  <a:lnTo>
                    <a:pt x="745" y="375"/>
                  </a:lnTo>
                  <a:lnTo>
                    <a:pt x="744" y="375"/>
                  </a:lnTo>
                  <a:lnTo>
                    <a:pt x="740" y="375"/>
                  </a:lnTo>
                  <a:lnTo>
                    <a:pt x="740" y="370"/>
                  </a:lnTo>
                  <a:lnTo>
                    <a:pt x="740" y="370"/>
                  </a:lnTo>
                  <a:lnTo>
                    <a:pt x="738" y="370"/>
                  </a:lnTo>
                  <a:lnTo>
                    <a:pt x="736" y="370"/>
                  </a:lnTo>
                  <a:lnTo>
                    <a:pt x="733" y="370"/>
                  </a:lnTo>
                  <a:lnTo>
                    <a:pt x="733" y="370"/>
                  </a:lnTo>
                  <a:lnTo>
                    <a:pt x="727" y="361"/>
                  </a:lnTo>
                  <a:lnTo>
                    <a:pt x="727" y="361"/>
                  </a:lnTo>
                  <a:lnTo>
                    <a:pt x="734" y="357"/>
                  </a:lnTo>
                  <a:lnTo>
                    <a:pt x="734" y="357"/>
                  </a:lnTo>
                  <a:lnTo>
                    <a:pt x="733" y="355"/>
                  </a:lnTo>
                  <a:lnTo>
                    <a:pt x="733" y="353"/>
                  </a:lnTo>
                  <a:lnTo>
                    <a:pt x="733" y="353"/>
                  </a:lnTo>
                  <a:lnTo>
                    <a:pt x="740" y="353"/>
                  </a:lnTo>
                  <a:lnTo>
                    <a:pt x="749" y="353"/>
                  </a:lnTo>
                  <a:lnTo>
                    <a:pt x="749" y="350"/>
                  </a:lnTo>
                  <a:lnTo>
                    <a:pt x="749" y="350"/>
                  </a:lnTo>
                  <a:lnTo>
                    <a:pt x="755" y="350"/>
                  </a:lnTo>
                  <a:lnTo>
                    <a:pt x="760" y="348"/>
                  </a:lnTo>
                  <a:lnTo>
                    <a:pt x="760" y="342"/>
                  </a:lnTo>
                  <a:lnTo>
                    <a:pt x="760" y="342"/>
                  </a:lnTo>
                  <a:lnTo>
                    <a:pt x="764" y="342"/>
                  </a:lnTo>
                  <a:lnTo>
                    <a:pt x="769" y="342"/>
                  </a:lnTo>
                  <a:lnTo>
                    <a:pt x="769" y="342"/>
                  </a:lnTo>
                  <a:lnTo>
                    <a:pt x="769" y="342"/>
                  </a:lnTo>
                  <a:lnTo>
                    <a:pt x="769" y="339"/>
                  </a:lnTo>
                  <a:lnTo>
                    <a:pt x="769" y="337"/>
                  </a:lnTo>
                  <a:lnTo>
                    <a:pt x="771" y="335"/>
                  </a:lnTo>
                  <a:lnTo>
                    <a:pt x="771" y="335"/>
                  </a:lnTo>
                  <a:close/>
                  <a:moveTo>
                    <a:pt x="242" y="310"/>
                  </a:moveTo>
                  <a:lnTo>
                    <a:pt x="242" y="310"/>
                  </a:lnTo>
                  <a:lnTo>
                    <a:pt x="237" y="313"/>
                  </a:lnTo>
                  <a:lnTo>
                    <a:pt x="237" y="313"/>
                  </a:lnTo>
                  <a:lnTo>
                    <a:pt x="237" y="315"/>
                  </a:lnTo>
                  <a:lnTo>
                    <a:pt x="242" y="313"/>
                  </a:lnTo>
                  <a:lnTo>
                    <a:pt x="242" y="313"/>
                  </a:lnTo>
                  <a:lnTo>
                    <a:pt x="248" y="310"/>
                  </a:lnTo>
                  <a:lnTo>
                    <a:pt x="248" y="310"/>
                  </a:lnTo>
                  <a:lnTo>
                    <a:pt x="242" y="310"/>
                  </a:lnTo>
                  <a:lnTo>
                    <a:pt x="242" y="310"/>
                  </a:lnTo>
                  <a:close/>
                  <a:moveTo>
                    <a:pt x="835" y="297"/>
                  </a:moveTo>
                  <a:lnTo>
                    <a:pt x="835" y="297"/>
                  </a:lnTo>
                  <a:lnTo>
                    <a:pt x="835" y="304"/>
                  </a:lnTo>
                  <a:lnTo>
                    <a:pt x="835" y="304"/>
                  </a:lnTo>
                  <a:lnTo>
                    <a:pt x="844" y="306"/>
                  </a:lnTo>
                  <a:lnTo>
                    <a:pt x="844" y="306"/>
                  </a:lnTo>
                  <a:lnTo>
                    <a:pt x="844" y="299"/>
                  </a:lnTo>
                  <a:lnTo>
                    <a:pt x="844" y="299"/>
                  </a:lnTo>
                  <a:lnTo>
                    <a:pt x="840" y="299"/>
                  </a:lnTo>
                  <a:lnTo>
                    <a:pt x="838" y="299"/>
                  </a:lnTo>
                  <a:lnTo>
                    <a:pt x="835" y="297"/>
                  </a:lnTo>
                  <a:lnTo>
                    <a:pt x="835" y="297"/>
                  </a:lnTo>
                  <a:close/>
                  <a:moveTo>
                    <a:pt x="804" y="288"/>
                  </a:moveTo>
                  <a:lnTo>
                    <a:pt x="804" y="288"/>
                  </a:lnTo>
                  <a:lnTo>
                    <a:pt x="806" y="288"/>
                  </a:lnTo>
                  <a:lnTo>
                    <a:pt x="807" y="288"/>
                  </a:lnTo>
                  <a:lnTo>
                    <a:pt x="806" y="291"/>
                  </a:lnTo>
                  <a:lnTo>
                    <a:pt x="800" y="297"/>
                  </a:lnTo>
                  <a:lnTo>
                    <a:pt x="800" y="297"/>
                  </a:lnTo>
                  <a:lnTo>
                    <a:pt x="800" y="290"/>
                  </a:lnTo>
                  <a:lnTo>
                    <a:pt x="800" y="288"/>
                  </a:lnTo>
                  <a:lnTo>
                    <a:pt x="804" y="288"/>
                  </a:lnTo>
                  <a:lnTo>
                    <a:pt x="804" y="288"/>
                  </a:lnTo>
                  <a:close/>
                  <a:moveTo>
                    <a:pt x="860" y="275"/>
                  </a:moveTo>
                  <a:lnTo>
                    <a:pt x="860" y="275"/>
                  </a:lnTo>
                  <a:lnTo>
                    <a:pt x="857" y="279"/>
                  </a:lnTo>
                  <a:lnTo>
                    <a:pt x="851" y="281"/>
                  </a:lnTo>
                  <a:lnTo>
                    <a:pt x="851" y="281"/>
                  </a:lnTo>
                  <a:lnTo>
                    <a:pt x="853" y="286"/>
                  </a:lnTo>
                  <a:lnTo>
                    <a:pt x="851" y="295"/>
                  </a:lnTo>
                  <a:lnTo>
                    <a:pt x="851" y="295"/>
                  </a:lnTo>
                  <a:lnTo>
                    <a:pt x="867" y="291"/>
                  </a:lnTo>
                  <a:lnTo>
                    <a:pt x="867" y="291"/>
                  </a:lnTo>
                  <a:lnTo>
                    <a:pt x="875" y="288"/>
                  </a:lnTo>
                  <a:lnTo>
                    <a:pt x="873" y="286"/>
                  </a:lnTo>
                  <a:lnTo>
                    <a:pt x="867" y="288"/>
                  </a:lnTo>
                  <a:lnTo>
                    <a:pt x="867" y="288"/>
                  </a:lnTo>
                  <a:lnTo>
                    <a:pt x="860" y="275"/>
                  </a:lnTo>
                  <a:lnTo>
                    <a:pt x="860" y="275"/>
                  </a:lnTo>
                  <a:close/>
                  <a:moveTo>
                    <a:pt x="847" y="248"/>
                  </a:moveTo>
                  <a:lnTo>
                    <a:pt x="847" y="248"/>
                  </a:lnTo>
                  <a:lnTo>
                    <a:pt x="851" y="259"/>
                  </a:lnTo>
                  <a:lnTo>
                    <a:pt x="853" y="262"/>
                  </a:lnTo>
                  <a:lnTo>
                    <a:pt x="855" y="264"/>
                  </a:lnTo>
                  <a:lnTo>
                    <a:pt x="855" y="262"/>
                  </a:lnTo>
                  <a:lnTo>
                    <a:pt x="855" y="257"/>
                  </a:lnTo>
                  <a:lnTo>
                    <a:pt x="855" y="257"/>
                  </a:lnTo>
                  <a:lnTo>
                    <a:pt x="851" y="253"/>
                  </a:lnTo>
                  <a:lnTo>
                    <a:pt x="847" y="248"/>
                  </a:lnTo>
                  <a:lnTo>
                    <a:pt x="847" y="248"/>
                  </a:lnTo>
                  <a:close/>
                  <a:moveTo>
                    <a:pt x="0" y="217"/>
                  </a:moveTo>
                  <a:lnTo>
                    <a:pt x="6" y="220"/>
                  </a:lnTo>
                  <a:lnTo>
                    <a:pt x="6" y="220"/>
                  </a:lnTo>
                  <a:lnTo>
                    <a:pt x="7" y="219"/>
                  </a:lnTo>
                  <a:lnTo>
                    <a:pt x="6" y="217"/>
                  </a:lnTo>
                  <a:lnTo>
                    <a:pt x="0" y="217"/>
                  </a:lnTo>
                  <a:lnTo>
                    <a:pt x="0" y="217"/>
                  </a:lnTo>
                  <a:close/>
                  <a:moveTo>
                    <a:pt x="840" y="126"/>
                  </a:moveTo>
                  <a:lnTo>
                    <a:pt x="840" y="131"/>
                  </a:lnTo>
                  <a:lnTo>
                    <a:pt x="840" y="131"/>
                  </a:lnTo>
                  <a:lnTo>
                    <a:pt x="844" y="131"/>
                  </a:lnTo>
                  <a:lnTo>
                    <a:pt x="844" y="129"/>
                  </a:lnTo>
                  <a:lnTo>
                    <a:pt x="842" y="128"/>
                  </a:lnTo>
                  <a:lnTo>
                    <a:pt x="840" y="126"/>
                  </a:lnTo>
                  <a:lnTo>
                    <a:pt x="840" y="126"/>
                  </a:lnTo>
                  <a:close/>
                  <a:moveTo>
                    <a:pt x="837" y="64"/>
                  </a:moveTo>
                  <a:lnTo>
                    <a:pt x="840" y="75"/>
                  </a:lnTo>
                  <a:lnTo>
                    <a:pt x="840" y="75"/>
                  </a:lnTo>
                  <a:lnTo>
                    <a:pt x="840" y="67"/>
                  </a:lnTo>
                  <a:lnTo>
                    <a:pt x="840" y="66"/>
                  </a:lnTo>
                  <a:lnTo>
                    <a:pt x="837" y="64"/>
                  </a:lnTo>
                  <a:lnTo>
                    <a:pt x="837" y="64"/>
                  </a:lnTo>
                  <a:close/>
                  <a:moveTo>
                    <a:pt x="299" y="56"/>
                  </a:moveTo>
                  <a:lnTo>
                    <a:pt x="299" y="56"/>
                  </a:lnTo>
                  <a:lnTo>
                    <a:pt x="308" y="67"/>
                  </a:lnTo>
                  <a:lnTo>
                    <a:pt x="315" y="73"/>
                  </a:lnTo>
                  <a:lnTo>
                    <a:pt x="326" y="75"/>
                  </a:lnTo>
                  <a:lnTo>
                    <a:pt x="341" y="78"/>
                  </a:lnTo>
                  <a:lnTo>
                    <a:pt x="341" y="78"/>
                  </a:lnTo>
                  <a:lnTo>
                    <a:pt x="335" y="71"/>
                  </a:lnTo>
                  <a:lnTo>
                    <a:pt x="335" y="71"/>
                  </a:lnTo>
                  <a:lnTo>
                    <a:pt x="299" y="56"/>
                  </a:lnTo>
                  <a:lnTo>
                    <a:pt x="299" y="56"/>
                  </a:lnTo>
                  <a:close/>
                  <a:moveTo>
                    <a:pt x="472" y="40"/>
                  </a:moveTo>
                  <a:lnTo>
                    <a:pt x="472" y="40"/>
                  </a:lnTo>
                  <a:lnTo>
                    <a:pt x="478" y="44"/>
                  </a:lnTo>
                  <a:lnTo>
                    <a:pt x="483" y="47"/>
                  </a:lnTo>
                  <a:lnTo>
                    <a:pt x="483" y="47"/>
                  </a:lnTo>
                  <a:lnTo>
                    <a:pt x="481" y="49"/>
                  </a:lnTo>
                  <a:lnTo>
                    <a:pt x="481" y="53"/>
                  </a:lnTo>
                  <a:lnTo>
                    <a:pt x="481" y="55"/>
                  </a:lnTo>
                  <a:lnTo>
                    <a:pt x="481" y="49"/>
                  </a:lnTo>
                  <a:lnTo>
                    <a:pt x="481" y="49"/>
                  </a:lnTo>
                  <a:lnTo>
                    <a:pt x="478" y="47"/>
                  </a:lnTo>
                  <a:lnTo>
                    <a:pt x="476" y="46"/>
                  </a:lnTo>
                  <a:lnTo>
                    <a:pt x="476" y="46"/>
                  </a:lnTo>
                  <a:lnTo>
                    <a:pt x="468" y="44"/>
                  </a:lnTo>
                  <a:lnTo>
                    <a:pt x="463" y="44"/>
                  </a:lnTo>
                  <a:lnTo>
                    <a:pt x="461" y="44"/>
                  </a:lnTo>
                  <a:lnTo>
                    <a:pt x="463" y="44"/>
                  </a:lnTo>
                  <a:lnTo>
                    <a:pt x="472" y="40"/>
                  </a:lnTo>
                  <a:lnTo>
                    <a:pt x="472" y="40"/>
                  </a:lnTo>
                  <a:close/>
                  <a:moveTo>
                    <a:pt x="585" y="33"/>
                  </a:moveTo>
                  <a:lnTo>
                    <a:pt x="585" y="33"/>
                  </a:lnTo>
                  <a:lnTo>
                    <a:pt x="589" y="33"/>
                  </a:lnTo>
                  <a:lnTo>
                    <a:pt x="592" y="35"/>
                  </a:lnTo>
                  <a:lnTo>
                    <a:pt x="594" y="35"/>
                  </a:lnTo>
                  <a:lnTo>
                    <a:pt x="592" y="35"/>
                  </a:lnTo>
                  <a:lnTo>
                    <a:pt x="592" y="35"/>
                  </a:lnTo>
                  <a:lnTo>
                    <a:pt x="585" y="35"/>
                  </a:lnTo>
                  <a:lnTo>
                    <a:pt x="585" y="40"/>
                  </a:lnTo>
                  <a:lnTo>
                    <a:pt x="585" y="40"/>
                  </a:lnTo>
                  <a:lnTo>
                    <a:pt x="583" y="38"/>
                  </a:lnTo>
                  <a:lnTo>
                    <a:pt x="583" y="36"/>
                  </a:lnTo>
                  <a:lnTo>
                    <a:pt x="583" y="35"/>
                  </a:lnTo>
                  <a:lnTo>
                    <a:pt x="585" y="33"/>
                  </a:lnTo>
                  <a:lnTo>
                    <a:pt x="585" y="33"/>
                  </a:lnTo>
                  <a:close/>
                  <a:moveTo>
                    <a:pt x="669" y="26"/>
                  </a:moveTo>
                  <a:lnTo>
                    <a:pt x="669" y="26"/>
                  </a:lnTo>
                  <a:lnTo>
                    <a:pt x="682" y="26"/>
                  </a:lnTo>
                  <a:lnTo>
                    <a:pt x="696" y="26"/>
                  </a:lnTo>
                  <a:lnTo>
                    <a:pt x="720" y="27"/>
                  </a:lnTo>
                  <a:lnTo>
                    <a:pt x="720" y="27"/>
                  </a:lnTo>
                  <a:lnTo>
                    <a:pt x="683" y="29"/>
                  </a:lnTo>
                  <a:lnTo>
                    <a:pt x="647" y="33"/>
                  </a:lnTo>
                  <a:lnTo>
                    <a:pt x="647" y="33"/>
                  </a:lnTo>
                  <a:lnTo>
                    <a:pt x="656" y="29"/>
                  </a:lnTo>
                  <a:lnTo>
                    <a:pt x="669" y="26"/>
                  </a:lnTo>
                  <a:lnTo>
                    <a:pt x="669" y="26"/>
                  </a:lnTo>
                  <a:close/>
                  <a:moveTo>
                    <a:pt x="614" y="20"/>
                  </a:moveTo>
                  <a:lnTo>
                    <a:pt x="614" y="20"/>
                  </a:lnTo>
                  <a:lnTo>
                    <a:pt x="616" y="22"/>
                  </a:lnTo>
                  <a:lnTo>
                    <a:pt x="618" y="26"/>
                  </a:lnTo>
                  <a:lnTo>
                    <a:pt x="620" y="31"/>
                  </a:lnTo>
                  <a:lnTo>
                    <a:pt x="620" y="31"/>
                  </a:lnTo>
                  <a:lnTo>
                    <a:pt x="629" y="29"/>
                  </a:lnTo>
                  <a:lnTo>
                    <a:pt x="640" y="27"/>
                  </a:lnTo>
                  <a:lnTo>
                    <a:pt x="640" y="27"/>
                  </a:lnTo>
                  <a:lnTo>
                    <a:pt x="643" y="29"/>
                  </a:lnTo>
                  <a:lnTo>
                    <a:pt x="643" y="29"/>
                  </a:lnTo>
                  <a:lnTo>
                    <a:pt x="636" y="33"/>
                  </a:lnTo>
                  <a:lnTo>
                    <a:pt x="618" y="35"/>
                  </a:lnTo>
                  <a:lnTo>
                    <a:pt x="618" y="35"/>
                  </a:lnTo>
                  <a:lnTo>
                    <a:pt x="614" y="35"/>
                  </a:lnTo>
                  <a:lnTo>
                    <a:pt x="612" y="33"/>
                  </a:lnTo>
                  <a:lnTo>
                    <a:pt x="611" y="27"/>
                  </a:lnTo>
                  <a:lnTo>
                    <a:pt x="612" y="22"/>
                  </a:lnTo>
                  <a:lnTo>
                    <a:pt x="614" y="20"/>
                  </a:lnTo>
                  <a:lnTo>
                    <a:pt x="614" y="2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94" name="Freeform 277">
              <a:extLst>
                <a:ext uri="{FF2B5EF4-FFF2-40B4-BE49-F238E27FC236}">
                  <a16:creationId xmlns:a16="http://schemas.microsoft.com/office/drawing/2014/main" id="{C1B4668C-BD85-4324-B147-7DA12498A9B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27315" y="2786860"/>
              <a:ext cx="179444" cy="225417"/>
            </a:xfrm>
            <a:custGeom>
              <a:avLst/>
              <a:gdLst>
                <a:gd name="T0" fmla="*/ 15 w 121"/>
                <a:gd name="T1" fmla="*/ 64 h 152"/>
                <a:gd name="T2" fmla="*/ 22 w 121"/>
                <a:gd name="T3" fmla="*/ 64 h 152"/>
                <a:gd name="T4" fmla="*/ 20 w 121"/>
                <a:gd name="T5" fmla="*/ 66 h 152"/>
                <a:gd name="T6" fmla="*/ 20 w 121"/>
                <a:gd name="T7" fmla="*/ 80 h 152"/>
                <a:gd name="T8" fmla="*/ 24 w 121"/>
                <a:gd name="T9" fmla="*/ 75 h 152"/>
                <a:gd name="T10" fmla="*/ 50 w 121"/>
                <a:gd name="T11" fmla="*/ 86 h 152"/>
                <a:gd name="T12" fmla="*/ 24 w 121"/>
                <a:gd name="T13" fmla="*/ 82 h 152"/>
                <a:gd name="T14" fmla="*/ 30 w 121"/>
                <a:gd name="T15" fmla="*/ 106 h 152"/>
                <a:gd name="T16" fmla="*/ 46 w 121"/>
                <a:gd name="T17" fmla="*/ 99 h 152"/>
                <a:gd name="T18" fmla="*/ 59 w 121"/>
                <a:gd name="T19" fmla="*/ 99 h 152"/>
                <a:gd name="T20" fmla="*/ 51 w 121"/>
                <a:gd name="T21" fmla="*/ 90 h 152"/>
                <a:gd name="T22" fmla="*/ 62 w 121"/>
                <a:gd name="T23" fmla="*/ 88 h 152"/>
                <a:gd name="T24" fmla="*/ 70 w 121"/>
                <a:gd name="T25" fmla="*/ 80 h 152"/>
                <a:gd name="T26" fmla="*/ 70 w 121"/>
                <a:gd name="T27" fmla="*/ 79 h 152"/>
                <a:gd name="T28" fmla="*/ 79 w 121"/>
                <a:gd name="T29" fmla="*/ 86 h 152"/>
                <a:gd name="T30" fmla="*/ 77 w 121"/>
                <a:gd name="T31" fmla="*/ 73 h 152"/>
                <a:gd name="T32" fmla="*/ 66 w 121"/>
                <a:gd name="T33" fmla="*/ 71 h 152"/>
                <a:gd name="T34" fmla="*/ 59 w 121"/>
                <a:gd name="T35" fmla="*/ 60 h 152"/>
                <a:gd name="T36" fmla="*/ 51 w 121"/>
                <a:gd name="T37" fmla="*/ 64 h 152"/>
                <a:gd name="T38" fmla="*/ 50 w 121"/>
                <a:gd name="T39" fmla="*/ 59 h 152"/>
                <a:gd name="T40" fmla="*/ 55 w 121"/>
                <a:gd name="T41" fmla="*/ 53 h 152"/>
                <a:gd name="T42" fmla="*/ 46 w 121"/>
                <a:gd name="T43" fmla="*/ 39 h 152"/>
                <a:gd name="T44" fmla="*/ 53 w 121"/>
                <a:gd name="T45" fmla="*/ 24 h 152"/>
                <a:gd name="T46" fmla="*/ 55 w 121"/>
                <a:gd name="T47" fmla="*/ 31 h 152"/>
                <a:gd name="T48" fmla="*/ 59 w 121"/>
                <a:gd name="T49" fmla="*/ 31 h 152"/>
                <a:gd name="T50" fmla="*/ 71 w 121"/>
                <a:gd name="T51" fmla="*/ 26 h 152"/>
                <a:gd name="T52" fmla="*/ 101 w 121"/>
                <a:gd name="T53" fmla="*/ 17 h 152"/>
                <a:gd name="T54" fmla="*/ 106 w 121"/>
                <a:gd name="T55" fmla="*/ 20 h 152"/>
                <a:gd name="T56" fmla="*/ 110 w 121"/>
                <a:gd name="T57" fmla="*/ 11 h 152"/>
                <a:gd name="T58" fmla="*/ 119 w 121"/>
                <a:gd name="T59" fmla="*/ 11 h 152"/>
                <a:gd name="T60" fmla="*/ 113 w 121"/>
                <a:gd name="T61" fmla="*/ 0 h 152"/>
                <a:gd name="T62" fmla="*/ 108 w 121"/>
                <a:gd name="T63" fmla="*/ 4 h 152"/>
                <a:gd name="T64" fmla="*/ 102 w 121"/>
                <a:gd name="T65" fmla="*/ 8 h 152"/>
                <a:gd name="T66" fmla="*/ 93 w 121"/>
                <a:gd name="T67" fmla="*/ 4 h 152"/>
                <a:gd name="T68" fmla="*/ 84 w 121"/>
                <a:gd name="T69" fmla="*/ 0 h 152"/>
                <a:gd name="T70" fmla="*/ 75 w 121"/>
                <a:gd name="T71" fmla="*/ 8 h 152"/>
                <a:gd name="T72" fmla="*/ 60 w 121"/>
                <a:gd name="T73" fmla="*/ 8 h 152"/>
                <a:gd name="T74" fmla="*/ 59 w 121"/>
                <a:gd name="T75" fmla="*/ 11 h 152"/>
                <a:gd name="T76" fmla="*/ 53 w 121"/>
                <a:gd name="T77" fmla="*/ 15 h 152"/>
                <a:gd name="T78" fmla="*/ 46 w 121"/>
                <a:gd name="T79" fmla="*/ 17 h 152"/>
                <a:gd name="T80" fmla="*/ 42 w 121"/>
                <a:gd name="T81" fmla="*/ 19 h 152"/>
                <a:gd name="T82" fmla="*/ 35 w 121"/>
                <a:gd name="T83" fmla="*/ 24 h 152"/>
                <a:gd name="T84" fmla="*/ 20 w 121"/>
                <a:gd name="T85" fmla="*/ 35 h 152"/>
                <a:gd name="T86" fmla="*/ 13 w 121"/>
                <a:gd name="T87" fmla="*/ 44 h 152"/>
                <a:gd name="T88" fmla="*/ 13 w 121"/>
                <a:gd name="T89" fmla="*/ 48 h 152"/>
                <a:gd name="T90" fmla="*/ 57 w 121"/>
                <a:gd name="T91" fmla="*/ 68 h 152"/>
                <a:gd name="T92" fmla="*/ 57 w 121"/>
                <a:gd name="T93" fmla="*/ 75 h 152"/>
                <a:gd name="T94" fmla="*/ 57 w 121"/>
                <a:gd name="T95" fmla="*/ 68 h 152"/>
                <a:gd name="T96" fmla="*/ 53 w 121"/>
                <a:gd name="T97" fmla="*/ 66 h 152"/>
                <a:gd name="T98" fmla="*/ 50 w 121"/>
                <a:gd name="T99" fmla="*/ 64 h 152"/>
                <a:gd name="T100" fmla="*/ 0 w 121"/>
                <a:gd name="T101" fmla="*/ 46 h 152"/>
                <a:gd name="T102" fmla="*/ 2 w 121"/>
                <a:gd name="T103" fmla="*/ 46 h 152"/>
                <a:gd name="T104" fmla="*/ 59 w 121"/>
                <a:gd name="T105" fmla="*/ 144 h 152"/>
                <a:gd name="T106" fmla="*/ 101 w 121"/>
                <a:gd name="T107" fmla="*/ 152 h 152"/>
                <a:gd name="T108" fmla="*/ 81 w 121"/>
                <a:gd name="T109" fmla="*/ 141 h 152"/>
                <a:gd name="T110" fmla="*/ 8 w 121"/>
                <a:gd name="T111" fmla="*/ 80 h 152"/>
                <a:gd name="T112" fmla="*/ 11 w 121"/>
                <a:gd name="T113" fmla="*/ 80 h 152"/>
                <a:gd name="T114" fmla="*/ 101 w 121"/>
                <a:gd name="T115" fmla="*/ 80 h 152"/>
                <a:gd name="T116" fmla="*/ 99 w 121"/>
                <a:gd name="T117" fmla="*/ 75 h 152"/>
                <a:gd name="T118" fmla="*/ 102 w 121"/>
                <a:gd name="T119" fmla="*/ 64 h 152"/>
                <a:gd name="T120" fmla="*/ 106 w 121"/>
                <a:gd name="T121" fmla="*/ 57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21" h="152">
                  <a:moveTo>
                    <a:pt x="4" y="48"/>
                  </a:moveTo>
                  <a:lnTo>
                    <a:pt x="4" y="48"/>
                  </a:lnTo>
                  <a:lnTo>
                    <a:pt x="15" y="60"/>
                  </a:lnTo>
                  <a:lnTo>
                    <a:pt x="15" y="64"/>
                  </a:lnTo>
                  <a:lnTo>
                    <a:pt x="15" y="64"/>
                  </a:lnTo>
                  <a:lnTo>
                    <a:pt x="19" y="64"/>
                  </a:lnTo>
                  <a:lnTo>
                    <a:pt x="22" y="64"/>
                  </a:lnTo>
                  <a:lnTo>
                    <a:pt x="22" y="64"/>
                  </a:lnTo>
                  <a:lnTo>
                    <a:pt x="22" y="64"/>
                  </a:lnTo>
                  <a:lnTo>
                    <a:pt x="22" y="66"/>
                  </a:lnTo>
                  <a:lnTo>
                    <a:pt x="22" y="68"/>
                  </a:lnTo>
                  <a:lnTo>
                    <a:pt x="20" y="66"/>
                  </a:lnTo>
                  <a:lnTo>
                    <a:pt x="20" y="66"/>
                  </a:lnTo>
                  <a:lnTo>
                    <a:pt x="20" y="73"/>
                  </a:lnTo>
                  <a:lnTo>
                    <a:pt x="20" y="80"/>
                  </a:lnTo>
                  <a:lnTo>
                    <a:pt x="20" y="80"/>
                  </a:lnTo>
                  <a:lnTo>
                    <a:pt x="22" y="80"/>
                  </a:lnTo>
                  <a:lnTo>
                    <a:pt x="22" y="79"/>
                  </a:lnTo>
                  <a:lnTo>
                    <a:pt x="24" y="75"/>
                  </a:lnTo>
                  <a:lnTo>
                    <a:pt x="24" y="75"/>
                  </a:lnTo>
                  <a:lnTo>
                    <a:pt x="30" y="75"/>
                  </a:lnTo>
                  <a:lnTo>
                    <a:pt x="33" y="75"/>
                  </a:lnTo>
                  <a:lnTo>
                    <a:pt x="39" y="79"/>
                  </a:lnTo>
                  <a:lnTo>
                    <a:pt x="50" y="86"/>
                  </a:lnTo>
                  <a:lnTo>
                    <a:pt x="50" y="86"/>
                  </a:lnTo>
                  <a:lnTo>
                    <a:pt x="42" y="84"/>
                  </a:lnTo>
                  <a:lnTo>
                    <a:pt x="37" y="82"/>
                  </a:lnTo>
                  <a:lnTo>
                    <a:pt x="24" y="82"/>
                  </a:lnTo>
                  <a:lnTo>
                    <a:pt x="24" y="82"/>
                  </a:lnTo>
                  <a:lnTo>
                    <a:pt x="28" y="95"/>
                  </a:lnTo>
                  <a:lnTo>
                    <a:pt x="30" y="106"/>
                  </a:lnTo>
                  <a:lnTo>
                    <a:pt x="30" y="106"/>
                  </a:lnTo>
                  <a:lnTo>
                    <a:pt x="50" y="106"/>
                  </a:lnTo>
                  <a:lnTo>
                    <a:pt x="50" y="106"/>
                  </a:lnTo>
                  <a:lnTo>
                    <a:pt x="48" y="102"/>
                  </a:lnTo>
                  <a:lnTo>
                    <a:pt x="46" y="99"/>
                  </a:lnTo>
                  <a:lnTo>
                    <a:pt x="46" y="99"/>
                  </a:lnTo>
                  <a:lnTo>
                    <a:pt x="46" y="99"/>
                  </a:lnTo>
                  <a:lnTo>
                    <a:pt x="53" y="99"/>
                  </a:lnTo>
                  <a:lnTo>
                    <a:pt x="59" y="99"/>
                  </a:lnTo>
                  <a:lnTo>
                    <a:pt x="57" y="90"/>
                  </a:lnTo>
                  <a:lnTo>
                    <a:pt x="57" y="90"/>
                  </a:lnTo>
                  <a:lnTo>
                    <a:pt x="53" y="90"/>
                  </a:lnTo>
                  <a:lnTo>
                    <a:pt x="51" y="90"/>
                  </a:lnTo>
                  <a:lnTo>
                    <a:pt x="55" y="88"/>
                  </a:lnTo>
                  <a:lnTo>
                    <a:pt x="55" y="88"/>
                  </a:lnTo>
                  <a:lnTo>
                    <a:pt x="59" y="86"/>
                  </a:lnTo>
                  <a:lnTo>
                    <a:pt x="62" y="88"/>
                  </a:lnTo>
                  <a:lnTo>
                    <a:pt x="64" y="90"/>
                  </a:lnTo>
                  <a:lnTo>
                    <a:pt x="70" y="90"/>
                  </a:lnTo>
                  <a:lnTo>
                    <a:pt x="70" y="90"/>
                  </a:lnTo>
                  <a:lnTo>
                    <a:pt x="70" y="80"/>
                  </a:lnTo>
                  <a:lnTo>
                    <a:pt x="70" y="80"/>
                  </a:lnTo>
                  <a:lnTo>
                    <a:pt x="64" y="79"/>
                  </a:lnTo>
                  <a:lnTo>
                    <a:pt x="64" y="79"/>
                  </a:lnTo>
                  <a:lnTo>
                    <a:pt x="70" y="79"/>
                  </a:lnTo>
                  <a:lnTo>
                    <a:pt x="73" y="79"/>
                  </a:lnTo>
                  <a:lnTo>
                    <a:pt x="73" y="79"/>
                  </a:lnTo>
                  <a:lnTo>
                    <a:pt x="77" y="84"/>
                  </a:lnTo>
                  <a:lnTo>
                    <a:pt x="79" y="86"/>
                  </a:lnTo>
                  <a:lnTo>
                    <a:pt x="79" y="82"/>
                  </a:lnTo>
                  <a:lnTo>
                    <a:pt x="79" y="82"/>
                  </a:lnTo>
                  <a:lnTo>
                    <a:pt x="79" y="79"/>
                  </a:lnTo>
                  <a:lnTo>
                    <a:pt x="77" y="73"/>
                  </a:lnTo>
                  <a:lnTo>
                    <a:pt x="77" y="73"/>
                  </a:lnTo>
                  <a:lnTo>
                    <a:pt x="71" y="71"/>
                  </a:lnTo>
                  <a:lnTo>
                    <a:pt x="66" y="71"/>
                  </a:lnTo>
                  <a:lnTo>
                    <a:pt x="66" y="71"/>
                  </a:lnTo>
                  <a:lnTo>
                    <a:pt x="62" y="66"/>
                  </a:lnTo>
                  <a:lnTo>
                    <a:pt x="60" y="62"/>
                  </a:lnTo>
                  <a:lnTo>
                    <a:pt x="59" y="60"/>
                  </a:lnTo>
                  <a:lnTo>
                    <a:pt x="59" y="60"/>
                  </a:lnTo>
                  <a:lnTo>
                    <a:pt x="55" y="60"/>
                  </a:lnTo>
                  <a:lnTo>
                    <a:pt x="55" y="62"/>
                  </a:lnTo>
                  <a:lnTo>
                    <a:pt x="53" y="64"/>
                  </a:lnTo>
                  <a:lnTo>
                    <a:pt x="51" y="64"/>
                  </a:lnTo>
                  <a:lnTo>
                    <a:pt x="51" y="64"/>
                  </a:lnTo>
                  <a:lnTo>
                    <a:pt x="51" y="62"/>
                  </a:lnTo>
                  <a:lnTo>
                    <a:pt x="51" y="60"/>
                  </a:lnTo>
                  <a:lnTo>
                    <a:pt x="50" y="59"/>
                  </a:lnTo>
                  <a:lnTo>
                    <a:pt x="50" y="53"/>
                  </a:lnTo>
                  <a:lnTo>
                    <a:pt x="50" y="53"/>
                  </a:lnTo>
                  <a:lnTo>
                    <a:pt x="53" y="55"/>
                  </a:lnTo>
                  <a:lnTo>
                    <a:pt x="55" y="53"/>
                  </a:lnTo>
                  <a:lnTo>
                    <a:pt x="55" y="53"/>
                  </a:lnTo>
                  <a:lnTo>
                    <a:pt x="55" y="50"/>
                  </a:lnTo>
                  <a:lnTo>
                    <a:pt x="46" y="39"/>
                  </a:lnTo>
                  <a:lnTo>
                    <a:pt x="46" y="39"/>
                  </a:lnTo>
                  <a:lnTo>
                    <a:pt x="44" y="35"/>
                  </a:lnTo>
                  <a:lnTo>
                    <a:pt x="44" y="35"/>
                  </a:lnTo>
                  <a:lnTo>
                    <a:pt x="50" y="26"/>
                  </a:lnTo>
                  <a:lnTo>
                    <a:pt x="53" y="24"/>
                  </a:lnTo>
                  <a:lnTo>
                    <a:pt x="51" y="29"/>
                  </a:lnTo>
                  <a:lnTo>
                    <a:pt x="51" y="29"/>
                  </a:lnTo>
                  <a:lnTo>
                    <a:pt x="55" y="29"/>
                  </a:lnTo>
                  <a:lnTo>
                    <a:pt x="55" y="31"/>
                  </a:lnTo>
                  <a:lnTo>
                    <a:pt x="57" y="37"/>
                  </a:lnTo>
                  <a:lnTo>
                    <a:pt x="57" y="37"/>
                  </a:lnTo>
                  <a:lnTo>
                    <a:pt x="59" y="35"/>
                  </a:lnTo>
                  <a:lnTo>
                    <a:pt x="59" y="31"/>
                  </a:lnTo>
                  <a:lnTo>
                    <a:pt x="59" y="31"/>
                  </a:lnTo>
                  <a:lnTo>
                    <a:pt x="68" y="31"/>
                  </a:lnTo>
                  <a:lnTo>
                    <a:pt x="71" y="29"/>
                  </a:lnTo>
                  <a:lnTo>
                    <a:pt x="71" y="26"/>
                  </a:lnTo>
                  <a:lnTo>
                    <a:pt x="64" y="17"/>
                  </a:lnTo>
                  <a:lnTo>
                    <a:pt x="64" y="17"/>
                  </a:lnTo>
                  <a:lnTo>
                    <a:pt x="84" y="19"/>
                  </a:lnTo>
                  <a:lnTo>
                    <a:pt x="101" y="17"/>
                  </a:lnTo>
                  <a:lnTo>
                    <a:pt x="101" y="17"/>
                  </a:lnTo>
                  <a:lnTo>
                    <a:pt x="102" y="24"/>
                  </a:lnTo>
                  <a:lnTo>
                    <a:pt x="102" y="24"/>
                  </a:lnTo>
                  <a:lnTo>
                    <a:pt x="106" y="20"/>
                  </a:lnTo>
                  <a:lnTo>
                    <a:pt x="108" y="17"/>
                  </a:lnTo>
                  <a:lnTo>
                    <a:pt x="110" y="13"/>
                  </a:lnTo>
                  <a:lnTo>
                    <a:pt x="110" y="13"/>
                  </a:lnTo>
                  <a:lnTo>
                    <a:pt x="110" y="11"/>
                  </a:lnTo>
                  <a:lnTo>
                    <a:pt x="113" y="11"/>
                  </a:lnTo>
                  <a:lnTo>
                    <a:pt x="115" y="11"/>
                  </a:lnTo>
                  <a:lnTo>
                    <a:pt x="119" y="11"/>
                  </a:lnTo>
                  <a:lnTo>
                    <a:pt x="119" y="11"/>
                  </a:lnTo>
                  <a:lnTo>
                    <a:pt x="121" y="9"/>
                  </a:lnTo>
                  <a:lnTo>
                    <a:pt x="121" y="6"/>
                  </a:lnTo>
                  <a:lnTo>
                    <a:pt x="119" y="4"/>
                  </a:lnTo>
                  <a:lnTo>
                    <a:pt x="113" y="0"/>
                  </a:lnTo>
                  <a:lnTo>
                    <a:pt x="113" y="0"/>
                  </a:lnTo>
                  <a:lnTo>
                    <a:pt x="110" y="0"/>
                  </a:lnTo>
                  <a:lnTo>
                    <a:pt x="108" y="0"/>
                  </a:lnTo>
                  <a:lnTo>
                    <a:pt x="108" y="4"/>
                  </a:lnTo>
                  <a:lnTo>
                    <a:pt x="108" y="4"/>
                  </a:lnTo>
                  <a:lnTo>
                    <a:pt x="108" y="8"/>
                  </a:lnTo>
                  <a:lnTo>
                    <a:pt x="108" y="8"/>
                  </a:lnTo>
                  <a:lnTo>
                    <a:pt x="102" y="8"/>
                  </a:lnTo>
                  <a:lnTo>
                    <a:pt x="102" y="8"/>
                  </a:lnTo>
                  <a:lnTo>
                    <a:pt x="95" y="8"/>
                  </a:lnTo>
                  <a:lnTo>
                    <a:pt x="95" y="8"/>
                  </a:lnTo>
                  <a:lnTo>
                    <a:pt x="93" y="4"/>
                  </a:lnTo>
                  <a:lnTo>
                    <a:pt x="93" y="2"/>
                  </a:lnTo>
                  <a:lnTo>
                    <a:pt x="90" y="2"/>
                  </a:lnTo>
                  <a:lnTo>
                    <a:pt x="90" y="2"/>
                  </a:lnTo>
                  <a:lnTo>
                    <a:pt x="84" y="0"/>
                  </a:lnTo>
                  <a:lnTo>
                    <a:pt x="81" y="2"/>
                  </a:lnTo>
                  <a:lnTo>
                    <a:pt x="79" y="4"/>
                  </a:lnTo>
                  <a:lnTo>
                    <a:pt x="79" y="4"/>
                  </a:lnTo>
                  <a:lnTo>
                    <a:pt x="75" y="8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64" y="8"/>
                  </a:lnTo>
                  <a:lnTo>
                    <a:pt x="60" y="8"/>
                  </a:lnTo>
                  <a:lnTo>
                    <a:pt x="60" y="8"/>
                  </a:lnTo>
                  <a:lnTo>
                    <a:pt x="59" y="8"/>
                  </a:lnTo>
                  <a:lnTo>
                    <a:pt x="57" y="9"/>
                  </a:lnTo>
                  <a:lnTo>
                    <a:pt x="59" y="11"/>
                  </a:lnTo>
                  <a:lnTo>
                    <a:pt x="59" y="11"/>
                  </a:lnTo>
                  <a:lnTo>
                    <a:pt x="57" y="13"/>
                  </a:lnTo>
                  <a:lnTo>
                    <a:pt x="57" y="15"/>
                  </a:lnTo>
                  <a:lnTo>
                    <a:pt x="53" y="15"/>
                  </a:lnTo>
                  <a:lnTo>
                    <a:pt x="53" y="15"/>
                  </a:lnTo>
                  <a:lnTo>
                    <a:pt x="50" y="15"/>
                  </a:lnTo>
                  <a:lnTo>
                    <a:pt x="48" y="15"/>
                  </a:lnTo>
                  <a:lnTo>
                    <a:pt x="46" y="17"/>
                  </a:lnTo>
                  <a:lnTo>
                    <a:pt x="46" y="17"/>
                  </a:lnTo>
                  <a:lnTo>
                    <a:pt x="44" y="19"/>
                  </a:lnTo>
                  <a:lnTo>
                    <a:pt x="44" y="19"/>
                  </a:lnTo>
                  <a:lnTo>
                    <a:pt x="42" y="19"/>
                  </a:lnTo>
                  <a:lnTo>
                    <a:pt x="40" y="20"/>
                  </a:lnTo>
                  <a:lnTo>
                    <a:pt x="40" y="20"/>
                  </a:lnTo>
                  <a:lnTo>
                    <a:pt x="39" y="24"/>
                  </a:lnTo>
                  <a:lnTo>
                    <a:pt x="35" y="24"/>
                  </a:lnTo>
                  <a:lnTo>
                    <a:pt x="35" y="24"/>
                  </a:lnTo>
                  <a:lnTo>
                    <a:pt x="26" y="26"/>
                  </a:lnTo>
                  <a:lnTo>
                    <a:pt x="19" y="28"/>
                  </a:lnTo>
                  <a:lnTo>
                    <a:pt x="20" y="35"/>
                  </a:lnTo>
                  <a:lnTo>
                    <a:pt x="17" y="42"/>
                  </a:lnTo>
                  <a:lnTo>
                    <a:pt x="17" y="42"/>
                  </a:lnTo>
                  <a:lnTo>
                    <a:pt x="15" y="42"/>
                  </a:lnTo>
                  <a:lnTo>
                    <a:pt x="13" y="44"/>
                  </a:lnTo>
                  <a:lnTo>
                    <a:pt x="11" y="44"/>
                  </a:lnTo>
                  <a:lnTo>
                    <a:pt x="11" y="44"/>
                  </a:lnTo>
                  <a:lnTo>
                    <a:pt x="13" y="46"/>
                  </a:lnTo>
                  <a:lnTo>
                    <a:pt x="13" y="48"/>
                  </a:lnTo>
                  <a:lnTo>
                    <a:pt x="11" y="48"/>
                  </a:lnTo>
                  <a:lnTo>
                    <a:pt x="4" y="48"/>
                  </a:lnTo>
                  <a:close/>
                  <a:moveTo>
                    <a:pt x="57" y="68"/>
                  </a:moveTo>
                  <a:lnTo>
                    <a:pt x="57" y="68"/>
                  </a:lnTo>
                  <a:lnTo>
                    <a:pt x="60" y="73"/>
                  </a:lnTo>
                  <a:lnTo>
                    <a:pt x="60" y="77"/>
                  </a:lnTo>
                  <a:lnTo>
                    <a:pt x="57" y="75"/>
                  </a:lnTo>
                  <a:lnTo>
                    <a:pt x="57" y="75"/>
                  </a:lnTo>
                  <a:lnTo>
                    <a:pt x="55" y="71"/>
                  </a:lnTo>
                  <a:lnTo>
                    <a:pt x="55" y="68"/>
                  </a:lnTo>
                  <a:lnTo>
                    <a:pt x="57" y="68"/>
                  </a:lnTo>
                  <a:lnTo>
                    <a:pt x="57" y="68"/>
                  </a:lnTo>
                  <a:close/>
                  <a:moveTo>
                    <a:pt x="51" y="64"/>
                  </a:moveTo>
                  <a:lnTo>
                    <a:pt x="51" y="64"/>
                  </a:lnTo>
                  <a:lnTo>
                    <a:pt x="53" y="64"/>
                  </a:lnTo>
                  <a:lnTo>
                    <a:pt x="53" y="66"/>
                  </a:lnTo>
                  <a:lnTo>
                    <a:pt x="53" y="68"/>
                  </a:lnTo>
                  <a:lnTo>
                    <a:pt x="50" y="68"/>
                  </a:lnTo>
                  <a:lnTo>
                    <a:pt x="50" y="68"/>
                  </a:lnTo>
                  <a:lnTo>
                    <a:pt x="50" y="64"/>
                  </a:lnTo>
                  <a:lnTo>
                    <a:pt x="50" y="64"/>
                  </a:lnTo>
                  <a:lnTo>
                    <a:pt x="51" y="64"/>
                  </a:lnTo>
                  <a:lnTo>
                    <a:pt x="51" y="64"/>
                  </a:lnTo>
                  <a:close/>
                  <a:moveTo>
                    <a:pt x="0" y="46"/>
                  </a:moveTo>
                  <a:lnTo>
                    <a:pt x="2" y="51"/>
                  </a:lnTo>
                  <a:lnTo>
                    <a:pt x="2" y="51"/>
                  </a:lnTo>
                  <a:lnTo>
                    <a:pt x="2" y="48"/>
                  </a:lnTo>
                  <a:lnTo>
                    <a:pt x="2" y="46"/>
                  </a:lnTo>
                  <a:lnTo>
                    <a:pt x="0" y="46"/>
                  </a:lnTo>
                  <a:lnTo>
                    <a:pt x="0" y="46"/>
                  </a:lnTo>
                  <a:close/>
                  <a:moveTo>
                    <a:pt x="62" y="137"/>
                  </a:moveTo>
                  <a:lnTo>
                    <a:pt x="59" y="144"/>
                  </a:lnTo>
                  <a:lnTo>
                    <a:pt x="59" y="144"/>
                  </a:lnTo>
                  <a:lnTo>
                    <a:pt x="79" y="148"/>
                  </a:lnTo>
                  <a:lnTo>
                    <a:pt x="101" y="152"/>
                  </a:lnTo>
                  <a:lnTo>
                    <a:pt x="101" y="152"/>
                  </a:lnTo>
                  <a:lnTo>
                    <a:pt x="99" y="146"/>
                  </a:lnTo>
                  <a:lnTo>
                    <a:pt x="99" y="142"/>
                  </a:lnTo>
                  <a:lnTo>
                    <a:pt x="99" y="142"/>
                  </a:lnTo>
                  <a:lnTo>
                    <a:pt x="81" y="141"/>
                  </a:lnTo>
                  <a:lnTo>
                    <a:pt x="62" y="137"/>
                  </a:lnTo>
                  <a:lnTo>
                    <a:pt x="62" y="137"/>
                  </a:lnTo>
                  <a:close/>
                  <a:moveTo>
                    <a:pt x="8" y="80"/>
                  </a:moveTo>
                  <a:lnTo>
                    <a:pt x="8" y="80"/>
                  </a:lnTo>
                  <a:lnTo>
                    <a:pt x="15" y="86"/>
                  </a:lnTo>
                  <a:lnTo>
                    <a:pt x="15" y="80"/>
                  </a:lnTo>
                  <a:lnTo>
                    <a:pt x="15" y="80"/>
                  </a:lnTo>
                  <a:lnTo>
                    <a:pt x="11" y="80"/>
                  </a:lnTo>
                  <a:lnTo>
                    <a:pt x="8" y="80"/>
                  </a:lnTo>
                  <a:lnTo>
                    <a:pt x="8" y="80"/>
                  </a:lnTo>
                  <a:close/>
                  <a:moveTo>
                    <a:pt x="99" y="75"/>
                  </a:moveTo>
                  <a:lnTo>
                    <a:pt x="101" y="80"/>
                  </a:lnTo>
                  <a:lnTo>
                    <a:pt x="101" y="80"/>
                  </a:lnTo>
                  <a:lnTo>
                    <a:pt x="101" y="77"/>
                  </a:lnTo>
                  <a:lnTo>
                    <a:pt x="101" y="77"/>
                  </a:lnTo>
                  <a:lnTo>
                    <a:pt x="99" y="75"/>
                  </a:lnTo>
                  <a:lnTo>
                    <a:pt x="99" y="75"/>
                  </a:lnTo>
                  <a:close/>
                  <a:moveTo>
                    <a:pt x="99" y="57"/>
                  </a:moveTo>
                  <a:lnTo>
                    <a:pt x="99" y="57"/>
                  </a:lnTo>
                  <a:lnTo>
                    <a:pt x="102" y="64"/>
                  </a:lnTo>
                  <a:lnTo>
                    <a:pt x="102" y="64"/>
                  </a:lnTo>
                  <a:lnTo>
                    <a:pt x="108" y="64"/>
                  </a:lnTo>
                  <a:lnTo>
                    <a:pt x="108" y="60"/>
                  </a:lnTo>
                  <a:lnTo>
                    <a:pt x="106" y="57"/>
                  </a:lnTo>
                  <a:lnTo>
                    <a:pt x="106" y="57"/>
                  </a:lnTo>
                  <a:lnTo>
                    <a:pt x="99" y="57"/>
                  </a:lnTo>
                  <a:lnTo>
                    <a:pt x="99" y="5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95" name="Freeform 278">
              <a:extLst>
                <a:ext uri="{FF2B5EF4-FFF2-40B4-BE49-F238E27FC236}">
                  <a16:creationId xmlns:a16="http://schemas.microsoft.com/office/drawing/2014/main" id="{ED2203F8-8240-4051-9934-7FD634FBF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5471188" y="3706323"/>
              <a:ext cx="114192" cy="213553"/>
            </a:xfrm>
            <a:custGeom>
              <a:avLst/>
              <a:gdLst>
                <a:gd name="T0" fmla="*/ 0 w 77"/>
                <a:gd name="T1" fmla="*/ 144 h 144"/>
                <a:gd name="T2" fmla="*/ 9 w 77"/>
                <a:gd name="T3" fmla="*/ 144 h 144"/>
                <a:gd name="T4" fmla="*/ 20 w 77"/>
                <a:gd name="T5" fmla="*/ 136 h 144"/>
                <a:gd name="T6" fmla="*/ 25 w 77"/>
                <a:gd name="T7" fmla="*/ 136 h 144"/>
                <a:gd name="T8" fmla="*/ 31 w 77"/>
                <a:gd name="T9" fmla="*/ 136 h 144"/>
                <a:gd name="T10" fmla="*/ 38 w 77"/>
                <a:gd name="T11" fmla="*/ 129 h 144"/>
                <a:gd name="T12" fmla="*/ 46 w 77"/>
                <a:gd name="T13" fmla="*/ 127 h 144"/>
                <a:gd name="T14" fmla="*/ 60 w 77"/>
                <a:gd name="T15" fmla="*/ 127 h 144"/>
                <a:gd name="T16" fmla="*/ 67 w 77"/>
                <a:gd name="T17" fmla="*/ 125 h 144"/>
                <a:gd name="T18" fmla="*/ 71 w 77"/>
                <a:gd name="T19" fmla="*/ 118 h 144"/>
                <a:gd name="T20" fmla="*/ 77 w 77"/>
                <a:gd name="T21" fmla="*/ 116 h 144"/>
                <a:gd name="T22" fmla="*/ 73 w 77"/>
                <a:gd name="T23" fmla="*/ 109 h 144"/>
                <a:gd name="T24" fmla="*/ 66 w 77"/>
                <a:gd name="T25" fmla="*/ 100 h 144"/>
                <a:gd name="T26" fmla="*/ 66 w 77"/>
                <a:gd name="T27" fmla="*/ 98 h 144"/>
                <a:gd name="T28" fmla="*/ 66 w 77"/>
                <a:gd name="T29" fmla="*/ 96 h 144"/>
                <a:gd name="T30" fmla="*/ 66 w 77"/>
                <a:gd name="T31" fmla="*/ 94 h 144"/>
                <a:gd name="T32" fmla="*/ 66 w 77"/>
                <a:gd name="T33" fmla="*/ 87 h 144"/>
                <a:gd name="T34" fmla="*/ 67 w 77"/>
                <a:gd name="T35" fmla="*/ 73 h 144"/>
                <a:gd name="T36" fmla="*/ 66 w 77"/>
                <a:gd name="T37" fmla="*/ 67 h 144"/>
                <a:gd name="T38" fmla="*/ 62 w 77"/>
                <a:gd name="T39" fmla="*/ 62 h 144"/>
                <a:gd name="T40" fmla="*/ 62 w 77"/>
                <a:gd name="T41" fmla="*/ 54 h 144"/>
                <a:gd name="T42" fmla="*/ 64 w 77"/>
                <a:gd name="T43" fmla="*/ 47 h 144"/>
                <a:gd name="T44" fmla="*/ 62 w 77"/>
                <a:gd name="T45" fmla="*/ 43 h 144"/>
                <a:gd name="T46" fmla="*/ 62 w 77"/>
                <a:gd name="T47" fmla="*/ 40 h 144"/>
                <a:gd name="T48" fmla="*/ 64 w 77"/>
                <a:gd name="T49" fmla="*/ 36 h 144"/>
                <a:gd name="T50" fmla="*/ 62 w 77"/>
                <a:gd name="T51" fmla="*/ 25 h 144"/>
                <a:gd name="T52" fmla="*/ 62 w 77"/>
                <a:gd name="T53" fmla="*/ 22 h 144"/>
                <a:gd name="T54" fmla="*/ 56 w 77"/>
                <a:gd name="T55" fmla="*/ 16 h 144"/>
                <a:gd name="T56" fmla="*/ 56 w 77"/>
                <a:gd name="T57" fmla="*/ 12 h 144"/>
                <a:gd name="T58" fmla="*/ 56 w 77"/>
                <a:gd name="T59" fmla="*/ 2 h 144"/>
                <a:gd name="T60" fmla="*/ 46 w 77"/>
                <a:gd name="T61" fmla="*/ 3 h 144"/>
                <a:gd name="T62" fmla="*/ 35 w 77"/>
                <a:gd name="T63" fmla="*/ 2 h 144"/>
                <a:gd name="T64" fmla="*/ 22 w 77"/>
                <a:gd name="T65" fmla="*/ 2 h 144"/>
                <a:gd name="T66" fmla="*/ 16 w 77"/>
                <a:gd name="T67" fmla="*/ 11 h 144"/>
                <a:gd name="T68" fmla="*/ 16 w 77"/>
                <a:gd name="T69" fmla="*/ 16 h 144"/>
                <a:gd name="T70" fmla="*/ 18 w 77"/>
                <a:gd name="T71" fmla="*/ 20 h 144"/>
                <a:gd name="T72" fmla="*/ 16 w 77"/>
                <a:gd name="T73" fmla="*/ 31 h 144"/>
                <a:gd name="T74" fmla="*/ 16 w 77"/>
                <a:gd name="T75" fmla="*/ 42 h 144"/>
                <a:gd name="T76" fmla="*/ 16 w 77"/>
                <a:gd name="T77" fmla="*/ 43 h 144"/>
                <a:gd name="T78" fmla="*/ 20 w 77"/>
                <a:gd name="T79" fmla="*/ 49 h 144"/>
                <a:gd name="T80" fmla="*/ 20 w 77"/>
                <a:gd name="T81" fmla="*/ 53 h 144"/>
                <a:gd name="T82" fmla="*/ 20 w 77"/>
                <a:gd name="T83" fmla="*/ 65 h 144"/>
                <a:gd name="T84" fmla="*/ 15 w 77"/>
                <a:gd name="T85" fmla="*/ 74 h 144"/>
                <a:gd name="T86" fmla="*/ 11 w 77"/>
                <a:gd name="T87" fmla="*/ 87 h 144"/>
                <a:gd name="T88" fmla="*/ 7 w 77"/>
                <a:gd name="T89" fmla="*/ 94 h 144"/>
                <a:gd name="T90" fmla="*/ 2 w 77"/>
                <a:gd name="T91" fmla="*/ 111 h 144"/>
                <a:gd name="T92" fmla="*/ 4 w 77"/>
                <a:gd name="T93" fmla="*/ 122 h 144"/>
                <a:gd name="T94" fmla="*/ 4 w 77"/>
                <a:gd name="T95" fmla="*/ 131 h 144"/>
                <a:gd name="T96" fmla="*/ 0 w 77"/>
                <a:gd name="T97" fmla="*/ 144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77" h="144">
                  <a:moveTo>
                    <a:pt x="0" y="144"/>
                  </a:moveTo>
                  <a:lnTo>
                    <a:pt x="0" y="144"/>
                  </a:lnTo>
                  <a:lnTo>
                    <a:pt x="9" y="144"/>
                  </a:lnTo>
                  <a:lnTo>
                    <a:pt x="9" y="144"/>
                  </a:lnTo>
                  <a:lnTo>
                    <a:pt x="15" y="140"/>
                  </a:lnTo>
                  <a:lnTo>
                    <a:pt x="20" y="136"/>
                  </a:lnTo>
                  <a:lnTo>
                    <a:pt x="20" y="136"/>
                  </a:lnTo>
                  <a:lnTo>
                    <a:pt x="25" y="136"/>
                  </a:lnTo>
                  <a:lnTo>
                    <a:pt x="31" y="136"/>
                  </a:lnTo>
                  <a:lnTo>
                    <a:pt x="31" y="136"/>
                  </a:lnTo>
                  <a:lnTo>
                    <a:pt x="35" y="133"/>
                  </a:lnTo>
                  <a:lnTo>
                    <a:pt x="38" y="129"/>
                  </a:lnTo>
                  <a:lnTo>
                    <a:pt x="38" y="129"/>
                  </a:lnTo>
                  <a:lnTo>
                    <a:pt x="46" y="127"/>
                  </a:lnTo>
                  <a:lnTo>
                    <a:pt x="53" y="127"/>
                  </a:lnTo>
                  <a:lnTo>
                    <a:pt x="60" y="127"/>
                  </a:lnTo>
                  <a:lnTo>
                    <a:pt x="67" y="125"/>
                  </a:lnTo>
                  <a:lnTo>
                    <a:pt x="67" y="125"/>
                  </a:lnTo>
                  <a:lnTo>
                    <a:pt x="69" y="120"/>
                  </a:lnTo>
                  <a:lnTo>
                    <a:pt x="71" y="118"/>
                  </a:lnTo>
                  <a:lnTo>
                    <a:pt x="75" y="116"/>
                  </a:lnTo>
                  <a:lnTo>
                    <a:pt x="77" y="116"/>
                  </a:lnTo>
                  <a:lnTo>
                    <a:pt x="77" y="116"/>
                  </a:lnTo>
                  <a:lnTo>
                    <a:pt x="73" y="109"/>
                  </a:lnTo>
                  <a:lnTo>
                    <a:pt x="66" y="100"/>
                  </a:lnTo>
                  <a:lnTo>
                    <a:pt x="66" y="100"/>
                  </a:lnTo>
                  <a:lnTo>
                    <a:pt x="66" y="98"/>
                  </a:lnTo>
                  <a:lnTo>
                    <a:pt x="66" y="98"/>
                  </a:lnTo>
                  <a:lnTo>
                    <a:pt x="67" y="96"/>
                  </a:lnTo>
                  <a:lnTo>
                    <a:pt x="66" y="96"/>
                  </a:lnTo>
                  <a:lnTo>
                    <a:pt x="66" y="96"/>
                  </a:lnTo>
                  <a:lnTo>
                    <a:pt x="66" y="94"/>
                  </a:lnTo>
                  <a:lnTo>
                    <a:pt x="66" y="93"/>
                  </a:lnTo>
                  <a:lnTo>
                    <a:pt x="66" y="87"/>
                  </a:lnTo>
                  <a:lnTo>
                    <a:pt x="66" y="87"/>
                  </a:lnTo>
                  <a:lnTo>
                    <a:pt x="67" y="73"/>
                  </a:lnTo>
                  <a:lnTo>
                    <a:pt x="67" y="73"/>
                  </a:lnTo>
                  <a:lnTo>
                    <a:pt x="66" y="67"/>
                  </a:lnTo>
                  <a:lnTo>
                    <a:pt x="62" y="62"/>
                  </a:lnTo>
                  <a:lnTo>
                    <a:pt x="62" y="62"/>
                  </a:lnTo>
                  <a:lnTo>
                    <a:pt x="60" y="58"/>
                  </a:lnTo>
                  <a:lnTo>
                    <a:pt x="62" y="54"/>
                  </a:lnTo>
                  <a:lnTo>
                    <a:pt x="64" y="47"/>
                  </a:lnTo>
                  <a:lnTo>
                    <a:pt x="64" y="47"/>
                  </a:lnTo>
                  <a:lnTo>
                    <a:pt x="64" y="45"/>
                  </a:lnTo>
                  <a:lnTo>
                    <a:pt x="62" y="43"/>
                  </a:lnTo>
                  <a:lnTo>
                    <a:pt x="62" y="43"/>
                  </a:lnTo>
                  <a:lnTo>
                    <a:pt x="62" y="40"/>
                  </a:lnTo>
                  <a:lnTo>
                    <a:pt x="62" y="40"/>
                  </a:lnTo>
                  <a:lnTo>
                    <a:pt x="64" y="36"/>
                  </a:lnTo>
                  <a:lnTo>
                    <a:pt x="64" y="33"/>
                  </a:lnTo>
                  <a:lnTo>
                    <a:pt x="62" y="25"/>
                  </a:lnTo>
                  <a:lnTo>
                    <a:pt x="62" y="25"/>
                  </a:lnTo>
                  <a:lnTo>
                    <a:pt x="62" y="22"/>
                  </a:lnTo>
                  <a:lnTo>
                    <a:pt x="60" y="18"/>
                  </a:lnTo>
                  <a:lnTo>
                    <a:pt x="56" y="16"/>
                  </a:lnTo>
                  <a:lnTo>
                    <a:pt x="56" y="16"/>
                  </a:lnTo>
                  <a:lnTo>
                    <a:pt x="56" y="12"/>
                  </a:lnTo>
                  <a:lnTo>
                    <a:pt x="56" y="7"/>
                  </a:lnTo>
                  <a:lnTo>
                    <a:pt x="56" y="2"/>
                  </a:lnTo>
                  <a:lnTo>
                    <a:pt x="46" y="0"/>
                  </a:lnTo>
                  <a:lnTo>
                    <a:pt x="46" y="3"/>
                  </a:lnTo>
                  <a:lnTo>
                    <a:pt x="46" y="3"/>
                  </a:lnTo>
                  <a:lnTo>
                    <a:pt x="35" y="2"/>
                  </a:lnTo>
                  <a:lnTo>
                    <a:pt x="22" y="2"/>
                  </a:lnTo>
                  <a:lnTo>
                    <a:pt x="22" y="2"/>
                  </a:lnTo>
                  <a:lnTo>
                    <a:pt x="18" y="5"/>
                  </a:lnTo>
                  <a:lnTo>
                    <a:pt x="16" y="11"/>
                  </a:lnTo>
                  <a:lnTo>
                    <a:pt x="16" y="11"/>
                  </a:lnTo>
                  <a:lnTo>
                    <a:pt x="16" y="16"/>
                  </a:lnTo>
                  <a:lnTo>
                    <a:pt x="18" y="20"/>
                  </a:lnTo>
                  <a:lnTo>
                    <a:pt x="18" y="20"/>
                  </a:lnTo>
                  <a:lnTo>
                    <a:pt x="16" y="31"/>
                  </a:lnTo>
                  <a:lnTo>
                    <a:pt x="16" y="31"/>
                  </a:lnTo>
                  <a:lnTo>
                    <a:pt x="16" y="34"/>
                  </a:lnTo>
                  <a:lnTo>
                    <a:pt x="16" y="42"/>
                  </a:lnTo>
                  <a:lnTo>
                    <a:pt x="16" y="42"/>
                  </a:lnTo>
                  <a:lnTo>
                    <a:pt x="16" y="43"/>
                  </a:lnTo>
                  <a:lnTo>
                    <a:pt x="18" y="45"/>
                  </a:lnTo>
                  <a:lnTo>
                    <a:pt x="20" y="49"/>
                  </a:lnTo>
                  <a:lnTo>
                    <a:pt x="20" y="53"/>
                  </a:lnTo>
                  <a:lnTo>
                    <a:pt x="20" y="53"/>
                  </a:lnTo>
                  <a:lnTo>
                    <a:pt x="20" y="65"/>
                  </a:lnTo>
                  <a:lnTo>
                    <a:pt x="20" y="65"/>
                  </a:lnTo>
                  <a:lnTo>
                    <a:pt x="18" y="69"/>
                  </a:lnTo>
                  <a:lnTo>
                    <a:pt x="15" y="74"/>
                  </a:lnTo>
                  <a:lnTo>
                    <a:pt x="15" y="74"/>
                  </a:lnTo>
                  <a:lnTo>
                    <a:pt x="11" y="87"/>
                  </a:lnTo>
                  <a:lnTo>
                    <a:pt x="11" y="87"/>
                  </a:lnTo>
                  <a:lnTo>
                    <a:pt x="7" y="94"/>
                  </a:lnTo>
                  <a:lnTo>
                    <a:pt x="5" y="100"/>
                  </a:lnTo>
                  <a:lnTo>
                    <a:pt x="2" y="111"/>
                  </a:lnTo>
                  <a:lnTo>
                    <a:pt x="4" y="122"/>
                  </a:lnTo>
                  <a:lnTo>
                    <a:pt x="4" y="122"/>
                  </a:lnTo>
                  <a:lnTo>
                    <a:pt x="4" y="125"/>
                  </a:lnTo>
                  <a:lnTo>
                    <a:pt x="4" y="131"/>
                  </a:lnTo>
                  <a:lnTo>
                    <a:pt x="4" y="131"/>
                  </a:lnTo>
                  <a:lnTo>
                    <a:pt x="0" y="144"/>
                  </a:lnTo>
                  <a:lnTo>
                    <a:pt x="0" y="14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96" name="Freeform 279">
              <a:extLst>
                <a:ext uri="{FF2B5EF4-FFF2-40B4-BE49-F238E27FC236}">
                  <a16:creationId xmlns:a16="http://schemas.microsoft.com/office/drawing/2014/main" id="{0195F359-D649-4FD1-B334-468686D18C43}"/>
                </a:ext>
              </a:extLst>
            </p:cNvPr>
            <p:cNvSpPr>
              <a:spLocks/>
            </p:cNvSpPr>
            <p:nvPr/>
          </p:nvSpPr>
          <p:spPr bwMode="auto">
            <a:xfrm>
              <a:off x="5692156" y="2319714"/>
              <a:ext cx="212070" cy="272873"/>
            </a:xfrm>
            <a:custGeom>
              <a:avLst/>
              <a:gdLst>
                <a:gd name="T0" fmla="*/ 31 w 143"/>
                <a:gd name="T1" fmla="*/ 64 h 184"/>
                <a:gd name="T2" fmla="*/ 28 w 143"/>
                <a:gd name="T3" fmla="*/ 66 h 184"/>
                <a:gd name="T4" fmla="*/ 28 w 143"/>
                <a:gd name="T5" fmla="*/ 71 h 184"/>
                <a:gd name="T6" fmla="*/ 22 w 143"/>
                <a:gd name="T7" fmla="*/ 75 h 184"/>
                <a:gd name="T8" fmla="*/ 15 w 143"/>
                <a:gd name="T9" fmla="*/ 78 h 184"/>
                <a:gd name="T10" fmla="*/ 6 w 143"/>
                <a:gd name="T11" fmla="*/ 84 h 184"/>
                <a:gd name="T12" fmla="*/ 8 w 143"/>
                <a:gd name="T13" fmla="*/ 102 h 184"/>
                <a:gd name="T14" fmla="*/ 4 w 143"/>
                <a:gd name="T15" fmla="*/ 106 h 184"/>
                <a:gd name="T16" fmla="*/ 8 w 143"/>
                <a:gd name="T17" fmla="*/ 115 h 184"/>
                <a:gd name="T18" fmla="*/ 10 w 143"/>
                <a:gd name="T19" fmla="*/ 124 h 184"/>
                <a:gd name="T20" fmla="*/ 11 w 143"/>
                <a:gd name="T21" fmla="*/ 130 h 184"/>
                <a:gd name="T22" fmla="*/ 11 w 143"/>
                <a:gd name="T23" fmla="*/ 139 h 184"/>
                <a:gd name="T24" fmla="*/ 24 w 143"/>
                <a:gd name="T25" fmla="*/ 140 h 184"/>
                <a:gd name="T26" fmla="*/ 31 w 143"/>
                <a:gd name="T27" fmla="*/ 142 h 184"/>
                <a:gd name="T28" fmla="*/ 40 w 143"/>
                <a:gd name="T29" fmla="*/ 144 h 184"/>
                <a:gd name="T30" fmla="*/ 40 w 143"/>
                <a:gd name="T31" fmla="*/ 153 h 184"/>
                <a:gd name="T32" fmla="*/ 39 w 143"/>
                <a:gd name="T33" fmla="*/ 170 h 184"/>
                <a:gd name="T34" fmla="*/ 48 w 143"/>
                <a:gd name="T35" fmla="*/ 175 h 184"/>
                <a:gd name="T36" fmla="*/ 55 w 143"/>
                <a:gd name="T37" fmla="*/ 173 h 184"/>
                <a:gd name="T38" fmla="*/ 73 w 143"/>
                <a:gd name="T39" fmla="*/ 184 h 184"/>
                <a:gd name="T40" fmla="*/ 84 w 143"/>
                <a:gd name="T41" fmla="*/ 177 h 184"/>
                <a:gd name="T42" fmla="*/ 92 w 143"/>
                <a:gd name="T43" fmla="*/ 175 h 184"/>
                <a:gd name="T44" fmla="*/ 99 w 143"/>
                <a:gd name="T45" fmla="*/ 171 h 184"/>
                <a:gd name="T46" fmla="*/ 108 w 143"/>
                <a:gd name="T47" fmla="*/ 171 h 184"/>
                <a:gd name="T48" fmla="*/ 115 w 143"/>
                <a:gd name="T49" fmla="*/ 177 h 184"/>
                <a:gd name="T50" fmla="*/ 115 w 143"/>
                <a:gd name="T51" fmla="*/ 168 h 184"/>
                <a:gd name="T52" fmla="*/ 112 w 143"/>
                <a:gd name="T53" fmla="*/ 162 h 184"/>
                <a:gd name="T54" fmla="*/ 122 w 143"/>
                <a:gd name="T55" fmla="*/ 159 h 184"/>
                <a:gd name="T56" fmla="*/ 126 w 143"/>
                <a:gd name="T57" fmla="*/ 148 h 184"/>
                <a:gd name="T58" fmla="*/ 124 w 143"/>
                <a:gd name="T59" fmla="*/ 140 h 184"/>
                <a:gd name="T60" fmla="*/ 115 w 143"/>
                <a:gd name="T61" fmla="*/ 135 h 184"/>
                <a:gd name="T62" fmla="*/ 112 w 143"/>
                <a:gd name="T63" fmla="*/ 124 h 184"/>
                <a:gd name="T64" fmla="*/ 104 w 143"/>
                <a:gd name="T65" fmla="*/ 111 h 184"/>
                <a:gd name="T66" fmla="*/ 115 w 143"/>
                <a:gd name="T67" fmla="*/ 108 h 184"/>
                <a:gd name="T68" fmla="*/ 126 w 143"/>
                <a:gd name="T69" fmla="*/ 99 h 184"/>
                <a:gd name="T70" fmla="*/ 143 w 143"/>
                <a:gd name="T71" fmla="*/ 95 h 184"/>
                <a:gd name="T72" fmla="*/ 141 w 143"/>
                <a:gd name="T73" fmla="*/ 71 h 184"/>
                <a:gd name="T74" fmla="*/ 139 w 143"/>
                <a:gd name="T75" fmla="*/ 55 h 184"/>
                <a:gd name="T76" fmla="*/ 135 w 143"/>
                <a:gd name="T77" fmla="*/ 44 h 184"/>
                <a:gd name="T78" fmla="*/ 137 w 143"/>
                <a:gd name="T79" fmla="*/ 29 h 184"/>
                <a:gd name="T80" fmla="*/ 113 w 143"/>
                <a:gd name="T81" fmla="*/ 18 h 184"/>
                <a:gd name="T82" fmla="*/ 102 w 143"/>
                <a:gd name="T83" fmla="*/ 26 h 184"/>
                <a:gd name="T84" fmla="*/ 95 w 143"/>
                <a:gd name="T85" fmla="*/ 26 h 184"/>
                <a:gd name="T86" fmla="*/ 92 w 143"/>
                <a:gd name="T87" fmla="*/ 33 h 184"/>
                <a:gd name="T88" fmla="*/ 77 w 143"/>
                <a:gd name="T89" fmla="*/ 24 h 184"/>
                <a:gd name="T90" fmla="*/ 71 w 143"/>
                <a:gd name="T91" fmla="*/ 15 h 184"/>
                <a:gd name="T92" fmla="*/ 71 w 143"/>
                <a:gd name="T93" fmla="*/ 2 h 184"/>
                <a:gd name="T94" fmla="*/ 51 w 143"/>
                <a:gd name="T95" fmla="*/ 0 h 184"/>
                <a:gd name="T96" fmla="*/ 53 w 143"/>
                <a:gd name="T97" fmla="*/ 9 h 184"/>
                <a:gd name="T98" fmla="*/ 55 w 143"/>
                <a:gd name="T99" fmla="*/ 31 h 184"/>
                <a:gd name="T100" fmla="*/ 53 w 143"/>
                <a:gd name="T101" fmla="*/ 37 h 184"/>
                <a:gd name="T102" fmla="*/ 50 w 143"/>
                <a:gd name="T103" fmla="*/ 38 h 184"/>
                <a:gd name="T104" fmla="*/ 42 w 143"/>
                <a:gd name="T105" fmla="*/ 42 h 184"/>
                <a:gd name="T106" fmla="*/ 33 w 143"/>
                <a:gd name="T107" fmla="*/ 44 h 184"/>
                <a:gd name="T108" fmla="*/ 28 w 143"/>
                <a:gd name="T109" fmla="*/ 49 h 184"/>
                <a:gd name="T110" fmla="*/ 31 w 143"/>
                <a:gd name="T111" fmla="*/ 51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43" h="184">
                  <a:moveTo>
                    <a:pt x="30" y="53"/>
                  </a:moveTo>
                  <a:lnTo>
                    <a:pt x="30" y="53"/>
                  </a:lnTo>
                  <a:lnTo>
                    <a:pt x="31" y="60"/>
                  </a:lnTo>
                  <a:lnTo>
                    <a:pt x="31" y="64"/>
                  </a:lnTo>
                  <a:lnTo>
                    <a:pt x="30" y="66"/>
                  </a:lnTo>
                  <a:lnTo>
                    <a:pt x="30" y="66"/>
                  </a:lnTo>
                  <a:lnTo>
                    <a:pt x="30" y="66"/>
                  </a:lnTo>
                  <a:lnTo>
                    <a:pt x="28" y="66"/>
                  </a:lnTo>
                  <a:lnTo>
                    <a:pt x="26" y="68"/>
                  </a:lnTo>
                  <a:lnTo>
                    <a:pt x="26" y="69"/>
                  </a:lnTo>
                  <a:lnTo>
                    <a:pt x="28" y="71"/>
                  </a:lnTo>
                  <a:lnTo>
                    <a:pt x="28" y="71"/>
                  </a:lnTo>
                  <a:lnTo>
                    <a:pt x="30" y="73"/>
                  </a:lnTo>
                  <a:lnTo>
                    <a:pt x="26" y="73"/>
                  </a:lnTo>
                  <a:lnTo>
                    <a:pt x="22" y="75"/>
                  </a:lnTo>
                  <a:lnTo>
                    <a:pt x="22" y="75"/>
                  </a:lnTo>
                  <a:lnTo>
                    <a:pt x="20" y="78"/>
                  </a:lnTo>
                  <a:lnTo>
                    <a:pt x="19" y="78"/>
                  </a:lnTo>
                  <a:lnTo>
                    <a:pt x="15" y="78"/>
                  </a:lnTo>
                  <a:lnTo>
                    <a:pt x="15" y="78"/>
                  </a:lnTo>
                  <a:lnTo>
                    <a:pt x="10" y="77"/>
                  </a:lnTo>
                  <a:lnTo>
                    <a:pt x="8" y="78"/>
                  </a:lnTo>
                  <a:lnTo>
                    <a:pt x="6" y="84"/>
                  </a:lnTo>
                  <a:lnTo>
                    <a:pt x="6" y="84"/>
                  </a:lnTo>
                  <a:lnTo>
                    <a:pt x="0" y="99"/>
                  </a:lnTo>
                  <a:lnTo>
                    <a:pt x="0" y="99"/>
                  </a:lnTo>
                  <a:lnTo>
                    <a:pt x="2" y="100"/>
                  </a:lnTo>
                  <a:lnTo>
                    <a:pt x="8" y="102"/>
                  </a:lnTo>
                  <a:lnTo>
                    <a:pt x="8" y="102"/>
                  </a:lnTo>
                  <a:lnTo>
                    <a:pt x="8" y="102"/>
                  </a:lnTo>
                  <a:lnTo>
                    <a:pt x="6" y="104"/>
                  </a:lnTo>
                  <a:lnTo>
                    <a:pt x="4" y="106"/>
                  </a:lnTo>
                  <a:lnTo>
                    <a:pt x="6" y="108"/>
                  </a:lnTo>
                  <a:lnTo>
                    <a:pt x="6" y="108"/>
                  </a:lnTo>
                  <a:lnTo>
                    <a:pt x="8" y="111"/>
                  </a:lnTo>
                  <a:lnTo>
                    <a:pt x="8" y="115"/>
                  </a:lnTo>
                  <a:lnTo>
                    <a:pt x="8" y="119"/>
                  </a:lnTo>
                  <a:lnTo>
                    <a:pt x="8" y="119"/>
                  </a:lnTo>
                  <a:lnTo>
                    <a:pt x="8" y="119"/>
                  </a:lnTo>
                  <a:lnTo>
                    <a:pt x="10" y="124"/>
                  </a:lnTo>
                  <a:lnTo>
                    <a:pt x="10" y="124"/>
                  </a:lnTo>
                  <a:lnTo>
                    <a:pt x="11" y="126"/>
                  </a:lnTo>
                  <a:lnTo>
                    <a:pt x="13" y="126"/>
                  </a:lnTo>
                  <a:lnTo>
                    <a:pt x="11" y="130"/>
                  </a:lnTo>
                  <a:lnTo>
                    <a:pt x="11" y="130"/>
                  </a:lnTo>
                  <a:lnTo>
                    <a:pt x="10" y="133"/>
                  </a:lnTo>
                  <a:lnTo>
                    <a:pt x="11" y="137"/>
                  </a:lnTo>
                  <a:lnTo>
                    <a:pt x="11" y="139"/>
                  </a:lnTo>
                  <a:lnTo>
                    <a:pt x="11" y="139"/>
                  </a:lnTo>
                  <a:lnTo>
                    <a:pt x="17" y="137"/>
                  </a:lnTo>
                  <a:lnTo>
                    <a:pt x="22" y="137"/>
                  </a:lnTo>
                  <a:lnTo>
                    <a:pt x="24" y="140"/>
                  </a:lnTo>
                  <a:lnTo>
                    <a:pt x="24" y="140"/>
                  </a:lnTo>
                  <a:lnTo>
                    <a:pt x="28" y="142"/>
                  </a:lnTo>
                  <a:lnTo>
                    <a:pt x="28" y="142"/>
                  </a:lnTo>
                  <a:lnTo>
                    <a:pt x="31" y="142"/>
                  </a:lnTo>
                  <a:lnTo>
                    <a:pt x="33" y="142"/>
                  </a:lnTo>
                  <a:lnTo>
                    <a:pt x="33" y="142"/>
                  </a:lnTo>
                  <a:lnTo>
                    <a:pt x="40" y="144"/>
                  </a:lnTo>
                  <a:lnTo>
                    <a:pt x="40" y="144"/>
                  </a:lnTo>
                  <a:lnTo>
                    <a:pt x="40" y="148"/>
                  </a:lnTo>
                  <a:lnTo>
                    <a:pt x="40" y="151"/>
                  </a:lnTo>
                  <a:lnTo>
                    <a:pt x="40" y="153"/>
                  </a:lnTo>
                  <a:lnTo>
                    <a:pt x="40" y="153"/>
                  </a:lnTo>
                  <a:lnTo>
                    <a:pt x="37" y="159"/>
                  </a:lnTo>
                  <a:lnTo>
                    <a:pt x="39" y="162"/>
                  </a:lnTo>
                  <a:lnTo>
                    <a:pt x="39" y="162"/>
                  </a:lnTo>
                  <a:lnTo>
                    <a:pt x="39" y="170"/>
                  </a:lnTo>
                  <a:lnTo>
                    <a:pt x="39" y="173"/>
                  </a:lnTo>
                  <a:lnTo>
                    <a:pt x="40" y="179"/>
                  </a:lnTo>
                  <a:lnTo>
                    <a:pt x="40" y="179"/>
                  </a:lnTo>
                  <a:lnTo>
                    <a:pt x="48" y="175"/>
                  </a:lnTo>
                  <a:lnTo>
                    <a:pt x="48" y="175"/>
                  </a:lnTo>
                  <a:lnTo>
                    <a:pt x="50" y="173"/>
                  </a:lnTo>
                  <a:lnTo>
                    <a:pt x="51" y="171"/>
                  </a:lnTo>
                  <a:lnTo>
                    <a:pt x="55" y="173"/>
                  </a:lnTo>
                  <a:lnTo>
                    <a:pt x="55" y="173"/>
                  </a:lnTo>
                  <a:lnTo>
                    <a:pt x="61" y="175"/>
                  </a:lnTo>
                  <a:lnTo>
                    <a:pt x="73" y="184"/>
                  </a:lnTo>
                  <a:lnTo>
                    <a:pt x="73" y="184"/>
                  </a:lnTo>
                  <a:lnTo>
                    <a:pt x="75" y="181"/>
                  </a:lnTo>
                  <a:lnTo>
                    <a:pt x="81" y="179"/>
                  </a:lnTo>
                  <a:lnTo>
                    <a:pt x="81" y="179"/>
                  </a:lnTo>
                  <a:lnTo>
                    <a:pt x="84" y="177"/>
                  </a:lnTo>
                  <a:lnTo>
                    <a:pt x="88" y="177"/>
                  </a:lnTo>
                  <a:lnTo>
                    <a:pt x="88" y="177"/>
                  </a:lnTo>
                  <a:lnTo>
                    <a:pt x="92" y="175"/>
                  </a:lnTo>
                  <a:lnTo>
                    <a:pt x="92" y="175"/>
                  </a:lnTo>
                  <a:lnTo>
                    <a:pt x="95" y="171"/>
                  </a:lnTo>
                  <a:lnTo>
                    <a:pt x="95" y="171"/>
                  </a:lnTo>
                  <a:lnTo>
                    <a:pt x="97" y="171"/>
                  </a:lnTo>
                  <a:lnTo>
                    <a:pt x="99" y="171"/>
                  </a:lnTo>
                  <a:lnTo>
                    <a:pt x="102" y="171"/>
                  </a:lnTo>
                  <a:lnTo>
                    <a:pt x="106" y="171"/>
                  </a:lnTo>
                  <a:lnTo>
                    <a:pt x="106" y="171"/>
                  </a:lnTo>
                  <a:lnTo>
                    <a:pt x="108" y="171"/>
                  </a:lnTo>
                  <a:lnTo>
                    <a:pt x="108" y="173"/>
                  </a:lnTo>
                  <a:lnTo>
                    <a:pt x="112" y="177"/>
                  </a:lnTo>
                  <a:lnTo>
                    <a:pt x="112" y="177"/>
                  </a:lnTo>
                  <a:lnTo>
                    <a:pt x="115" y="177"/>
                  </a:lnTo>
                  <a:lnTo>
                    <a:pt x="115" y="177"/>
                  </a:lnTo>
                  <a:lnTo>
                    <a:pt x="115" y="171"/>
                  </a:lnTo>
                  <a:lnTo>
                    <a:pt x="115" y="171"/>
                  </a:lnTo>
                  <a:lnTo>
                    <a:pt x="115" y="168"/>
                  </a:lnTo>
                  <a:lnTo>
                    <a:pt x="113" y="166"/>
                  </a:lnTo>
                  <a:lnTo>
                    <a:pt x="112" y="164"/>
                  </a:lnTo>
                  <a:lnTo>
                    <a:pt x="112" y="164"/>
                  </a:lnTo>
                  <a:lnTo>
                    <a:pt x="112" y="162"/>
                  </a:lnTo>
                  <a:lnTo>
                    <a:pt x="117" y="160"/>
                  </a:lnTo>
                  <a:lnTo>
                    <a:pt x="117" y="160"/>
                  </a:lnTo>
                  <a:lnTo>
                    <a:pt x="122" y="159"/>
                  </a:lnTo>
                  <a:lnTo>
                    <a:pt x="122" y="159"/>
                  </a:lnTo>
                  <a:lnTo>
                    <a:pt x="122" y="155"/>
                  </a:lnTo>
                  <a:lnTo>
                    <a:pt x="122" y="155"/>
                  </a:lnTo>
                  <a:lnTo>
                    <a:pt x="122" y="151"/>
                  </a:lnTo>
                  <a:lnTo>
                    <a:pt x="126" y="148"/>
                  </a:lnTo>
                  <a:lnTo>
                    <a:pt x="128" y="146"/>
                  </a:lnTo>
                  <a:lnTo>
                    <a:pt x="128" y="146"/>
                  </a:lnTo>
                  <a:lnTo>
                    <a:pt x="124" y="140"/>
                  </a:lnTo>
                  <a:lnTo>
                    <a:pt x="124" y="140"/>
                  </a:lnTo>
                  <a:lnTo>
                    <a:pt x="121" y="139"/>
                  </a:lnTo>
                  <a:lnTo>
                    <a:pt x="119" y="139"/>
                  </a:lnTo>
                  <a:lnTo>
                    <a:pt x="117" y="139"/>
                  </a:lnTo>
                  <a:lnTo>
                    <a:pt x="115" y="135"/>
                  </a:lnTo>
                  <a:lnTo>
                    <a:pt x="115" y="135"/>
                  </a:lnTo>
                  <a:lnTo>
                    <a:pt x="115" y="130"/>
                  </a:lnTo>
                  <a:lnTo>
                    <a:pt x="112" y="124"/>
                  </a:lnTo>
                  <a:lnTo>
                    <a:pt x="112" y="124"/>
                  </a:lnTo>
                  <a:lnTo>
                    <a:pt x="108" y="120"/>
                  </a:lnTo>
                  <a:lnTo>
                    <a:pt x="106" y="115"/>
                  </a:lnTo>
                  <a:lnTo>
                    <a:pt x="106" y="115"/>
                  </a:lnTo>
                  <a:lnTo>
                    <a:pt x="104" y="111"/>
                  </a:lnTo>
                  <a:lnTo>
                    <a:pt x="108" y="109"/>
                  </a:lnTo>
                  <a:lnTo>
                    <a:pt x="108" y="109"/>
                  </a:lnTo>
                  <a:lnTo>
                    <a:pt x="112" y="109"/>
                  </a:lnTo>
                  <a:lnTo>
                    <a:pt x="115" y="108"/>
                  </a:lnTo>
                  <a:lnTo>
                    <a:pt x="115" y="106"/>
                  </a:lnTo>
                  <a:lnTo>
                    <a:pt x="115" y="106"/>
                  </a:lnTo>
                  <a:lnTo>
                    <a:pt x="119" y="102"/>
                  </a:lnTo>
                  <a:lnTo>
                    <a:pt x="126" y="99"/>
                  </a:lnTo>
                  <a:lnTo>
                    <a:pt x="126" y="99"/>
                  </a:lnTo>
                  <a:lnTo>
                    <a:pt x="137" y="93"/>
                  </a:lnTo>
                  <a:lnTo>
                    <a:pt x="143" y="95"/>
                  </a:lnTo>
                  <a:lnTo>
                    <a:pt x="143" y="95"/>
                  </a:lnTo>
                  <a:lnTo>
                    <a:pt x="141" y="75"/>
                  </a:lnTo>
                  <a:lnTo>
                    <a:pt x="141" y="75"/>
                  </a:lnTo>
                  <a:lnTo>
                    <a:pt x="141" y="73"/>
                  </a:lnTo>
                  <a:lnTo>
                    <a:pt x="141" y="71"/>
                  </a:lnTo>
                  <a:lnTo>
                    <a:pt x="139" y="69"/>
                  </a:lnTo>
                  <a:lnTo>
                    <a:pt x="139" y="66"/>
                  </a:lnTo>
                  <a:lnTo>
                    <a:pt x="139" y="66"/>
                  </a:lnTo>
                  <a:lnTo>
                    <a:pt x="139" y="55"/>
                  </a:lnTo>
                  <a:lnTo>
                    <a:pt x="139" y="55"/>
                  </a:lnTo>
                  <a:lnTo>
                    <a:pt x="137" y="51"/>
                  </a:lnTo>
                  <a:lnTo>
                    <a:pt x="135" y="48"/>
                  </a:lnTo>
                  <a:lnTo>
                    <a:pt x="135" y="44"/>
                  </a:lnTo>
                  <a:lnTo>
                    <a:pt x="135" y="44"/>
                  </a:lnTo>
                  <a:lnTo>
                    <a:pt x="137" y="35"/>
                  </a:lnTo>
                  <a:lnTo>
                    <a:pt x="137" y="29"/>
                  </a:lnTo>
                  <a:lnTo>
                    <a:pt x="137" y="29"/>
                  </a:lnTo>
                  <a:lnTo>
                    <a:pt x="124" y="24"/>
                  </a:lnTo>
                  <a:lnTo>
                    <a:pt x="121" y="18"/>
                  </a:lnTo>
                  <a:lnTo>
                    <a:pt x="121" y="18"/>
                  </a:lnTo>
                  <a:lnTo>
                    <a:pt x="113" y="18"/>
                  </a:lnTo>
                  <a:lnTo>
                    <a:pt x="106" y="18"/>
                  </a:lnTo>
                  <a:lnTo>
                    <a:pt x="106" y="18"/>
                  </a:lnTo>
                  <a:lnTo>
                    <a:pt x="104" y="24"/>
                  </a:lnTo>
                  <a:lnTo>
                    <a:pt x="102" y="26"/>
                  </a:lnTo>
                  <a:lnTo>
                    <a:pt x="102" y="26"/>
                  </a:lnTo>
                  <a:lnTo>
                    <a:pt x="97" y="26"/>
                  </a:lnTo>
                  <a:lnTo>
                    <a:pt x="95" y="26"/>
                  </a:lnTo>
                  <a:lnTo>
                    <a:pt x="95" y="26"/>
                  </a:lnTo>
                  <a:lnTo>
                    <a:pt x="95" y="27"/>
                  </a:lnTo>
                  <a:lnTo>
                    <a:pt x="93" y="31"/>
                  </a:lnTo>
                  <a:lnTo>
                    <a:pt x="92" y="33"/>
                  </a:lnTo>
                  <a:lnTo>
                    <a:pt x="92" y="33"/>
                  </a:lnTo>
                  <a:lnTo>
                    <a:pt x="86" y="24"/>
                  </a:lnTo>
                  <a:lnTo>
                    <a:pt x="86" y="24"/>
                  </a:lnTo>
                  <a:lnTo>
                    <a:pt x="81" y="24"/>
                  </a:lnTo>
                  <a:lnTo>
                    <a:pt x="77" y="24"/>
                  </a:lnTo>
                  <a:lnTo>
                    <a:pt x="75" y="24"/>
                  </a:lnTo>
                  <a:lnTo>
                    <a:pt x="75" y="18"/>
                  </a:lnTo>
                  <a:lnTo>
                    <a:pt x="75" y="18"/>
                  </a:lnTo>
                  <a:lnTo>
                    <a:pt x="71" y="15"/>
                  </a:lnTo>
                  <a:lnTo>
                    <a:pt x="68" y="9"/>
                  </a:lnTo>
                  <a:lnTo>
                    <a:pt x="68" y="9"/>
                  </a:lnTo>
                  <a:lnTo>
                    <a:pt x="71" y="2"/>
                  </a:lnTo>
                  <a:lnTo>
                    <a:pt x="71" y="2"/>
                  </a:lnTo>
                  <a:lnTo>
                    <a:pt x="64" y="2"/>
                  </a:lnTo>
                  <a:lnTo>
                    <a:pt x="64" y="2"/>
                  </a:lnTo>
                  <a:lnTo>
                    <a:pt x="64" y="0"/>
                  </a:lnTo>
                  <a:lnTo>
                    <a:pt x="51" y="0"/>
                  </a:lnTo>
                  <a:lnTo>
                    <a:pt x="51" y="0"/>
                  </a:lnTo>
                  <a:lnTo>
                    <a:pt x="50" y="4"/>
                  </a:lnTo>
                  <a:lnTo>
                    <a:pt x="48" y="9"/>
                  </a:lnTo>
                  <a:lnTo>
                    <a:pt x="53" y="9"/>
                  </a:lnTo>
                  <a:lnTo>
                    <a:pt x="53" y="15"/>
                  </a:lnTo>
                  <a:lnTo>
                    <a:pt x="53" y="15"/>
                  </a:lnTo>
                  <a:lnTo>
                    <a:pt x="55" y="24"/>
                  </a:lnTo>
                  <a:lnTo>
                    <a:pt x="55" y="31"/>
                  </a:lnTo>
                  <a:lnTo>
                    <a:pt x="55" y="37"/>
                  </a:lnTo>
                  <a:lnTo>
                    <a:pt x="55" y="37"/>
                  </a:lnTo>
                  <a:lnTo>
                    <a:pt x="55" y="38"/>
                  </a:lnTo>
                  <a:lnTo>
                    <a:pt x="53" y="37"/>
                  </a:lnTo>
                  <a:lnTo>
                    <a:pt x="53" y="33"/>
                  </a:lnTo>
                  <a:lnTo>
                    <a:pt x="53" y="33"/>
                  </a:lnTo>
                  <a:lnTo>
                    <a:pt x="51" y="35"/>
                  </a:lnTo>
                  <a:lnTo>
                    <a:pt x="50" y="38"/>
                  </a:lnTo>
                  <a:lnTo>
                    <a:pt x="48" y="44"/>
                  </a:lnTo>
                  <a:lnTo>
                    <a:pt x="48" y="44"/>
                  </a:lnTo>
                  <a:lnTo>
                    <a:pt x="44" y="44"/>
                  </a:lnTo>
                  <a:lnTo>
                    <a:pt x="42" y="42"/>
                  </a:lnTo>
                  <a:lnTo>
                    <a:pt x="40" y="40"/>
                  </a:lnTo>
                  <a:lnTo>
                    <a:pt x="35" y="40"/>
                  </a:lnTo>
                  <a:lnTo>
                    <a:pt x="35" y="40"/>
                  </a:lnTo>
                  <a:lnTo>
                    <a:pt x="33" y="44"/>
                  </a:lnTo>
                  <a:lnTo>
                    <a:pt x="28" y="46"/>
                  </a:lnTo>
                  <a:lnTo>
                    <a:pt x="28" y="46"/>
                  </a:lnTo>
                  <a:lnTo>
                    <a:pt x="28" y="49"/>
                  </a:lnTo>
                  <a:lnTo>
                    <a:pt x="28" y="49"/>
                  </a:lnTo>
                  <a:lnTo>
                    <a:pt x="31" y="49"/>
                  </a:lnTo>
                  <a:lnTo>
                    <a:pt x="31" y="49"/>
                  </a:lnTo>
                  <a:lnTo>
                    <a:pt x="31" y="49"/>
                  </a:lnTo>
                  <a:lnTo>
                    <a:pt x="31" y="51"/>
                  </a:lnTo>
                  <a:lnTo>
                    <a:pt x="30" y="53"/>
                  </a:lnTo>
                  <a:lnTo>
                    <a:pt x="30" y="53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97" name="Freeform 280">
              <a:extLst>
                <a:ext uri="{FF2B5EF4-FFF2-40B4-BE49-F238E27FC236}">
                  <a16:creationId xmlns:a16="http://schemas.microsoft.com/office/drawing/2014/main" id="{14301234-5B4E-413D-A392-FEE1D6B70AC3}"/>
                </a:ext>
              </a:extLst>
            </p:cNvPr>
            <p:cNvSpPr>
              <a:spLocks/>
            </p:cNvSpPr>
            <p:nvPr/>
          </p:nvSpPr>
          <p:spPr bwMode="auto">
            <a:xfrm>
              <a:off x="6503359" y="2711227"/>
              <a:ext cx="167580" cy="87498"/>
            </a:xfrm>
            <a:custGeom>
              <a:avLst/>
              <a:gdLst>
                <a:gd name="T0" fmla="*/ 0 w 113"/>
                <a:gd name="T1" fmla="*/ 17 h 59"/>
                <a:gd name="T2" fmla="*/ 16 w 113"/>
                <a:gd name="T3" fmla="*/ 24 h 59"/>
                <a:gd name="T4" fmla="*/ 18 w 113"/>
                <a:gd name="T5" fmla="*/ 31 h 59"/>
                <a:gd name="T6" fmla="*/ 22 w 113"/>
                <a:gd name="T7" fmla="*/ 37 h 59"/>
                <a:gd name="T8" fmla="*/ 24 w 113"/>
                <a:gd name="T9" fmla="*/ 37 h 59"/>
                <a:gd name="T10" fmla="*/ 22 w 113"/>
                <a:gd name="T11" fmla="*/ 51 h 59"/>
                <a:gd name="T12" fmla="*/ 26 w 113"/>
                <a:gd name="T13" fmla="*/ 53 h 59"/>
                <a:gd name="T14" fmla="*/ 31 w 113"/>
                <a:gd name="T15" fmla="*/ 51 h 59"/>
                <a:gd name="T16" fmla="*/ 40 w 113"/>
                <a:gd name="T17" fmla="*/ 51 h 59"/>
                <a:gd name="T18" fmla="*/ 46 w 113"/>
                <a:gd name="T19" fmla="*/ 53 h 59"/>
                <a:gd name="T20" fmla="*/ 47 w 113"/>
                <a:gd name="T21" fmla="*/ 55 h 59"/>
                <a:gd name="T22" fmla="*/ 57 w 113"/>
                <a:gd name="T23" fmla="*/ 53 h 59"/>
                <a:gd name="T24" fmla="*/ 58 w 113"/>
                <a:gd name="T25" fmla="*/ 55 h 59"/>
                <a:gd name="T26" fmla="*/ 64 w 113"/>
                <a:gd name="T27" fmla="*/ 59 h 59"/>
                <a:gd name="T28" fmla="*/ 75 w 113"/>
                <a:gd name="T29" fmla="*/ 57 h 59"/>
                <a:gd name="T30" fmla="*/ 84 w 113"/>
                <a:gd name="T31" fmla="*/ 57 h 59"/>
                <a:gd name="T32" fmla="*/ 86 w 113"/>
                <a:gd name="T33" fmla="*/ 55 h 59"/>
                <a:gd name="T34" fmla="*/ 89 w 113"/>
                <a:gd name="T35" fmla="*/ 51 h 59"/>
                <a:gd name="T36" fmla="*/ 97 w 113"/>
                <a:gd name="T37" fmla="*/ 50 h 59"/>
                <a:gd name="T38" fmla="*/ 100 w 113"/>
                <a:gd name="T39" fmla="*/ 50 h 59"/>
                <a:gd name="T40" fmla="*/ 104 w 113"/>
                <a:gd name="T41" fmla="*/ 55 h 59"/>
                <a:gd name="T42" fmla="*/ 108 w 113"/>
                <a:gd name="T43" fmla="*/ 57 h 59"/>
                <a:gd name="T44" fmla="*/ 111 w 113"/>
                <a:gd name="T45" fmla="*/ 59 h 59"/>
                <a:gd name="T46" fmla="*/ 113 w 113"/>
                <a:gd name="T47" fmla="*/ 57 h 59"/>
                <a:gd name="T48" fmla="*/ 109 w 113"/>
                <a:gd name="T49" fmla="*/ 50 h 59"/>
                <a:gd name="T50" fmla="*/ 108 w 113"/>
                <a:gd name="T51" fmla="*/ 48 h 59"/>
                <a:gd name="T52" fmla="*/ 113 w 113"/>
                <a:gd name="T53" fmla="*/ 44 h 59"/>
                <a:gd name="T54" fmla="*/ 109 w 113"/>
                <a:gd name="T55" fmla="*/ 39 h 59"/>
                <a:gd name="T56" fmla="*/ 106 w 113"/>
                <a:gd name="T57" fmla="*/ 37 h 59"/>
                <a:gd name="T58" fmla="*/ 100 w 113"/>
                <a:gd name="T59" fmla="*/ 37 h 59"/>
                <a:gd name="T60" fmla="*/ 98 w 113"/>
                <a:gd name="T61" fmla="*/ 35 h 59"/>
                <a:gd name="T62" fmla="*/ 100 w 113"/>
                <a:gd name="T63" fmla="*/ 31 h 59"/>
                <a:gd name="T64" fmla="*/ 98 w 113"/>
                <a:gd name="T65" fmla="*/ 29 h 59"/>
                <a:gd name="T66" fmla="*/ 91 w 113"/>
                <a:gd name="T67" fmla="*/ 26 h 59"/>
                <a:gd name="T68" fmla="*/ 89 w 113"/>
                <a:gd name="T69" fmla="*/ 22 h 59"/>
                <a:gd name="T70" fmla="*/ 86 w 113"/>
                <a:gd name="T71" fmla="*/ 19 h 59"/>
                <a:gd name="T72" fmla="*/ 78 w 113"/>
                <a:gd name="T73" fmla="*/ 17 h 59"/>
                <a:gd name="T74" fmla="*/ 75 w 113"/>
                <a:gd name="T75" fmla="*/ 20 h 59"/>
                <a:gd name="T76" fmla="*/ 71 w 113"/>
                <a:gd name="T77" fmla="*/ 19 h 59"/>
                <a:gd name="T78" fmla="*/ 69 w 113"/>
                <a:gd name="T79" fmla="*/ 19 h 59"/>
                <a:gd name="T80" fmla="*/ 58 w 113"/>
                <a:gd name="T81" fmla="*/ 20 h 59"/>
                <a:gd name="T82" fmla="*/ 55 w 113"/>
                <a:gd name="T83" fmla="*/ 20 h 59"/>
                <a:gd name="T84" fmla="*/ 46 w 113"/>
                <a:gd name="T85" fmla="*/ 11 h 59"/>
                <a:gd name="T86" fmla="*/ 42 w 113"/>
                <a:gd name="T87" fmla="*/ 8 h 59"/>
                <a:gd name="T88" fmla="*/ 38 w 113"/>
                <a:gd name="T89" fmla="*/ 6 h 59"/>
                <a:gd name="T90" fmla="*/ 26 w 113"/>
                <a:gd name="T91" fmla="*/ 6 h 59"/>
                <a:gd name="T92" fmla="*/ 18 w 113"/>
                <a:gd name="T93" fmla="*/ 4 h 59"/>
                <a:gd name="T94" fmla="*/ 15 w 113"/>
                <a:gd name="T95" fmla="*/ 2 h 59"/>
                <a:gd name="T96" fmla="*/ 13 w 113"/>
                <a:gd name="T97" fmla="*/ 0 h 59"/>
                <a:gd name="T98" fmla="*/ 4 w 113"/>
                <a:gd name="T99" fmla="*/ 4 h 59"/>
                <a:gd name="T100" fmla="*/ 2 w 113"/>
                <a:gd name="T101" fmla="*/ 6 h 59"/>
                <a:gd name="T102" fmla="*/ 0 w 113"/>
                <a:gd name="T103" fmla="*/ 15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13" h="59">
                  <a:moveTo>
                    <a:pt x="0" y="17"/>
                  </a:moveTo>
                  <a:lnTo>
                    <a:pt x="0" y="17"/>
                  </a:lnTo>
                  <a:lnTo>
                    <a:pt x="9" y="19"/>
                  </a:lnTo>
                  <a:lnTo>
                    <a:pt x="16" y="24"/>
                  </a:lnTo>
                  <a:lnTo>
                    <a:pt x="16" y="24"/>
                  </a:lnTo>
                  <a:lnTo>
                    <a:pt x="18" y="31"/>
                  </a:lnTo>
                  <a:lnTo>
                    <a:pt x="22" y="37"/>
                  </a:lnTo>
                  <a:lnTo>
                    <a:pt x="22" y="37"/>
                  </a:lnTo>
                  <a:lnTo>
                    <a:pt x="24" y="37"/>
                  </a:lnTo>
                  <a:lnTo>
                    <a:pt x="24" y="37"/>
                  </a:lnTo>
                  <a:lnTo>
                    <a:pt x="24" y="44"/>
                  </a:lnTo>
                  <a:lnTo>
                    <a:pt x="22" y="51"/>
                  </a:lnTo>
                  <a:lnTo>
                    <a:pt x="22" y="51"/>
                  </a:lnTo>
                  <a:lnTo>
                    <a:pt x="26" y="53"/>
                  </a:lnTo>
                  <a:lnTo>
                    <a:pt x="31" y="51"/>
                  </a:lnTo>
                  <a:lnTo>
                    <a:pt x="31" y="51"/>
                  </a:lnTo>
                  <a:lnTo>
                    <a:pt x="37" y="51"/>
                  </a:lnTo>
                  <a:lnTo>
                    <a:pt x="40" y="51"/>
                  </a:lnTo>
                  <a:lnTo>
                    <a:pt x="40" y="51"/>
                  </a:lnTo>
                  <a:lnTo>
                    <a:pt x="46" y="53"/>
                  </a:lnTo>
                  <a:lnTo>
                    <a:pt x="47" y="55"/>
                  </a:lnTo>
                  <a:lnTo>
                    <a:pt x="47" y="55"/>
                  </a:lnTo>
                  <a:lnTo>
                    <a:pt x="57" y="53"/>
                  </a:lnTo>
                  <a:lnTo>
                    <a:pt x="57" y="53"/>
                  </a:lnTo>
                  <a:lnTo>
                    <a:pt x="58" y="53"/>
                  </a:lnTo>
                  <a:lnTo>
                    <a:pt x="58" y="55"/>
                  </a:lnTo>
                  <a:lnTo>
                    <a:pt x="58" y="57"/>
                  </a:lnTo>
                  <a:lnTo>
                    <a:pt x="64" y="59"/>
                  </a:lnTo>
                  <a:lnTo>
                    <a:pt x="64" y="59"/>
                  </a:lnTo>
                  <a:lnTo>
                    <a:pt x="75" y="57"/>
                  </a:lnTo>
                  <a:lnTo>
                    <a:pt x="75" y="57"/>
                  </a:lnTo>
                  <a:lnTo>
                    <a:pt x="84" y="57"/>
                  </a:lnTo>
                  <a:lnTo>
                    <a:pt x="84" y="57"/>
                  </a:lnTo>
                  <a:lnTo>
                    <a:pt x="86" y="55"/>
                  </a:lnTo>
                  <a:lnTo>
                    <a:pt x="89" y="51"/>
                  </a:lnTo>
                  <a:lnTo>
                    <a:pt x="89" y="51"/>
                  </a:lnTo>
                  <a:lnTo>
                    <a:pt x="91" y="48"/>
                  </a:lnTo>
                  <a:lnTo>
                    <a:pt x="97" y="50"/>
                  </a:lnTo>
                  <a:lnTo>
                    <a:pt x="97" y="50"/>
                  </a:lnTo>
                  <a:lnTo>
                    <a:pt x="100" y="50"/>
                  </a:lnTo>
                  <a:lnTo>
                    <a:pt x="102" y="51"/>
                  </a:lnTo>
                  <a:lnTo>
                    <a:pt x="104" y="55"/>
                  </a:lnTo>
                  <a:lnTo>
                    <a:pt x="104" y="55"/>
                  </a:lnTo>
                  <a:lnTo>
                    <a:pt x="108" y="57"/>
                  </a:lnTo>
                  <a:lnTo>
                    <a:pt x="109" y="59"/>
                  </a:lnTo>
                  <a:lnTo>
                    <a:pt x="111" y="59"/>
                  </a:lnTo>
                  <a:lnTo>
                    <a:pt x="111" y="59"/>
                  </a:lnTo>
                  <a:lnTo>
                    <a:pt x="113" y="57"/>
                  </a:lnTo>
                  <a:lnTo>
                    <a:pt x="113" y="55"/>
                  </a:lnTo>
                  <a:lnTo>
                    <a:pt x="109" y="50"/>
                  </a:lnTo>
                  <a:lnTo>
                    <a:pt x="109" y="50"/>
                  </a:lnTo>
                  <a:lnTo>
                    <a:pt x="108" y="48"/>
                  </a:lnTo>
                  <a:lnTo>
                    <a:pt x="109" y="46"/>
                  </a:lnTo>
                  <a:lnTo>
                    <a:pt x="113" y="44"/>
                  </a:lnTo>
                  <a:lnTo>
                    <a:pt x="113" y="44"/>
                  </a:lnTo>
                  <a:lnTo>
                    <a:pt x="109" y="39"/>
                  </a:lnTo>
                  <a:lnTo>
                    <a:pt x="109" y="39"/>
                  </a:lnTo>
                  <a:lnTo>
                    <a:pt x="106" y="37"/>
                  </a:lnTo>
                  <a:lnTo>
                    <a:pt x="104" y="37"/>
                  </a:lnTo>
                  <a:lnTo>
                    <a:pt x="100" y="37"/>
                  </a:lnTo>
                  <a:lnTo>
                    <a:pt x="100" y="37"/>
                  </a:lnTo>
                  <a:lnTo>
                    <a:pt x="98" y="35"/>
                  </a:lnTo>
                  <a:lnTo>
                    <a:pt x="98" y="33"/>
                  </a:lnTo>
                  <a:lnTo>
                    <a:pt x="100" y="31"/>
                  </a:lnTo>
                  <a:lnTo>
                    <a:pt x="98" y="29"/>
                  </a:lnTo>
                  <a:lnTo>
                    <a:pt x="98" y="29"/>
                  </a:lnTo>
                  <a:lnTo>
                    <a:pt x="95" y="28"/>
                  </a:lnTo>
                  <a:lnTo>
                    <a:pt x="91" y="26"/>
                  </a:lnTo>
                  <a:lnTo>
                    <a:pt x="91" y="26"/>
                  </a:lnTo>
                  <a:lnTo>
                    <a:pt x="89" y="22"/>
                  </a:lnTo>
                  <a:lnTo>
                    <a:pt x="86" y="19"/>
                  </a:lnTo>
                  <a:lnTo>
                    <a:pt x="86" y="19"/>
                  </a:lnTo>
                  <a:lnTo>
                    <a:pt x="82" y="17"/>
                  </a:lnTo>
                  <a:lnTo>
                    <a:pt x="78" y="17"/>
                  </a:lnTo>
                  <a:lnTo>
                    <a:pt x="78" y="17"/>
                  </a:lnTo>
                  <a:lnTo>
                    <a:pt x="75" y="20"/>
                  </a:lnTo>
                  <a:lnTo>
                    <a:pt x="73" y="20"/>
                  </a:lnTo>
                  <a:lnTo>
                    <a:pt x="71" y="19"/>
                  </a:lnTo>
                  <a:lnTo>
                    <a:pt x="71" y="19"/>
                  </a:lnTo>
                  <a:lnTo>
                    <a:pt x="69" y="19"/>
                  </a:lnTo>
                  <a:lnTo>
                    <a:pt x="66" y="19"/>
                  </a:lnTo>
                  <a:lnTo>
                    <a:pt x="58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3" y="17"/>
                  </a:lnTo>
                  <a:lnTo>
                    <a:pt x="46" y="11"/>
                  </a:lnTo>
                  <a:lnTo>
                    <a:pt x="46" y="11"/>
                  </a:lnTo>
                  <a:lnTo>
                    <a:pt x="42" y="8"/>
                  </a:lnTo>
                  <a:lnTo>
                    <a:pt x="38" y="6"/>
                  </a:lnTo>
                  <a:lnTo>
                    <a:pt x="38" y="6"/>
                  </a:lnTo>
                  <a:lnTo>
                    <a:pt x="33" y="8"/>
                  </a:lnTo>
                  <a:lnTo>
                    <a:pt x="26" y="6"/>
                  </a:lnTo>
                  <a:lnTo>
                    <a:pt x="26" y="6"/>
                  </a:lnTo>
                  <a:lnTo>
                    <a:pt x="18" y="4"/>
                  </a:lnTo>
                  <a:lnTo>
                    <a:pt x="16" y="4"/>
                  </a:lnTo>
                  <a:lnTo>
                    <a:pt x="15" y="2"/>
                  </a:lnTo>
                  <a:lnTo>
                    <a:pt x="15" y="2"/>
                  </a:lnTo>
                  <a:lnTo>
                    <a:pt x="13" y="0"/>
                  </a:lnTo>
                  <a:lnTo>
                    <a:pt x="9" y="0"/>
                  </a:lnTo>
                  <a:lnTo>
                    <a:pt x="4" y="4"/>
                  </a:lnTo>
                  <a:lnTo>
                    <a:pt x="4" y="4"/>
                  </a:lnTo>
                  <a:lnTo>
                    <a:pt x="2" y="6"/>
                  </a:lnTo>
                  <a:lnTo>
                    <a:pt x="0" y="9"/>
                  </a:lnTo>
                  <a:lnTo>
                    <a:pt x="0" y="15"/>
                  </a:lnTo>
                  <a:lnTo>
                    <a:pt x="0" y="1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98" name="Freeform 281">
              <a:extLst>
                <a:ext uri="{FF2B5EF4-FFF2-40B4-BE49-F238E27FC236}">
                  <a16:creationId xmlns:a16="http://schemas.microsoft.com/office/drawing/2014/main" id="{55CE3193-F474-401D-8A2B-AC0F5CD6DA32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8274" y="3644037"/>
              <a:ext cx="83048" cy="26694"/>
            </a:xfrm>
            <a:custGeom>
              <a:avLst/>
              <a:gdLst>
                <a:gd name="T0" fmla="*/ 5 w 56"/>
                <a:gd name="T1" fmla="*/ 18 h 18"/>
                <a:gd name="T2" fmla="*/ 18 w 56"/>
                <a:gd name="T3" fmla="*/ 16 h 18"/>
                <a:gd name="T4" fmla="*/ 18 w 56"/>
                <a:gd name="T5" fmla="*/ 16 h 18"/>
                <a:gd name="T6" fmla="*/ 18 w 56"/>
                <a:gd name="T7" fmla="*/ 14 h 18"/>
                <a:gd name="T8" fmla="*/ 21 w 56"/>
                <a:gd name="T9" fmla="*/ 13 h 18"/>
                <a:gd name="T10" fmla="*/ 23 w 56"/>
                <a:gd name="T11" fmla="*/ 13 h 18"/>
                <a:gd name="T12" fmla="*/ 23 w 56"/>
                <a:gd name="T13" fmla="*/ 13 h 18"/>
                <a:gd name="T14" fmla="*/ 49 w 56"/>
                <a:gd name="T15" fmla="*/ 11 h 18"/>
                <a:gd name="T16" fmla="*/ 49 w 56"/>
                <a:gd name="T17" fmla="*/ 11 h 18"/>
                <a:gd name="T18" fmla="*/ 54 w 56"/>
                <a:gd name="T19" fmla="*/ 11 h 18"/>
                <a:gd name="T20" fmla="*/ 54 w 56"/>
                <a:gd name="T21" fmla="*/ 7 h 18"/>
                <a:gd name="T22" fmla="*/ 56 w 56"/>
                <a:gd name="T23" fmla="*/ 5 h 18"/>
                <a:gd name="T24" fmla="*/ 56 w 56"/>
                <a:gd name="T25" fmla="*/ 5 h 18"/>
                <a:gd name="T26" fmla="*/ 54 w 56"/>
                <a:gd name="T27" fmla="*/ 2 h 18"/>
                <a:gd name="T28" fmla="*/ 54 w 56"/>
                <a:gd name="T29" fmla="*/ 2 h 18"/>
                <a:gd name="T30" fmla="*/ 49 w 56"/>
                <a:gd name="T31" fmla="*/ 2 h 18"/>
                <a:gd name="T32" fmla="*/ 49 w 56"/>
                <a:gd name="T33" fmla="*/ 2 h 18"/>
                <a:gd name="T34" fmla="*/ 38 w 56"/>
                <a:gd name="T35" fmla="*/ 2 h 18"/>
                <a:gd name="T36" fmla="*/ 38 w 56"/>
                <a:gd name="T37" fmla="*/ 2 h 18"/>
                <a:gd name="T38" fmla="*/ 31 w 56"/>
                <a:gd name="T39" fmla="*/ 3 h 18"/>
                <a:gd name="T40" fmla="*/ 27 w 56"/>
                <a:gd name="T41" fmla="*/ 3 h 18"/>
                <a:gd name="T42" fmla="*/ 23 w 56"/>
                <a:gd name="T43" fmla="*/ 2 h 18"/>
                <a:gd name="T44" fmla="*/ 23 w 56"/>
                <a:gd name="T45" fmla="*/ 2 h 18"/>
                <a:gd name="T46" fmla="*/ 21 w 56"/>
                <a:gd name="T47" fmla="*/ 0 h 18"/>
                <a:gd name="T48" fmla="*/ 18 w 56"/>
                <a:gd name="T49" fmla="*/ 3 h 18"/>
                <a:gd name="T50" fmla="*/ 18 w 56"/>
                <a:gd name="T51" fmla="*/ 3 h 18"/>
                <a:gd name="T52" fmla="*/ 14 w 56"/>
                <a:gd name="T53" fmla="*/ 3 h 18"/>
                <a:gd name="T54" fmla="*/ 11 w 56"/>
                <a:gd name="T55" fmla="*/ 3 h 18"/>
                <a:gd name="T56" fmla="*/ 11 w 56"/>
                <a:gd name="T57" fmla="*/ 3 h 18"/>
                <a:gd name="T58" fmla="*/ 3 w 56"/>
                <a:gd name="T59" fmla="*/ 5 h 18"/>
                <a:gd name="T60" fmla="*/ 0 w 56"/>
                <a:gd name="T61" fmla="*/ 7 h 18"/>
                <a:gd name="T62" fmla="*/ 0 w 56"/>
                <a:gd name="T63" fmla="*/ 7 h 18"/>
                <a:gd name="T64" fmla="*/ 5 w 56"/>
                <a:gd name="T65" fmla="*/ 18 h 18"/>
                <a:gd name="T66" fmla="*/ 5 w 56"/>
                <a:gd name="T67" fmla="*/ 1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6" h="18">
                  <a:moveTo>
                    <a:pt x="5" y="18"/>
                  </a:moveTo>
                  <a:lnTo>
                    <a:pt x="18" y="16"/>
                  </a:lnTo>
                  <a:lnTo>
                    <a:pt x="18" y="16"/>
                  </a:lnTo>
                  <a:lnTo>
                    <a:pt x="18" y="14"/>
                  </a:lnTo>
                  <a:lnTo>
                    <a:pt x="21" y="13"/>
                  </a:lnTo>
                  <a:lnTo>
                    <a:pt x="23" y="13"/>
                  </a:lnTo>
                  <a:lnTo>
                    <a:pt x="23" y="13"/>
                  </a:lnTo>
                  <a:lnTo>
                    <a:pt x="49" y="11"/>
                  </a:lnTo>
                  <a:lnTo>
                    <a:pt x="49" y="11"/>
                  </a:lnTo>
                  <a:lnTo>
                    <a:pt x="54" y="11"/>
                  </a:lnTo>
                  <a:lnTo>
                    <a:pt x="54" y="7"/>
                  </a:lnTo>
                  <a:lnTo>
                    <a:pt x="56" y="5"/>
                  </a:lnTo>
                  <a:lnTo>
                    <a:pt x="56" y="5"/>
                  </a:lnTo>
                  <a:lnTo>
                    <a:pt x="54" y="2"/>
                  </a:lnTo>
                  <a:lnTo>
                    <a:pt x="54" y="2"/>
                  </a:lnTo>
                  <a:lnTo>
                    <a:pt x="49" y="2"/>
                  </a:lnTo>
                  <a:lnTo>
                    <a:pt x="49" y="2"/>
                  </a:lnTo>
                  <a:lnTo>
                    <a:pt x="38" y="2"/>
                  </a:lnTo>
                  <a:lnTo>
                    <a:pt x="38" y="2"/>
                  </a:lnTo>
                  <a:lnTo>
                    <a:pt x="31" y="3"/>
                  </a:lnTo>
                  <a:lnTo>
                    <a:pt x="27" y="3"/>
                  </a:lnTo>
                  <a:lnTo>
                    <a:pt x="23" y="2"/>
                  </a:lnTo>
                  <a:lnTo>
                    <a:pt x="23" y="2"/>
                  </a:lnTo>
                  <a:lnTo>
                    <a:pt x="21" y="0"/>
                  </a:lnTo>
                  <a:lnTo>
                    <a:pt x="18" y="3"/>
                  </a:lnTo>
                  <a:lnTo>
                    <a:pt x="18" y="3"/>
                  </a:lnTo>
                  <a:lnTo>
                    <a:pt x="14" y="3"/>
                  </a:lnTo>
                  <a:lnTo>
                    <a:pt x="11" y="3"/>
                  </a:lnTo>
                  <a:lnTo>
                    <a:pt x="11" y="3"/>
                  </a:lnTo>
                  <a:lnTo>
                    <a:pt x="3" y="5"/>
                  </a:lnTo>
                  <a:lnTo>
                    <a:pt x="0" y="7"/>
                  </a:lnTo>
                  <a:lnTo>
                    <a:pt x="0" y="7"/>
                  </a:lnTo>
                  <a:lnTo>
                    <a:pt x="5" y="18"/>
                  </a:lnTo>
                  <a:lnTo>
                    <a:pt x="5" y="18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99" name="Freeform 282">
              <a:extLst>
                <a:ext uri="{FF2B5EF4-FFF2-40B4-BE49-F238E27FC236}">
                  <a16:creationId xmlns:a16="http://schemas.microsoft.com/office/drawing/2014/main" id="{C7DF201B-1CB1-415B-A1A2-9B5168714232}"/>
                </a:ext>
              </a:extLst>
            </p:cNvPr>
            <p:cNvSpPr>
              <a:spLocks/>
            </p:cNvSpPr>
            <p:nvPr/>
          </p:nvSpPr>
          <p:spPr bwMode="auto">
            <a:xfrm>
              <a:off x="5763340" y="3973264"/>
              <a:ext cx="142368" cy="191308"/>
            </a:xfrm>
            <a:custGeom>
              <a:avLst/>
              <a:gdLst>
                <a:gd name="T0" fmla="*/ 13 w 96"/>
                <a:gd name="T1" fmla="*/ 24 h 129"/>
                <a:gd name="T2" fmla="*/ 7 w 96"/>
                <a:gd name="T3" fmla="*/ 31 h 129"/>
                <a:gd name="T4" fmla="*/ 13 w 96"/>
                <a:gd name="T5" fmla="*/ 44 h 129"/>
                <a:gd name="T6" fmla="*/ 13 w 96"/>
                <a:gd name="T7" fmla="*/ 46 h 129"/>
                <a:gd name="T8" fmla="*/ 9 w 96"/>
                <a:gd name="T9" fmla="*/ 51 h 129"/>
                <a:gd name="T10" fmla="*/ 0 w 96"/>
                <a:gd name="T11" fmla="*/ 80 h 129"/>
                <a:gd name="T12" fmla="*/ 3 w 96"/>
                <a:gd name="T13" fmla="*/ 82 h 129"/>
                <a:gd name="T14" fmla="*/ 9 w 96"/>
                <a:gd name="T15" fmla="*/ 89 h 129"/>
                <a:gd name="T16" fmla="*/ 9 w 96"/>
                <a:gd name="T17" fmla="*/ 93 h 129"/>
                <a:gd name="T18" fmla="*/ 5 w 96"/>
                <a:gd name="T19" fmla="*/ 95 h 129"/>
                <a:gd name="T20" fmla="*/ 27 w 96"/>
                <a:gd name="T21" fmla="*/ 113 h 129"/>
                <a:gd name="T22" fmla="*/ 31 w 96"/>
                <a:gd name="T23" fmla="*/ 117 h 129"/>
                <a:gd name="T24" fmla="*/ 29 w 96"/>
                <a:gd name="T25" fmla="*/ 124 h 129"/>
                <a:gd name="T26" fmla="*/ 38 w 96"/>
                <a:gd name="T27" fmla="*/ 129 h 129"/>
                <a:gd name="T28" fmla="*/ 40 w 96"/>
                <a:gd name="T29" fmla="*/ 120 h 129"/>
                <a:gd name="T30" fmla="*/ 42 w 96"/>
                <a:gd name="T31" fmla="*/ 117 h 129"/>
                <a:gd name="T32" fmla="*/ 53 w 96"/>
                <a:gd name="T33" fmla="*/ 120 h 129"/>
                <a:gd name="T34" fmla="*/ 54 w 96"/>
                <a:gd name="T35" fmla="*/ 122 h 129"/>
                <a:gd name="T36" fmla="*/ 54 w 96"/>
                <a:gd name="T37" fmla="*/ 113 h 129"/>
                <a:gd name="T38" fmla="*/ 54 w 96"/>
                <a:gd name="T39" fmla="*/ 109 h 129"/>
                <a:gd name="T40" fmla="*/ 51 w 96"/>
                <a:gd name="T41" fmla="*/ 104 h 129"/>
                <a:gd name="T42" fmla="*/ 51 w 96"/>
                <a:gd name="T43" fmla="*/ 102 h 129"/>
                <a:gd name="T44" fmla="*/ 53 w 96"/>
                <a:gd name="T45" fmla="*/ 97 h 129"/>
                <a:gd name="T46" fmla="*/ 53 w 96"/>
                <a:gd name="T47" fmla="*/ 93 h 129"/>
                <a:gd name="T48" fmla="*/ 62 w 96"/>
                <a:gd name="T49" fmla="*/ 93 h 129"/>
                <a:gd name="T50" fmla="*/ 64 w 96"/>
                <a:gd name="T51" fmla="*/ 91 h 129"/>
                <a:gd name="T52" fmla="*/ 62 w 96"/>
                <a:gd name="T53" fmla="*/ 88 h 129"/>
                <a:gd name="T54" fmla="*/ 64 w 96"/>
                <a:gd name="T55" fmla="*/ 88 h 129"/>
                <a:gd name="T56" fmla="*/ 67 w 96"/>
                <a:gd name="T57" fmla="*/ 89 h 129"/>
                <a:gd name="T58" fmla="*/ 69 w 96"/>
                <a:gd name="T59" fmla="*/ 91 h 129"/>
                <a:gd name="T60" fmla="*/ 80 w 96"/>
                <a:gd name="T61" fmla="*/ 89 h 129"/>
                <a:gd name="T62" fmla="*/ 82 w 96"/>
                <a:gd name="T63" fmla="*/ 91 h 129"/>
                <a:gd name="T64" fmla="*/ 87 w 96"/>
                <a:gd name="T65" fmla="*/ 98 h 129"/>
                <a:gd name="T66" fmla="*/ 89 w 96"/>
                <a:gd name="T67" fmla="*/ 100 h 129"/>
                <a:gd name="T68" fmla="*/ 91 w 96"/>
                <a:gd name="T69" fmla="*/ 91 h 129"/>
                <a:gd name="T70" fmla="*/ 93 w 96"/>
                <a:gd name="T71" fmla="*/ 86 h 129"/>
                <a:gd name="T72" fmla="*/ 89 w 96"/>
                <a:gd name="T73" fmla="*/ 82 h 129"/>
                <a:gd name="T74" fmla="*/ 87 w 96"/>
                <a:gd name="T75" fmla="*/ 80 h 129"/>
                <a:gd name="T76" fmla="*/ 89 w 96"/>
                <a:gd name="T77" fmla="*/ 75 h 129"/>
                <a:gd name="T78" fmla="*/ 89 w 96"/>
                <a:gd name="T79" fmla="*/ 73 h 129"/>
                <a:gd name="T80" fmla="*/ 87 w 96"/>
                <a:gd name="T81" fmla="*/ 64 h 129"/>
                <a:gd name="T82" fmla="*/ 87 w 96"/>
                <a:gd name="T83" fmla="*/ 58 h 129"/>
                <a:gd name="T84" fmla="*/ 87 w 96"/>
                <a:gd name="T85" fmla="*/ 55 h 129"/>
                <a:gd name="T86" fmla="*/ 80 w 96"/>
                <a:gd name="T87" fmla="*/ 47 h 129"/>
                <a:gd name="T88" fmla="*/ 80 w 96"/>
                <a:gd name="T89" fmla="*/ 47 h 129"/>
                <a:gd name="T90" fmla="*/ 82 w 96"/>
                <a:gd name="T91" fmla="*/ 46 h 129"/>
                <a:gd name="T92" fmla="*/ 82 w 96"/>
                <a:gd name="T93" fmla="*/ 37 h 129"/>
                <a:gd name="T94" fmla="*/ 82 w 96"/>
                <a:gd name="T95" fmla="*/ 35 h 129"/>
                <a:gd name="T96" fmla="*/ 87 w 96"/>
                <a:gd name="T97" fmla="*/ 33 h 129"/>
                <a:gd name="T98" fmla="*/ 93 w 96"/>
                <a:gd name="T99" fmla="*/ 31 h 129"/>
                <a:gd name="T100" fmla="*/ 96 w 96"/>
                <a:gd name="T101" fmla="*/ 20 h 129"/>
                <a:gd name="T102" fmla="*/ 87 w 96"/>
                <a:gd name="T103" fmla="*/ 18 h 129"/>
                <a:gd name="T104" fmla="*/ 84 w 96"/>
                <a:gd name="T105" fmla="*/ 16 h 129"/>
                <a:gd name="T106" fmla="*/ 78 w 96"/>
                <a:gd name="T107" fmla="*/ 18 h 129"/>
                <a:gd name="T108" fmla="*/ 76 w 96"/>
                <a:gd name="T109" fmla="*/ 16 h 129"/>
                <a:gd name="T110" fmla="*/ 76 w 96"/>
                <a:gd name="T111" fmla="*/ 13 h 129"/>
                <a:gd name="T112" fmla="*/ 76 w 96"/>
                <a:gd name="T113" fmla="*/ 0 h 129"/>
                <a:gd name="T114" fmla="*/ 69 w 96"/>
                <a:gd name="T115" fmla="*/ 0 h 129"/>
                <a:gd name="T116" fmla="*/ 65 w 96"/>
                <a:gd name="T117" fmla="*/ 0 h 129"/>
                <a:gd name="T118" fmla="*/ 60 w 96"/>
                <a:gd name="T119" fmla="*/ 0 h 129"/>
                <a:gd name="T120" fmla="*/ 54 w 96"/>
                <a:gd name="T121" fmla="*/ 0 h 129"/>
                <a:gd name="T122" fmla="*/ 49 w 96"/>
                <a:gd name="T123" fmla="*/ 4 h 129"/>
                <a:gd name="T124" fmla="*/ 45 w 96"/>
                <a:gd name="T125" fmla="*/ 26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96" h="129">
                  <a:moveTo>
                    <a:pt x="13" y="24"/>
                  </a:moveTo>
                  <a:lnTo>
                    <a:pt x="13" y="24"/>
                  </a:lnTo>
                  <a:lnTo>
                    <a:pt x="7" y="31"/>
                  </a:lnTo>
                  <a:lnTo>
                    <a:pt x="7" y="31"/>
                  </a:lnTo>
                  <a:lnTo>
                    <a:pt x="11" y="38"/>
                  </a:lnTo>
                  <a:lnTo>
                    <a:pt x="13" y="44"/>
                  </a:lnTo>
                  <a:lnTo>
                    <a:pt x="13" y="46"/>
                  </a:lnTo>
                  <a:lnTo>
                    <a:pt x="13" y="46"/>
                  </a:lnTo>
                  <a:lnTo>
                    <a:pt x="13" y="46"/>
                  </a:lnTo>
                  <a:lnTo>
                    <a:pt x="9" y="51"/>
                  </a:lnTo>
                  <a:lnTo>
                    <a:pt x="5" y="60"/>
                  </a:lnTo>
                  <a:lnTo>
                    <a:pt x="0" y="80"/>
                  </a:lnTo>
                  <a:lnTo>
                    <a:pt x="0" y="80"/>
                  </a:lnTo>
                  <a:lnTo>
                    <a:pt x="3" y="82"/>
                  </a:lnTo>
                  <a:lnTo>
                    <a:pt x="7" y="86"/>
                  </a:lnTo>
                  <a:lnTo>
                    <a:pt x="9" y="89"/>
                  </a:lnTo>
                  <a:lnTo>
                    <a:pt x="9" y="91"/>
                  </a:lnTo>
                  <a:lnTo>
                    <a:pt x="9" y="93"/>
                  </a:lnTo>
                  <a:lnTo>
                    <a:pt x="5" y="95"/>
                  </a:lnTo>
                  <a:lnTo>
                    <a:pt x="5" y="95"/>
                  </a:lnTo>
                  <a:lnTo>
                    <a:pt x="20" y="106"/>
                  </a:lnTo>
                  <a:lnTo>
                    <a:pt x="27" y="113"/>
                  </a:lnTo>
                  <a:lnTo>
                    <a:pt x="31" y="117"/>
                  </a:lnTo>
                  <a:lnTo>
                    <a:pt x="31" y="117"/>
                  </a:lnTo>
                  <a:lnTo>
                    <a:pt x="29" y="124"/>
                  </a:lnTo>
                  <a:lnTo>
                    <a:pt x="29" y="124"/>
                  </a:lnTo>
                  <a:lnTo>
                    <a:pt x="38" y="129"/>
                  </a:lnTo>
                  <a:lnTo>
                    <a:pt x="38" y="129"/>
                  </a:lnTo>
                  <a:lnTo>
                    <a:pt x="38" y="124"/>
                  </a:lnTo>
                  <a:lnTo>
                    <a:pt x="40" y="120"/>
                  </a:lnTo>
                  <a:lnTo>
                    <a:pt x="42" y="117"/>
                  </a:lnTo>
                  <a:lnTo>
                    <a:pt x="42" y="117"/>
                  </a:lnTo>
                  <a:lnTo>
                    <a:pt x="47" y="119"/>
                  </a:lnTo>
                  <a:lnTo>
                    <a:pt x="53" y="120"/>
                  </a:lnTo>
                  <a:lnTo>
                    <a:pt x="53" y="120"/>
                  </a:lnTo>
                  <a:lnTo>
                    <a:pt x="54" y="122"/>
                  </a:lnTo>
                  <a:lnTo>
                    <a:pt x="56" y="120"/>
                  </a:lnTo>
                  <a:lnTo>
                    <a:pt x="54" y="113"/>
                  </a:lnTo>
                  <a:lnTo>
                    <a:pt x="54" y="113"/>
                  </a:lnTo>
                  <a:lnTo>
                    <a:pt x="54" y="109"/>
                  </a:lnTo>
                  <a:lnTo>
                    <a:pt x="53" y="108"/>
                  </a:lnTo>
                  <a:lnTo>
                    <a:pt x="51" y="104"/>
                  </a:lnTo>
                  <a:lnTo>
                    <a:pt x="51" y="102"/>
                  </a:lnTo>
                  <a:lnTo>
                    <a:pt x="51" y="102"/>
                  </a:lnTo>
                  <a:lnTo>
                    <a:pt x="54" y="100"/>
                  </a:lnTo>
                  <a:lnTo>
                    <a:pt x="53" y="97"/>
                  </a:lnTo>
                  <a:lnTo>
                    <a:pt x="53" y="97"/>
                  </a:lnTo>
                  <a:lnTo>
                    <a:pt x="53" y="93"/>
                  </a:lnTo>
                  <a:lnTo>
                    <a:pt x="54" y="93"/>
                  </a:lnTo>
                  <a:lnTo>
                    <a:pt x="62" y="93"/>
                  </a:lnTo>
                  <a:lnTo>
                    <a:pt x="62" y="93"/>
                  </a:lnTo>
                  <a:lnTo>
                    <a:pt x="64" y="91"/>
                  </a:lnTo>
                  <a:lnTo>
                    <a:pt x="64" y="89"/>
                  </a:lnTo>
                  <a:lnTo>
                    <a:pt x="62" y="88"/>
                  </a:lnTo>
                  <a:lnTo>
                    <a:pt x="64" y="88"/>
                  </a:lnTo>
                  <a:lnTo>
                    <a:pt x="64" y="88"/>
                  </a:lnTo>
                  <a:lnTo>
                    <a:pt x="65" y="88"/>
                  </a:lnTo>
                  <a:lnTo>
                    <a:pt x="67" y="89"/>
                  </a:lnTo>
                  <a:lnTo>
                    <a:pt x="69" y="91"/>
                  </a:lnTo>
                  <a:lnTo>
                    <a:pt x="69" y="91"/>
                  </a:lnTo>
                  <a:lnTo>
                    <a:pt x="73" y="91"/>
                  </a:lnTo>
                  <a:lnTo>
                    <a:pt x="80" y="89"/>
                  </a:lnTo>
                  <a:lnTo>
                    <a:pt x="80" y="89"/>
                  </a:lnTo>
                  <a:lnTo>
                    <a:pt x="82" y="91"/>
                  </a:lnTo>
                  <a:lnTo>
                    <a:pt x="84" y="93"/>
                  </a:lnTo>
                  <a:lnTo>
                    <a:pt x="87" y="98"/>
                  </a:lnTo>
                  <a:lnTo>
                    <a:pt x="87" y="98"/>
                  </a:lnTo>
                  <a:lnTo>
                    <a:pt x="89" y="100"/>
                  </a:lnTo>
                  <a:lnTo>
                    <a:pt x="89" y="98"/>
                  </a:lnTo>
                  <a:lnTo>
                    <a:pt x="91" y="91"/>
                  </a:lnTo>
                  <a:lnTo>
                    <a:pt x="91" y="91"/>
                  </a:lnTo>
                  <a:lnTo>
                    <a:pt x="93" y="86"/>
                  </a:lnTo>
                  <a:lnTo>
                    <a:pt x="93" y="84"/>
                  </a:lnTo>
                  <a:lnTo>
                    <a:pt x="89" y="82"/>
                  </a:lnTo>
                  <a:lnTo>
                    <a:pt x="89" y="82"/>
                  </a:lnTo>
                  <a:lnTo>
                    <a:pt x="87" y="80"/>
                  </a:lnTo>
                  <a:lnTo>
                    <a:pt x="89" y="78"/>
                  </a:lnTo>
                  <a:lnTo>
                    <a:pt x="89" y="75"/>
                  </a:lnTo>
                  <a:lnTo>
                    <a:pt x="89" y="73"/>
                  </a:lnTo>
                  <a:lnTo>
                    <a:pt x="89" y="73"/>
                  </a:lnTo>
                  <a:lnTo>
                    <a:pt x="87" y="69"/>
                  </a:lnTo>
                  <a:lnTo>
                    <a:pt x="87" y="64"/>
                  </a:lnTo>
                  <a:lnTo>
                    <a:pt x="87" y="64"/>
                  </a:lnTo>
                  <a:lnTo>
                    <a:pt x="87" y="58"/>
                  </a:lnTo>
                  <a:lnTo>
                    <a:pt x="87" y="55"/>
                  </a:lnTo>
                  <a:lnTo>
                    <a:pt x="87" y="55"/>
                  </a:lnTo>
                  <a:lnTo>
                    <a:pt x="84" y="51"/>
                  </a:lnTo>
                  <a:lnTo>
                    <a:pt x="80" y="47"/>
                  </a:lnTo>
                  <a:lnTo>
                    <a:pt x="80" y="47"/>
                  </a:lnTo>
                  <a:lnTo>
                    <a:pt x="80" y="47"/>
                  </a:lnTo>
                  <a:lnTo>
                    <a:pt x="80" y="46"/>
                  </a:lnTo>
                  <a:lnTo>
                    <a:pt x="82" y="46"/>
                  </a:lnTo>
                  <a:lnTo>
                    <a:pt x="82" y="46"/>
                  </a:lnTo>
                  <a:lnTo>
                    <a:pt x="82" y="37"/>
                  </a:lnTo>
                  <a:lnTo>
                    <a:pt x="82" y="37"/>
                  </a:lnTo>
                  <a:lnTo>
                    <a:pt x="82" y="35"/>
                  </a:lnTo>
                  <a:lnTo>
                    <a:pt x="84" y="35"/>
                  </a:lnTo>
                  <a:lnTo>
                    <a:pt x="87" y="33"/>
                  </a:lnTo>
                  <a:lnTo>
                    <a:pt x="87" y="33"/>
                  </a:lnTo>
                  <a:lnTo>
                    <a:pt x="93" y="31"/>
                  </a:lnTo>
                  <a:lnTo>
                    <a:pt x="95" y="33"/>
                  </a:lnTo>
                  <a:lnTo>
                    <a:pt x="96" y="20"/>
                  </a:lnTo>
                  <a:lnTo>
                    <a:pt x="96" y="20"/>
                  </a:lnTo>
                  <a:lnTo>
                    <a:pt x="87" y="18"/>
                  </a:lnTo>
                  <a:lnTo>
                    <a:pt x="87" y="18"/>
                  </a:lnTo>
                  <a:lnTo>
                    <a:pt x="84" y="16"/>
                  </a:lnTo>
                  <a:lnTo>
                    <a:pt x="78" y="18"/>
                  </a:lnTo>
                  <a:lnTo>
                    <a:pt x="78" y="18"/>
                  </a:lnTo>
                  <a:lnTo>
                    <a:pt x="76" y="18"/>
                  </a:lnTo>
                  <a:lnTo>
                    <a:pt x="76" y="16"/>
                  </a:lnTo>
                  <a:lnTo>
                    <a:pt x="76" y="13"/>
                  </a:lnTo>
                  <a:lnTo>
                    <a:pt x="76" y="13"/>
                  </a:lnTo>
                  <a:lnTo>
                    <a:pt x="76" y="0"/>
                  </a:lnTo>
                  <a:lnTo>
                    <a:pt x="76" y="0"/>
                  </a:lnTo>
                  <a:lnTo>
                    <a:pt x="73" y="0"/>
                  </a:lnTo>
                  <a:lnTo>
                    <a:pt x="69" y="0"/>
                  </a:lnTo>
                  <a:lnTo>
                    <a:pt x="65" y="0"/>
                  </a:lnTo>
                  <a:lnTo>
                    <a:pt x="65" y="0"/>
                  </a:lnTo>
                  <a:lnTo>
                    <a:pt x="62" y="2"/>
                  </a:lnTo>
                  <a:lnTo>
                    <a:pt x="60" y="0"/>
                  </a:lnTo>
                  <a:lnTo>
                    <a:pt x="56" y="0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49" y="4"/>
                  </a:lnTo>
                  <a:lnTo>
                    <a:pt x="47" y="4"/>
                  </a:lnTo>
                  <a:lnTo>
                    <a:pt x="45" y="26"/>
                  </a:lnTo>
                  <a:lnTo>
                    <a:pt x="13" y="2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00" name="Freeform 283">
              <a:extLst>
                <a:ext uri="{FF2B5EF4-FFF2-40B4-BE49-F238E27FC236}">
                  <a16:creationId xmlns:a16="http://schemas.microsoft.com/office/drawing/2014/main" id="{164CA5C0-8B5A-4F53-838C-7691E291538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8471" y="3884283"/>
              <a:ext cx="72668" cy="121606"/>
            </a:xfrm>
            <a:custGeom>
              <a:avLst/>
              <a:gdLst>
                <a:gd name="T0" fmla="*/ 7 w 49"/>
                <a:gd name="T1" fmla="*/ 2 h 82"/>
                <a:gd name="T2" fmla="*/ 0 w 49"/>
                <a:gd name="T3" fmla="*/ 15 h 82"/>
                <a:gd name="T4" fmla="*/ 0 w 49"/>
                <a:gd name="T5" fmla="*/ 15 h 82"/>
                <a:gd name="T6" fmla="*/ 2 w 49"/>
                <a:gd name="T7" fmla="*/ 35 h 82"/>
                <a:gd name="T8" fmla="*/ 2 w 49"/>
                <a:gd name="T9" fmla="*/ 35 h 82"/>
                <a:gd name="T10" fmla="*/ 2 w 49"/>
                <a:gd name="T11" fmla="*/ 38 h 82"/>
                <a:gd name="T12" fmla="*/ 6 w 49"/>
                <a:gd name="T13" fmla="*/ 44 h 82"/>
                <a:gd name="T14" fmla="*/ 11 w 49"/>
                <a:gd name="T15" fmla="*/ 47 h 82"/>
                <a:gd name="T16" fmla="*/ 11 w 49"/>
                <a:gd name="T17" fmla="*/ 47 h 82"/>
                <a:gd name="T18" fmla="*/ 9 w 49"/>
                <a:gd name="T19" fmla="*/ 53 h 82"/>
                <a:gd name="T20" fmla="*/ 7 w 49"/>
                <a:gd name="T21" fmla="*/ 60 h 82"/>
                <a:gd name="T22" fmla="*/ 7 w 49"/>
                <a:gd name="T23" fmla="*/ 60 h 82"/>
                <a:gd name="T24" fmla="*/ 0 w 49"/>
                <a:gd name="T25" fmla="*/ 73 h 82"/>
                <a:gd name="T26" fmla="*/ 0 w 49"/>
                <a:gd name="T27" fmla="*/ 73 h 82"/>
                <a:gd name="T28" fmla="*/ 2 w 49"/>
                <a:gd name="T29" fmla="*/ 76 h 82"/>
                <a:gd name="T30" fmla="*/ 4 w 49"/>
                <a:gd name="T31" fmla="*/ 78 h 82"/>
                <a:gd name="T32" fmla="*/ 6 w 49"/>
                <a:gd name="T33" fmla="*/ 82 h 82"/>
                <a:gd name="T34" fmla="*/ 6 w 49"/>
                <a:gd name="T35" fmla="*/ 82 h 82"/>
                <a:gd name="T36" fmla="*/ 9 w 49"/>
                <a:gd name="T37" fmla="*/ 82 h 82"/>
                <a:gd name="T38" fmla="*/ 11 w 49"/>
                <a:gd name="T39" fmla="*/ 80 h 82"/>
                <a:gd name="T40" fmla="*/ 15 w 49"/>
                <a:gd name="T41" fmla="*/ 78 h 82"/>
                <a:gd name="T42" fmla="*/ 24 w 49"/>
                <a:gd name="T43" fmla="*/ 76 h 82"/>
                <a:gd name="T44" fmla="*/ 29 w 49"/>
                <a:gd name="T45" fmla="*/ 82 h 82"/>
                <a:gd name="T46" fmla="*/ 29 w 49"/>
                <a:gd name="T47" fmla="*/ 82 h 82"/>
                <a:gd name="T48" fmla="*/ 35 w 49"/>
                <a:gd name="T49" fmla="*/ 76 h 82"/>
                <a:gd name="T50" fmla="*/ 40 w 49"/>
                <a:gd name="T51" fmla="*/ 67 h 82"/>
                <a:gd name="T52" fmla="*/ 40 w 49"/>
                <a:gd name="T53" fmla="*/ 67 h 82"/>
                <a:gd name="T54" fmla="*/ 42 w 49"/>
                <a:gd name="T55" fmla="*/ 51 h 82"/>
                <a:gd name="T56" fmla="*/ 46 w 49"/>
                <a:gd name="T57" fmla="*/ 40 h 82"/>
                <a:gd name="T58" fmla="*/ 46 w 49"/>
                <a:gd name="T59" fmla="*/ 40 h 82"/>
                <a:gd name="T60" fmla="*/ 49 w 49"/>
                <a:gd name="T61" fmla="*/ 31 h 82"/>
                <a:gd name="T62" fmla="*/ 49 w 49"/>
                <a:gd name="T63" fmla="*/ 31 h 82"/>
                <a:gd name="T64" fmla="*/ 49 w 49"/>
                <a:gd name="T65" fmla="*/ 27 h 82"/>
                <a:gd name="T66" fmla="*/ 49 w 49"/>
                <a:gd name="T67" fmla="*/ 25 h 82"/>
                <a:gd name="T68" fmla="*/ 49 w 49"/>
                <a:gd name="T69" fmla="*/ 25 h 82"/>
                <a:gd name="T70" fmla="*/ 44 w 49"/>
                <a:gd name="T71" fmla="*/ 24 h 82"/>
                <a:gd name="T72" fmla="*/ 40 w 49"/>
                <a:gd name="T73" fmla="*/ 20 h 82"/>
                <a:gd name="T74" fmla="*/ 40 w 49"/>
                <a:gd name="T75" fmla="*/ 20 h 82"/>
                <a:gd name="T76" fmla="*/ 37 w 49"/>
                <a:gd name="T77" fmla="*/ 13 h 82"/>
                <a:gd name="T78" fmla="*/ 35 w 49"/>
                <a:gd name="T79" fmla="*/ 9 h 82"/>
                <a:gd name="T80" fmla="*/ 33 w 49"/>
                <a:gd name="T81" fmla="*/ 5 h 82"/>
                <a:gd name="T82" fmla="*/ 33 w 49"/>
                <a:gd name="T83" fmla="*/ 5 h 82"/>
                <a:gd name="T84" fmla="*/ 22 w 49"/>
                <a:gd name="T85" fmla="*/ 2 h 82"/>
                <a:gd name="T86" fmla="*/ 22 w 49"/>
                <a:gd name="T87" fmla="*/ 2 h 82"/>
                <a:gd name="T88" fmla="*/ 18 w 49"/>
                <a:gd name="T89" fmla="*/ 0 h 82"/>
                <a:gd name="T90" fmla="*/ 15 w 49"/>
                <a:gd name="T91" fmla="*/ 0 h 82"/>
                <a:gd name="T92" fmla="*/ 11 w 49"/>
                <a:gd name="T93" fmla="*/ 2 h 82"/>
                <a:gd name="T94" fmla="*/ 7 w 49"/>
                <a:gd name="T95" fmla="*/ 2 h 82"/>
                <a:gd name="T96" fmla="*/ 7 w 49"/>
                <a:gd name="T97" fmla="*/ 2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9" h="82">
                  <a:moveTo>
                    <a:pt x="7" y="2"/>
                  </a:moveTo>
                  <a:lnTo>
                    <a:pt x="0" y="15"/>
                  </a:lnTo>
                  <a:lnTo>
                    <a:pt x="0" y="15"/>
                  </a:lnTo>
                  <a:lnTo>
                    <a:pt x="2" y="35"/>
                  </a:lnTo>
                  <a:lnTo>
                    <a:pt x="2" y="35"/>
                  </a:lnTo>
                  <a:lnTo>
                    <a:pt x="2" y="38"/>
                  </a:lnTo>
                  <a:lnTo>
                    <a:pt x="6" y="44"/>
                  </a:lnTo>
                  <a:lnTo>
                    <a:pt x="11" y="47"/>
                  </a:lnTo>
                  <a:lnTo>
                    <a:pt x="11" y="47"/>
                  </a:lnTo>
                  <a:lnTo>
                    <a:pt x="9" y="53"/>
                  </a:lnTo>
                  <a:lnTo>
                    <a:pt x="7" y="60"/>
                  </a:lnTo>
                  <a:lnTo>
                    <a:pt x="7" y="60"/>
                  </a:lnTo>
                  <a:lnTo>
                    <a:pt x="0" y="73"/>
                  </a:lnTo>
                  <a:lnTo>
                    <a:pt x="0" y="73"/>
                  </a:lnTo>
                  <a:lnTo>
                    <a:pt x="2" y="76"/>
                  </a:lnTo>
                  <a:lnTo>
                    <a:pt x="4" y="78"/>
                  </a:lnTo>
                  <a:lnTo>
                    <a:pt x="6" y="82"/>
                  </a:lnTo>
                  <a:lnTo>
                    <a:pt x="6" y="82"/>
                  </a:lnTo>
                  <a:lnTo>
                    <a:pt x="9" y="82"/>
                  </a:lnTo>
                  <a:lnTo>
                    <a:pt x="11" y="80"/>
                  </a:lnTo>
                  <a:lnTo>
                    <a:pt x="15" y="78"/>
                  </a:lnTo>
                  <a:lnTo>
                    <a:pt x="24" y="76"/>
                  </a:lnTo>
                  <a:lnTo>
                    <a:pt x="29" y="82"/>
                  </a:lnTo>
                  <a:lnTo>
                    <a:pt x="29" y="82"/>
                  </a:lnTo>
                  <a:lnTo>
                    <a:pt x="35" y="76"/>
                  </a:lnTo>
                  <a:lnTo>
                    <a:pt x="40" y="67"/>
                  </a:lnTo>
                  <a:lnTo>
                    <a:pt x="40" y="67"/>
                  </a:lnTo>
                  <a:lnTo>
                    <a:pt x="42" y="51"/>
                  </a:lnTo>
                  <a:lnTo>
                    <a:pt x="46" y="40"/>
                  </a:lnTo>
                  <a:lnTo>
                    <a:pt x="46" y="40"/>
                  </a:lnTo>
                  <a:lnTo>
                    <a:pt x="49" y="31"/>
                  </a:lnTo>
                  <a:lnTo>
                    <a:pt x="49" y="31"/>
                  </a:lnTo>
                  <a:lnTo>
                    <a:pt x="49" y="27"/>
                  </a:lnTo>
                  <a:lnTo>
                    <a:pt x="49" y="25"/>
                  </a:lnTo>
                  <a:lnTo>
                    <a:pt x="49" y="25"/>
                  </a:lnTo>
                  <a:lnTo>
                    <a:pt x="44" y="24"/>
                  </a:lnTo>
                  <a:lnTo>
                    <a:pt x="40" y="20"/>
                  </a:lnTo>
                  <a:lnTo>
                    <a:pt x="40" y="20"/>
                  </a:lnTo>
                  <a:lnTo>
                    <a:pt x="37" y="13"/>
                  </a:lnTo>
                  <a:lnTo>
                    <a:pt x="35" y="9"/>
                  </a:lnTo>
                  <a:lnTo>
                    <a:pt x="33" y="5"/>
                  </a:lnTo>
                  <a:lnTo>
                    <a:pt x="33" y="5"/>
                  </a:lnTo>
                  <a:lnTo>
                    <a:pt x="22" y="2"/>
                  </a:lnTo>
                  <a:lnTo>
                    <a:pt x="22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1" y="2"/>
                  </a:lnTo>
                  <a:lnTo>
                    <a:pt x="7" y="2"/>
                  </a:lnTo>
                  <a:lnTo>
                    <a:pt x="7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01" name="Freeform 284">
              <a:extLst>
                <a:ext uri="{FF2B5EF4-FFF2-40B4-BE49-F238E27FC236}">
                  <a16:creationId xmlns:a16="http://schemas.microsoft.com/office/drawing/2014/main" id="{CA382B71-AD4C-4A37-B4EA-CC173DF344C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16934" y="1704267"/>
              <a:ext cx="295118" cy="424139"/>
            </a:xfrm>
            <a:custGeom>
              <a:avLst/>
              <a:gdLst>
                <a:gd name="T0" fmla="*/ 166 w 199"/>
                <a:gd name="T1" fmla="*/ 23 h 286"/>
                <a:gd name="T2" fmla="*/ 151 w 199"/>
                <a:gd name="T3" fmla="*/ 14 h 286"/>
                <a:gd name="T4" fmla="*/ 142 w 199"/>
                <a:gd name="T5" fmla="*/ 0 h 286"/>
                <a:gd name="T6" fmla="*/ 131 w 199"/>
                <a:gd name="T7" fmla="*/ 7 h 286"/>
                <a:gd name="T8" fmla="*/ 117 w 199"/>
                <a:gd name="T9" fmla="*/ 11 h 286"/>
                <a:gd name="T10" fmla="*/ 108 w 199"/>
                <a:gd name="T11" fmla="*/ 18 h 286"/>
                <a:gd name="T12" fmla="*/ 104 w 199"/>
                <a:gd name="T13" fmla="*/ 23 h 286"/>
                <a:gd name="T14" fmla="*/ 106 w 199"/>
                <a:gd name="T15" fmla="*/ 33 h 286"/>
                <a:gd name="T16" fmla="*/ 97 w 199"/>
                <a:gd name="T17" fmla="*/ 45 h 286"/>
                <a:gd name="T18" fmla="*/ 86 w 199"/>
                <a:gd name="T19" fmla="*/ 44 h 286"/>
                <a:gd name="T20" fmla="*/ 80 w 199"/>
                <a:gd name="T21" fmla="*/ 42 h 286"/>
                <a:gd name="T22" fmla="*/ 73 w 199"/>
                <a:gd name="T23" fmla="*/ 42 h 286"/>
                <a:gd name="T24" fmla="*/ 57 w 199"/>
                <a:gd name="T25" fmla="*/ 44 h 286"/>
                <a:gd name="T26" fmla="*/ 33 w 199"/>
                <a:gd name="T27" fmla="*/ 23 h 286"/>
                <a:gd name="T28" fmla="*/ 24 w 199"/>
                <a:gd name="T29" fmla="*/ 34 h 286"/>
                <a:gd name="T30" fmla="*/ 35 w 199"/>
                <a:gd name="T31" fmla="*/ 40 h 286"/>
                <a:gd name="T32" fmla="*/ 44 w 199"/>
                <a:gd name="T33" fmla="*/ 49 h 286"/>
                <a:gd name="T34" fmla="*/ 57 w 199"/>
                <a:gd name="T35" fmla="*/ 54 h 286"/>
                <a:gd name="T36" fmla="*/ 66 w 199"/>
                <a:gd name="T37" fmla="*/ 64 h 286"/>
                <a:gd name="T38" fmla="*/ 67 w 199"/>
                <a:gd name="T39" fmla="*/ 73 h 286"/>
                <a:gd name="T40" fmla="*/ 67 w 199"/>
                <a:gd name="T41" fmla="*/ 78 h 286"/>
                <a:gd name="T42" fmla="*/ 67 w 199"/>
                <a:gd name="T43" fmla="*/ 95 h 286"/>
                <a:gd name="T44" fmla="*/ 71 w 199"/>
                <a:gd name="T45" fmla="*/ 116 h 286"/>
                <a:gd name="T46" fmla="*/ 95 w 199"/>
                <a:gd name="T47" fmla="*/ 129 h 286"/>
                <a:gd name="T48" fmla="*/ 89 w 199"/>
                <a:gd name="T49" fmla="*/ 146 h 286"/>
                <a:gd name="T50" fmla="*/ 75 w 199"/>
                <a:gd name="T51" fmla="*/ 166 h 286"/>
                <a:gd name="T52" fmla="*/ 53 w 199"/>
                <a:gd name="T53" fmla="*/ 182 h 286"/>
                <a:gd name="T54" fmla="*/ 53 w 199"/>
                <a:gd name="T55" fmla="*/ 193 h 286"/>
                <a:gd name="T56" fmla="*/ 49 w 199"/>
                <a:gd name="T57" fmla="*/ 187 h 286"/>
                <a:gd name="T58" fmla="*/ 38 w 199"/>
                <a:gd name="T59" fmla="*/ 202 h 286"/>
                <a:gd name="T60" fmla="*/ 46 w 199"/>
                <a:gd name="T61" fmla="*/ 224 h 286"/>
                <a:gd name="T62" fmla="*/ 44 w 199"/>
                <a:gd name="T63" fmla="*/ 240 h 286"/>
                <a:gd name="T64" fmla="*/ 49 w 199"/>
                <a:gd name="T65" fmla="*/ 251 h 286"/>
                <a:gd name="T66" fmla="*/ 49 w 199"/>
                <a:gd name="T67" fmla="*/ 260 h 286"/>
                <a:gd name="T68" fmla="*/ 57 w 199"/>
                <a:gd name="T69" fmla="*/ 258 h 286"/>
                <a:gd name="T70" fmla="*/ 58 w 199"/>
                <a:gd name="T71" fmla="*/ 268 h 286"/>
                <a:gd name="T72" fmla="*/ 64 w 199"/>
                <a:gd name="T73" fmla="*/ 279 h 286"/>
                <a:gd name="T74" fmla="*/ 66 w 199"/>
                <a:gd name="T75" fmla="*/ 273 h 286"/>
                <a:gd name="T76" fmla="*/ 71 w 199"/>
                <a:gd name="T77" fmla="*/ 273 h 286"/>
                <a:gd name="T78" fmla="*/ 71 w 199"/>
                <a:gd name="T79" fmla="*/ 280 h 286"/>
                <a:gd name="T80" fmla="*/ 88 w 199"/>
                <a:gd name="T81" fmla="*/ 280 h 286"/>
                <a:gd name="T82" fmla="*/ 100 w 199"/>
                <a:gd name="T83" fmla="*/ 268 h 286"/>
                <a:gd name="T84" fmla="*/ 108 w 199"/>
                <a:gd name="T85" fmla="*/ 268 h 286"/>
                <a:gd name="T86" fmla="*/ 120 w 199"/>
                <a:gd name="T87" fmla="*/ 262 h 286"/>
                <a:gd name="T88" fmla="*/ 170 w 199"/>
                <a:gd name="T89" fmla="*/ 235 h 286"/>
                <a:gd name="T90" fmla="*/ 197 w 199"/>
                <a:gd name="T91" fmla="*/ 209 h 286"/>
                <a:gd name="T92" fmla="*/ 191 w 199"/>
                <a:gd name="T93" fmla="*/ 200 h 286"/>
                <a:gd name="T94" fmla="*/ 182 w 199"/>
                <a:gd name="T95" fmla="*/ 195 h 286"/>
                <a:gd name="T96" fmla="*/ 184 w 199"/>
                <a:gd name="T97" fmla="*/ 182 h 286"/>
                <a:gd name="T98" fmla="*/ 186 w 199"/>
                <a:gd name="T99" fmla="*/ 171 h 286"/>
                <a:gd name="T100" fmla="*/ 184 w 199"/>
                <a:gd name="T101" fmla="*/ 160 h 286"/>
                <a:gd name="T102" fmla="*/ 175 w 199"/>
                <a:gd name="T103" fmla="*/ 149 h 286"/>
                <a:gd name="T104" fmla="*/ 173 w 199"/>
                <a:gd name="T105" fmla="*/ 138 h 286"/>
                <a:gd name="T106" fmla="*/ 175 w 199"/>
                <a:gd name="T107" fmla="*/ 127 h 286"/>
                <a:gd name="T108" fmla="*/ 173 w 199"/>
                <a:gd name="T109" fmla="*/ 120 h 286"/>
                <a:gd name="T110" fmla="*/ 168 w 199"/>
                <a:gd name="T111" fmla="*/ 96 h 286"/>
                <a:gd name="T112" fmla="*/ 166 w 199"/>
                <a:gd name="T113" fmla="*/ 71 h 286"/>
                <a:gd name="T114" fmla="*/ 171 w 199"/>
                <a:gd name="T115" fmla="*/ 56 h 286"/>
                <a:gd name="T116" fmla="*/ 164 w 199"/>
                <a:gd name="T117" fmla="*/ 51 h 286"/>
                <a:gd name="T118" fmla="*/ 162 w 199"/>
                <a:gd name="T119" fmla="*/ 38 h 286"/>
                <a:gd name="T120" fmla="*/ 6 w 199"/>
                <a:gd name="T121" fmla="*/ 279 h 286"/>
                <a:gd name="T122" fmla="*/ 13 w 199"/>
                <a:gd name="T123" fmla="*/ 286 h 286"/>
                <a:gd name="T124" fmla="*/ 4 w 199"/>
                <a:gd name="T125" fmla="*/ 271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99" h="286">
                  <a:moveTo>
                    <a:pt x="170" y="23"/>
                  </a:moveTo>
                  <a:lnTo>
                    <a:pt x="168" y="22"/>
                  </a:lnTo>
                  <a:lnTo>
                    <a:pt x="168" y="22"/>
                  </a:lnTo>
                  <a:lnTo>
                    <a:pt x="166" y="23"/>
                  </a:lnTo>
                  <a:lnTo>
                    <a:pt x="162" y="22"/>
                  </a:lnTo>
                  <a:lnTo>
                    <a:pt x="162" y="22"/>
                  </a:lnTo>
                  <a:lnTo>
                    <a:pt x="151" y="14"/>
                  </a:lnTo>
                  <a:lnTo>
                    <a:pt x="151" y="14"/>
                  </a:lnTo>
                  <a:lnTo>
                    <a:pt x="148" y="11"/>
                  </a:lnTo>
                  <a:lnTo>
                    <a:pt x="146" y="7"/>
                  </a:lnTo>
                  <a:lnTo>
                    <a:pt x="142" y="0"/>
                  </a:lnTo>
                  <a:lnTo>
                    <a:pt x="142" y="0"/>
                  </a:lnTo>
                  <a:lnTo>
                    <a:pt x="139" y="3"/>
                  </a:lnTo>
                  <a:lnTo>
                    <a:pt x="133" y="7"/>
                  </a:lnTo>
                  <a:lnTo>
                    <a:pt x="131" y="7"/>
                  </a:lnTo>
                  <a:lnTo>
                    <a:pt x="131" y="7"/>
                  </a:lnTo>
                  <a:lnTo>
                    <a:pt x="120" y="5"/>
                  </a:lnTo>
                  <a:lnTo>
                    <a:pt x="120" y="5"/>
                  </a:lnTo>
                  <a:lnTo>
                    <a:pt x="119" y="9"/>
                  </a:lnTo>
                  <a:lnTo>
                    <a:pt x="117" y="11"/>
                  </a:lnTo>
                  <a:lnTo>
                    <a:pt x="115" y="13"/>
                  </a:lnTo>
                  <a:lnTo>
                    <a:pt x="115" y="13"/>
                  </a:lnTo>
                  <a:lnTo>
                    <a:pt x="109" y="14"/>
                  </a:lnTo>
                  <a:lnTo>
                    <a:pt x="108" y="18"/>
                  </a:lnTo>
                  <a:lnTo>
                    <a:pt x="108" y="18"/>
                  </a:lnTo>
                  <a:lnTo>
                    <a:pt x="106" y="22"/>
                  </a:lnTo>
                  <a:lnTo>
                    <a:pt x="104" y="23"/>
                  </a:lnTo>
                  <a:lnTo>
                    <a:pt x="104" y="23"/>
                  </a:lnTo>
                  <a:lnTo>
                    <a:pt x="106" y="27"/>
                  </a:lnTo>
                  <a:lnTo>
                    <a:pt x="106" y="31"/>
                  </a:lnTo>
                  <a:lnTo>
                    <a:pt x="106" y="33"/>
                  </a:lnTo>
                  <a:lnTo>
                    <a:pt x="106" y="33"/>
                  </a:lnTo>
                  <a:lnTo>
                    <a:pt x="104" y="40"/>
                  </a:lnTo>
                  <a:lnTo>
                    <a:pt x="98" y="44"/>
                  </a:lnTo>
                  <a:lnTo>
                    <a:pt x="98" y="44"/>
                  </a:lnTo>
                  <a:lnTo>
                    <a:pt x="97" y="45"/>
                  </a:lnTo>
                  <a:lnTo>
                    <a:pt x="95" y="47"/>
                  </a:lnTo>
                  <a:lnTo>
                    <a:pt x="95" y="51"/>
                  </a:lnTo>
                  <a:lnTo>
                    <a:pt x="86" y="44"/>
                  </a:lnTo>
                  <a:lnTo>
                    <a:pt x="86" y="44"/>
                  </a:lnTo>
                  <a:lnTo>
                    <a:pt x="86" y="42"/>
                  </a:lnTo>
                  <a:lnTo>
                    <a:pt x="84" y="42"/>
                  </a:lnTo>
                  <a:lnTo>
                    <a:pt x="80" y="42"/>
                  </a:lnTo>
                  <a:lnTo>
                    <a:pt x="80" y="42"/>
                  </a:lnTo>
                  <a:lnTo>
                    <a:pt x="78" y="42"/>
                  </a:lnTo>
                  <a:lnTo>
                    <a:pt x="78" y="44"/>
                  </a:lnTo>
                  <a:lnTo>
                    <a:pt x="77" y="44"/>
                  </a:lnTo>
                  <a:lnTo>
                    <a:pt x="73" y="42"/>
                  </a:lnTo>
                  <a:lnTo>
                    <a:pt x="73" y="42"/>
                  </a:lnTo>
                  <a:lnTo>
                    <a:pt x="69" y="42"/>
                  </a:lnTo>
                  <a:lnTo>
                    <a:pt x="64" y="42"/>
                  </a:lnTo>
                  <a:lnTo>
                    <a:pt x="57" y="44"/>
                  </a:lnTo>
                  <a:lnTo>
                    <a:pt x="38" y="23"/>
                  </a:lnTo>
                  <a:lnTo>
                    <a:pt x="38" y="23"/>
                  </a:lnTo>
                  <a:lnTo>
                    <a:pt x="37" y="23"/>
                  </a:lnTo>
                  <a:lnTo>
                    <a:pt x="33" y="23"/>
                  </a:lnTo>
                  <a:lnTo>
                    <a:pt x="31" y="25"/>
                  </a:lnTo>
                  <a:lnTo>
                    <a:pt x="31" y="29"/>
                  </a:lnTo>
                  <a:lnTo>
                    <a:pt x="24" y="34"/>
                  </a:lnTo>
                  <a:lnTo>
                    <a:pt x="24" y="34"/>
                  </a:lnTo>
                  <a:lnTo>
                    <a:pt x="29" y="34"/>
                  </a:lnTo>
                  <a:lnTo>
                    <a:pt x="33" y="36"/>
                  </a:lnTo>
                  <a:lnTo>
                    <a:pt x="35" y="40"/>
                  </a:lnTo>
                  <a:lnTo>
                    <a:pt x="35" y="40"/>
                  </a:lnTo>
                  <a:lnTo>
                    <a:pt x="38" y="45"/>
                  </a:lnTo>
                  <a:lnTo>
                    <a:pt x="40" y="47"/>
                  </a:lnTo>
                  <a:lnTo>
                    <a:pt x="44" y="49"/>
                  </a:lnTo>
                  <a:lnTo>
                    <a:pt x="44" y="49"/>
                  </a:lnTo>
                  <a:lnTo>
                    <a:pt x="51" y="49"/>
                  </a:lnTo>
                  <a:lnTo>
                    <a:pt x="55" y="51"/>
                  </a:lnTo>
                  <a:lnTo>
                    <a:pt x="57" y="54"/>
                  </a:lnTo>
                  <a:lnTo>
                    <a:pt x="57" y="54"/>
                  </a:lnTo>
                  <a:lnTo>
                    <a:pt x="60" y="58"/>
                  </a:lnTo>
                  <a:lnTo>
                    <a:pt x="64" y="64"/>
                  </a:lnTo>
                  <a:lnTo>
                    <a:pt x="64" y="64"/>
                  </a:lnTo>
                  <a:lnTo>
                    <a:pt x="66" y="64"/>
                  </a:lnTo>
                  <a:lnTo>
                    <a:pt x="66" y="65"/>
                  </a:lnTo>
                  <a:lnTo>
                    <a:pt x="66" y="69"/>
                  </a:lnTo>
                  <a:lnTo>
                    <a:pt x="66" y="69"/>
                  </a:lnTo>
                  <a:lnTo>
                    <a:pt x="67" y="73"/>
                  </a:lnTo>
                  <a:lnTo>
                    <a:pt x="66" y="74"/>
                  </a:lnTo>
                  <a:lnTo>
                    <a:pt x="66" y="76"/>
                  </a:lnTo>
                  <a:lnTo>
                    <a:pt x="67" y="78"/>
                  </a:lnTo>
                  <a:lnTo>
                    <a:pt x="67" y="78"/>
                  </a:lnTo>
                  <a:lnTo>
                    <a:pt x="69" y="84"/>
                  </a:lnTo>
                  <a:lnTo>
                    <a:pt x="69" y="89"/>
                  </a:lnTo>
                  <a:lnTo>
                    <a:pt x="69" y="89"/>
                  </a:lnTo>
                  <a:lnTo>
                    <a:pt x="67" y="95"/>
                  </a:lnTo>
                  <a:lnTo>
                    <a:pt x="67" y="100"/>
                  </a:lnTo>
                  <a:lnTo>
                    <a:pt x="67" y="100"/>
                  </a:lnTo>
                  <a:lnTo>
                    <a:pt x="67" y="105"/>
                  </a:lnTo>
                  <a:lnTo>
                    <a:pt x="71" y="116"/>
                  </a:lnTo>
                  <a:lnTo>
                    <a:pt x="71" y="116"/>
                  </a:lnTo>
                  <a:lnTo>
                    <a:pt x="93" y="118"/>
                  </a:lnTo>
                  <a:lnTo>
                    <a:pt x="93" y="118"/>
                  </a:lnTo>
                  <a:lnTo>
                    <a:pt x="95" y="129"/>
                  </a:lnTo>
                  <a:lnTo>
                    <a:pt x="95" y="138"/>
                  </a:lnTo>
                  <a:lnTo>
                    <a:pt x="95" y="138"/>
                  </a:lnTo>
                  <a:lnTo>
                    <a:pt x="93" y="142"/>
                  </a:lnTo>
                  <a:lnTo>
                    <a:pt x="89" y="146"/>
                  </a:lnTo>
                  <a:lnTo>
                    <a:pt x="80" y="153"/>
                  </a:lnTo>
                  <a:lnTo>
                    <a:pt x="80" y="153"/>
                  </a:lnTo>
                  <a:lnTo>
                    <a:pt x="77" y="162"/>
                  </a:lnTo>
                  <a:lnTo>
                    <a:pt x="75" y="166"/>
                  </a:lnTo>
                  <a:lnTo>
                    <a:pt x="73" y="169"/>
                  </a:lnTo>
                  <a:lnTo>
                    <a:pt x="73" y="169"/>
                  </a:lnTo>
                  <a:lnTo>
                    <a:pt x="64" y="177"/>
                  </a:lnTo>
                  <a:lnTo>
                    <a:pt x="53" y="182"/>
                  </a:lnTo>
                  <a:lnTo>
                    <a:pt x="53" y="182"/>
                  </a:lnTo>
                  <a:lnTo>
                    <a:pt x="55" y="187"/>
                  </a:lnTo>
                  <a:lnTo>
                    <a:pt x="55" y="189"/>
                  </a:lnTo>
                  <a:lnTo>
                    <a:pt x="53" y="193"/>
                  </a:lnTo>
                  <a:lnTo>
                    <a:pt x="53" y="193"/>
                  </a:lnTo>
                  <a:lnTo>
                    <a:pt x="53" y="191"/>
                  </a:lnTo>
                  <a:lnTo>
                    <a:pt x="51" y="189"/>
                  </a:lnTo>
                  <a:lnTo>
                    <a:pt x="49" y="187"/>
                  </a:lnTo>
                  <a:lnTo>
                    <a:pt x="49" y="187"/>
                  </a:lnTo>
                  <a:lnTo>
                    <a:pt x="42" y="202"/>
                  </a:lnTo>
                  <a:lnTo>
                    <a:pt x="38" y="202"/>
                  </a:lnTo>
                  <a:lnTo>
                    <a:pt x="38" y="202"/>
                  </a:lnTo>
                  <a:lnTo>
                    <a:pt x="40" y="207"/>
                  </a:lnTo>
                  <a:lnTo>
                    <a:pt x="42" y="215"/>
                  </a:lnTo>
                  <a:lnTo>
                    <a:pt x="46" y="220"/>
                  </a:lnTo>
                  <a:lnTo>
                    <a:pt x="46" y="224"/>
                  </a:lnTo>
                  <a:lnTo>
                    <a:pt x="46" y="224"/>
                  </a:lnTo>
                  <a:lnTo>
                    <a:pt x="46" y="231"/>
                  </a:lnTo>
                  <a:lnTo>
                    <a:pt x="44" y="240"/>
                  </a:lnTo>
                  <a:lnTo>
                    <a:pt x="44" y="240"/>
                  </a:lnTo>
                  <a:lnTo>
                    <a:pt x="44" y="253"/>
                  </a:lnTo>
                  <a:lnTo>
                    <a:pt x="44" y="253"/>
                  </a:lnTo>
                  <a:lnTo>
                    <a:pt x="46" y="251"/>
                  </a:lnTo>
                  <a:lnTo>
                    <a:pt x="49" y="251"/>
                  </a:lnTo>
                  <a:lnTo>
                    <a:pt x="49" y="251"/>
                  </a:lnTo>
                  <a:lnTo>
                    <a:pt x="49" y="255"/>
                  </a:lnTo>
                  <a:lnTo>
                    <a:pt x="49" y="260"/>
                  </a:lnTo>
                  <a:lnTo>
                    <a:pt x="49" y="260"/>
                  </a:lnTo>
                  <a:lnTo>
                    <a:pt x="53" y="258"/>
                  </a:lnTo>
                  <a:lnTo>
                    <a:pt x="53" y="258"/>
                  </a:lnTo>
                  <a:lnTo>
                    <a:pt x="57" y="258"/>
                  </a:lnTo>
                  <a:lnTo>
                    <a:pt x="57" y="258"/>
                  </a:lnTo>
                  <a:lnTo>
                    <a:pt x="66" y="264"/>
                  </a:lnTo>
                  <a:lnTo>
                    <a:pt x="67" y="266"/>
                  </a:lnTo>
                  <a:lnTo>
                    <a:pt x="67" y="268"/>
                  </a:lnTo>
                  <a:lnTo>
                    <a:pt x="58" y="268"/>
                  </a:lnTo>
                  <a:lnTo>
                    <a:pt x="57" y="279"/>
                  </a:lnTo>
                  <a:lnTo>
                    <a:pt x="57" y="279"/>
                  </a:lnTo>
                  <a:lnTo>
                    <a:pt x="60" y="277"/>
                  </a:lnTo>
                  <a:lnTo>
                    <a:pt x="64" y="279"/>
                  </a:lnTo>
                  <a:lnTo>
                    <a:pt x="64" y="279"/>
                  </a:lnTo>
                  <a:lnTo>
                    <a:pt x="62" y="277"/>
                  </a:lnTo>
                  <a:lnTo>
                    <a:pt x="62" y="275"/>
                  </a:lnTo>
                  <a:lnTo>
                    <a:pt x="66" y="273"/>
                  </a:lnTo>
                  <a:lnTo>
                    <a:pt x="69" y="271"/>
                  </a:lnTo>
                  <a:lnTo>
                    <a:pt x="69" y="271"/>
                  </a:lnTo>
                  <a:lnTo>
                    <a:pt x="69" y="273"/>
                  </a:lnTo>
                  <a:lnTo>
                    <a:pt x="71" y="273"/>
                  </a:lnTo>
                  <a:lnTo>
                    <a:pt x="71" y="273"/>
                  </a:lnTo>
                  <a:lnTo>
                    <a:pt x="71" y="277"/>
                  </a:lnTo>
                  <a:lnTo>
                    <a:pt x="71" y="280"/>
                  </a:lnTo>
                  <a:lnTo>
                    <a:pt x="71" y="280"/>
                  </a:lnTo>
                  <a:lnTo>
                    <a:pt x="75" y="282"/>
                  </a:lnTo>
                  <a:lnTo>
                    <a:pt x="78" y="282"/>
                  </a:lnTo>
                  <a:lnTo>
                    <a:pt x="78" y="282"/>
                  </a:lnTo>
                  <a:lnTo>
                    <a:pt x="88" y="280"/>
                  </a:lnTo>
                  <a:lnTo>
                    <a:pt x="88" y="280"/>
                  </a:lnTo>
                  <a:lnTo>
                    <a:pt x="93" y="275"/>
                  </a:lnTo>
                  <a:lnTo>
                    <a:pt x="97" y="269"/>
                  </a:lnTo>
                  <a:lnTo>
                    <a:pt x="100" y="268"/>
                  </a:lnTo>
                  <a:lnTo>
                    <a:pt x="100" y="268"/>
                  </a:lnTo>
                  <a:lnTo>
                    <a:pt x="104" y="268"/>
                  </a:lnTo>
                  <a:lnTo>
                    <a:pt x="108" y="268"/>
                  </a:lnTo>
                  <a:lnTo>
                    <a:pt x="108" y="268"/>
                  </a:lnTo>
                  <a:lnTo>
                    <a:pt x="106" y="262"/>
                  </a:lnTo>
                  <a:lnTo>
                    <a:pt x="106" y="262"/>
                  </a:lnTo>
                  <a:lnTo>
                    <a:pt x="113" y="262"/>
                  </a:lnTo>
                  <a:lnTo>
                    <a:pt x="120" y="262"/>
                  </a:lnTo>
                  <a:lnTo>
                    <a:pt x="128" y="262"/>
                  </a:lnTo>
                  <a:lnTo>
                    <a:pt x="142" y="251"/>
                  </a:lnTo>
                  <a:lnTo>
                    <a:pt x="142" y="251"/>
                  </a:lnTo>
                  <a:lnTo>
                    <a:pt x="170" y="235"/>
                  </a:lnTo>
                  <a:lnTo>
                    <a:pt x="190" y="222"/>
                  </a:lnTo>
                  <a:lnTo>
                    <a:pt x="199" y="215"/>
                  </a:lnTo>
                  <a:lnTo>
                    <a:pt x="199" y="215"/>
                  </a:lnTo>
                  <a:lnTo>
                    <a:pt x="197" y="209"/>
                  </a:lnTo>
                  <a:lnTo>
                    <a:pt x="195" y="204"/>
                  </a:lnTo>
                  <a:lnTo>
                    <a:pt x="195" y="204"/>
                  </a:lnTo>
                  <a:lnTo>
                    <a:pt x="193" y="200"/>
                  </a:lnTo>
                  <a:lnTo>
                    <a:pt x="191" y="200"/>
                  </a:lnTo>
                  <a:lnTo>
                    <a:pt x="188" y="200"/>
                  </a:lnTo>
                  <a:lnTo>
                    <a:pt x="184" y="198"/>
                  </a:lnTo>
                  <a:lnTo>
                    <a:pt x="184" y="198"/>
                  </a:lnTo>
                  <a:lnTo>
                    <a:pt x="182" y="195"/>
                  </a:lnTo>
                  <a:lnTo>
                    <a:pt x="182" y="193"/>
                  </a:lnTo>
                  <a:lnTo>
                    <a:pt x="182" y="187"/>
                  </a:lnTo>
                  <a:lnTo>
                    <a:pt x="182" y="187"/>
                  </a:lnTo>
                  <a:lnTo>
                    <a:pt x="184" y="182"/>
                  </a:lnTo>
                  <a:lnTo>
                    <a:pt x="186" y="177"/>
                  </a:lnTo>
                  <a:lnTo>
                    <a:pt x="186" y="177"/>
                  </a:lnTo>
                  <a:lnTo>
                    <a:pt x="188" y="175"/>
                  </a:lnTo>
                  <a:lnTo>
                    <a:pt x="186" y="171"/>
                  </a:lnTo>
                  <a:lnTo>
                    <a:pt x="186" y="169"/>
                  </a:lnTo>
                  <a:lnTo>
                    <a:pt x="184" y="166"/>
                  </a:lnTo>
                  <a:lnTo>
                    <a:pt x="184" y="166"/>
                  </a:lnTo>
                  <a:lnTo>
                    <a:pt x="184" y="160"/>
                  </a:lnTo>
                  <a:lnTo>
                    <a:pt x="179" y="158"/>
                  </a:lnTo>
                  <a:lnTo>
                    <a:pt x="179" y="158"/>
                  </a:lnTo>
                  <a:lnTo>
                    <a:pt x="175" y="151"/>
                  </a:lnTo>
                  <a:lnTo>
                    <a:pt x="175" y="149"/>
                  </a:lnTo>
                  <a:lnTo>
                    <a:pt x="175" y="149"/>
                  </a:lnTo>
                  <a:lnTo>
                    <a:pt x="175" y="146"/>
                  </a:lnTo>
                  <a:lnTo>
                    <a:pt x="173" y="138"/>
                  </a:lnTo>
                  <a:lnTo>
                    <a:pt x="173" y="138"/>
                  </a:lnTo>
                  <a:lnTo>
                    <a:pt x="171" y="135"/>
                  </a:lnTo>
                  <a:lnTo>
                    <a:pt x="175" y="129"/>
                  </a:lnTo>
                  <a:lnTo>
                    <a:pt x="175" y="129"/>
                  </a:lnTo>
                  <a:lnTo>
                    <a:pt x="175" y="127"/>
                  </a:lnTo>
                  <a:lnTo>
                    <a:pt x="173" y="126"/>
                  </a:lnTo>
                  <a:lnTo>
                    <a:pt x="173" y="122"/>
                  </a:lnTo>
                  <a:lnTo>
                    <a:pt x="173" y="120"/>
                  </a:lnTo>
                  <a:lnTo>
                    <a:pt x="173" y="120"/>
                  </a:lnTo>
                  <a:lnTo>
                    <a:pt x="173" y="115"/>
                  </a:lnTo>
                  <a:lnTo>
                    <a:pt x="171" y="111"/>
                  </a:lnTo>
                  <a:lnTo>
                    <a:pt x="171" y="111"/>
                  </a:lnTo>
                  <a:lnTo>
                    <a:pt x="168" y="96"/>
                  </a:lnTo>
                  <a:lnTo>
                    <a:pt x="162" y="80"/>
                  </a:lnTo>
                  <a:lnTo>
                    <a:pt x="162" y="80"/>
                  </a:lnTo>
                  <a:lnTo>
                    <a:pt x="164" y="76"/>
                  </a:lnTo>
                  <a:lnTo>
                    <a:pt x="166" y="71"/>
                  </a:lnTo>
                  <a:lnTo>
                    <a:pt x="171" y="64"/>
                  </a:lnTo>
                  <a:lnTo>
                    <a:pt x="171" y="64"/>
                  </a:lnTo>
                  <a:lnTo>
                    <a:pt x="171" y="60"/>
                  </a:lnTo>
                  <a:lnTo>
                    <a:pt x="171" y="56"/>
                  </a:lnTo>
                  <a:lnTo>
                    <a:pt x="168" y="51"/>
                  </a:lnTo>
                  <a:lnTo>
                    <a:pt x="168" y="51"/>
                  </a:lnTo>
                  <a:lnTo>
                    <a:pt x="166" y="53"/>
                  </a:lnTo>
                  <a:lnTo>
                    <a:pt x="164" y="51"/>
                  </a:lnTo>
                  <a:lnTo>
                    <a:pt x="162" y="49"/>
                  </a:lnTo>
                  <a:lnTo>
                    <a:pt x="162" y="49"/>
                  </a:lnTo>
                  <a:lnTo>
                    <a:pt x="162" y="45"/>
                  </a:lnTo>
                  <a:lnTo>
                    <a:pt x="162" y="38"/>
                  </a:lnTo>
                  <a:lnTo>
                    <a:pt x="162" y="31"/>
                  </a:lnTo>
                  <a:lnTo>
                    <a:pt x="170" y="23"/>
                  </a:lnTo>
                  <a:close/>
                  <a:moveTo>
                    <a:pt x="2" y="269"/>
                  </a:moveTo>
                  <a:lnTo>
                    <a:pt x="6" y="279"/>
                  </a:lnTo>
                  <a:lnTo>
                    <a:pt x="0" y="279"/>
                  </a:lnTo>
                  <a:lnTo>
                    <a:pt x="0" y="279"/>
                  </a:lnTo>
                  <a:lnTo>
                    <a:pt x="13" y="286"/>
                  </a:lnTo>
                  <a:lnTo>
                    <a:pt x="13" y="286"/>
                  </a:lnTo>
                  <a:lnTo>
                    <a:pt x="13" y="275"/>
                  </a:lnTo>
                  <a:lnTo>
                    <a:pt x="13" y="275"/>
                  </a:lnTo>
                  <a:lnTo>
                    <a:pt x="7" y="273"/>
                  </a:lnTo>
                  <a:lnTo>
                    <a:pt x="4" y="271"/>
                  </a:lnTo>
                  <a:lnTo>
                    <a:pt x="2" y="269"/>
                  </a:lnTo>
                  <a:lnTo>
                    <a:pt x="2" y="26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02" name="Freeform 285">
              <a:extLst>
                <a:ext uri="{FF2B5EF4-FFF2-40B4-BE49-F238E27FC236}">
                  <a16:creationId xmlns:a16="http://schemas.microsoft.com/office/drawing/2014/main" id="{288A1BBE-1CF2-4C57-8EDE-A6D6CAC4497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14239" y="5662406"/>
              <a:ext cx="81566" cy="40042"/>
            </a:xfrm>
            <a:custGeom>
              <a:avLst/>
              <a:gdLst>
                <a:gd name="T0" fmla="*/ 38 w 55"/>
                <a:gd name="T1" fmla="*/ 0 h 27"/>
                <a:gd name="T2" fmla="*/ 38 w 55"/>
                <a:gd name="T3" fmla="*/ 0 h 27"/>
                <a:gd name="T4" fmla="*/ 29 w 55"/>
                <a:gd name="T5" fmla="*/ 11 h 27"/>
                <a:gd name="T6" fmla="*/ 18 w 55"/>
                <a:gd name="T7" fmla="*/ 20 h 27"/>
                <a:gd name="T8" fmla="*/ 18 w 55"/>
                <a:gd name="T9" fmla="*/ 22 h 27"/>
                <a:gd name="T10" fmla="*/ 18 w 55"/>
                <a:gd name="T11" fmla="*/ 22 h 27"/>
                <a:gd name="T12" fmla="*/ 22 w 55"/>
                <a:gd name="T13" fmla="*/ 25 h 27"/>
                <a:gd name="T14" fmla="*/ 24 w 55"/>
                <a:gd name="T15" fmla="*/ 27 h 27"/>
                <a:gd name="T16" fmla="*/ 26 w 55"/>
                <a:gd name="T17" fmla="*/ 27 h 27"/>
                <a:gd name="T18" fmla="*/ 29 w 55"/>
                <a:gd name="T19" fmla="*/ 20 h 27"/>
                <a:gd name="T20" fmla="*/ 29 w 55"/>
                <a:gd name="T21" fmla="*/ 20 h 27"/>
                <a:gd name="T22" fmla="*/ 31 w 55"/>
                <a:gd name="T23" fmla="*/ 20 h 27"/>
                <a:gd name="T24" fmla="*/ 33 w 55"/>
                <a:gd name="T25" fmla="*/ 22 h 27"/>
                <a:gd name="T26" fmla="*/ 35 w 55"/>
                <a:gd name="T27" fmla="*/ 22 h 27"/>
                <a:gd name="T28" fmla="*/ 38 w 55"/>
                <a:gd name="T29" fmla="*/ 22 h 27"/>
                <a:gd name="T30" fmla="*/ 37 w 55"/>
                <a:gd name="T31" fmla="*/ 14 h 27"/>
                <a:gd name="T32" fmla="*/ 37 w 55"/>
                <a:gd name="T33" fmla="*/ 14 h 27"/>
                <a:gd name="T34" fmla="*/ 44 w 55"/>
                <a:gd name="T35" fmla="*/ 14 h 27"/>
                <a:gd name="T36" fmla="*/ 55 w 55"/>
                <a:gd name="T37" fmla="*/ 12 h 27"/>
                <a:gd name="T38" fmla="*/ 55 w 55"/>
                <a:gd name="T39" fmla="*/ 7 h 27"/>
                <a:gd name="T40" fmla="*/ 55 w 55"/>
                <a:gd name="T41" fmla="*/ 7 h 27"/>
                <a:gd name="T42" fmla="*/ 49 w 55"/>
                <a:gd name="T43" fmla="*/ 7 h 27"/>
                <a:gd name="T44" fmla="*/ 44 w 55"/>
                <a:gd name="T45" fmla="*/ 7 h 27"/>
                <a:gd name="T46" fmla="*/ 44 w 55"/>
                <a:gd name="T47" fmla="*/ 7 h 27"/>
                <a:gd name="T48" fmla="*/ 42 w 55"/>
                <a:gd name="T49" fmla="*/ 3 h 27"/>
                <a:gd name="T50" fmla="*/ 38 w 55"/>
                <a:gd name="T51" fmla="*/ 0 h 27"/>
                <a:gd name="T52" fmla="*/ 38 w 55"/>
                <a:gd name="T53" fmla="*/ 0 h 27"/>
                <a:gd name="T54" fmla="*/ 6 w 55"/>
                <a:gd name="T55" fmla="*/ 0 h 27"/>
                <a:gd name="T56" fmla="*/ 6 w 55"/>
                <a:gd name="T57" fmla="*/ 0 h 27"/>
                <a:gd name="T58" fmla="*/ 6 w 55"/>
                <a:gd name="T59" fmla="*/ 2 h 27"/>
                <a:gd name="T60" fmla="*/ 8 w 55"/>
                <a:gd name="T61" fmla="*/ 7 h 27"/>
                <a:gd name="T62" fmla="*/ 9 w 55"/>
                <a:gd name="T63" fmla="*/ 12 h 27"/>
                <a:gd name="T64" fmla="*/ 9 w 55"/>
                <a:gd name="T65" fmla="*/ 12 h 27"/>
                <a:gd name="T66" fmla="*/ 6 w 55"/>
                <a:gd name="T67" fmla="*/ 14 h 27"/>
                <a:gd name="T68" fmla="*/ 2 w 55"/>
                <a:gd name="T69" fmla="*/ 14 h 27"/>
                <a:gd name="T70" fmla="*/ 2 w 55"/>
                <a:gd name="T71" fmla="*/ 14 h 27"/>
                <a:gd name="T72" fmla="*/ 0 w 55"/>
                <a:gd name="T73" fmla="*/ 18 h 27"/>
                <a:gd name="T74" fmla="*/ 0 w 55"/>
                <a:gd name="T75" fmla="*/ 20 h 27"/>
                <a:gd name="T76" fmla="*/ 2 w 55"/>
                <a:gd name="T77" fmla="*/ 23 h 27"/>
                <a:gd name="T78" fmla="*/ 6 w 55"/>
                <a:gd name="T79" fmla="*/ 22 h 27"/>
                <a:gd name="T80" fmla="*/ 6 w 55"/>
                <a:gd name="T81" fmla="*/ 22 h 27"/>
                <a:gd name="T82" fmla="*/ 9 w 55"/>
                <a:gd name="T83" fmla="*/ 18 h 27"/>
                <a:gd name="T84" fmla="*/ 11 w 55"/>
                <a:gd name="T85" fmla="*/ 14 h 27"/>
                <a:gd name="T86" fmla="*/ 11 w 55"/>
                <a:gd name="T87" fmla="*/ 14 h 27"/>
                <a:gd name="T88" fmla="*/ 13 w 55"/>
                <a:gd name="T89" fmla="*/ 16 h 27"/>
                <a:gd name="T90" fmla="*/ 15 w 55"/>
                <a:gd name="T91" fmla="*/ 16 h 27"/>
                <a:gd name="T92" fmla="*/ 15 w 55"/>
                <a:gd name="T93" fmla="*/ 18 h 27"/>
                <a:gd name="T94" fmla="*/ 17 w 55"/>
                <a:gd name="T95" fmla="*/ 18 h 27"/>
                <a:gd name="T96" fmla="*/ 17 w 55"/>
                <a:gd name="T97" fmla="*/ 18 h 27"/>
                <a:gd name="T98" fmla="*/ 18 w 55"/>
                <a:gd name="T99" fmla="*/ 12 h 27"/>
                <a:gd name="T100" fmla="*/ 22 w 55"/>
                <a:gd name="T101" fmla="*/ 7 h 27"/>
                <a:gd name="T102" fmla="*/ 22 w 55"/>
                <a:gd name="T103" fmla="*/ 7 h 27"/>
                <a:gd name="T104" fmla="*/ 24 w 55"/>
                <a:gd name="T105" fmla="*/ 5 h 27"/>
                <a:gd name="T106" fmla="*/ 24 w 55"/>
                <a:gd name="T107" fmla="*/ 3 h 27"/>
                <a:gd name="T108" fmla="*/ 20 w 55"/>
                <a:gd name="T109" fmla="*/ 2 h 27"/>
                <a:gd name="T110" fmla="*/ 13 w 55"/>
                <a:gd name="T111" fmla="*/ 0 h 27"/>
                <a:gd name="T112" fmla="*/ 6 w 55"/>
                <a:gd name="T113" fmla="*/ 0 h 27"/>
                <a:gd name="T114" fmla="*/ 6 w 55"/>
                <a:gd name="T11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5" h="27">
                  <a:moveTo>
                    <a:pt x="38" y="0"/>
                  </a:moveTo>
                  <a:lnTo>
                    <a:pt x="38" y="0"/>
                  </a:lnTo>
                  <a:lnTo>
                    <a:pt x="29" y="11"/>
                  </a:lnTo>
                  <a:lnTo>
                    <a:pt x="18" y="20"/>
                  </a:lnTo>
                  <a:lnTo>
                    <a:pt x="18" y="22"/>
                  </a:lnTo>
                  <a:lnTo>
                    <a:pt x="18" y="22"/>
                  </a:lnTo>
                  <a:lnTo>
                    <a:pt x="22" y="25"/>
                  </a:lnTo>
                  <a:lnTo>
                    <a:pt x="24" y="27"/>
                  </a:lnTo>
                  <a:lnTo>
                    <a:pt x="26" y="27"/>
                  </a:lnTo>
                  <a:lnTo>
                    <a:pt x="29" y="20"/>
                  </a:lnTo>
                  <a:lnTo>
                    <a:pt x="29" y="20"/>
                  </a:lnTo>
                  <a:lnTo>
                    <a:pt x="31" y="20"/>
                  </a:lnTo>
                  <a:lnTo>
                    <a:pt x="33" y="22"/>
                  </a:lnTo>
                  <a:lnTo>
                    <a:pt x="35" y="22"/>
                  </a:lnTo>
                  <a:lnTo>
                    <a:pt x="38" y="22"/>
                  </a:lnTo>
                  <a:lnTo>
                    <a:pt x="37" y="14"/>
                  </a:lnTo>
                  <a:lnTo>
                    <a:pt x="37" y="14"/>
                  </a:lnTo>
                  <a:lnTo>
                    <a:pt x="44" y="14"/>
                  </a:lnTo>
                  <a:lnTo>
                    <a:pt x="55" y="12"/>
                  </a:lnTo>
                  <a:lnTo>
                    <a:pt x="55" y="7"/>
                  </a:lnTo>
                  <a:lnTo>
                    <a:pt x="55" y="7"/>
                  </a:lnTo>
                  <a:lnTo>
                    <a:pt x="49" y="7"/>
                  </a:lnTo>
                  <a:lnTo>
                    <a:pt x="44" y="7"/>
                  </a:lnTo>
                  <a:lnTo>
                    <a:pt x="44" y="7"/>
                  </a:lnTo>
                  <a:lnTo>
                    <a:pt x="42" y="3"/>
                  </a:lnTo>
                  <a:lnTo>
                    <a:pt x="38" y="0"/>
                  </a:lnTo>
                  <a:lnTo>
                    <a:pt x="38" y="0"/>
                  </a:lnTo>
                  <a:close/>
                  <a:moveTo>
                    <a:pt x="6" y="0"/>
                  </a:moveTo>
                  <a:lnTo>
                    <a:pt x="6" y="0"/>
                  </a:lnTo>
                  <a:lnTo>
                    <a:pt x="6" y="2"/>
                  </a:lnTo>
                  <a:lnTo>
                    <a:pt x="8" y="7"/>
                  </a:lnTo>
                  <a:lnTo>
                    <a:pt x="9" y="12"/>
                  </a:lnTo>
                  <a:lnTo>
                    <a:pt x="9" y="12"/>
                  </a:lnTo>
                  <a:lnTo>
                    <a:pt x="6" y="14"/>
                  </a:lnTo>
                  <a:lnTo>
                    <a:pt x="2" y="14"/>
                  </a:lnTo>
                  <a:lnTo>
                    <a:pt x="2" y="14"/>
                  </a:lnTo>
                  <a:lnTo>
                    <a:pt x="0" y="18"/>
                  </a:lnTo>
                  <a:lnTo>
                    <a:pt x="0" y="20"/>
                  </a:lnTo>
                  <a:lnTo>
                    <a:pt x="2" y="23"/>
                  </a:lnTo>
                  <a:lnTo>
                    <a:pt x="6" y="22"/>
                  </a:lnTo>
                  <a:lnTo>
                    <a:pt x="6" y="22"/>
                  </a:lnTo>
                  <a:lnTo>
                    <a:pt x="9" y="18"/>
                  </a:lnTo>
                  <a:lnTo>
                    <a:pt x="11" y="14"/>
                  </a:lnTo>
                  <a:lnTo>
                    <a:pt x="11" y="14"/>
                  </a:lnTo>
                  <a:lnTo>
                    <a:pt x="13" y="16"/>
                  </a:lnTo>
                  <a:lnTo>
                    <a:pt x="15" y="16"/>
                  </a:lnTo>
                  <a:lnTo>
                    <a:pt x="15" y="18"/>
                  </a:lnTo>
                  <a:lnTo>
                    <a:pt x="17" y="18"/>
                  </a:lnTo>
                  <a:lnTo>
                    <a:pt x="17" y="18"/>
                  </a:lnTo>
                  <a:lnTo>
                    <a:pt x="18" y="12"/>
                  </a:lnTo>
                  <a:lnTo>
                    <a:pt x="22" y="7"/>
                  </a:lnTo>
                  <a:lnTo>
                    <a:pt x="22" y="7"/>
                  </a:lnTo>
                  <a:lnTo>
                    <a:pt x="24" y="5"/>
                  </a:lnTo>
                  <a:lnTo>
                    <a:pt x="24" y="3"/>
                  </a:lnTo>
                  <a:lnTo>
                    <a:pt x="20" y="2"/>
                  </a:lnTo>
                  <a:lnTo>
                    <a:pt x="13" y="0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03" name="Freeform 286">
              <a:extLst>
                <a:ext uri="{FF2B5EF4-FFF2-40B4-BE49-F238E27FC236}">
                  <a16:creationId xmlns:a16="http://schemas.microsoft.com/office/drawing/2014/main" id="{07C428D4-C541-4FB7-A11C-26A4D8EFFFBA}"/>
                </a:ext>
              </a:extLst>
            </p:cNvPr>
            <p:cNvSpPr>
              <a:spLocks/>
            </p:cNvSpPr>
            <p:nvPr/>
          </p:nvSpPr>
          <p:spPr bwMode="auto">
            <a:xfrm>
              <a:off x="6328365" y="3617343"/>
              <a:ext cx="364819" cy="315880"/>
            </a:xfrm>
            <a:custGeom>
              <a:avLst/>
              <a:gdLst>
                <a:gd name="T0" fmla="*/ 149 w 246"/>
                <a:gd name="T1" fmla="*/ 52 h 213"/>
                <a:gd name="T2" fmla="*/ 145 w 246"/>
                <a:gd name="T3" fmla="*/ 63 h 213"/>
                <a:gd name="T4" fmla="*/ 142 w 246"/>
                <a:gd name="T5" fmla="*/ 74 h 213"/>
                <a:gd name="T6" fmla="*/ 144 w 246"/>
                <a:gd name="T7" fmla="*/ 80 h 213"/>
                <a:gd name="T8" fmla="*/ 151 w 246"/>
                <a:gd name="T9" fmla="*/ 82 h 213"/>
                <a:gd name="T10" fmla="*/ 162 w 246"/>
                <a:gd name="T11" fmla="*/ 80 h 213"/>
                <a:gd name="T12" fmla="*/ 165 w 246"/>
                <a:gd name="T13" fmla="*/ 96 h 213"/>
                <a:gd name="T14" fmla="*/ 169 w 246"/>
                <a:gd name="T15" fmla="*/ 105 h 213"/>
                <a:gd name="T16" fmla="*/ 180 w 246"/>
                <a:gd name="T17" fmla="*/ 114 h 213"/>
                <a:gd name="T18" fmla="*/ 246 w 246"/>
                <a:gd name="T19" fmla="*/ 131 h 213"/>
                <a:gd name="T20" fmla="*/ 176 w 246"/>
                <a:gd name="T21" fmla="*/ 202 h 213"/>
                <a:gd name="T22" fmla="*/ 158 w 246"/>
                <a:gd name="T23" fmla="*/ 205 h 213"/>
                <a:gd name="T24" fmla="*/ 140 w 246"/>
                <a:gd name="T25" fmla="*/ 207 h 213"/>
                <a:gd name="T26" fmla="*/ 136 w 246"/>
                <a:gd name="T27" fmla="*/ 204 h 213"/>
                <a:gd name="T28" fmla="*/ 133 w 246"/>
                <a:gd name="T29" fmla="*/ 205 h 213"/>
                <a:gd name="T30" fmla="*/ 125 w 246"/>
                <a:gd name="T31" fmla="*/ 205 h 213"/>
                <a:gd name="T32" fmla="*/ 120 w 246"/>
                <a:gd name="T33" fmla="*/ 213 h 213"/>
                <a:gd name="T34" fmla="*/ 111 w 246"/>
                <a:gd name="T35" fmla="*/ 213 h 213"/>
                <a:gd name="T36" fmla="*/ 102 w 246"/>
                <a:gd name="T37" fmla="*/ 211 h 213"/>
                <a:gd name="T38" fmla="*/ 89 w 246"/>
                <a:gd name="T39" fmla="*/ 209 h 213"/>
                <a:gd name="T40" fmla="*/ 80 w 246"/>
                <a:gd name="T41" fmla="*/ 211 h 213"/>
                <a:gd name="T42" fmla="*/ 74 w 246"/>
                <a:gd name="T43" fmla="*/ 209 h 213"/>
                <a:gd name="T44" fmla="*/ 67 w 246"/>
                <a:gd name="T45" fmla="*/ 211 h 213"/>
                <a:gd name="T46" fmla="*/ 54 w 246"/>
                <a:gd name="T47" fmla="*/ 204 h 213"/>
                <a:gd name="T48" fmla="*/ 51 w 246"/>
                <a:gd name="T49" fmla="*/ 195 h 213"/>
                <a:gd name="T50" fmla="*/ 45 w 246"/>
                <a:gd name="T51" fmla="*/ 195 h 213"/>
                <a:gd name="T52" fmla="*/ 36 w 246"/>
                <a:gd name="T53" fmla="*/ 189 h 213"/>
                <a:gd name="T54" fmla="*/ 31 w 246"/>
                <a:gd name="T55" fmla="*/ 176 h 213"/>
                <a:gd name="T56" fmla="*/ 29 w 246"/>
                <a:gd name="T57" fmla="*/ 167 h 213"/>
                <a:gd name="T58" fmla="*/ 21 w 246"/>
                <a:gd name="T59" fmla="*/ 160 h 213"/>
                <a:gd name="T60" fmla="*/ 14 w 246"/>
                <a:gd name="T61" fmla="*/ 151 h 213"/>
                <a:gd name="T62" fmla="*/ 3 w 246"/>
                <a:gd name="T63" fmla="*/ 149 h 213"/>
                <a:gd name="T64" fmla="*/ 0 w 246"/>
                <a:gd name="T65" fmla="*/ 145 h 213"/>
                <a:gd name="T66" fmla="*/ 7 w 246"/>
                <a:gd name="T67" fmla="*/ 136 h 213"/>
                <a:gd name="T68" fmla="*/ 14 w 246"/>
                <a:gd name="T69" fmla="*/ 133 h 213"/>
                <a:gd name="T70" fmla="*/ 18 w 246"/>
                <a:gd name="T71" fmla="*/ 123 h 213"/>
                <a:gd name="T72" fmla="*/ 18 w 246"/>
                <a:gd name="T73" fmla="*/ 105 h 213"/>
                <a:gd name="T74" fmla="*/ 21 w 246"/>
                <a:gd name="T75" fmla="*/ 96 h 213"/>
                <a:gd name="T76" fmla="*/ 25 w 246"/>
                <a:gd name="T77" fmla="*/ 87 h 213"/>
                <a:gd name="T78" fmla="*/ 32 w 246"/>
                <a:gd name="T79" fmla="*/ 71 h 213"/>
                <a:gd name="T80" fmla="*/ 40 w 246"/>
                <a:gd name="T81" fmla="*/ 65 h 213"/>
                <a:gd name="T82" fmla="*/ 43 w 246"/>
                <a:gd name="T83" fmla="*/ 54 h 213"/>
                <a:gd name="T84" fmla="*/ 49 w 246"/>
                <a:gd name="T85" fmla="*/ 40 h 213"/>
                <a:gd name="T86" fmla="*/ 58 w 246"/>
                <a:gd name="T87" fmla="*/ 25 h 213"/>
                <a:gd name="T88" fmla="*/ 65 w 246"/>
                <a:gd name="T89" fmla="*/ 12 h 213"/>
                <a:gd name="T90" fmla="*/ 78 w 246"/>
                <a:gd name="T91" fmla="*/ 9 h 213"/>
                <a:gd name="T92" fmla="*/ 82 w 246"/>
                <a:gd name="T93" fmla="*/ 11 h 213"/>
                <a:gd name="T94" fmla="*/ 87 w 246"/>
                <a:gd name="T95" fmla="*/ 0 h 213"/>
                <a:gd name="T96" fmla="*/ 94 w 246"/>
                <a:gd name="T97" fmla="*/ 0 h 213"/>
                <a:gd name="T98" fmla="*/ 102 w 246"/>
                <a:gd name="T99" fmla="*/ 9 h 213"/>
                <a:gd name="T100" fmla="*/ 107 w 246"/>
                <a:gd name="T101" fmla="*/ 9 h 213"/>
                <a:gd name="T102" fmla="*/ 111 w 246"/>
                <a:gd name="T103" fmla="*/ 11 h 213"/>
                <a:gd name="T104" fmla="*/ 129 w 246"/>
                <a:gd name="T105" fmla="*/ 16 h 213"/>
                <a:gd name="T106" fmla="*/ 134 w 246"/>
                <a:gd name="T107" fmla="*/ 21 h 213"/>
                <a:gd name="T108" fmla="*/ 142 w 246"/>
                <a:gd name="T109" fmla="*/ 31 h 213"/>
                <a:gd name="T110" fmla="*/ 145 w 246"/>
                <a:gd name="T111" fmla="*/ 40 h 213"/>
                <a:gd name="T112" fmla="*/ 153 w 246"/>
                <a:gd name="T113" fmla="*/ 45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46" h="213">
                  <a:moveTo>
                    <a:pt x="153" y="45"/>
                  </a:moveTo>
                  <a:lnTo>
                    <a:pt x="153" y="45"/>
                  </a:lnTo>
                  <a:lnTo>
                    <a:pt x="149" y="52"/>
                  </a:lnTo>
                  <a:lnTo>
                    <a:pt x="145" y="58"/>
                  </a:lnTo>
                  <a:lnTo>
                    <a:pt x="145" y="63"/>
                  </a:lnTo>
                  <a:lnTo>
                    <a:pt x="145" y="63"/>
                  </a:lnTo>
                  <a:lnTo>
                    <a:pt x="145" y="67"/>
                  </a:lnTo>
                  <a:lnTo>
                    <a:pt x="144" y="71"/>
                  </a:lnTo>
                  <a:lnTo>
                    <a:pt x="142" y="74"/>
                  </a:lnTo>
                  <a:lnTo>
                    <a:pt x="142" y="76"/>
                  </a:lnTo>
                  <a:lnTo>
                    <a:pt x="142" y="76"/>
                  </a:lnTo>
                  <a:lnTo>
                    <a:pt x="144" y="80"/>
                  </a:lnTo>
                  <a:lnTo>
                    <a:pt x="145" y="80"/>
                  </a:lnTo>
                  <a:lnTo>
                    <a:pt x="151" y="82"/>
                  </a:lnTo>
                  <a:lnTo>
                    <a:pt x="151" y="82"/>
                  </a:lnTo>
                  <a:lnTo>
                    <a:pt x="155" y="80"/>
                  </a:lnTo>
                  <a:lnTo>
                    <a:pt x="156" y="80"/>
                  </a:lnTo>
                  <a:lnTo>
                    <a:pt x="162" y="80"/>
                  </a:lnTo>
                  <a:lnTo>
                    <a:pt x="158" y="87"/>
                  </a:lnTo>
                  <a:lnTo>
                    <a:pt x="165" y="96"/>
                  </a:lnTo>
                  <a:lnTo>
                    <a:pt x="165" y="96"/>
                  </a:lnTo>
                  <a:lnTo>
                    <a:pt x="167" y="102"/>
                  </a:lnTo>
                  <a:lnTo>
                    <a:pt x="167" y="103"/>
                  </a:lnTo>
                  <a:lnTo>
                    <a:pt x="169" y="105"/>
                  </a:lnTo>
                  <a:lnTo>
                    <a:pt x="169" y="105"/>
                  </a:lnTo>
                  <a:lnTo>
                    <a:pt x="175" y="109"/>
                  </a:lnTo>
                  <a:lnTo>
                    <a:pt x="180" y="114"/>
                  </a:lnTo>
                  <a:lnTo>
                    <a:pt x="180" y="114"/>
                  </a:lnTo>
                  <a:lnTo>
                    <a:pt x="224" y="134"/>
                  </a:lnTo>
                  <a:lnTo>
                    <a:pt x="246" y="131"/>
                  </a:lnTo>
                  <a:lnTo>
                    <a:pt x="204" y="196"/>
                  </a:lnTo>
                  <a:lnTo>
                    <a:pt x="184" y="196"/>
                  </a:lnTo>
                  <a:lnTo>
                    <a:pt x="176" y="202"/>
                  </a:lnTo>
                  <a:lnTo>
                    <a:pt x="162" y="204"/>
                  </a:lnTo>
                  <a:lnTo>
                    <a:pt x="158" y="205"/>
                  </a:lnTo>
                  <a:lnTo>
                    <a:pt x="158" y="205"/>
                  </a:lnTo>
                  <a:lnTo>
                    <a:pt x="151" y="207"/>
                  </a:lnTo>
                  <a:lnTo>
                    <a:pt x="145" y="209"/>
                  </a:lnTo>
                  <a:lnTo>
                    <a:pt x="140" y="207"/>
                  </a:lnTo>
                  <a:lnTo>
                    <a:pt x="140" y="207"/>
                  </a:lnTo>
                  <a:lnTo>
                    <a:pt x="138" y="205"/>
                  </a:lnTo>
                  <a:lnTo>
                    <a:pt x="136" y="204"/>
                  </a:lnTo>
                  <a:lnTo>
                    <a:pt x="136" y="202"/>
                  </a:lnTo>
                  <a:lnTo>
                    <a:pt x="136" y="202"/>
                  </a:lnTo>
                  <a:lnTo>
                    <a:pt x="133" y="205"/>
                  </a:lnTo>
                  <a:lnTo>
                    <a:pt x="129" y="207"/>
                  </a:lnTo>
                  <a:lnTo>
                    <a:pt x="125" y="205"/>
                  </a:lnTo>
                  <a:lnTo>
                    <a:pt x="125" y="205"/>
                  </a:lnTo>
                  <a:lnTo>
                    <a:pt x="124" y="205"/>
                  </a:lnTo>
                  <a:lnTo>
                    <a:pt x="120" y="207"/>
                  </a:lnTo>
                  <a:lnTo>
                    <a:pt x="120" y="213"/>
                  </a:lnTo>
                  <a:lnTo>
                    <a:pt x="120" y="213"/>
                  </a:lnTo>
                  <a:lnTo>
                    <a:pt x="111" y="213"/>
                  </a:lnTo>
                  <a:lnTo>
                    <a:pt x="111" y="213"/>
                  </a:lnTo>
                  <a:lnTo>
                    <a:pt x="105" y="213"/>
                  </a:lnTo>
                  <a:lnTo>
                    <a:pt x="102" y="211"/>
                  </a:lnTo>
                  <a:lnTo>
                    <a:pt x="102" y="211"/>
                  </a:lnTo>
                  <a:lnTo>
                    <a:pt x="98" y="209"/>
                  </a:lnTo>
                  <a:lnTo>
                    <a:pt x="94" y="209"/>
                  </a:lnTo>
                  <a:lnTo>
                    <a:pt x="89" y="209"/>
                  </a:lnTo>
                  <a:lnTo>
                    <a:pt x="89" y="209"/>
                  </a:lnTo>
                  <a:lnTo>
                    <a:pt x="83" y="211"/>
                  </a:lnTo>
                  <a:lnTo>
                    <a:pt x="80" y="211"/>
                  </a:lnTo>
                  <a:lnTo>
                    <a:pt x="78" y="209"/>
                  </a:lnTo>
                  <a:lnTo>
                    <a:pt x="78" y="209"/>
                  </a:lnTo>
                  <a:lnTo>
                    <a:pt x="74" y="209"/>
                  </a:lnTo>
                  <a:lnTo>
                    <a:pt x="71" y="209"/>
                  </a:lnTo>
                  <a:lnTo>
                    <a:pt x="67" y="211"/>
                  </a:lnTo>
                  <a:lnTo>
                    <a:pt x="67" y="211"/>
                  </a:lnTo>
                  <a:lnTo>
                    <a:pt x="54" y="209"/>
                  </a:lnTo>
                  <a:lnTo>
                    <a:pt x="54" y="204"/>
                  </a:lnTo>
                  <a:lnTo>
                    <a:pt x="54" y="204"/>
                  </a:lnTo>
                  <a:lnTo>
                    <a:pt x="52" y="200"/>
                  </a:lnTo>
                  <a:lnTo>
                    <a:pt x="52" y="196"/>
                  </a:lnTo>
                  <a:lnTo>
                    <a:pt x="51" y="195"/>
                  </a:lnTo>
                  <a:lnTo>
                    <a:pt x="51" y="195"/>
                  </a:lnTo>
                  <a:lnTo>
                    <a:pt x="45" y="195"/>
                  </a:lnTo>
                  <a:lnTo>
                    <a:pt x="45" y="195"/>
                  </a:lnTo>
                  <a:lnTo>
                    <a:pt x="40" y="195"/>
                  </a:lnTo>
                  <a:lnTo>
                    <a:pt x="38" y="191"/>
                  </a:lnTo>
                  <a:lnTo>
                    <a:pt x="36" y="189"/>
                  </a:lnTo>
                  <a:lnTo>
                    <a:pt x="36" y="189"/>
                  </a:lnTo>
                  <a:lnTo>
                    <a:pt x="32" y="180"/>
                  </a:lnTo>
                  <a:lnTo>
                    <a:pt x="31" y="176"/>
                  </a:lnTo>
                  <a:lnTo>
                    <a:pt x="31" y="173"/>
                  </a:lnTo>
                  <a:lnTo>
                    <a:pt x="31" y="173"/>
                  </a:lnTo>
                  <a:lnTo>
                    <a:pt x="29" y="167"/>
                  </a:lnTo>
                  <a:lnTo>
                    <a:pt x="25" y="164"/>
                  </a:lnTo>
                  <a:lnTo>
                    <a:pt x="25" y="164"/>
                  </a:lnTo>
                  <a:lnTo>
                    <a:pt x="21" y="160"/>
                  </a:lnTo>
                  <a:lnTo>
                    <a:pt x="18" y="154"/>
                  </a:lnTo>
                  <a:lnTo>
                    <a:pt x="18" y="154"/>
                  </a:lnTo>
                  <a:lnTo>
                    <a:pt x="14" y="151"/>
                  </a:lnTo>
                  <a:lnTo>
                    <a:pt x="11" y="149"/>
                  </a:lnTo>
                  <a:lnTo>
                    <a:pt x="11" y="149"/>
                  </a:lnTo>
                  <a:lnTo>
                    <a:pt x="3" y="149"/>
                  </a:lnTo>
                  <a:lnTo>
                    <a:pt x="0" y="147"/>
                  </a:lnTo>
                  <a:lnTo>
                    <a:pt x="0" y="145"/>
                  </a:lnTo>
                  <a:lnTo>
                    <a:pt x="0" y="145"/>
                  </a:lnTo>
                  <a:lnTo>
                    <a:pt x="1" y="136"/>
                  </a:lnTo>
                  <a:lnTo>
                    <a:pt x="1" y="136"/>
                  </a:lnTo>
                  <a:lnTo>
                    <a:pt x="7" y="136"/>
                  </a:lnTo>
                  <a:lnTo>
                    <a:pt x="7" y="136"/>
                  </a:lnTo>
                  <a:lnTo>
                    <a:pt x="12" y="134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16" y="129"/>
                  </a:lnTo>
                  <a:lnTo>
                    <a:pt x="18" y="123"/>
                  </a:lnTo>
                  <a:lnTo>
                    <a:pt x="18" y="123"/>
                  </a:lnTo>
                  <a:lnTo>
                    <a:pt x="18" y="114"/>
                  </a:lnTo>
                  <a:lnTo>
                    <a:pt x="18" y="105"/>
                  </a:lnTo>
                  <a:lnTo>
                    <a:pt x="18" y="105"/>
                  </a:lnTo>
                  <a:lnTo>
                    <a:pt x="20" y="102"/>
                  </a:lnTo>
                  <a:lnTo>
                    <a:pt x="21" y="96"/>
                  </a:lnTo>
                  <a:lnTo>
                    <a:pt x="23" y="91"/>
                  </a:lnTo>
                  <a:lnTo>
                    <a:pt x="25" y="87"/>
                  </a:lnTo>
                  <a:lnTo>
                    <a:pt x="25" y="87"/>
                  </a:lnTo>
                  <a:lnTo>
                    <a:pt x="25" y="76"/>
                  </a:lnTo>
                  <a:lnTo>
                    <a:pt x="25" y="76"/>
                  </a:lnTo>
                  <a:lnTo>
                    <a:pt x="32" y="71"/>
                  </a:lnTo>
                  <a:lnTo>
                    <a:pt x="32" y="71"/>
                  </a:lnTo>
                  <a:lnTo>
                    <a:pt x="36" y="69"/>
                  </a:lnTo>
                  <a:lnTo>
                    <a:pt x="40" y="65"/>
                  </a:lnTo>
                  <a:lnTo>
                    <a:pt x="40" y="65"/>
                  </a:lnTo>
                  <a:lnTo>
                    <a:pt x="43" y="54"/>
                  </a:lnTo>
                  <a:lnTo>
                    <a:pt x="43" y="54"/>
                  </a:lnTo>
                  <a:lnTo>
                    <a:pt x="47" y="49"/>
                  </a:lnTo>
                  <a:lnTo>
                    <a:pt x="49" y="40"/>
                  </a:lnTo>
                  <a:lnTo>
                    <a:pt x="49" y="40"/>
                  </a:lnTo>
                  <a:lnTo>
                    <a:pt x="51" y="36"/>
                  </a:lnTo>
                  <a:lnTo>
                    <a:pt x="52" y="32"/>
                  </a:lnTo>
                  <a:lnTo>
                    <a:pt x="58" y="25"/>
                  </a:lnTo>
                  <a:lnTo>
                    <a:pt x="58" y="25"/>
                  </a:lnTo>
                  <a:lnTo>
                    <a:pt x="62" y="18"/>
                  </a:lnTo>
                  <a:lnTo>
                    <a:pt x="65" y="12"/>
                  </a:lnTo>
                  <a:lnTo>
                    <a:pt x="74" y="11"/>
                  </a:lnTo>
                  <a:lnTo>
                    <a:pt x="74" y="11"/>
                  </a:lnTo>
                  <a:lnTo>
                    <a:pt x="78" y="9"/>
                  </a:lnTo>
                  <a:lnTo>
                    <a:pt x="80" y="9"/>
                  </a:lnTo>
                  <a:lnTo>
                    <a:pt x="82" y="11"/>
                  </a:lnTo>
                  <a:lnTo>
                    <a:pt x="82" y="11"/>
                  </a:lnTo>
                  <a:lnTo>
                    <a:pt x="85" y="16"/>
                  </a:lnTo>
                  <a:lnTo>
                    <a:pt x="87" y="0"/>
                  </a:lnTo>
                  <a:lnTo>
                    <a:pt x="87" y="0"/>
                  </a:lnTo>
                  <a:lnTo>
                    <a:pt x="89" y="0"/>
                  </a:lnTo>
                  <a:lnTo>
                    <a:pt x="91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00" y="5"/>
                  </a:lnTo>
                  <a:lnTo>
                    <a:pt x="102" y="9"/>
                  </a:lnTo>
                  <a:lnTo>
                    <a:pt x="103" y="9"/>
                  </a:lnTo>
                  <a:lnTo>
                    <a:pt x="103" y="9"/>
                  </a:lnTo>
                  <a:lnTo>
                    <a:pt x="107" y="9"/>
                  </a:lnTo>
                  <a:lnTo>
                    <a:pt x="109" y="9"/>
                  </a:lnTo>
                  <a:lnTo>
                    <a:pt x="111" y="11"/>
                  </a:lnTo>
                  <a:lnTo>
                    <a:pt x="111" y="11"/>
                  </a:lnTo>
                  <a:lnTo>
                    <a:pt x="114" y="12"/>
                  </a:lnTo>
                  <a:lnTo>
                    <a:pt x="118" y="14"/>
                  </a:lnTo>
                  <a:lnTo>
                    <a:pt x="129" y="16"/>
                  </a:lnTo>
                  <a:lnTo>
                    <a:pt x="129" y="16"/>
                  </a:lnTo>
                  <a:lnTo>
                    <a:pt x="131" y="18"/>
                  </a:lnTo>
                  <a:lnTo>
                    <a:pt x="134" y="21"/>
                  </a:lnTo>
                  <a:lnTo>
                    <a:pt x="140" y="27"/>
                  </a:lnTo>
                  <a:lnTo>
                    <a:pt x="140" y="27"/>
                  </a:lnTo>
                  <a:lnTo>
                    <a:pt x="142" y="31"/>
                  </a:lnTo>
                  <a:lnTo>
                    <a:pt x="144" y="34"/>
                  </a:lnTo>
                  <a:lnTo>
                    <a:pt x="145" y="40"/>
                  </a:lnTo>
                  <a:lnTo>
                    <a:pt x="145" y="40"/>
                  </a:lnTo>
                  <a:lnTo>
                    <a:pt x="151" y="43"/>
                  </a:lnTo>
                  <a:lnTo>
                    <a:pt x="153" y="45"/>
                  </a:lnTo>
                  <a:lnTo>
                    <a:pt x="153" y="4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04" name="Freeform 287">
              <a:extLst>
                <a:ext uri="{FF2B5EF4-FFF2-40B4-BE49-F238E27FC236}">
                  <a16:creationId xmlns:a16="http://schemas.microsoft.com/office/drawing/2014/main" id="{825252AB-A05D-47EB-96FD-AE0E8F712C1B}"/>
                </a:ext>
              </a:extLst>
            </p:cNvPr>
            <p:cNvSpPr>
              <a:spLocks/>
            </p:cNvSpPr>
            <p:nvPr/>
          </p:nvSpPr>
          <p:spPr bwMode="auto">
            <a:xfrm>
              <a:off x="6085152" y="2152134"/>
              <a:ext cx="16314" cy="19280"/>
            </a:xfrm>
            <a:custGeom>
              <a:avLst/>
              <a:gdLst>
                <a:gd name="T0" fmla="*/ 5 w 11"/>
                <a:gd name="T1" fmla="*/ 0 h 13"/>
                <a:gd name="T2" fmla="*/ 5 w 11"/>
                <a:gd name="T3" fmla="*/ 0 h 13"/>
                <a:gd name="T4" fmla="*/ 7 w 11"/>
                <a:gd name="T5" fmla="*/ 2 h 13"/>
                <a:gd name="T6" fmla="*/ 5 w 11"/>
                <a:gd name="T7" fmla="*/ 2 h 13"/>
                <a:gd name="T8" fmla="*/ 0 w 11"/>
                <a:gd name="T9" fmla="*/ 2 h 13"/>
                <a:gd name="T10" fmla="*/ 0 w 11"/>
                <a:gd name="T11" fmla="*/ 2 h 13"/>
                <a:gd name="T12" fmla="*/ 1 w 11"/>
                <a:gd name="T13" fmla="*/ 4 h 13"/>
                <a:gd name="T14" fmla="*/ 3 w 11"/>
                <a:gd name="T15" fmla="*/ 8 h 13"/>
                <a:gd name="T16" fmla="*/ 5 w 11"/>
                <a:gd name="T17" fmla="*/ 13 h 13"/>
                <a:gd name="T18" fmla="*/ 5 w 11"/>
                <a:gd name="T19" fmla="*/ 13 h 13"/>
                <a:gd name="T20" fmla="*/ 7 w 11"/>
                <a:gd name="T21" fmla="*/ 11 h 13"/>
                <a:gd name="T22" fmla="*/ 11 w 11"/>
                <a:gd name="T23" fmla="*/ 9 h 13"/>
                <a:gd name="T24" fmla="*/ 11 w 11"/>
                <a:gd name="T25" fmla="*/ 9 h 13"/>
                <a:gd name="T26" fmla="*/ 11 w 11"/>
                <a:gd name="T27" fmla="*/ 4 h 13"/>
                <a:gd name="T28" fmla="*/ 11 w 11"/>
                <a:gd name="T29" fmla="*/ 0 h 13"/>
                <a:gd name="T30" fmla="*/ 5 w 11"/>
                <a:gd name="T31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1" h="13">
                  <a:moveTo>
                    <a:pt x="5" y="0"/>
                  </a:moveTo>
                  <a:lnTo>
                    <a:pt x="5" y="0"/>
                  </a:lnTo>
                  <a:lnTo>
                    <a:pt x="7" y="2"/>
                  </a:lnTo>
                  <a:lnTo>
                    <a:pt x="5" y="2"/>
                  </a:lnTo>
                  <a:lnTo>
                    <a:pt x="0" y="2"/>
                  </a:lnTo>
                  <a:lnTo>
                    <a:pt x="0" y="2"/>
                  </a:lnTo>
                  <a:lnTo>
                    <a:pt x="1" y="4"/>
                  </a:lnTo>
                  <a:lnTo>
                    <a:pt x="3" y="8"/>
                  </a:lnTo>
                  <a:lnTo>
                    <a:pt x="5" y="13"/>
                  </a:lnTo>
                  <a:lnTo>
                    <a:pt x="5" y="13"/>
                  </a:lnTo>
                  <a:lnTo>
                    <a:pt x="7" y="11"/>
                  </a:lnTo>
                  <a:lnTo>
                    <a:pt x="11" y="9"/>
                  </a:lnTo>
                  <a:lnTo>
                    <a:pt x="11" y="9"/>
                  </a:lnTo>
                  <a:lnTo>
                    <a:pt x="11" y="4"/>
                  </a:lnTo>
                  <a:lnTo>
                    <a:pt x="11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05" name="Freeform 288">
              <a:extLst>
                <a:ext uri="{FF2B5EF4-FFF2-40B4-BE49-F238E27FC236}">
                  <a16:creationId xmlns:a16="http://schemas.microsoft.com/office/drawing/2014/main" id="{2C66E7B1-0587-40A4-8D88-4FDE4E18BB53}"/>
                </a:ext>
              </a:extLst>
            </p:cNvPr>
            <p:cNvSpPr>
              <a:spLocks/>
            </p:cNvSpPr>
            <p:nvPr/>
          </p:nvSpPr>
          <p:spPr bwMode="auto">
            <a:xfrm>
              <a:off x="6079220" y="2177346"/>
              <a:ext cx="29660" cy="20762"/>
            </a:xfrm>
            <a:custGeom>
              <a:avLst/>
              <a:gdLst>
                <a:gd name="T0" fmla="*/ 7 w 20"/>
                <a:gd name="T1" fmla="*/ 0 h 14"/>
                <a:gd name="T2" fmla="*/ 7 w 20"/>
                <a:gd name="T3" fmla="*/ 0 h 14"/>
                <a:gd name="T4" fmla="*/ 2 w 20"/>
                <a:gd name="T5" fmla="*/ 1 h 14"/>
                <a:gd name="T6" fmla="*/ 0 w 20"/>
                <a:gd name="T7" fmla="*/ 5 h 14"/>
                <a:gd name="T8" fmla="*/ 0 w 20"/>
                <a:gd name="T9" fmla="*/ 9 h 14"/>
                <a:gd name="T10" fmla="*/ 0 w 20"/>
                <a:gd name="T11" fmla="*/ 11 h 14"/>
                <a:gd name="T12" fmla="*/ 4 w 20"/>
                <a:gd name="T13" fmla="*/ 12 h 14"/>
                <a:gd name="T14" fmla="*/ 7 w 20"/>
                <a:gd name="T15" fmla="*/ 14 h 14"/>
                <a:gd name="T16" fmla="*/ 11 w 20"/>
                <a:gd name="T17" fmla="*/ 14 h 14"/>
                <a:gd name="T18" fmla="*/ 16 w 20"/>
                <a:gd name="T19" fmla="*/ 12 h 14"/>
                <a:gd name="T20" fmla="*/ 16 w 20"/>
                <a:gd name="T21" fmla="*/ 7 h 14"/>
                <a:gd name="T22" fmla="*/ 16 w 20"/>
                <a:gd name="T23" fmla="*/ 7 h 14"/>
                <a:gd name="T24" fmla="*/ 18 w 20"/>
                <a:gd name="T25" fmla="*/ 7 h 14"/>
                <a:gd name="T26" fmla="*/ 20 w 20"/>
                <a:gd name="T27" fmla="*/ 7 h 14"/>
                <a:gd name="T28" fmla="*/ 20 w 20"/>
                <a:gd name="T29" fmla="*/ 3 h 14"/>
                <a:gd name="T30" fmla="*/ 20 w 20"/>
                <a:gd name="T31" fmla="*/ 3 h 14"/>
                <a:gd name="T32" fmla="*/ 20 w 20"/>
                <a:gd name="T33" fmla="*/ 1 h 14"/>
                <a:gd name="T34" fmla="*/ 16 w 20"/>
                <a:gd name="T35" fmla="*/ 1 h 14"/>
                <a:gd name="T36" fmla="*/ 13 w 20"/>
                <a:gd name="T37" fmla="*/ 0 h 14"/>
                <a:gd name="T38" fmla="*/ 7 w 20"/>
                <a:gd name="T39" fmla="*/ 0 h 14"/>
                <a:gd name="T40" fmla="*/ 7 w 20"/>
                <a:gd name="T41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0" h="14">
                  <a:moveTo>
                    <a:pt x="7" y="0"/>
                  </a:moveTo>
                  <a:lnTo>
                    <a:pt x="7" y="0"/>
                  </a:lnTo>
                  <a:lnTo>
                    <a:pt x="2" y="1"/>
                  </a:lnTo>
                  <a:lnTo>
                    <a:pt x="0" y="5"/>
                  </a:lnTo>
                  <a:lnTo>
                    <a:pt x="0" y="9"/>
                  </a:lnTo>
                  <a:lnTo>
                    <a:pt x="0" y="11"/>
                  </a:lnTo>
                  <a:lnTo>
                    <a:pt x="4" y="12"/>
                  </a:lnTo>
                  <a:lnTo>
                    <a:pt x="7" y="14"/>
                  </a:lnTo>
                  <a:lnTo>
                    <a:pt x="11" y="14"/>
                  </a:lnTo>
                  <a:lnTo>
                    <a:pt x="16" y="12"/>
                  </a:lnTo>
                  <a:lnTo>
                    <a:pt x="16" y="7"/>
                  </a:lnTo>
                  <a:lnTo>
                    <a:pt x="16" y="7"/>
                  </a:lnTo>
                  <a:lnTo>
                    <a:pt x="18" y="7"/>
                  </a:lnTo>
                  <a:lnTo>
                    <a:pt x="20" y="7"/>
                  </a:lnTo>
                  <a:lnTo>
                    <a:pt x="20" y="3"/>
                  </a:lnTo>
                  <a:lnTo>
                    <a:pt x="20" y="3"/>
                  </a:lnTo>
                  <a:lnTo>
                    <a:pt x="20" y="1"/>
                  </a:lnTo>
                  <a:lnTo>
                    <a:pt x="16" y="1"/>
                  </a:lnTo>
                  <a:lnTo>
                    <a:pt x="13" y="0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06" name="Freeform 289">
              <a:extLst>
                <a:ext uri="{FF2B5EF4-FFF2-40B4-BE49-F238E27FC236}">
                  <a16:creationId xmlns:a16="http://schemas.microsoft.com/office/drawing/2014/main" id="{04B95A30-C4EC-4217-9C8C-4A805FF685E7}"/>
                </a:ext>
              </a:extLst>
            </p:cNvPr>
            <p:cNvSpPr>
              <a:spLocks/>
            </p:cNvSpPr>
            <p:nvPr/>
          </p:nvSpPr>
          <p:spPr bwMode="auto">
            <a:xfrm>
              <a:off x="6122227" y="2138788"/>
              <a:ext cx="108260" cy="84532"/>
            </a:xfrm>
            <a:custGeom>
              <a:avLst/>
              <a:gdLst>
                <a:gd name="T0" fmla="*/ 66 w 73"/>
                <a:gd name="T1" fmla="*/ 18 h 57"/>
                <a:gd name="T2" fmla="*/ 69 w 73"/>
                <a:gd name="T3" fmla="*/ 15 h 57"/>
                <a:gd name="T4" fmla="*/ 69 w 73"/>
                <a:gd name="T5" fmla="*/ 15 h 57"/>
                <a:gd name="T6" fmla="*/ 71 w 73"/>
                <a:gd name="T7" fmla="*/ 13 h 57"/>
                <a:gd name="T8" fmla="*/ 73 w 73"/>
                <a:gd name="T9" fmla="*/ 9 h 57"/>
                <a:gd name="T10" fmla="*/ 73 w 73"/>
                <a:gd name="T11" fmla="*/ 9 h 57"/>
                <a:gd name="T12" fmla="*/ 71 w 73"/>
                <a:gd name="T13" fmla="*/ 4 h 57"/>
                <a:gd name="T14" fmla="*/ 69 w 73"/>
                <a:gd name="T15" fmla="*/ 2 h 57"/>
                <a:gd name="T16" fmla="*/ 69 w 73"/>
                <a:gd name="T17" fmla="*/ 2 h 57"/>
                <a:gd name="T18" fmla="*/ 69 w 73"/>
                <a:gd name="T19" fmla="*/ 6 h 57"/>
                <a:gd name="T20" fmla="*/ 68 w 73"/>
                <a:gd name="T21" fmla="*/ 7 h 57"/>
                <a:gd name="T22" fmla="*/ 68 w 73"/>
                <a:gd name="T23" fmla="*/ 7 h 57"/>
                <a:gd name="T24" fmla="*/ 62 w 73"/>
                <a:gd name="T25" fmla="*/ 6 h 57"/>
                <a:gd name="T26" fmla="*/ 51 w 73"/>
                <a:gd name="T27" fmla="*/ 4 h 57"/>
                <a:gd name="T28" fmla="*/ 42 w 73"/>
                <a:gd name="T29" fmla="*/ 0 h 57"/>
                <a:gd name="T30" fmla="*/ 35 w 73"/>
                <a:gd name="T31" fmla="*/ 0 h 57"/>
                <a:gd name="T32" fmla="*/ 35 w 73"/>
                <a:gd name="T33" fmla="*/ 0 h 57"/>
                <a:gd name="T34" fmla="*/ 33 w 73"/>
                <a:gd name="T35" fmla="*/ 0 h 57"/>
                <a:gd name="T36" fmla="*/ 31 w 73"/>
                <a:gd name="T37" fmla="*/ 2 h 57"/>
                <a:gd name="T38" fmla="*/ 29 w 73"/>
                <a:gd name="T39" fmla="*/ 4 h 57"/>
                <a:gd name="T40" fmla="*/ 29 w 73"/>
                <a:gd name="T41" fmla="*/ 4 h 57"/>
                <a:gd name="T42" fmla="*/ 24 w 73"/>
                <a:gd name="T43" fmla="*/ 4 h 57"/>
                <a:gd name="T44" fmla="*/ 17 w 73"/>
                <a:gd name="T45" fmla="*/ 4 h 57"/>
                <a:gd name="T46" fmla="*/ 17 w 73"/>
                <a:gd name="T47" fmla="*/ 4 h 57"/>
                <a:gd name="T48" fmla="*/ 9 w 73"/>
                <a:gd name="T49" fmla="*/ 7 h 57"/>
                <a:gd name="T50" fmla="*/ 0 w 73"/>
                <a:gd name="T51" fmla="*/ 11 h 57"/>
                <a:gd name="T52" fmla="*/ 0 w 73"/>
                <a:gd name="T53" fmla="*/ 11 h 57"/>
                <a:gd name="T54" fmla="*/ 0 w 73"/>
                <a:gd name="T55" fmla="*/ 31 h 57"/>
                <a:gd name="T56" fmla="*/ 7 w 73"/>
                <a:gd name="T57" fmla="*/ 33 h 57"/>
                <a:gd name="T58" fmla="*/ 7 w 73"/>
                <a:gd name="T59" fmla="*/ 33 h 57"/>
                <a:gd name="T60" fmla="*/ 9 w 73"/>
                <a:gd name="T61" fmla="*/ 44 h 57"/>
                <a:gd name="T62" fmla="*/ 9 w 73"/>
                <a:gd name="T63" fmla="*/ 44 h 57"/>
                <a:gd name="T64" fmla="*/ 15 w 73"/>
                <a:gd name="T65" fmla="*/ 44 h 57"/>
                <a:gd name="T66" fmla="*/ 15 w 73"/>
                <a:gd name="T67" fmla="*/ 44 h 57"/>
                <a:gd name="T68" fmla="*/ 18 w 73"/>
                <a:gd name="T69" fmla="*/ 42 h 57"/>
                <a:gd name="T70" fmla="*/ 20 w 73"/>
                <a:gd name="T71" fmla="*/ 40 h 57"/>
                <a:gd name="T72" fmla="*/ 20 w 73"/>
                <a:gd name="T73" fmla="*/ 40 h 57"/>
                <a:gd name="T74" fmla="*/ 24 w 73"/>
                <a:gd name="T75" fmla="*/ 40 h 57"/>
                <a:gd name="T76" fmla="*/ 31 w 73"/>
                <a:gd name="T77" fmla="*/ 42 h 57"/>
                <a:gd name="T78" fmla="*/ 31 w 73"/>
                <a:gd name="T79" fmla="*/ 42 h 57"/>
                <a:gd name="T80" fmla="*/ 33 w 73"/>
                <a:gd name="T81" fmla="*/ 44 h 57"/>
                <a:gd name="T82" fmla="*/ 35 w 73"/>
                <a:gd name="T83" fmla="*/ 46 h 57"/>
                <a:gd name="T84" fmla="*/ 37 w 73"/>
                <a:gd name="T85" fmla="*/ 47 h 57"/>
                <a:gd name="T86" fmla="*/ 40 w 73"/>
                <a:gd name="T87" fmla="*/ 47 h 57"/>
                <a:gd name="T88" fmla="*/ 44 w 73"/>
                <a:gd name="T89" fmla="*/ 57 h 57"/>
                <a:gd name="T90" fmla="*/ 53 w 73"/>
                <a:gd name="T91" fmla="*/ 53 h 57"/>
                <a:gd name="T92" fmla="*/ 53 w 73"/>
                <a:gd name="T93" fmla="*/ 53 h 57"/>
                <a:gd name="T94" fmla="*/ 53 w 73"/>
                <a:gd name="T95" fmla="*/ 49 h 57"/>
                <a:gd name="T96" fmla="*/ 55 w 73"/>
                <a:gd name="T97" fmla="*/ 46 h 57"/>
                <a:gd name="T98" fmla="*/ 57 w 73"/>
                <a:gd name="T99" fmla="*/ 44 h 57"/>
                <a:gd name="T100" fmla="*/ 57 w 73"/>
                <a:gd name="T101" fmla="*/ 44 h 57"/>
                <a:gd name="T102" fmla="*/ 60 w 73"/>
                <a:gd name="T103" fmla="*/ 42 h 57"/>
                <a:gd name="T104" fmla="*/ 62 w 73"/>
                <a:gd name="T105" fmla="*/ 38 h 57"/>
                <a:gd name="T106" fmla="*/ 62 w 73"/>
                <a:gd name="T107" fmla="*/ 38 h 57"/>
                <a:gd name="T108" fmla="*/ 57 w 73"/>
                <a:gd name="T109" fmla="*/ 26 h 57"/>
                <a:gd name="T110" fmla="*/ 57 w 73"/>
                <a:gd name="T111" fmla="*/ 26 h 57"/>
                <a:gd name="T112" fmla="*/ 57 w 73"/>
                <a:gd name="T113" fmla="*/ 22 h 57"/>
                <a:gd name="T114" fmla="*/ 58 w 73"/>
                <a:gd name="T115" fmla="*/ 20 h 57"/>
                <a:gd name="T116" fmla="*/ 60 w 73"/>
                <a:gd name="T117" fmla="*/ 18 h 57"/>
                <a:gd name="T118" fmla="*/ 66 w 73"/>
                <a:gd name="T119" fmla="*/ 1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3" h="57">
                  <a:moveTo>
                    <a:pt x="66" y="18"/>
                  </a:moveTo>
                  <a:lnTo>
                    <a:pt x="69" y="15"/>
                  </a:lnTo>
                  <a:lnTo>
                    <a:pt x="69" y="15"/>
                  </a:lnTo>
                  <a:lnTo>
                    <a:pt x="71" y="13"/>
                  </a:lnTo>
                  <a:lnTo>
                    <a:pt x="73" y="9"/>
                  </a:lnTo>
                  <a:lnTo>
                    <a:pt x="73" y="9"/>
                  </a:lnTo>
                  <a:lnTo>
                    <a:pt x="71" y="4"/>
                  </a:lnTo>
                  <a:lnTo>
                    <a:pt x="69" y="2"/>
                  </a:lnTo>
                  <a:lnTo>
                    <a:pt x="69" y="2"/>
                  </a:lnTo>
                  <a:lnTo>
                    <a:pt x="69" y="6"/>
                  </a:lnTo>
                  <a:lnTo>
                    <a:pt x="68" y="7"/>
                  </a:lnTo>
                  <a:lnTo>
                    <a:pt x="68" y="7"/>
                  </a:lnTo>
                  <a:lnTo>
                    <a:pt x="62" y="6"/>
                  </a:lnTo>
                  <a:lnTo>
                    <a:pt x="51" y="4"/>
                  </a:lnTo>
                  <a:lnTo>
                    <a:pt x="42" y="0"/>
                  </a:lnTo>
                  <a:lnTo>
                    <a:pt x="35" y="0"/>
                  </a:lnTo>
                  <a:lnTo>
                    <a:pt x="35" y="0"/>
                  </a:lnTo>
                  <a:lnTo>
                    <a:pt x="33" y="0"/>
                  </a:lnTo>
                  <a:lnTo>
                    <a:pt x="31" y="2"/>
                  </a:lnTo>
                  <a:lnTo>
                    <a:pt x="29" y="4"/>
                  </a:lnTo>
                  <a:lnTo>
                    <a:pt x="29" y="4"/>
                  </a:lnTo>
                  <a:lnTo>
                    <a:pt x="24" y="4"/>
                  </a:lnTo>
                  <a:lnTo>
                    <a:pt x="17" y="4"/>
                  </a:lnTo>
                  <a:lnTo>
                    <a:pt x="17" y="4"/>
                  </a:lnTo>
                  <a:lnTo>
                    <a:pt x="9" y="7"/>
                  </a:lnTo>
                  <a:lnTo>
                    <a:pt x="0" y="11"/>
                  </a:lnTo>
                  <a:lnTo>
                    <a:pt x="0" y="11"/>
                  </a:lnTo>
                  <a:lnTo>
                    <a:pt x="0" y="31"/>
                  </a:lnTo>
                  <a:lnTo>
                    <a:pt x="7" y="33"/>
                  </a:lnTo>
                  <a:lnTo>
                    <a:pt x="7" y="33"/>
                  </a:lnTo>
                  <a:lnTo>
                    <a:pt x="9" y="44"/>
                  </a:lnTo>
                  <a:lnTo>
                    <a:pt x="9" y="44"/>
                  </a:lnTo>
                  <a:lnTo>
                    <a:pt x="15" y="44"/>
                  </a:lnTo>
                  <a:lnTo>
                    <a:pt x="15" y="44"/>
                  </a:lnTo>
                  <a:lnTo>
                    <a:pt x="18" y="42"/>
                  </a:lnTo>
                  <a:lnTo>
                    <a:pt x="20" y="40"/>
                  </a:lnTo>
                  <a:lnTo>
                    <a:pt x="20" y="40"/>
                  </a:lnTo>
                  <a:lnTo>
                    <a:pt x="24" y="40"/>
                  </a:lnTo>
                  <a:lnTo>
                    <a:pt x="31" y="42"/>
                  </a:lnTo>
                  <a:lnTo>
                    <a:pt x="31" y="42"/>
                  </a:lnTo>
                  <a:lnTo>
                    <a:pt x="33" y="44"/>
                  </a:lnTo>
                  <a:lnTo>
                    <a:pt x="35" y="46"/>
                  </a:lnTo>
                  <a:lnTo>
                    <a:pt x="37" y="47"/>
                  </a:lnTo>
                  <a:lnTo>
                    <a:pt x="40" y="47"/>
                  </a:lnTo>
                  <a:lnTo>
                    <a:pt x="44" y="57"/>
                  </a:lnTo>
                  <a:lnTo>
                    <a:pt x="53" y="53"/>
                  </a:lnTo>
                  <a:lnTo>
                    <a:pt x="53" y="53"/>
                  </a:lnTo>
                  <a:lnTo>
                    <a:pt x="53" y="49"/>
                  </a:lnTo>
                  <a:lnTo>
                    <a:pt x="55" y="46"/>
                  </a:lnTo>
                  <a:lnTo>
                    <a:pt x="57" y="44"/>
                  </a:lnTo>
                  <a:lnTo>
                    <a:pt x="57" y="44"/>
                  </a:lnTo>
                  <a:lnTo>
                    <a:pt x="60" y="42"/>
                  </a:lnTo>
                  <a:lnTo>
                    <a:pt x="62" y="38"/>
                  </a:lnTo>
                  <a:lnTo>
                    <a:pt x="62" y="38"/>
                  </a:lnTo>
                  <a:lnTo>
                    <a:pt x="57" y="26"/>
                  </a:lnTo>
                  <a:lnTo>
                    <a:pt x="57" y="26"/>
                  </a:lnTo>
                  <a:lnTo>
                    <a:pt x="57" y="22"/>
                  </a:lnTo>
                  <a:lnTo>
                    <a:pt x="58" y="20"/>
                  </a:lnTo>
                  <a:lnTo>
                    <a:pt x="60" y="18"/>
                  </a:lnTo>
                  <a:lnTo>
                    <a:pt x="66" y="18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07" name="Freeform 290">
              <a:extLst>
                <a:ext uri="{FF2B5EF4-FFF2-40B4-BE49-F238E27FC236}">
                  <a16:creationId xmlns:a16="http://schemas.microsoft.com/office/drawing/2014/main" id="{3F8B7DF4-802F-4744-A496-372145358B22}"/>
                </a:ext>
              </a:extLst>
            </p:cNvPr>
            <p:cNvSpPr>
              <a:spLocks/>
            </p:cNvSpPr>
            <p:nvPr/>
          </p:nvSpPr>
          <p:spPr bwMode="auto">
            <a:xfrm>
              <a:off x="6424760" y="3509084"/>
              <a:ext cx="157199" cy="177961"/>
            </a:xfrm>
            <a:custGeom>
              <a:avLst/>
              <a:gdLst>
                <a:gd name="T0" fmla="*/ 29 w 106"/>
                <a:gd name="T1" fmla="*/ 7 h 120"/>
                <a:gd name="T2" fmla="*/ 20 w 106"/>
                <a:gd name="T3" fmla="*/ 5 h 120"/>
                <a:gd name="T4" fmla="*/ 11 w 106"/>
                <a:gd name="T5" fmla="*/ 12 h 120"/>
                <a:gd name="T6" fmla="*/ 11 w 106"/>
                <a:gd name="T7" fmla="*/ 18 h 120"/>
                <a:gd name="T8" fmla="*/ 8 w 106"/>
                <a:gd name="T9" fmla="*/ 20 h 120"/>
                <a:gd name="T10" fmla="*/ 6 w 106"/>
                <a:gd name="T11" fmla="*/ 20 h 120"/>
                <a:gd name="T12" fmla="*/ 6 w 106"/>
                <a:gd name="T13" fmla="*/ 27 h 120"/>
                <a:gd name="T14" fmla="*/ 6 w 106"/>
                <a:gd name="T15" fmla="*/ 34 h 120"/>
                <a:gd name="T16" fmla="*/ 6 w 106"/>
                <a:gd name="T17" fmla="*/ 40 h 120"/>
                <a:gd name="T18" fmla="*/ 4 w 106"/>
                <a:gd name="T19" fmla="*/ 47 h 120"/>
                <a:gd name="T20" fmla="*/ 0 w 106"/>
                <a:gd name="T21" fmla="*/ 54 h 120"/>
                <a:gd name="T22" fmla="*/ 0 w 106"/>
                <a:gd name="T23" fmla="*/ 67 h 120"/>
                <a:gd name="T24" fmla="*/ 0 w 106"/>
                <a:gd name="T25" fmla="*/ 78 h 120"/>
                <a:gd name="T26" fmla="*/ 9 w 106"/>
                <a:gd name="T27" fmla="*/ 84 h 120"/>
                <a:gd name="T28" fmla="*/ 13 w 106"/>
                <a:gd name="T29" fmla="*/ 82 h 120"/>
                <a:gd name="T30" fmla="*/ 17 w 106"/>
                <a:gd name="T31" fmla="*/ 84 h 120"/>
                <a:gd name="T32" fmla="*/ 20 w 106"/>
                <a:gd name="T33" fmla="*/ 89 h 120"/>
                <a:gd name="T34" fmla="*/ 22 w 106"/>
                <a:gd name="T35" fmla="*/ 73 h 120"/>
                <a:gd name="T36" fmla="*/ 26 w 106"/>
                <a:gd name="T37" fmla="*/ 73 h 120"/>
                <a:gd name="T38" fmla="*/ 29 w 106"/>
                <a:gd name="T39" fmla="*/ 73 h 120"/>
                <a:gd name="T40" fmla="*/ 37 w 106"/>
                <a:gd name="T41" fmla="*/ 82 h 120"/>
                <a:gd name="T42" fmla="*/ 38 w 106"/>
                <a:gd name="T43" fmla="*/ 82 h 120"/>
                <a:gd name="T44" fmla="*/ 44 w 106"/>
                <a:gd name="T45" fmla="*/ 82 h 120"/>
                <a:gd name="T46" fmla="*/ 46 w 106"/>
                <a:gd name="T47" fmla="*/ 84 h 120"/>
                <a:gd name="T48" fmla="*/ 53 w 106"/>
                <a:gd name="T49" fmla="*/ 87 h 120"/>
                <a:gd name="T50" fmla="*/ 64 w 106"/>
                <a:gd name="T51" fmla="*/ 89 h 120"/>
                <a:gd name="T52" fmla="*/ 69 w 106"/>
                <a:gd name="T53" fmla="*/ 94 h 120"/>
                <a:gd name="T54" fmla="*/ 75 w 106"/>
                <a:gd name="T55" fmla="*/ 100 h 120"/>
                <a:gd name="T56" fmla="*/ 79 w 106"/>
                <a:gd name="T57" fmla="*/ 107 h 120"/>
                <a:gd name="T58" fmla="*/ 80 w 106"/>
                <a:gd name="T59" fmla="*/ 113 h 120"/>
                <a:gd name="T60" fmla="*/ 88 w 106"/>
                <a:gd name="T61" fmla="*/ 118 h 120"/>
                <a:gd name="T62" fmla="*/ 95 w 106"/>
                <a:gd name="T63" fmla="*/ 120 h 120"/>
                <a:gd name="T64" fmla="*/ 106 w 106"/>
                <a:gd name="T65" fmla="*/ 115 h 120"/>
                <a:gd name="T66" fmla="*/ 106 w 106"/>
                <a:gd name="T67" fmla="*/ 107 h 120"/>
                <a:gd name="T68" fmla="*/ 97 w 106"/>
                <a:gd name="T69" fmla="*/ 102 h 120"/>
                <a:gd name="T70" fmla="*/ 90 w 106"/>
                <a:gd name="T71" fmla="*/ 94 h 120"/>
                <a:gd name="T72" fmla="*/ 88 w 106"/>
                <a:gd name="T73" fmla="*/ 91 h 120"/>
                <a:gd name="T74" fmla="*/ 88 w 106"/>
                <a:gd name="T75" fmla="*/ 85 h 120"/>
                <a:gd name="T76" fmla="*/ 88 w 106"/>
                <a:gd name="T77" fmla="*/ 84 h 120"/>
                <a:gd name="T78" fmla="*/ 80 w 106"/>
                <a:gd name="T79" fmla="*/ 80 h 120"/>
                <a:gd name="T80" fmla="*/ 75 w 106"/>
                <a:gd name="T81" fmla="*/ 78 h 120"/>
                <a:gd name="T82" fmla="*/ 73 w 106"/>
                <a:gd name="T83" fmla="*/ 74 h 120"/>
                <a:gd name="T84" fmla="*/ 71 w 106"/>
                <a:gd name="T85" fmla="*/ 67 h 120"/>
                <a:gd name="T86" fmla="*/ 69 w 106"/>
                <a:gd name="T87" fmla="*/ 64 h 120"/>
                <a:gd name="T88" fmla="*/ 62 w 106"/>
                <a:gd name="T89" fmla="*/ 64 h 120"/>
                <a:gd name="T90" fmla="*/ 60 w 106"/>
                <a:gd name="T91" fmla="*/ 62 h 120"/>
                <a:gd name="T92" fmla="*/ 53 w 106"/>
                <a:gd name="T93" fmla="*/ 49 h 120"/>
                <a:gd name="T94" fmla="*/ 49 w 106"/>
                <a:gd name="T95" fmla="*/ 51 h 120"/>
                <a:gd name="T96" fmla="*/ 48 w 106"/>
                <a:gd name="T97" fmla="*/ 51 h 120"/>
                <a:gd name="T98" fmla="*/ 48 w 106"/>
                <a:gd name="T99" fmla="*/ 49 h 120"/>
                <a:gd name="T100" fmla="*/ 42 w 106"/>
                <a:gd name="T101" fmla="*/ 45 h 120"/>
                <a:gd name="T102" fmla="*/ 40 w 106"/>
                <a:gd name="T103" fmla="*/ 36 h 120"/>
                <a:gd name="T104" fmla="*/ 38 w 106"/>
                <a:gd name="T105" fmla="*/ 9 h 120"/>
                <a:gd name="T106" fmla="*/ 37 w 106"/>
                <a:gd name="T107" fmla="*/ 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06" h="120">
                  <a:moveTo>
                    <a:pt x="37" y="0"/>
                  </a:moveTo>
                  <a:lnTo>
                    <a:pt x="29" y="7"/>
                  </a:lnTo>
                  <a:lnTo>
                    <a:pt x="20" y="5"/>
                  </a:lnTo>
                  <a:lnTo>
                    <a:pt x="20" y="5"/>
                  </a:lnTo>
                  <a:lnTo>
                    <a:pt x="17" y="9"/>
                  </a:lnTo>
                  <a:lnTo>
                    <a:pt x="11" y="12"/>
                  </a:lnTo>
                  <a:lnTo>
                    <a:pt x="11" y="12"/>
                  </a:lnTo>
                  <a:lnTo>
                    <a:pt x="11" y="18"/>
                  </a:lnTo>
                  <a:lnTo>
                    <a:pt x="9" y="20"/>
                  </a:lnTo>
                  <a:lnTo>
                    <a:pt x="8" y="20"/>
                  </a:lnTo>
                  <a:lnTo>
                    <a:pt x="8" y="20"/>
                  </a:lnTo>
                  <a:lnTo>
                    <a:pt x="6" y="20"/>
                  </a:lnTo>
                  <a:lnTo>
                    <a:pt x="6" y="22"/>
                  </a:lnTo>
                  <a:lnTo>
                    <a:pt x="6" y="27"/>
                  </a:lnTo>
                  <a:lnTo>
                    <a:pt x="6" y="27"/>
                  </a:lnTo>
                  <a:lnTo>
                    <a:pt x="6" y="34"/>
                  </a:lnTo>
                  <a:lnTo>
                    <a:pt x="6" y="40"/>
                  </a:lnTo>
                  <a:lnTo>
                    <a:pt x="6" y="40"/>
                  </a:lnTo>
                  <a:lnTo>
                    <a:pt x="6" y="43"/>
                  </a:lnTo>
                  <a:lnTo>
                    <a:pt x="4" y="47"/>
                  </a:lnTo>
                  <a:lnTo>
                    <a:pt x="0" y="54"/>
                  </a:lnTo>
                  <a:lnTo>
                    <a:pt x="0" y="54"/>
                  </a:lnTo>
                  <a:lnTo>
                    <a:pt x="0" y="62"/>
                  </a:lnTo>
                  <a:lnTo>
                    <a:pt x="0" y="67"/>
                  </a:lnTo>
                  <a:lnTo>
                    <a:pt x="0" y="67"/>
                  </a:lnTo>
                  <a:lnTo>
                    <a:pt x="0" y="78"/>
                  </a:lnTo>
                  <a:lnTo>
                    <a:pt x="0" y="85"/>
                  </a:lnTo>
                  <a:lnTo>
                    <a:pt x="9" y="84"/>
                  </a:lnTo>
                  <a:lnTo>
                    <a:pt x="9" y="84"/>
                  </a:lnTo>
                  <a:lnTo>
                    <a:pt x="13" y="82"/>
                  </a:lnTo>
                  <a:lnTo>
                    <a:pt x="15" y="82"/>
                  </a:lnTo>
                  <a:lnTo>
                    <a:pt x="17" y="84"/>
                  </a:lnTo>
                  <a:lnTo>
                    <a:pt x="17" y="84"/>
                  </a:lnTo>
                  <a:lnTo>
                    <a:pt x="20" y="89"/>
                  </a:lnTo>
                  <a:lnTo>
                    <a:pt x="22" y="73"/>
                  </a:lnTo>
                  <a:lnTo>
                    <a:pt x="22" y="73"/>
                  </a:lnTo>
                  <a:lnTo>
                    <a:pt x="24" y="73"/>
                  </a:lnTo>
                  <a:lnTo>
                    <a:pt x="26" y="73"/>
                  </a:lnTo>
                  <a:lnTo>
                    <a:pt x="29" y="73"/>
                  </a:lnTo>
                  <a:lnTo>
                    <a:pt x="29" y="73"/>
                  </a:lnTo>
                  <a:lnTo>
                    <a:pt x="35" y="78"/>
                  </a:lnTo>
                  <a:lnTo>
                    <a:pt x="37" y="82"/>
                  </a:lnTo>
                  <a:lnTo>
                    <a:pt x="38" y="82"/>
                  </a:lnTo>
                  <a:lnTo>
                    <a:pt x="38" y="82"/>
                  </a:lnTo>
                  <a:lnTo>
                    <a:pt x="42" y="82"/>
                  </a:lnTo>
                  <a:lnTo>
                    <a:pt x="44" y="82"/>
                  </a:lnTo>
                  <a:lnTo>
                    <a:pt x="46" y="84"/>
                  </a:lnTo>
                  <a:lnTo>
                    <a:pt x="46" y="84"/>
                  </a:lnTo>
                  <a:lnTo>
                    <a:pt x="49" y="85"/>
                  </a:lnTo>
                  <a:lnTo>
                    <a:pt x="53" y="87"/>
                  </a:lnTo>
                  <a:lnTo>
                    <a:pt x="64" y="89"/>
                  </a:lnTo>
                  <a:lnTo>
                    <a:pt x="64" y="89"/>
                  </a:lnTo>
                  <a:lnTo>
                    <a:pt x="66" y="91"/>
                  </a:lnTo>
                  <a:lnTo>
                    <a:pt x="69" y="94"/>
                  </a:lnTo>
                  <a:lnTo>
                    <a:pt x="75" y="100"/>
                  </a:lnTo>
                  <a:lnTo>
                    <a:pt x="75" y="100"/>
                  </a:lnTo>
                  <a:lnTo>
                    <a:pt x="77" y="104"/>
                  </a:lnTo>
                  <a:lnTo>
                    <a:pt x="79" y="107"/>
                  </a:lnTo>
                  <a:lnTo>
                    <a:pt x="80" y="113"/>
                  </a:lnTo>
                  <a:lnTo>
                    <a:pt x="80" y="113"/>
                  </a:lnTo>
                  <a:lnTo>
                    <a:pt x="86" y="116"/>
                  </a:lnTo>
                  <a:lnTo>
                    <a:pt x="88" y="118"/>
                  </a:lnTo>
                  <a:lnTo>
                    <a:pt x="91" y="116"/>
                  </a:lnTo>
                  <a:lnTo>
                    <a:pt x="95" y="120"/>
                  </a:lnTo>
                  <a:lnTo>
                    <a:pt x="106" y="115"/>
                  </a:lnTo>
                  <a:lnTo>
                    <a:pt x="106" y="115"/>
                  </a:lnTo>
                  <a:lnTo>
                    <a:pt x="106" y="111"/>
                  </a:lnTo>
                  <a:lnTo>
                    <a:pt x="106" y="107"/>
                  </a:lnTo>
                  <a:lnTo>
                    <a:pt x="106" y="107"/>
                  </a:lnTo>
                  <a:lnTo>
                    <a:pt x="97" y="102"/>
                  </a:lnTo>
                  <a:lnTo>
                    <a:pt x="93" y="98"/>
                  </a:lnTo>
                  <a:lnTo>
                    <a:pt x="90" y="94"/>
                  </a:lnTo>
                  <a:lnTo>
                    <a:pt x="90" y="94"/>
                  </a:lnTo>
                  <a:lnTo>
                    <a:pt x="88" y="91"/>
                  </a:lnTo>
                  <a:lnTo>
                    <a:pt x="88" y="89"/>
                  </a:lnTo>
                  <a:lnTo>
                    <a:pt x="88" y="85"/>
                  </a:lnTo>
                  <a:lnTo>
                    <a:pt x="88" y="84"/>
                  </a:lnTo>
                  <a:lnTo>
                    <a:pt x="88" y="84"/>
                  </a:lnTo>
                  <a:lnTo>
                    <a:pt x="84" y="82"/>
                  </a:lnTo>
                  <a:lnTo>
                    <a:pt x="80" y="80"/>
                  </a:lnTo>
                  <a:lnTo>
                    <a:pt x="77" y="80"/>
                  </a:lnTo>
                  <a:lnTo>
                    <a:pt x="75" y="78"/>
                  </a:lnTo>
                  <a:lnTo>
                    <a:pt x="75" y="78"/>
                  </a:lnTo>
                  <a:lnTo>
                    <a:pt x="73" y="74"/>
                  </a:lnTo>
                  <a:lnTo>
                    <a:pt x="73" y="71"/>
                  </a:lnTo>
                  <a:lnTo>
                    <a:pt x="71" y="67"/>
                  </a:lnTo>
                  <a:lnTo>
                    <a:pt x="69" y="64"/>
                  </a:lnTo>
                  <a:lnTo>
                    <a:pt x="69" y="64"/>
                  </a:lnTo>
                  <a:lnTo>
                    <a:pt x="66" y="64"/>
                  </a:lnTo>
                  <a:lnTo>
                    <a:pt x="62" y="64"/>
                  </a:lnTo>
                  <a:lnTo>
                    <a:pt x="62" y="64"/>
                  </a:lnTo>
                  <a:lnTo>
                    <a:pt x="60" y="62"/>
                  </a:lnTo>
                  <a:lnTo>
                    <a:pt x="57" y="56"/>
                  </a:lnTo>
                  <a:lnTo>
                    <a:pt x="53" y="49"/>
                  </a:lnTo>
                  <a:lnTo>
                    <a:pt x="53" y="49"/>
                  </a:lnTo>
                  <a:lnTo>
                    <a:pt x="49" y="51"/>
                  </a:lnTo>
                  <a:lnTo>
                    <a:pt x="48" y="51"/>
                  </a:lnTo>
                  <a:lnTo>
                    <a:pt x="48" y="51"/>
                  </a:lnTo>
                  <a:lnTo>
                    <a:pt x="48" y="49"/>
                  </a:lnTo>
                  <a:lnTo>
                    <a:pt x="48" y="49"/>
                  </a:lnTo>
                  <a:lnTo>
                    <a:pt x="46" y="47"/>
                  </a:lnTo>
                  <a:lnTo>
                    <a:pt x="42" y="45"/>
                  </a:lnTo>
                  <a:lnTo>
                    <a:pt x="42" y="45"/>
                  </a:lnTo>
                  <a:lnTo>
                    <a:pt x="40" y="36"/>
                  </a:lnTo>
                  <a:lnTo>
                    <a:pt x="40" y="23"/>
                  </a:lnTo>
                  <a:lnTo>
                    <a:pt x="38" y="9"/>
                  </a:lnTo>
                  <a:lnTo>
                    <a:pt x="37" y="0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08" name="Freeform 291">
              <a:extLst>
                <a:ext uri="{FF2B5EF4-FFF2-40B4-BE49-F238E27FC236}">
                  <a16:creationId xmlns:a16="http://schemas.microsoft.com/office/drawing/2014/main" id="{D9CD0879-F315-4BC1-B8CC-786674A5810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49993" y="3940637"/>
              <a:ext cx="83048" cy="71184"/>
            </a:xfrm>
            <a:custGeom>
              <a:avLst/>
              <a:gdLst>
                <a:gd name="T0" fmla="*/ 25 w 56"/>
                <a:gd name="T1" fmla="*/ 26 h 48"/>
                <a:gd name="T2" fmla="*/ 25 w 56"/>
                <a:gd name="T3" fmla="*/ 26 h 48"/>
                <a:gd name="T4" fmla="*/ 23 w 56"/>
                <a:gd name="T5" fmla="*/ 38 h 48"/>
                <a:gd name="T6" fmla="*/ 23 w 56"/>
                <a:gd name="T7" fmla="*/ 38 h 48"/>
                <a:gd name="T8" fmla="*/ 22 w 56"/>
                <a:gd name="T9" fmla="*/ 46 h 48"/>
                <a:gd name="T10" fmla="*/ 54 w 56"/>
                <a:gd name="T11" fmla="*/ 48 h 48"/>
                <a:gd name="T12" fmla="*/ 56 w 56"/>
                <a:gd name="T13" fmla="*/ 26 h 48"/>
                <a:gd name="T14" fmla="*/ 25 w 56"/>
                <a:gd name="T15" fmla="*/ 26 h 48"/>
                <a:gd name="T16" fmla="*/ 3 w 56"/>
                <a:gd name="T17" fmla="*/ 0 h 48"/>
                <a:gd name="T18" fmla="*/ 3 w 56"/>
                <a:gd name="T19" fmla="*/ 0 h 48"/>
                <a:gd name="T20" fmla="*/ 1 w 56"/>
                <a:gd name="T21" fmla="*/ 2 h 48"/>
                <a:gd name="T22" fmla="*/ 0 w 56"/>
                <a:gd name="T23" fmla="*/ 4 h 48"/>
                <a:gd name="T24" fmla="*/ 1 w 56"/>
                <a:gd name="T25" fmla="*/ 6 h 48"/>
                <a:gd name="T26" fmla="*/ 7 w 56"/>
                <a:gd name="T27" fmla="*/ 8 h 48"/>
                <a:gd name="T28" fmla="*/ 7 w 56"/>
                <a:gd name="T29" fmla="*/ 8 h 48"/>
                <a:gd name="T30" fmla="*/ 7 w 56"/>
                <a:gd name="T31" fmla="*/ 2 h 48"/>
                <a:gd name="T32" fmla="*/ 7 w 56"/>
                <a:gd name="T33" fmla="*/ 0 h 48"/>
                <a:gd name="T34" fmla="*/ 3 w 56"/>
                <a:gd name="T35" fmla="*/ 0 h 48"/>
                <a:gd name="T36" fmla="*/ 3 w 56"/>
                <a:gd name="T37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6" h="48">
                  <a:moveTo>
                    <a:pt x="25" y="26"/>
                  </a:moveTo>
                  <a:lnTo>
                    <a:pt x="25" y="26"/>
                  </a:lnTo>
                  <a:lnTo>
                    <a:pt x="23" y="38"/>
                  </a:lnTo>
                  <a:lnTo>
                    <a:pt x="23" y="38"/>
                  </a:lnTo>
                  <a:lnTo>
                    <a:pt x="22" y="46"/>
                  </a:lnTo>
                  <a:lnTo>
                    <a:pt x="54" y="48"/>
                  </a:lnTo>
                  <a:lnTo>
                    <a:pt x="56" y="26"/>
                  </a:lnTo>
                  <a:lnTo>
                    <a:pt x="25" y="26"/>
                  </a:lnTo>
                  <a:close/>
                  <a:moveTo>
                    <a:pt x="3" y="0"/>
                  </a:moveTo>
                  <a:lnTo>
                    <a:pt x="3" y="0"/>
                  </a:lnTo>
                  <a:lnTo>
                    <a:pt x="1" y="2"/>
                  </a:lnTo>
                  <a:lnTo>
                    <a:pt x="0" y="4"/>
                  </a:lnTo>
                  <a:lnTo>
                    <a:pt x="1" y="6"/>
                  </a:lnTo>
                  <a:lnTo>
                    <a:pt x="7" y="8"/>
                  </a:lnTo>
                  <a:lnTo>
                    <a:pt x="7" y="8"/>
                  </a:lnTo>
                  <a:lnTo>
                    <a:pt x="7" y="2"/>
                  </a:lnTo>
                  <a:lnTo>
                    <a:pt x="7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09" name="Freeform 292">
              <a:extLst>
                <a:ext uri="{FF2B5EF4-FFF2-40B4-BE49-F238E27FC236}">
                  <a16:creationId xmlns:a16="http://schemas.microsoft.com/office/drawing/2014/main" id="{BA793D69-5F3E-4977-BA85-F8C2E34F8EE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0573" y="3621792"/>
              <a:ext cx="71184" cy="43008"/>
            </a:xfrm>
            <a:custGeom>
              <a:avLst/>
              <a:gdLst>
                <a:gd name="T0" fmla="*/ 2 w 48"/>
                <a:gd name="T1" fmla="*/ 15 h 29"/>
                <a:gd name="T2" fmla="*/ 11 w 48"/>
                <a:gd name="T3" fmla="*/ 24 h 29"/>
                <a:gd name="T4" fmla="*/ 11 w 48"/>
                <a:gd name="T5" fmla="*/ 24 h 29"/>
                <a:gd name="T6" fmla="*/ 15 w 48"/>
                <a:gd name="T7" fmla="*/ 24 h 29"/>
                <a:gd name="T8" fmla="*/ 20 w 48"/>
                <a:gd name="T9" fmla="*/ 24 h 29"/>
                <a:gd name="T10" fmla="*/ 29 w 48"/>
                <a:gd name="T11" fmla="*/ 24 h 29"/>
                <a:gd name="T12" fmla="*/ 29 w 48"/>
                <a:gd name="T13" fmla="*/ 24 h 29"/>
                <a:gd name="T14" fmla="*/ 35 w 48"/>
                <a:gd name="T15" fmla="*/ 28 h 29"/>
                <a:gd name="T16" fmla="*/ 38 w 48"/>
                <a:gd name="T17" fmla="*/ 28 h 29"/>
                <a:gd name="T18" fmla="*/ 42 w 48"/>
                <a:gd name="T19" fmla="*/ 29 h 29"/>
                <a:gd name="T20" fmla="*/ 42 w 48"/>
                <a:gd name="T21" fmla="*/ 29 h 29"/>
                <a:gd name="T22" fmla="*/ 44 w 48"/>
                <a:gd name="T23" fmla="*/ 28 h 29"/>
                <a:gd name="T24" fmla="*/ 44 w 48"/>
                <a:gd name="T25" fmla="*/ 26 h 29"/>
                <a:gd name="T26" fmla="*/ 48 w 48"/>
                <a:gd name="T27" fmla="*/ 26 h 29"/>
                <a:gd name="T28" fmla="*/ 48 w 48"/>
                <a:gd name="T29" fmla="*/ 13 h 29"/>
                <a:gd name="T30" fmla="*/ 48 w 48"/>
                <a:gd name="T31" fmla="*/ 13 h 29"/>
                <a:gd name="T32" fmla="*/ 46 w 48"/>
                <a:gd name="T33" fmla="*/ 11 h 29"/>
                <a:gd name="T34" fmla="*/ 40 w 48"/>
                <a:gd name="T35" fmla="*/ 9 h 29"/>
                <a:gd name="T36" fmla="*/ 40 w 48"/>
                <a:gd name="T37" fmla="*/ 9 h 29"/>
                <a:gd name="T38" fmla="*/ 35 w 48"/>
                <a:gd name="T39" fmla="*/ 8 h 29"/>
                <a:gd name="T40" fmla="*/ 31 w 48"/>
                <a:gd name="T41" fmla="*/ 6 h 29"/>
                <a:gd name="T42" fmla="*/ 31 w 48"/>
                <a:gd name="T43" fmla="*/ 6 h 29"/>
                <a:gd name="T44" fmla="*/ 22 w 48"/>
                <a:gd name="T45" fmla="*/ 2 h 29"/>
                <a:gd name="T46" fmla="*/ 17 w 48"/>
                <a:gd name="T47" fmla="*/ 0 h 29"/>
                <a:gd name="T48" fmla="*/ 17 w 48"/>
                <a:gd name="T49" fmla="*/ 0 h 29"/>
                <a:gd name="T50" fmla="*/ 11 w 48"/>
                <a:gd name="T51" fmla="*/ 2 h 29"/>
                <a:gd name="T52" fmla="*/ 9 w 48"/>
                <a:gd name="T53" fmla="*/ 6 h 29"/>
                <a:gd name="T54" fmla="*/ 8 w 48"/>
                <a:gd name="T55" fmla="*/ 9 h 29"/>
                <a:gd name="T56" fmla="*/ 8 w 48"/>
                <a:gd name="T57" fmla="*/ 9 h 29"/>
                <a:gd name="T58" fmla="*/ 8 w 48"/>
                <a:gd name="T59" fmla="*/ 11 h 29"/>
                <a:gd name="T60" fmla="*/ 6 w 48"/>
                <a:gd name="T61" fmla="*/ 11 h 29"/>
                <a:gd name="T62" fmla="*/ 2 w 48"/>
                <a:gd name="T63" fmla="*/ 11 h 29"/>
                <a:gd name="T64" fmla="*/ 0 w 48"/>
                <a:gd name="T65" fmla="*/ 13 h 29"/>
                <a:gd name="T66" fmla="*/ 0 w 48"/>
                <a:gd name="T67" fmla="*/ 13 h 29"/>
                <a:gd name="T68" fmla="*/ 2 w 48"/>
                <a:gd name="T69" fmla="*/ 15 h 29"/>
                <a:gd name="T70" fmla="*/ 2 w 48"/>
                <a:gd name="T71" fmla="*/ 15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48" h="29">
                  <a:moveTo>
                    <a:pt x="2" y="15"/>
                  </a:moveTo>
                  <a:lnTo>
                    <a:pt x="11" y="24"/>
                  </a:lnTo>
                  <a:lnTo>
                    <a:pt x="11" y="24"/>
                  </a:lnTo>
                  <a:lnTo>
                    <a:pt x="15" y="24"/>
                  </a:lnTo>
                  <a:lnTo>
                    <a:pt x="20" y="24"/>
                  </a:lnTo>
                  <a:lnTo>
                    <a:pt x="29" y="24"/>
                  </a:lnTo>
                  <a:lnTo>
                    <a:pt x="29" y="24"/>
                  </a:lnTo>
                  <a:lnTo>
                    <a:pt x="35" y="28"/>
                  </a:lnTo>
                  <a:lnTo>
                    <a:pt x="38" y="28"/>
                  </a:lnTo>
                  <a:lnTo>
                    <a:pt x="42" y="29"/>
                  </a:lnTo>
                  <a:lnTo>
                    <a:pt x="42" y="29"/>
                  </a:lnTo>
                  <a:lnTo>
                    <a:pt x="44" y="28"/>
                  </a:lnTo>
                  <a:lnTo>
                    <a:pt x="44" y="26"/>
                  </a:lnTo>
                  <a:lnTo>
                    <a:pt x="48" y="26"/>
                  </a:lnTo>
                  <a:lnTo>
                    <a:pt x="48" y="13"/>
                  </a:lnTo>
                  <a:lnTo>
                    <a:pt x="48" y="13"/>
                  </a:lnTo>
                  <a:lnTo>
                    <a:pt x="46" y="11"/>
                  </a:lnTo>
                  <a:lnTo>
                    <a:pt x="40" y="9"/>
                  </a:lnTo>
                  <a:lnTo>
                    <a:pt x="40" y="9"/>
                  </a:lnTo>
                  <a:lnTo>
                    <a:pt x="35" y="8"/>
                  </a:lnTo>
                  <a:lnTo>
                    <a:pt x="31" y="6"/>
                  </a:lnTo>
                  <a:lnTo>
                    <a:pt x="31" y="6"/>
                  </a:lnTo>
                  <a:lnTo>
                    <a:pt x="22" y="2"/>
                  </a:lnTo>
                  <a:lnTo>
                    <a:pt x="17" y="0"/>
                  </a:lnTo>
                  <a:lnTo>
                    <a:pt x="17" y="0"/>
                  </a:lnTo>
                  <a:lnTo>
                    <a:pt x="11" y="2"/>
                  </a:lnTo>
                  <a:lnTo>
                    <a:pt x="9" y="6"/>
                  </a:lnTo>
                  <a:lnTo>
                    <a:pt x="8" y="9"/>
                  </a:lnTo>
                  <a:lnTo>
                    <a:pt x="8" y="9"/>
                  </a:lnTo>
                  <a:lnTo>
                    <a:pt x="8" y="11"/>
                  </a:lnTo>
                  <a:lnTo>
                    <a:pt x="6" y="11"/>
                  </a:lnTo>
                  <a:lnTo>
                    <a:pt x="2" y="11"/>
                  </a:lnTo>
                  <a:lnTo>
                    <a:pt x="0" y="13"/>
                  </a:lnTo>
                  <a:lnTo>
                    <a:pt x="0" y="13"/>
                  </a:lnTo>
                  <a:lnTo>
                    <a:pt x="2" y="15"/>
                  </a:lnTo>
                  <a:lnTo>
                    <a:pt x="2" y="1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10" name="Freeform 293">
              <a:extLst>
                <a:ext uri="{FF2B5EF4-FFF2-40B4-BE49-F238E27FC236}">
                  <a16:creationId xmlns:a16="http://schemas.microsoft.com/office/drawing/2014/main" id="{FDC41FCB-5767-42EA-83FE-58CABB04FE8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41506" y="3102741"/>
              <a:ext cx="262492" cy="301050"/>
            </a:xfrm>
            <a:custGeom>
              <a:avLst/>
              <a:gdLst>
                <a:gd name="T0" fmla="*/ 0 w 177"/>
                <a:gd name="T1" fmla="*/ 6 h 203"/>
                <a:gd name="T2" fmla="*/ 5 w 177"/>
                <a:gd name="T3" fmla="*/ 19 h 203"/>
                <a:gd name="T4" fmla="*/ 5 w 177"/>
                <a:gd name="T5" fmla="*/ 26 h 203"/>
                <a:gd name="T6" fmla="*/ 2 w 177"/>
                <a:gd name="T7" fmla="*/ 39 h 203"/>
                <a:gd name="T8" fmla="*/ 4 w 177"/>
                <a:gd name="T9" fmla="*/ 50 h 203"/>
                <a:gd name="T10" fmla="*/ 9 w 177"/>
                <a:gd name="T11" fmla="*/ 197 h 203"/>
                <a:gd name="T12" fmla="*/ 127 w 177"/>
                <a:gd name="T13" fmla="*/ 199 h 203"/>
                <a:gd name="T14" fmla="*/ 149 w 177"/>
                <a:gd name="T15" fmla="*/ 201 h 203"/>
                <a:gd name="T16" fmla="*/ 162 w 177"/>
                <a:gd name="T17" fmla="*/ 179 h 203"/>
                <a:gd name="T18" fmla="*/ 177 w 177"/>
                <a:gd name="T19" fmla="*/ 174 h 203"/>
                <a:gd name="T20" fmla="*/ 171 w 177"/>
                <a:gd name="T21" fmla="*/ 152 h 203"/>
                <a:gd name="T22" fmla="*/ 175 w 177"/>
                <a:gd name="T23" fmla="*/ 146 h 203"/>
                <a:gd name="T24" fmla="*/ 169 w 177"/>
                <a:gd name="T25" fmla="*/ 137 h 203"/>
                <a:gd name="T26" fmla="*/ 158 w 177"/>
                <a:gd name="T27" fmla="*/ 119 h 203"/>
                <a:gd name="T28" fmla="*/ 151 w 177"/>
                <a:gd name="T29" fmla="*/ 93 h 203"/>
                <a:gd name="T30" fmla="*/ 140 w 177"/>
                <a:gd name="T31" fmla="*/ 79 h 203"/>
                <a:gd name="T32" fmla="*/ 140 w 177"/>
                <a:gd name="T33" fmla="*/ 68 h 203"/>
                <a:gd name="T34" fmla="*/ 131 w 177"/>
                <a:gd name="T35" fmla="*/ 53 h 203"/>
                <a:gd name="T36" fmla="*/ 129 w 177"/>
                <a:gd name="T37" fmla="*/ 44 h 203"/>
                <a:gd name="T38" fmla="*/ 131 w 177"/>
                <a:gd name="T39" fmla="*/ 44 h 203"/>
                <a:gd name="T40" fmla="*/ 137 w 177"/>
                <a:gd name="T41" fmla="*/ 55 h 203"/>
                <a:gd name="T42" fmla="*/ 144 w 177"/>
                <a:gd name="T43" fmla="*/ 68 h 203"/>
                <a:gd name="T44" fmla="*/ 153 w 177"/>
                <a:gd name="T45" fmla="*/ 72 h 203"/>
                <a:gd name="T46" fmla="*/ 158 w 177"/>
                <a:gd name="T47" fmla="*/ 64 h 203"/>
                <a:gd name="T48" fmla="*/ 162 w 177"/>
                <a:gd name="T49" fmla="*/ 44 h 203"/>
                <a:gd name="T50" fmla="*/ 158 w 177"/>
                <a:gd name="T51" fmla="*/ 10 h 203"/>
                <a:gd name="T52" fmla="*/ 149 w 177"/>
                <a:gd name="T53" fmla="*/ 2 h 203"/>
                <a:gd name="T54" fmla="*/ 131 w 177"/>
                <a:gd name="T55" fmla="*/ 2 h 203"/>
                <a:gd name="T56" fmla="*/ 122 w 177"/>
                <a:gd name="T57" fmla="*/ 8 h 203"/>
                <a:gd name="T58" fmla="*/ 117 w 177"/>
                <a:gd name="T59" fmla="*/ 0 h 203"/>
                <a:gd name="T60" fmla="*/ 111 w 177"/>
                <a:gd name="T61" fmla="*/ 0 h 203"/>
                <a:gd name="T62" fmla="*/ 111 w 177"/>
                <a:gd name="T63" fmla="*/ 8 h 203"/>
                <a:gd name="T64" fmla="*/ 107 w 177"/>
                <a:gd name="T65" fmla="*/ 2 h 203"/>
                <a:gd name="T66" fmla="*/ 98 w 177"/>
                <a:gd name="T67" fmla="*/ 4 h 203"/>
                <a:gd name="T68" fmla="*/ 73 w 177"/>
                <a:gd name="T69" fmla="*/ 8 h 203"/>
                <a:gd name="T70" fmla="*/ 65 w 177"/>
                <a:gd name="T71" fmla="*/ 10 h 203"/>
                <a:gd name="T72" fmla="*/ 58 w 177"/>
                <a:gd name="T73" fmla="*/ 4 h 203"/>
                <a:gd name="T74" fmla="*/ 55 w 177"/>
                <a:gd name="T75" fmla="*/ 8 h 203"/>
                <a:gd name="T76" fmla="*/ 44 w 177"/>
                <a:gd name="T77" fmla="*/ 19 h 203"/>
                <a:gd name="T78" fmla="*/ 24 w 177"/>
                <a:gd name="T79" fmla="*/ 8 h 203"/>
                <a:gd name="T80" fmla="*/ 13 w 177"/>
                <a:gd name="T81" fmla="*/ 10 h 203"/>
                <a:gd name="T82" fmla="*/ 9 w 177"/>
                <a:gd name="T83" fmla="*/ 8 h 203"/>
                <a:gd name="T84" fmla="*/ 129 w 177"/>
                <a:gd name="T85" fmla="*/ 33 h 203"/>
                <a:gd name="T86" fmla="*/ 129 w 177"/>
                <a:gd name="T87" fmla="*/ 37 h 203"/>
                <a:gd name="T88" fmla="*/ 126 w 177"/>
                <a:gd name="T89" fmla="*/ 35 h 203"/>
                <a:gd name="T90" fmla="*/ 129 w 177"/>
                <a:gd name="T91" fmla="*/ 33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77" h="203">
                  <a:moveTo>
                    <a:pt x="0" y="2"/>
                  </a:moveTo>
                  <a:lnTo>
                    <a:pt x="0" y="2"/>
                  </a:lnTo>
                  <a:lnTo>
                    <a:pt x="0" y="6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5" y="19"/>
                  </a:lnTo>
                  <a:lnTo>
                    <a:pt x="5" y="24"/>
                  </a:lnTo>
                  <a:lnTo>
                    <a:pt x="5" y="26"/>
                  </a:lnTo>
                  <a:lnTo>
                    <a:pt x="5" y="26"/>
                  </a:lnTo>
                  <a:lnTo>
                    <a:pt x="2" y="31"/>
                  </a:lnTo>
                  <a:lnTo>
                    <a:pt x="2" y="39"/>
                  </a:lnTo>
                  <a:lnTo>
                    <a:pt x="2" y="39"/>
                  </a:lnTo>
                  <a:lnTo>
                    <a:pt x="2" y="46"/>
                  </a:lnTo>
                  <a:lnTo>
                    <a:pt x="4" y="50"/>
                  </a:lnTo>
                  <a:lnTo>
                    <a:pt x="4" y="50"/>
                  </a:lnTo>
                  <a:lnTo>
                    <a:pt x="7" y="53"/>
                  </a:lnTo>
                  <a:lnTo>
                    <a:pt x="7" y="53"/>
                  </a:lnTo>
                  <a:lnTo>
                    <a:pt x="9" y="197"/>
                  </a:lnTo>
                  <a:lnTo>
                    <a:pt x="122" y="197"/>
                  </a:lnTo>
                  <a:lnTo>
                    <a:pt x="126" y="195"/>
                  </a:lnTo>
                  <a:lnTo>
                    <a:pt x="127" y="199"/>
                  </a:lnTo>
                  <a:lnTo>
                    <a:pt x="142" y="199"/>
                  </a:lnTo>
                  <a:lnTo>
                    <a:pt x="144" y="203"/>
                  </a:lnTo>
                  <a:lnTo>
                    <a:pt x="149" y="201"/>
                  </a:lnTo>
                  <a:lnTo>
                    <a:pt x="151" y="190"/>
                  </a:lnTo>
                  <a:lnTo>
                    <a:pt x="158" y="190"/>
                  </a:lnTo>
                  <a:lnTo>
                    <a:pt x="162" y="179"/>
                  </a:lnTo>
                  <a:lnTo>
                    <a:pt x="168" y="177"/>
                  </a:lnTo>
                  <a:lnTo>
                    <a:pt x="177" y="174"/>
                  </a:lnTo>
                  <a:lnTo>
                    <a:pt x="177" y="174"/>
                  </a:lnTo>
                  <a:lnTo>
                    <a:pt x="173" y="163"/>
                  </a:lnTo>
                  <a:lnTo>
                    <a:pt x="171" y="152"/>
                  </a:lnTo>
                  <a:lnTo>
                    <a:pt x="171" y="152"/>
                  </a:lnTo>
                  <a:lnTo>
                    <a:pt x="175" y="150"/>
                  </a:lnTo>
                  <a:lnTo>
                    <a:pt x="175" y="150"/>
                  </a:lnTo>
                  <a:lnTo>
                    <a:pt x="175" y="146"/>
                  </a:lnTo>
                  <a:lnTo>
                    <a:pt x="175" y="146"/>
                  </a:lnTo>
                  <a:lnTo>
                    <a:pt x="173" y="143"/>
                  </a:lnTo>
                  <a:lnTo>
                    <a:pt x="169" y="137"/>
                  </a:lnTo>
                  <a:lnTo>
                    <a:pt x="162" y="126"/>
                  </a:lnTo>
                  <a:lnTo>
                    <a:pt x="162" y="126"/>
                  </a:lnTo>
                  <a:lnTo>
                    <a:pt x="158" y="119"/>
                  </a:lnTo>
                  <a:lnTo>
                    <a:pt x="157" y="110"/>
                  </a:lnTo>
                  <a:lnTo>
                    <a:pt x="151" y="93"/>
                  </a:lnTo>
                  <a:lnTo>
                    <a:pt x="151" y="93"/>
                  </a:lnTo>
                  <a:lnTo>
                    <a:pt x="146" y="86"/>
                  </a:lnTo>
                  <a:lnTo>
                    <a:pt x="140" y="79"/>
                  </a:lnTo>
                  <a:lnTo>
                    <a:pt x="140" y="79"/>
                  </a:lnTo>
                  <a:lnTo>
                    <a:pt x="140" y="73"/>
                  </a:lnTo>
                  <a:lnTo>
                    <a:pt x="140" y="68"/>
                  </a:lnTo>
                  <a:lnTo>
                    <a:pt x="140" y="68"/>
                  </a:lnTo>
                  <a:lnTo>
                    <a:pt x="137" y="62"/>
                  </a:lnTo>
                  <a:lnTo>
                    <a:pt x="133" y="59"/>
                  </a:lnTo>
                  <a:lnTo>
                    <a:pt x="131" y="53"/>
                  </a:lnTo>
                  <a:lnTo>
                    <a:pt x="131" y="53"/>
                  </a:lnTo>
                  <a:lnTo>
                    <a:pt x="129" y="46"/>
                  </a:lnTo>
                  <a:lnTo>
                    <a:pt x="129" y="44"/>
                  </a:lnTo>
                  <a:lnTo>
                    <a:pt x="129" y="42"/>
                  </a:lnTo>
                  <a:lnTo>
                    <a:pt x="131" y="44"/>
                  </a:lnTo>
                  <a:lnTo>
                    <a:pt x="131" y="44"/>
                  </a:lnTo>
                  <a:lnTo>
                    <a:pt x="135" y="48"/>
                  </a:lnTo>
                  <a:lnTo>
                    <a:pt x="135" y="51"/>
                  </a:lnTo>
                  <a:lnTo>
                    <a:pt x="137" y="55"/>
                  </a:lnTo>
                  <a:lnTo>
                    <a:pt x="138" y="61"/>
                  </a:lnTo>
                  <a:lnTo>
                    <a:pt x="138" y="61"/>
                  </a:lnTo>
                  <a:lnTo>
                    <a:pt x="144" y="68"/>
                  </a:lnTo>
                  <a:lnTo>
                    <a:pt x="151" y="73"/>
                  </a:lnTo>
                  <a:lnTo>
                    <a:pt x="151" y="73"/>
                  </a:lnTo>
                  <a:lnTo>
                    <a:pt x="153" y="72"/>
                  </a:lnTo>
                  <a:lnTo>
                    <a:pt x="158" y="72"/>
                  </a:lnTo>
                  <a:lnTo>
                    <a:pt x="158" y="72"/>
                  </a:lnTo>
                  <a:lnTo>
                    <a:pt x="158" y="64"/>
                  </a:lnTo>
                  <a:lnTo>
                    <a:pt x="158" y="64"/>
                  </a:lnTo>
                  <a:lnTo>
                    <a:pt x="160" y="51"/>
                  </a:lnTo>
                  <a:lnTo>
                    <a:pt x="162" y="44"/>
                  </a:lnTo>
                  <a:lnTo>
                    <a:pt x="160" y="19"/>
                  </a:lnTo>
                  <a:lnTo>
                    <a:pt x="160" y="19"/>
                  </a:lnTo>
                  <a:lnTo>
                    <a:pt x="158" y="10"/>
                  </a:lnTo>
                  <a:lnTo>
                    <a:pt x="155" y="2"/>
                  </a:lnTo>
                  <a:lnTo>
                    <a:pt x="155" y="2"/>
                  </a:lnTo>
                  <a:lnTo>
                    <a:pt x="149" y="2"/>
                  </a:lnTo>
                  <a:lnTo>
                    <a:pt x="142" y="2"/>
                  </a:lnTo>
                  <a:lnTo>
                    <a:pt x="131" y="2"/>
                  </a:lnTo>
                  <a:lnTo>
                    <a:pt x="131" y="2"/>
                  </a:lnTo>
                  <a:lnTo>
                    <a:pt x="127" y="4"/>
                  </a:lnTo>
                  <a:lnTo>
                    <a:pt x="122" y="8"/>
                  </a:lnTo>
                  <a:lnTo>
                    <a:pt x="122" y="8"/>
                  </a:lnTo>
                  <a:lnTo>
                    <a:pt x="118" y="4"/>
                  </a:lnTo>
                  <a:lnTo>
                    <a:pt x="117" y="0"/>
                  </a:lnTo>
                  <a:lnTo>
                    <a:pt x="117" y="0"/>
                  </a:lnTo>
                  <a:lnTo>
                    <a:pt x="109" y="0"/>
                  </a:lnTo>
                  <a:lnTo>
                    <a:pt x="109" y="0"/>
                  </a:lnTo>
                  <a:lnTo>
                    <a:pt x="111" y="0"/>
                  </a:lnTo>
                  <a:lnTo>
                    <a:pt x="111" y="2"/>
                  </a:lnTo>
                  <a:lnTo>
                    <a:pt x="111" y="8"/>
                  </a:lnTo>
                  <a:lnTo>
                    <a:pt x="111" y="8"/>
                  </a:lnTo>
                  <a:lnTo>
                    <a:pt x="109" y="6"/>
                  </a:lnTo>
                  <a:lnTo>
                    <a:pt x="107" y="4"/>
                  </a:lnTo>
                  <a:lnTo>
                    <a:pt x="107" y="2"/>
                  </a:lnTo>
                  <a:lnTo>
                    <a:pt x="107" y="2"/>
                  </a:lnTo>
                  <a:lnTo>
                    <a:pt x="102" y="2"/>
                  </a:lnTo>
                  <a:lnTo>
                    <a:pt x="98" y="4"/>
                  </a:lnTo>
                  <a:lnTo>
                    <a:pt x="89" y="10"/>
                  </a:lnTo>
                  <a:lnTo>
                    <a:pt x="75" y="8"/>
                  </a:lnTo>
                  <a:lnTo>
                    <a:pt x="73" y="8"/>
                  </a:lnTo>
                  <a:lnTo>
                    <a:pt x="73" y="8"/>
                  </a:lnTo>
                  <a:lnTo>
                    <a:pt x="65" y="8"/>
                  </a:lnTo>
                  <a:lnTo>
                    <a:pt x="65" y="10"/>
                  </a:lnTo>
                  <a:lnTo>
                    <a:pt x="65" y="10"/>
                  </a:lnTo>
                  <a:lnTo>
                    <a:pt x="60" y="6"/>
                  </a:lnTo>
                  <a:lnTo>
                    <a:pt x="58" y="4"/>
                  </a:lnTo>
                  <a:lnTo>
                    <a:pt x="55" y="4"/>
                  </a:lnTo>
                  <a:lnTo>
                    <a:pt x="55" y="4"/>
                  </a:lnTo>
                  <a:lnTo>
                    <a:pt x="55" y="8"/>
                  </a:lnTo>
                  <a:lnTo>
                    <a:pt x="55" y="11"/>
                  </a:lnTo>
                  <a:lnTo>
                    <a:pt x="44" y="19"/>
                  </a:lnTo>
                  <a:lnTo>
                    <a:pt x="44" y="19"/>
                  </a:lnTo>
                  <a:lnTo>
                    <a:pt x="33" y="13"/>
                  </a:lnTo>
                  <a:lnTo>
                    <a:pt x="24" y="8"/>
                  </a:lnTo>
                  <a:lnTo>
                    <a:pt x="24" y="8"/>
                  </a:lnTo>
                  <a:lnTo>
                    <a:pt x="18" y="8"/>
                  </a:lnTo>
                  <a:lnTo>
                    <a:pt x="16" y="8"/>
                  </a:lnTo>
                  <a:lnTo>
                    <a:pt x="13" y="10"/>
                  </a:lnTo>
                  <a:lnTo>
                    <a:pt x="9" y="10"/>
                  </a:lnTo>
                  <a:lnTo>
                    <a:pt x="9" y="8"/>
                  </a:lnTo>
                  <a:lnTo>
                    <a:pt x="9" y="8"/>
                  </a:lnTo>
                  <a:lnTo>
                    <a:pt x="0" y="2"/>
                  </a:lnTo>
                  <a:lnTo>
                    <a:pt x="0" y="2"/>
                  </a:lnTo>
                  <a:close/>
                  <a:moveTo>
                    <a:pt x="129" y="33"/>
                  </a:moveTo>
                  <a:lnTo>
                    <a:pt x="129" y="33"/>
                  </a:lnTo>
                  <a:lnTo>
                    <a:pt x="129" y="35"/>
                  </a:lnTo>
                  <a:lnTo>
                    <a:pt x="129" y="37"/>
                  </a:lnTo>
                  <a:lnTo>
                    <a:pt x="126" y="39"/>
                  </a:lnTo>
                  <a:lnTo>
                    <a:pt x="126" y="39"/>
                  </a:lnTo>
                  <a:lnTo>
                    <a:pt x="126" y="35"/>
                  </a:lnTo>
                  <a:lnTo>
                    <a:pt x="126" y="33"/>
                  </a:lnTo>
                  <a:lnTo>
                    <a:pt x="129" y="33"/>
                  </a:lnTo>
                  <a:lnTo>
                    <a:pt x="129" y="3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11" name="Freeform 294">
              <a:extLst>
                <a:ext uri="{FF2B5EF4-FFF2-40B4-BE49-F238E27FC236}">
                  <a16:creationId xmlns:a16="http://schemas.microsoft.com/office/drawing/2014/main" id="{DCBF3C35-86BF-46CC-ACF7-B89BD3D1FD3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53024" y="4013305"/>
              <a:ext cx="123090" cy="192791"/>
            </a:xfrm>
            <a:custGeom>
              <a:avLst/>
              <a:gdLst>
                <a:gd name="T0" fmla="*/ 5 w 83"/>
                <a:gd name="T1" fmla="*/ 108 h 130"/>
                <a:gd name="T2" fmla="*/ 0 w 83"/>
                <a:gd name="T3" fmla="*/ 117 h 130"/>
                <a:gd name="T4" fmla="*/ 3 w 83"/>
                <a:gd name="T5" fmla="*/ 119 h 130"/>
                <a:gd name="T6" fmla="*/ 7 w 83"/>
                <a:gd name="T7" fmla="*/ 122 h 130"/>
                <a:gd name="T8" fmla="*/ 12 w 83"/>
                <a:gd name="T9" fmla="*/ 119 h 130"/>
                <a:gd name="T10" fmla="*/ 14 w 83"/>
                <a:gd name="T11" fmla="*/ 117 h 130"/>
                <a:gd name="T12" fmla="*/ 18 w 83"/>
                <a:gd name="T13" fmla="*/ 126 h 130"/>
                <a:gd name="T14" fmla="*/ 20 w 83"/>
                <a:gd name="T15" fmla="*/ 130 h 130"/>
                <a:gd name="T16" fmla="*/ 23 w 83"/>
                <a:gd name="T17" fmla="*/ 130 h 130"/>
                <a:gd name="T18" fmla="*/ 27 w 83"/>
                <a:gd name="T19" fmla="*/ 128 h 130"/>
                <a:gd name="T20" fmla="*/ 32 w 83"/>
                <a:gd name="T21" fmla="*/ 122 h 130"/>
                <a:gd name="T22" fmla="*/ 36 w 83"/>
                <a:gd name="T23" fmla="*/ 112 h 130"/>
                <a:gd name="T24" fmla="*/ 42 w 83"/>
                <a:gd name="T25" fmla="*/ 104 h 130"/>
                <a:gd name="T26" fmla="*/ 49 w 83"/>
                <a:gd name="T27" fmla="*/ 95 h 130"/>
                <a:gd name="T28" fmla="*/ 69 w 83"/>
                <a:gd name="T29" fmla="*/ 82 h 130"/>
                <a:gd name="T30" fmla="*/ 76 w 83"/>
                <a:gd name="T31" fmla="*/ 75 h 130"/>
                <a:gd name="T32" fmla="*/ 80 w 83"/>
                <a:gd name="T33" fmla="*/ 62 h 130"/>
                <a:gd name="T34" fmla="*/ 83 w 83"/>
                <a:gd name="T35" fmla="*/ 62 h 130"/>
                <a:gd name="T36" fmla="*/ 83 w 83"/>
                <a:gd name="T37" fmla="*/ 50 h 130"/>
                <a:gd name="T38" fmla="*/ 80 w 83"/>
                <a:gd name="T39" fmla="*/ 40 h 130"/>
                <a:gd name="T40" fmla="*/ 82 w 83"/>
                <a:gd name="T41" fmla="*/ 31 h 130"/>
                <a:gd name="T42" fmla="*/ 76 w 83"/>
                <a:gd name="T43" fmla="*/ 30 h 130"/>
                <a:gd name="T44" fmla="*/ 71 w 83"/>
                <a:gd name="T45" fmla="*/ 26 h 130"/>
                <a:gd name="T46" fmla="*/ 69 w 83"/>
                <a:gd name="T47" fmla="*/ 24 h 130"/>
                <a:gd name="T48" fmla="*/ 65 w 83"/>
                <a:gd name="T49" fmla="*/ 28 h 130"/>
                <a:gd name="T50" fmla="*/ 51 w 83"/>
                <a:gd name="T51" fmla="*/ 24 h 130"/>
                <a:gd name="T52" fmla="*/ 47 w 83"/>
                <a:gd name="T53" fmla="*/ 19 h 130"/>
                <a:gd name="T54" fmla="*/ 45 w 83"/>
                <a:gd name="T55" fmla="*/ 13 h 130"/>
                <a:gd name="T56" fmla="*/ 43 w 83"/>
                <a:gd name="T57" fmla="*/ 11 h 130"/>
                <a:gd name="T58" fmla="*/ 34 w 83"/>
                <a:gd name="T59" fmla="*/ 8 h 130"/>
                <a:gd name="T60" fmla="*/ 29 w 83"/>
                <a:gd name="T61" fmla="*/ 2 h 130"/>
                <a:gd name="T62" fmla="*/ 29 w 83"/>
                <a:gd name="T63" fmla="*/ 0 h 130"/>
                <a:gd name="T64" fmla="*/ 12 w 83"/>
                <a:gd name="T65" fmla="*/ 11 h 130"/>
                <a:gd name="T66" fmla="*/ 16 w 83"/>
                <a:gd name="T67" fmla="*/ 19 h 130"/>
                <a:gd name="T68" fmla="*/ 14 w 83"/>
                <a:gd name="T69" fmla="*/ 26 h 130"/>
                <a:gd name="T70" fmla="*/ 7 w 83"/>
                <a:gd name="T71" fmla="*/ 33 h 130"/>
                <a:gd name="T72" fmla="*/ 9 w 83"/>
                <a:gd name="T73" fmla="*/ 42 h 130"/>
                <a:gd name="T74" fmla="*/ 9 w 83"/>
                <a:gd name="T75" fmla="*/ 48 h 130"/>
                <a:gd name="T76" fmla="*/ 5 w 83"/>
                <a:gd name="T77" fmla="*/ 51 h 130"/>
                <a:gd name="T78" fmla="*/ 0 w 83"/>
                <a:gd name="T79" fmla="*/ 55 h 130"/>
                <a:gd name="T80" fmla="*/ 3 w 83"/>
                <a:gd name="T81" fmla="*/ 59 h 130"/>
                <a:gd name="T82" fmla="*/ 1 w 83"/>
                <a:gd name="T83" fmla="*/ 66 h 130"/>
                <a:gd name="T84" fmla="*/ 1 w 83"/>
                <a:gd name="T85" fmla="*/ 70 h 130"/>
                <a:gd name="T86" fmla="*/ 3 w 83"/>
                <a:gd name="T87" fmla="*/ 75 h 130"/>
                <a:gd name="T88" fmla="*/ 5 w 83"/>
                <a:gd name="T89" fmla="*/ 75 h 130"/>
                <a:gd name="T90" fmla="*/ 0 w 83"/>
                <a:gd name="T91" fmla="*/ 86 h 130"/>
                <a:gd name="T92" fmla="*/ 7 w 83"/>
                <a:gd name="T93" fmla="*/ 88 h 130"/>
                <a:gd name="T94" fmla="*/ 12 w 83"/>
                <a:gd name="T95" fmla="*/ 90 h 130"/>
                <a:gd name="T96" fmla="*/ 12 w 83"/>
                <a:gd name="T97" fmla="*/ 92 h 130"/>
                <a:gd name="T98" fmla="*/ 11 w 83"/>
                <a:gd name="T99" fmla="*/ 95 h 130"/>
                <a:gd name="T100" fmla="*/ 12 w 83"/>
                <a:gd name="T101" fmla="*/ 97 h 130"/>
                <a:gd name="T102" fmla="*/ 3 w 83"/>
                <a:gd name="T103" fmla="*/ 104 h 130"/>
                <a:gd name="T104" fmla="*/ 16 w 83"/>
                <a:gd name="T105" fmla="*/ 90 h 130"/>
                <a:gd name="T106" fmla="*/ 12 w 83"/>
                <a:gd name="T107" fmla="*/ 90 h 130"/>
                <a:gd name="T108" fmla="*/ 14 w 83"/>
                <a:gd name="T109" fmla="*/ 86 h 130"/>
                <a:gd name="T110" fmla="*/ 16 w 83"/>
                <a:gd name="T111" fmla="*/ 86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83" h="130">
                  <a:moveTo>
                    <a:pt x="3" y="104"/>
                  </a:moveTo>
                  <a:lnTo>
                    <a:pt x="5" y="108"/>
                  </a:lnTo>
                  <a:lnTo>
                    <a:pt x="7" y="112"/>
                  </a:lnTo>
                  <a:lnTo>
                    <a:pt x="0" y="117"/>
                  </a:lnTo>
                  <a:lnTo>
                    <a:pt x="0" y="117"/>
                  </a:lnTo>
                  <a:lnTo>
                    <a:pt x="3" y="119"/>
                  </a:lnTo>
                  <a:lnTo>
                    <a:pt x="5" y="121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2" y="119"/>
                  </a:lnTo>
                  <a:lnTo>
                    <a:pt x="14" y="117"/>
                  </a:lnTo>
                  <a:lnTo>
                    <a:pt x="14" y="117"/>
                  </a:lnTo>
                  <a:lnTo>
                    <a:pt x="16" y="121"/>
                  </a:lnTo>
                  <a:lnTo>
                    <a:pt x="18" y="126"/>
                  </a:lnTo>
                  <a:lnTo>
                    <a:pt x="18" y="126"/>
                  </a:lnTo>
                  <a:lnTo>
                    <a:pt x="20" y="130"/>
                  </a:lnTo>
                  <a:lnTo>
                    <a:pt x="22" y="130"/>
                  </a:lnTo>
                  <a:lnTo>
                    <a:pt x="23" y="130"/>
                  </a:lnTo>
                  <a:lnTo>
                    <a:pt x="23" y="130"/>
                  </a:lnTo>
                  <a:lnTo>
                    <a:pt x="27" y="128"/>
                  </a:lnTo>
                  <a:lnTo>
                    <a:pt x="29" y="126"/>
                  </a:lnTo>
                  <a:lnTo>
                    <a:pt x="32" y="122"/>
                  </a:lnTo>
                  <a:lnTo>
                    <a:pt x="32" y="122"/>
                  </a:lnTo>
                  <a:lnTo>
                    <a:pt x="36" y="112"/>
                  </a:lnTo>
                  <a:lnTo>
                    <a:pt x="42" y="104"/>
                  </a:lnTo>
                  <a:lnTo>
                    <a:pt x="42" y="104"/>
                  </a:lnTo>
                  <a:lnTo>
                    <a:pt x="49" y="95"/>
                  </a:lnTo>
                  <a:lnTo>
                    <a:pt x="49" y="95"/>
                  </a:lnTo>
                  <a:lnTo>
                    <a:pt x="54" y="90"/>
                  </a:lnTo>
                  <a:lnTo>
                    <a:pt x="69" y="82"/>
                  </a:lnTo>
                  <a:lnTo>
                    <a:pt x="69" y="82"/>
                  </a:lnTo>
                  <a:lnTo>
                    <a:pt x="76" y="75"/>
                  </a:lnTo>
                  <a:lnTo>
                    <a:pt x="80" y="70"/>
                  </a:lnTo>
                  <a:lnTo>
                    <a:pt x="80" y="62"/>
                  </a:lnTo>
                  <a:lnTo>
                    <a:pt x="83" y="62"/>
                  </a:lnTo>
                  <a:lnTo>
                    <a:pt x="83" y="62"/>
                  </a:lnTo>
                  <a:lnTo>
                    <a:pt x="83" y="59"/>
                  </a:lnTo>
                  <a:lnTo>
                    <a:pt x="83" y="50"/>
                  </a:lnTo>
                  <a:lnTo>
                    <a:pt x="83" y="50"/>
                  </a:lnTo>
                  <a:lnTo>
                    <a:pt x="80" y="40"/>
                  </a:lnTo>
                  <a:lnTo>
                    <a:pt x="76" y="37"/>
                  </a:lnTo>
                  <a:lnTo>
                    <a:pt x="82" y="31"/>
                  </a:lnTo>
                  <a:lnTo>
                    <a:pt x="82" y="31"/>
                  </a:lnTo>
                  <a:lnTo>
                    <a:pt x="76" y="30"/>
                  </a:lnTo>
                  <a:lnTo>
                    <a:pt x="73" y="28"/>
                  </a:lnTo>
                  <a:lnTo>
                    <a:pt x="71" y="26"/>
                  </a:lnTo>
                  <a:lnTo>
                    <a:pt x="71" y="26"/>
                  </a:lnTo>
                  <a:lnTo>
                    <a:pt x="69" y="24"/>
                  </a:lnTo>
                  <a:lnTo>
                    <a:pt x="67" y="24"/>
                  </a:lnTo>
                  <a:lnTo>
                    <a:pt x="65" y="28"/>
                  </a:lnTo>
                  <a:lnTo>
                    <a:pt x="51" y="24"/>
                  </a:lnTo>
                  <a:lnTo>
                    <a:pt x="51" y="24"/>
                  </a:lnTo>
                  <a:lnTo>
                    <a:pt x="49" y="22"/>
                  </a:lnTo>
                  <a:lnTo>
                    <a:pt x="47" y="19"/>
                  </a:lnTo>
                  <a:lnTo>
                    <a:pt x="47" y="19"/>
                  </a:lnTo>
                  <a:lnTo>
                    <a:pt x="45" y="13"/>
                  </a:lnTo>
                  <a:lnTo>
                    <a:pt x="43" y="11"/>
                  </a:lnTo>
                  <a:lnTo>
                    <a:pt x="43" y="11"/>
                  </a:lnTo>
                  <a:lnTo>
                    <a:pt x="40" y="10"/>
                  </a:lnTo>
                  <a:lnTo>
                    <a:pt x="34" y="8"/>
                  </a:lnTo>
                  <a:lnTo>
                    <a:pt x="34" y="8"/>
                  </a:lnTo>
                  <a:lnTo>
                    <a:pt x="29" y="2"/>
                  </a:lnTo>
                  <a:lnTo>
                    <a:pt x="29" y="0"/>
                  </a:lnTo>
                  <a:lnTo>
                    <a:pt x="29" y="0"/>
                  </a:lnTo>
                  <a:lnTo>
                    <a:pt x="12" y="11"/>
                  </a:lnTo>
                  <a:lnTo>
                    <a:pt x="12" y="11"/>
                  </a:lnTo>
                  <a:lnTo>
                    <a:pt x="14" y="15"/>
                  </a:lnTo>
                  <a:lnTo>
                    <a:pt x="16" y="19"/>
                  </a:lnTo>
                  <a:lnTo>
                    <a:pt x="14" y="22"/>
                  </a:lnTo>
                  <a:lnTo>
                    <a:pt x="14" y="26"/>
                  </a:lnTo>
                  <a:lnTo>
                    <a:pt x="7" y="33"/>
                  </a:lnTo>
                  <a:lnTo>
                    <a:pt x="7" y="33"/>
                  </a:lnTo>
                  <a:lnTo>
                    <a:pt x="7" y="39"/>
                  </a:lnTo>
                  <a:lnTo>
                    <a:pt x="9" y="42"/>
                  </a:lnTo>
                  <a:lnTo>
                    <a:pt x="9" y="44"/>
                  </a:lnTo>
                  <a:lnTo>
                    <a:pt x="9" y="48"/>
                  </a:lnTo>
                  <a:lnTo>
                    <a:pt x="9" y="48"/>
                  </a:lnTo>
                  <a:lnTo>
                    <a:pt x="5" y="51"/>
                  </a:lnTo>
                  <a:lnTo>
                    <a:pt x="0" y="55"/>
                  </a:lnTo>
                  <a:lnTo>
                    <a:pt x="0" y="55"/>
                  </a:lnTo>
                  <a:lnTo>
                    <a:pt x="1" y="59"/>
                  </a:lnTo>
                  <a:lnTo>
                    <a:pt x="3" y="59"/>
                  </a:lnTo>
                  <a:lnTo>
                    <a:pt x="5" y="59"/>
                  </a:lnTo>
                  <a:lnTo>
                    <a:pt x="1" y="66"/>
                  </a:lnTo>
                  <a:lnTo>
                    <a:pt x="1" y="66"/>
                  </a:lnTo>
                  <a:lnTo>
                    <a:pt x="1" y="70"/>
                  </a:lnTo>
                  <a:lnTo>
                    <a:pt x="1" y="75"/>
                  </a:lnTo>
                  <a:lnTo>
                    <a:pt x="3" y="75"/>
                  </a:lnTo>
                  <a:lnTo>
                    <a:pt x="5" y="75"/>
                  </a:lnTo>
                  <a:lnTo>
                    <a:pt x="5" y="75"/>
                  </a:lnTo>
                  <a:lnTo>
                    <a:pt x="1" y="81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7" y="88"/>
                  </a:lnTo>
                  <a:lnTo>
                    <a:pt x="11" y="88"/>
                  </a:lnTo>
                  <a:lnTo>
                    <a:pt x="12" y="90"/>
                  </a:lnTo>
                  <a:lnTo>
                    <a:pt x="12" y="90"/>
                  </a:lnTo>
                  <a:lnTo>
                    <a:pt x="12" y="92"/>
                  </a:lnTo>
                  <a:lnTo>
                    <a:pt x="11" y="93"/>
                  </a:lnTo>
                  <a:lnTo>
                    <a:pt x="11" y="95"/>
                  </a:lnTo>
                  <a:lnTo>
                    <a:pt x="12" y="97"/>
                  </a:lnTo>
                  <a:lnTo>
                    <a:pt x="12" y="97"/>
                  </a:lnTo>
                  <a:lnTo>
                    <a:pt x="3" y="104"/>
                  </a:lnTo>
                  <a:lnTo>
                    <a:pt x="3" y="104"/>
                  </a:lnTo>
                  <a:close/>
                  <a:moveTo>
                    <a:pt x="16" y="86"/>
                  </a:moveTo>
                  <a:lnTo>
                    <a:pt x="16" y="90"/>
                  </a:lnTo>
                  <a:lnTo>
                    <a:pt x="16" y="90"/>
                  </a:lnTo>
                  <a:lnTo>
                    <a:pt x="12" y="90"/>
                  </a:lnTo>
                  <a:lnTo>
                    <a:pt x="12" y="88"/>
                  </a:lnTo>
                  <a:lnTo>
                    <a:pt x="14" y="86"/>
                  </a:lnTo>
                  <a:lnTo>
                    <a:pt x="16" y="86"/>
                  </a:lnTo>
                  <a:lnTo>
                    <a:pt x="16" y="8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12" name="Freeform 295">
              <a:extLst>
                <a:ext uri="{FF2B5EF4-FFF2-40B4-BE49-F238E27FC236}">
                  <a16:creationId xmlns:a16="http://schemas.microsoft.com/office/drawing/2014/main" id="{1B8594C5-1B7B-4C65-A168-C87C41EC716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6576" y="3470526"/>
              <a:ext cx="83048" cy="59320"/>
            </a:xfrm>
            <a:custGeom>
              <a:avLst/>
              <a:gdLst>
                <a:gd name="T0" fmla="*/ 0 w 56"/>
                <a:gd name="T1" fmla="*/ 0 h 40"/>
                <a:gd name="T2" fmla="*/ 1 w 56"/>
                <a:gd name="T3" fmla="*/ 13 h 40"/>
                <a:gd name="T4" fmla="*/ 0 w 56"/>
                <a:gd name="T5" fmla="*/ 18 h 40"/>
                <a:gd name="T6" fmla="*/ 0 w 56"/>
                <a:gd name="T7" fmla="*/ 20 h 40"/>
                <a:gd name="T8" fmla="*/ 0 w 56"/>
                <a:gd name="T9" fmla="*/ 20 h 40"/>
                <a:gd name="T10" fmla="*/ 0 w 56"/>
                <a:gd name="T11" fmla="*/ 22 h 40"/>
                <a:gd name="T12" fmla="*/ 3 w 56"/>
                <a:gd name="T13" fmla="*/ 26 h 40"/>
                <a:gd name="T14" fmla="*/ 3 w 56"/>
                <a:gd name="T15" fmla="*/ 26 h 40"/>
                <a:gd name="T16" fmla="*/ 3 w 56"/>
                <a:gd name="T17" fmla="*/ 33 h 40"/>
                <a:gd name="T18" fmla="*/ 5 w 56"/>
                <a:gd name="T19" fmla="*/ 33 h 40"/>
                <a:gd name="T20" fmla="*/ 5 w 56"/>
                <a:gd name="T21" fmla="*/ 33 h 40"/>
                <a:gd name="T22" fmla="*/ 7 w 56"/>
                <a:gd name="T23" fmla="*/ 38 h 40"/>
                <a:gd name="T24" fmla="*/ 11 w 56"/>
                <a:gd name="T25" fmla="*/ 40 h 40"/>
                <a:gd name="T26" fmla="*/ 11 w 56"/>
                <a:gd name="T27" fmla="*/ 40 h 40"/>
                <a:gd name="T28" fmla="*/ 12 w 56"/>
                <a:gd name="T29" fmla="*/ 37 h 40"/>
                <a:gd name="T30" fmla="*/ 14 w 56"/>
                <a:gd name="T31" fmla="*/ 35 h 40"/>
                <a:gd name="T32" fmla="*/ 14 w 56"/>
                <a:gd name="T33" fmla="*/ 35 h 40"/>
                <a:gd name="T34" fmla="*/ 12 w 56"/>
                <a:gd name="T35" fmla="*/ 31 h 40"/>
                <a:gd name="T36" fmla="*/ 12 w 56"/>
                <a:gd name="T37" fmla="*/ 26 h 40"/>
                <a:gd name="T38" fmla="*/ 12 w 56"/>
                <a:gd name="T39" fmla="*/ 26 h 40"/>
                <a:gd name="T40" fmla="*/ 21 w 56"/>
                <a:gd name="T41" fmla="*/ 31 h 40"/>
                <a:gd name="T42" fmla="*/ 21 w 56"/>
                <a:gd name="T43" fmla="*/ 31 h 40"/>
                <a:gd name="T44" fmla="*/ 25 w 56"/>
                <a:gd name="T45" fmla="*/ 31 h 40"/>
                <a:gd name="T46" fmla="*/ 29 w 56"/>
                <a:gd name="T47" fmla="*/ 33 h 40"/>
                <a:gd name="T48" fmla="*/ 29 w 56"/>
                <a:gd name="T49" fmla="*/ 33 h 40"/>
                <a:gd name="T50" fmla="*/ 34 w 56"/>
                <a:gd name="T51" fmla="*/ 26 h 40"/>
                <a:gd name="T52" fmla="*/ 34 w 56"/>
                <a:gd name="T53" fmla="*/ 26 h 40"/>
                <a:gd name="T54" fmla="*/ 49 w 56"/>
                <a:gd name="T55" fmla="*/ 26 h 40"/>
                <a:gd name="T56" fmla="*/ 49 w 56"/>
                <a:gd name="T57" fmla="*/ 26 h 40"/>
                <a:gd name="T58" fmla="*/ 49 w 56"/>
                <a:gd name="T59" fmla="*/ 26 h 40"/>
                <a:gd name="T60" fmla="*/ 51 w 56"/>
                <a:gd name="T61" fmla="*/ 28 h 40"/>
                <a:gd name="T62" fmla="*/ 56 w 56"/>
                <a:gd name="T63" fmla="*/ 28 h 40"/>
                <a:gd name="T64" fmla="*/ 56 w 56"/>
                <a:gd name="T65" fmla="*/ 28 h 40"/>
                <a:gd name="T66" fmla="*/ 52 w 56"/>
                <a:gd name="T67" fmla="*/ 20 h 40"/>
                <a:gd name="T68" fmla="*/ 52 w 56"/>
                <a:gd name="T69" fmla="*/ 17 h 40"/>
                <a:gd name="T70" fmla="*/ 49 w 56"/>
                <a:gd name="T71" fmla="*/ 13 h 40"/>
                <a:gd name="T72" fmla="*/ 49 w 56"/>
                <a:gd name="T73" fmla="*/ 13 h 40"/>
                <a:gd name="T74" fmla="*/ 45 w 56"/>
                <a:gd name="T75" fmla="*/ 15 h 40"/>
                <a:gd name="T76" fmla="*/ 41 w 56"/>
                <a:gd name="T77" fmla="*/ 15 h 40"/>
                <a:gd name="T78" fmla="*/ 36 w 56"/>
                <a:gd name="T79" fmla="*/ 13 h 40"/>
                <a:gd name="T80" fmla="*/ 36 w 56"/>
                <a:gd name="T81" fmla="*/ 13 h 40"/>
                <a:gd name="T82" fmla="*/ 32 w 56"/>
                <a:gd name="T83" fmla="*/ 11 h 40"/>
                <a:gd name="T84" fmla="*/ 29 w 56"/>
                <a:gd name="T85" fmla="*/ 8 h 40"/>
                <a:gd name="T86" fmla="*/ 23 w 56"/>
                <a:gd name="T87" fmla="*/ 4 h 40"/>
                <a:gd name="T88" fmla="*/ 20 w 56"/>
                <a:gd name="T89" fmla="*/ 2 h 40"/>
                <a:gd name="T90" fmla="*/ 20 w 56"/>
                <a:gd name="T91" fmla="*/ 2 h 40"/>
                <a:gd name="T92" fmla="*/ 9 w 56"/>
                <a:gd name="T93" fmla="*/ 0 h 40"/>
                <a:gd name="T94" fmla="*/ 0 w 56"/>
                <a:gd name="T95" fmla="*/ 0 h 40"/>
                <a:gd name="T96" fmla="*/ 0 w 56"/>
                <a:gd name="T97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56" h="40">
                  <a:moveTo>
                    <a:pt x="0" y="0"/>
                  </a:moveTo>
                  <a:lnTo>
                    <a:pt x="1" y="13"/>
                  </a:lnTo>
                  <a:lnTo>
                    <a:pt x="0" y="18"/>
                  </a:lnTo>
                  <a:lnTo>
                    <a:pt x="0" y="20"/>
                  </a:lnTo>
                  <a:lnTo>
                    <a:pt x="0" y="20"/>
                  </a:lnTo>
                  <a:lnTo>
                    <a:pt x="0" y="22"/>
                  </a:lnTo>
                  <a:lnTo>
                    <a:pt x="3" y="26"/>
                  </a:lnTo>
                  <a:lnTo>
                    <a:pt x="3" y="26"/>
                  </a:lnTo>
                  <a:lnTo>
                    <a:pt x="3" y="33"/>
                  </a:lnTo>
                  <a:lnTo>
                    <a:pt x="5" y="33"/>
                  </a:lnTo>
                  <a:lnTo>
                    <a:pt x="5" y="33"/>
                  </a:lnTo>
                  <a:lnTo>
                    <a:pt x="7" y="38"/>
                  </a:lnTo>
                  <a:lnTo>
                    <a:pt x="11" y="40"/>
                  </a:lnTo>
                  <a:lnTo>
                    <a:pt x="11" y="40"/>
                  </a:lnTo>
                  <a:lnTo>
                    <a:pt x="12" y="37"/>
                  </a:lnTo>
                  <a:lnTo>
                    <a:pt x="14" y="35"/>
                  </a:lnTo>
                  <a:lnTo>
                    <a:pt x="14" y="35"/>
                  </a:lnTo>
                  <a:lnTo>
                    <a:pt x="12" y="31"/>
                  </a:lnTo>
                  <a:lnTo>
                    <a:pt x="12" y="26"/>
                  </a:lnTo>
                  <a:lnTo>
                    <a:pt x="12" y="26"/>
                  </a:lnTo>
                  <a:lnTo>
                    <a:pt x="21" y="31"/>
                  </a:lnTo>
                  <a:lnTo>
                    <a:pt x="21" y="31"/>
                  </a:lnTo>
                  <a:lnTo>
                    <a:pt x="25" y="31"/>
                  </a:lnTo>
                  <a:lnTo>
                    <a:pt x="29" y="33"/>
                  </a:lnTo>
                  <a:lnTo>
                    <a:pt x="29" y="33"/>
                  </a:lnTo>
                  <a:lnTo>
                    <a:pt x="34" y="26"/>
                  </a:lnTo>
                  <a:lnTo>
                    <a:pt x="34" y="26"/>
                  </a:lnTo>
                  <a:lnTo>
                    <a:pt x="49" y="26"/>
                  </a:lnTo>
                  <a:lnTo>
                    <a:pt x="49" y="26"/>
                  </a:lnTo>
                  <a:lnTo>
                    <a:pt x="49" y="26"/>
                  </a:lnTo>
                  <a:lnTo>
                    <a:pt x="51" y="28"/>
                  </a:lnTo>
                  <a:lnTo>
                    <a:pt x="56" y="28"/>
                  </a:lnTo>
                  <a:lnTo>
                    <a:pt x="56" y="28"/>
                  </a:lnTo>
                  <a:lnTo>
                    <a:pt x="52" y="20"/>
                  </a:lnTo>
                  <a:lnTo>
                    <a:pt x="52" y="17"/>
                  </a:lnTo>
                  <a:lnTo>
                    <a:pt x="49" y="13"/>
                  </a:lnTo>
                  <a:lnTo>
                    <a:pt x="49" y="13"/>
                  </a:lnTo>
                  <a:lnTo>
                    <a:pt x="45" y="15"/>
                  </a:lnTo>
                  <a:lnTo>
                    <a:pt x="41" y="15"/>
                  </a:lnTo>
                  <a:lnTo>
                    <a:pt x="36" y="13"/>
                  </a:lnTo>
                  <a:lnTo>
                    <a:pt x="36" y="13"/>
                  </a:lnTo>
                  <a:lnTo>
                    <a:pt x="32" y="11"/>
                  </a:lnTo>
                  <a:lnTo>
                    <a:pt x="29" y="8"/>
                  </a:lnTo>
                  <a:lnTo>
                    <a:pt x="23" y="4"/>
                  </a:lnTo>
                  <a:lnTo>
                    <a:pt x="20" y="2"/>
                  </a:lnTo>
                  <a:lnTo>
                    <a:pt x="20" y="2"/>
                  </a:lnTo>
                  <a:lnTo>
                    <a:pt x="9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13" name="Freeform 296">
              <a:extLst>
                <a:ext uri="{FF2B5EF4-FFF2-40B4-BE49-F238E27FC236}">
                  <a16:creationId xmlns:a16="http://schemas.microsoft.com/office/drawing/2014/main" id="{FF66C9A1-F94F-4FDE-AA3D-E1EF6208E9A9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8951" y="3679629"/>
              <a:ext cx="50422" cy="59320"/>
            </a:xfrm>
            <a:custGeom>
              <a:avLst/>
              <a:gdLst>
                <a:gd name="T0" fmla="*/ 29 w 34"/>
                <a:gd name="T1" fmla="*/ 1 h 40"/>
                <a:gd name="T2" fmla="*/ 29 w 34"/>
                <a:gd name="T3" fmla="*/ 1 h 40"/>
                <a:gd name="T4" fmla="*/ 25 w 34"/>
                <a:gd name="T5" fmla="*/ 7 h 40"/>
                <a:gd name="T6" fmla="*/ 22 w 34"/>
                <a:gd name="T7" fmla="*/ 12 h 40"/>
                <a:gd name="T8" fmla="*/ 27 w 34"/>
                <a:gd name="T9" fmla="*/ 12 h 40"/>
                <a:gd name="T10" fmla="*/ 27 w 34"/>
                <a:gd name="T11" fmla="*/ 12 h 40"/>
                <a:gd name="T12" fmla="*/ 31 w 34"/>
                <a:gd name="T13" fmla="*/ 16 h 40"/>
                <a:gd name="T14" fmla="*/ 34 w 34"/>
                <a:gd name="T15" fmla="*/ 21 h 40"/>
                <a:gd name="T16" fmla="*/ 20 w 34"/>
                <a:gd name="T17" fmla="*/ 38 h 40"/>
                <a:gd name="T18" fmla="*/ 14 w 34"/>
                <a:gd name="T19" fmla="*/ 38 h 40"/>
                <a:gd name="T20" fmla="*/ 14 w 34"/>
                <a:gd name="T21" fmla="*/ 38 h 40"/>
                <a:gd name="T22" fmla="*/ 13 w 34"/>
                <a:gd name="T23" fmla="*/ 38 h 40"/>
                <a:gd name="T24" fmla="*/ 9 w 34"/>
                <a:gd name="T25" fmla="*/ 40 h 40"/>
                <a:gd name="T26" fmla="*/ 9 w 34"/>
                <a:gd name="T27" fmla="*/ 40 h 40"/>
                <a:gd name="T28" fmla="*/ 3 w 34"/>
                <a:gd name="T29" fmla="*/ 38 h 40"/>
                <a:gd name="T30" fmla="*/ 2 w 34"/>
                <a:gd name="T31" fmla="*/ 38 h 40"/>
                <a:gd name="T32" fmla="*/ 0 w 34"/>
                <a:gd name="T33" fmla="*/ 34 h 40"/>
                <a:gd name="T34" fmla="*/ 0 w 34"/>
                <a:gd name="T35" fmla="*/ 34 h 40"/>
                <a:gd name="T36" fmla="*/ 0 w 34"/>
                <a:gd name="T37" fmla="*/ 32 h 40"/>
                <a:gd name="T38" fmla="*/ 2 w 34"/>
                <a:gd name="T39" fmla="*/ 29 h 40"/>
                <a:gd name="T40" fmla="*/ 3 w 34"/>
                <a:gd name="T41" fmla="*/ 25 h 40"/>
                <a:gd name="T42" fmla="*/ 3 w 34"/>
                <a:gd name="T43" fmla="*/ 21 h 40"/>
                <a:gd name="T44" fmla="*/ 3 w 34"/>
                <a:gd name="T45" fmla="*/ 21 h 40"/>
                <a:gd name="T46" fmla="*/ 3 w 34"/>
                <a:gd name="T47" fmla="*/ 16 h 40"/>
                <a:gd name="T48" fmla="*/ 7 w 34"/>
                <a:gd name="T49" fmla="*/ 10 h 40"/>
                <a:gd name="T50" fmla="*/ 11 w 34"/>
                <a:gd name="T51" fmla="*/ 5 h 40"/>
                <a:gd name="T52" fmla="*/ 14 w 34"/>
                <a:gd name="T53" fmla="*/ 1 h 40"/>
                <a:gd name="T54" fmla="*/ 18 w 34"/>
                <a:gd name="T55" fmla="*/ 5 h 40"/>
                <a:gd name="T56" fmla="*/ 29 w 34"/>
                <a:gd name="T57" fmla="*/ 0 h 40"/>
                <a:gd name="T58" fmla="*/ 29 w 34"/>
                <a:gd name="T59" fmla="*/ 0 h 40"/>
                <a:gd name="T60" fmla="*/ 29 w 34"/>
                <a:gd name="T61" fmla="*/ 1 h 40"/>
                <a:gd name="T62" fmla="*/ 29 w 34"/>
                <a:gd name="T63" fmla="*/ 1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4" h="40">
                  <a:moveTo>
                    <a:pt x="29" y="1"/>
                  </a:moveTo>
                  <a:lnTo>
                    <a:pt x="29" y="1"/>
                  </a:lnTo>
                  <a:lnTo>
                    <a:pt x="25" y="7"/>
                  </a:lnTo>
                  <a:lnTo>
                    <a:pt x="22" y="12"/>
                  </a:lnTo>
                  <a:lnTo>
                    <a:pt x="27" y="12"/>
                  </a:lnTo>
                  <a:lnTo>
                    <a:pt x="27" y="12"/>
                  </a:lnTo>
                  <a:lnTo>
                    <a:pt x="31" y="16"/>
                  </a:lnTo>
                  <a:lnTo>
                    <a:pt x="34" y="21"/>
                  </a:lnTo>
                  <a:lnTo>
                    <a:pt x="20" y="38"/>
                  </a:lnTo>
                  <a:lnTo>
                    <a:pt x="14" y="38"/>
                  </a:lnTo>
                  <a:lnTo>
                    <a:pt x="14" y="38"/>
                  </a:lnTo>
                  <a:lnTo>
                    <a:pt x="13" y="38"/>
                  </a:lnTo>
                  <a:lnTo>
                    <a:pt x="9" y="40"/>
                  </a:lnTo>
                  <a:lnTo>
                    <a:pt x="9" y="40"/>
                  </a:lnTo>
                  <a:lnTo>
                    <a:pt x="3" y="38"/>
                  </a:lnTo>
                  <a:lnTo>
                    <a:pt x="2" y="38"/>
                  </a:lnTo>
                  <a:lnTo>
                    <a:pt x="0" y="34"/>
                  </a:lnTo>
                  <a:lnTo>
                    <a:pt x="0" y="34"/>
                  </a:lnTo>
                  <a:lnTo>
                    <a:pt x="0" y="32"/>
                  </a:lnTo>
                  <a:lnTo>
                    <a:pt x="2" y="29"/>
                  </a:lnTo>
                  <a:lnTo>
                    <a:pt x="3" y="25"/>
                  </a:lnTo>
                  <a:lnTo>
                    <a:pt x="3" y="21"/>
                  </a:lnTo>
                  <a:lnTo>
                    <a:pt x="3" y="21"/>
                  </a:lnTo>
                  <a:lnTo>
                    <a:pt x="3" y="16"/>
                  </a:lnTo>
                  <a:lnTo>
                    <a:pt x="7" y="10"/>
                  </a:lnTo>
                  <a:lnTo>
                    <a:pt x="11" y="5"/>
                  </a:lnTo>
                  <a:lnTo>
                    <a:pt x="14" y="1"/>
                  </a:lnTo>
                  <a:lnTo>
                    <a:pt x="18" y="5"/>
                  </a:lnTo>
                  <a:lnTo>
                    <a:pt x="29" y="0"/>
                  </a:lnTo>
                  <a:lnTo>
                    <a:pt x="29" y="0"/>
                  </a:lnTo>
                  <a:lnTo>
                    <a:pt x="29" y="1"/>
                  </a:lnTo>
                  <a:lnTo>
                    <a:pt x="29" y="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14" name="Freeform 297">
              <a:extLst>
                <a:ext uri="{FF2B5EF4-FFF2-40B4-BE49-F238E27FC236}">
                  <a16:creationId xmlns:a16="http://schemas.microsoft.com/office/drawing/2014/main" id="{606650FF-F619-42CC-9B8B-50FAC8E4E82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49993" y="2207006"/>
              <a:ext cx="105294" cy="137920"/>
            </a:xfrm>
            <a:custGeom>
              <a:avLst/>
              <a:gdLst>
                <a:gd name="T0" fmla="*/ 25 w 71"/>
                <a:gd name="T1" fmla="*/ 76 h 93"/>
                <a:gd name="T2" fmla="*/ 31 w 71"/>
                <a:gd name="T3" fmla="*/ 71 h 93"/>
                <a:gd name="T4" fmla="*/ 40 w 71"/>
                <a:gd name="T5" fmla="*/ 76 h 93"/>
                <a:gd name="T6" fmla="*/ 45 w 71"/>
                <a:gd name="T7" fmla="*/ 87 h 93"/>
                <a:gd name="T8" fmla="*/ 38 w 71"/>
                <a:gd name="T9" fmla="*/ 63 h 93"/>
                <a:gd name="T10" fmla="*/ 32 w 71"/>
                <a:gd name="T11" fmla="*/ 63 h 93"/>
                <a:gd name="T12" fmla="*/ 42 w 71"/>
                <a:gd name="T13" fmla="*/ 45 h 93"/>
                <a:gd name="T14" fmla="*/ 45 w 71"/>
                <a:gd name="T15" fmla="*/ 47 h 93"/>
                <a:gd name="T16" fmla="*/ 45 w 71"/>
                <a:gd name="T17" fmla="*/ 40 h 93"/>
                <a:gd name="T18" fmla="*/ 38 w 71"/>
                <a:gd name="T19" fmla="*/ 34 h 93"/>
                <a:gd name="T20" fmla="*/ 38 w 71"/>
                <a:gd name="T21" fmla="*/ 22 h 93"/>
                <a:gd name="T22" fmla="*/ 29 w 71"/>
                <a:gd name="T23" fmla="*/ 20 h 93"/>
                <a:gd name="T24" fmla="*/ 40 w 71"/>
                <a:gd name="T25" fmla="*/ 14 h 93"/>
                <a:gd name="T26" fmla="*/ 42 w 71"/>
                <a:gd name="T27" fmla="*/ 1 h 93"/>
                <a:gd name="T28" fmla="*/ 34 w 71"/>
                <a:gd name="T29" fmla="*/ 3 h 93"/>
                <a:gd name="T30" fmla="*/ 27 w 71"/>
                <a:gd name="T31" fmla="*/ 12 h 93"/>
                <a:gd name="T32" fmla="*/ 23 w 71"/>
                <a:gd name="T33" fmla="*/ 16 h 93"/>
                <a:gd name="T34" fmla="*/ 11 w 71"/>
                <a:gd name="T35" fmla="*/ 16 h 93"/>
                <a:gd name="T36" fmla="*/ 5 w 71"/>
                <a:gd name="T37" fmla="*/ 22 h 93"/>
                <a:gd name="T38" fmla="*/ 3 w 71"/>
                <a:gd name="T39" fmla="*/ 31 h 93"/>
                <a:gd name="T40" fmla="*/ 9 w 71"/>
                <a:gd name="T41" fmla="*/ 23 h 93"/>
                <a:gd name="T42" fmla="*/ 12 w 71"/>
                <a:gd name="T43" fmla="*/ 29 h 93"/>
                <a:gd name="T44" fmla="*/ 14 w 71"/>
                <a:gd name="T45" fmla="*/ 32 h 93"/>
                <a:gd name="T46" fmla="*/ 16 w 71"/>
                <a:gd name="T47" fmla="*/ 23 h 93"/>
                <a:gd name="T48" fmla="*/ 18 w 71"/>
                <a:gd name="T49" fmla="*/ 22 h 93"/>
                <a:gd name="T50" fmla="*/ 23 w 71"/>
                <a:gd name="T51" fmla="*/ 23 h 93"/>
                <a:gd name="T52" fmla="*/ 23 w 71"/>
                <a:gd name="T53" fmla="*/ 32 h 93"/>
                <a:gd name="T54" fmla="*/ 22 w 71"/>
                <a:gd name="T55" fmla="*/ 29 h 93"/>
                <a:gd name="T56" fmla="*/ 16 w 71"/>
                <a:gd name="T57" fmla="*/ 34 h 93"/>
                <a:gd name="T58" fmla="*/ 0 w 71"/>
                <a:gd name="T59" fmla="*/ 40 h 93"/>
                <a:gd name="T60" fmla="*/ 0 w 71"/>
                <a:gd name="T61" fmla="*/ 49 h 93"/>
                <a:gd name="T62" fmla="*/ 7 w 71"/>
                <a:gd name="T63" fmla="*/ 51 h 93"/>
                <a:gd name="T64" fmla="*/ 5 w 71"/>
                <a:gd name="T65" fmla="*/ 60 h 93"/>
                <a:gd name="T66" fmla="*/ 11 w 71"/>
                <a:gd name="T67" fmla="*/ 71 h 93"/>
                <a:gd name="T68" fmla="*/ 12 w 71"/>
                <a:gd name="T69" fmla="*/ 76 h 93"/>
                <a:gd name="T70" fmla="*/ 51 w 71"/>
                <a:gd name="T71" fmla="*/ 83 h 93"/>
                <a:gd name="T72" fmla="*/ 53 w 71"/>
                <a:gd name="T73" fmla="*/ 89 h 93"/>
                <a:gd name="T74" fmla="*/ 58 w 71"/>
                <a:gd name="T75" fmla="*/ 93 h 93"/>
                <a:gd name="T76" fmla="*/ 71 w 71"/>
                <a:gd name="T77" fmla="*/ 83 h 93"/>
                <a:gd name="T78" fmla="*/ 63 w 71"/>
                <a:gd name="T79" fmla="*/ 80 h 93"/>
                <a:gd name="T80" fmla="*/ 58 w 71"/>
                <a:gd name="T81" fmla="*/ 54 h 93"/>
                <a:gd name="T82" fmla="*/ 60 w 71"/>
                <a:gd name="T83" fmla="*/ 58 h 93"/>
                <a:gd name="T84" fmla="*/ 51 w 71"/>
                <a:gd name="T85" fmla="*/ 56 h 93"/>
                <a:gd name="T86" fmla="*/ 49 w 71"/>
                <a:gd name="T87" fmla="*/ 65 h 93"/>
                <a:gd name="T88" fmla="*/ 53 w 71"/>
                <a:gd name="T89" fmla="*/ 74 h 93"/>
                <a:gd name="T90" fmla="*/ 56 w 71"/>
                <a:gd name="T91" fmla="*/ 73 h 93"/>
                <a:gd name="T92" fmla="*/ 58 w 71"/>
                <a:gd name="T93" fmla="*/ 76 h 93"/>
                <a:gd name="T94" fmla="*/ 65 w 71"/>
                <a:gd name="T95" fmla="*/ 73 h 93"/>
                <a:gd name="T96" fmla="*/ 71 w 71"/>
                <a:gd name="T97" fmla="*/ 71 h 93"/>
                <a:gd name="T98" fmla="*/ 63 w 71"/>
                <a:gd name="T99" fmla="*/ 47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71" h="93">
                  <a:moveTo>
                    <a:pt x="12" y="76"/>
                  </a:moveTo>
                  <a:lnTo>
                    <a:pt x="25" y="76"/>
                  </a:lnTo>
                  <a:lnTo>
                    <a:pt x="25" y="76"/>
                  </a:lnTo>
                  <a:lnTo>
                    <a:pt x="29" y="69"/>
                  </a:lnTo>
                  <a:lnTo>
                    <a:pt x="31" y="67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36" y="76"/>
                  </a:lnTo>
                  <a:lnTo>
                    <a:pt x="40" y="76"/>
                  </a:lnTo>
                  <a:lnTo>
                    <a:pt x="40" y="76"/>
                  </a:lnTo>
                  <a:lnTo>
                    <a:pt x="45" y="87"/>
                  </a:lnTo>
                  <a:lnTo>
                    <a:pt x="45" y="87"/>
                  </a:lnTo>
                  <a:lnTo>
                    <a:pt x="40" y="63"/>
                  </a:lnTo>
                  <a:lnTo>
                    <a:pt x="40" y="63"/>
                  </a:lnTo>
                  <a:lnTo>
                    <a:pt x="38" y="63"/>
                  </a:lnTo>
                  <a:lnTo>
                    <a:pt x="36" y="65"/>
                  </a:lnTo>
                  <a:lnTo>
                    <a:pt x="32" y="63"/>
                  </a:lnTo>
                  <a:lnTo>
                    <a:pt x="32" y="63"/>
                  </a:lnTo>
                  <a:lnTo>
                    <a:pt x="38" y="43"/>
                  </a:lnTo>
                  <a:lnTo>
                    <a:pt x="38" y="43"/>
                  </a:lnTo>
                  <a:lnTo>
                    <a:pt x="42" y="45"/>
                  </a:lnTo>
                  <a:lnTo>
                    <a:pt x="43" y="47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45" y="43"/>
                  </a:lnTo>
                  <a:lnTo>
                    <a:pt x="45" y="40"/>
                  </a:lnTo>
                  <a:lnTo>
                    <a:pt x="45" y="40"/>
                  </a:lnTo>
                  <a:lnTo>
                    <a:pt x="38" y="40"/>
                  </a:lnTo>
                  <a:lnTo>
                    <a:pt x="38" y="40"/>
                  </a:lnTo>
                  <a:lnTo>
                    <a:pt x="38" y="34"/>
                  </a:lnTo>
                  <a:lnTo>
                    <a:pt x="38" y="31"/>
                  </a:lnTo>
                  <a:lnTo>
                    <a:pt x="38" y="22"/>
                  </a:lnTo>
                  <a:lnTo>
                    <a:pt x="38" y="22"/>
                  </a:lnTo>
                  <a:lnTo>
                    <a:pt x="32" y="22"/>
                  </a:lnTo>
                  <a:lnTo>
                    <a:pt x="29" y="20"/>
                  </a:lnTo>
                  <a:lnTo>
                    <a:pt x="29" y="20"/>
                  </a:lnTo>
                  <a:lnTo>
                    <a:pt x="36" y="18"/>
                  </a:lnTo>
                  <a:lnTo>
                    <a:pt x="38" y="18"/>
                  </a:lnTo>
                  <a:lnTo>
                    <a:pt x="40" y="14"/>
                  </a:lnTo>
                  <a:lnTo>
                    <a:pt x="40" y="14"/>
                  </a:lnTo>
                  <a:lnTo>
                    <a:pt x="42" y="7"/>
                  </a:lnTo>
                  <a:lnTo>
                    <a:pt x="42" y="1"/>
                  </a:lnTo>
                  <a:lnTo>
                    <a:pt x="40" y="0"/>
                  </a:lnTo>
                  <a:lnTo>
                    <a:pt x="40" y="0"/>
                  </a:lnTo>
                  <a:lnTo>
                    <a:pt x="34" y="3"/>
                  </a:lnTo>
                  <a:lnTo>
                    <a:pt x="29" y="7"/>
                  </a:lnTo>
                  <a:lnTo>
                    <a:pt x="29" y="7"/>
                  </a:lnTo>
                  <a:lnTo>
                    <a:pt x="27" y="12"/>
                  </a:lnTo>
                  <a:lnTo>
                    <a:pt x="25" y="14"/>
                  </a:lnTo>
                  <a:lnTo>
                    <a:pt x="23" y="16"/>
                  </a:lnTo>
                  <a:lnTo>
                    <a:pt x="23" y="16"/>
                  </a:lnTo>
                  <a:lnTo>
                    <a:pt x="22" y="18"/>
                  </a:lnTo>
                  <a:lnTo>
                    <a:pt x="18" y="18"/>
                  </a:lnTo>
                  <a:lnTo>
                    <a:pt x="11" y="16"/>
                  </a:lnTo>
                  <a:lnTo>
                    <a:pt x="11" y="16"/>
                  </a:lnTo>
                  <a:lnTo>
                    <a:pt x="9" y="18"/>
                  </a:lnTo>
                  <a:lnTo>
                    <a:pt x="5" y="22"/>
                  </a:lnTo>
                  <a:lnTo>
                    <a:pt x="1" y="27"/>
                  </a:lnTo>
                  <a:lnTo>
                    <a:pt x="1" y="27"/>
                  </a:lnTo>
                  <a:lnTo>
                    <a:pt x="3" y="31"/>
                  </a:lnTo>
                  <a:lnTo>
                    <a:pt x="5" y="31"/>
                  </a:lnTo>
                  <a:lnTo>
                    <a:pt x="7" y="32"/>
                  </a:lnTo>
                  <a:lnTo>
                    <a:pt x="9" y="23"/>
                  </a:lnTo>
                  <a:lnTo>
                    <a:pt x="14" y="23"/>
                  </a:lnTo>
                  <a:lnTo>
                    <a:pt x="14" y="23"/>
                  </a:lnTo>
                  <a:lnTo>
                    <a:pt x="12" y="29"/>
                  </a:lnTo>
                  <a:lnTo>
                    <a:pt x="11" y="31"/>
                  </a:lnTo>
                  <a:lnTo>
                    <a:pt x="14" y="32"/>
                  </a:lnTo>
                  <a:lnTo>
                    <a:pt x="14" y="32"/>
                  </a:lnTo>
                  <a:lnTo>
                    <a:pt x="14" y="29"/>
                  </a:lnTo>
                  <a:lnTo>
                    <a:pt x="16" y="27"/>
                  </a:lnTo>
                  <a:lnTo>
                    <a:pt x="16" y="23"/>
                  </a:lnTo>
                  <a:lnTo>
                    <a:pt x="14" y="22"/>
                  </a:lnTo>
                  <a:lnTo>
                    <a:pt x="14" y="22"/>
                  </a:lnTo>
                  <a:lnTo>
                    <a:pt x="18" y="22"/>
                  </a:lnTo>
                  <a:lnTo>
                    <a:pt x="23" y="22"/>
                  </a:lnTo>
                  <a:lnTo>
                    <a:pt x="23" y="22"/>
                  </a:lnTo>
                  <a:lnTo>
                    <a:pt x="23" y="23"/>
                  </a:lnTo>
                  <a:lnTo>
                    <a:pt x="23" y="27"/>
                  </a:lnTo>
                  <a:lnTo>
                    <a:pt x="23" y="32"/>
                  </a:lnTo>
                  <a:lnTo>
                    <a:pt x="23" y="32"/>
                  </a:lnTo>
                  <a:lnTo>
                    <a:pt x="22" y="32"/>
                  </a:lnTo>
                  <a:lnTo>
                    <a:pt x="22" y="31"/>
                  </a:lnTo>
                  <a:lnTo>
                    <a:pt x="22" y="29"/>
                  </a:lnTo>
                  <a:lnTo>
                    <a:pt x="18" y="29"/>
                  </a:lnTo>
                  <a:lnTo>
                    <a:pt x="18" y="29"/>
                  </a:lnTo>
                  <a:lnTo>
                    <a:pt x="16" y="34"/>
                  </a:lnTo>
                  <a:lnTo>
                    <a:pt x="14" y="40"/>
                  </a:lnTo>
                  <a:lnTo>
                    <a:pt x="0" y="40"/>
                  </a:lnTo>
                  <a:lnTo>
                    <a:pt x="0" y="40"/>
                  </a:lnTo>
                  <a:lnTo>
                    <a:pt x="0" y="42"/>
                  </a:lnTo>
                  <a:lnTo>
                    <a:pt x="0" y="43"/>
                  </a:lnTo>
                  <a:lnTo>
                    <a:pt x="0" y="49"/>
                  </a:lnTo>
                  <a:lnTo>
                    <a:pt x="0" y="49"/>
                  </a:lnTo>
                  <a:lnTo>
                    <a:pt x="3" y="49"/>
                  </a:lnTo>
                  <a:lnTo>
                    <a:pt x="7" y="51"/>
                  </a:lnTo>
                  <a:lnTo>
                    <a:pt x="7" y="56"/>
                  </a:lnTo>
                  <a:lnTo>
                    <a:pt x="7" y="56"/>
                  </a:lnTo>
                  <a:lnTo>
                    <a:pt x="5" y="60"/>
                  </a:lnTo>
                  <a:lnTo>
                    <a:pt x="3" y="69"/>
                  </a:lnTo>
                  <a:lnTo>
                    <a:pt x="11" y="71"/>
                  </a:lnTo>
                  <a:lnTo>
                    <a:pt x="11" y="71"/>
                  </a:lnTo>
                  <a:lnTo>
                    <a:pt x="12" y="74"/>
                  </a:lnTo>
                  <a:lnTo>
                    <a:pt x="12" y="76"/>
                  </a:lnTo>
                  <a:lnTo>
                    <a:pt x="12" y="76"/>
                  </a:lnTo>
                  <a:close/>
                  <a:moveTo>
                    <a:pt x="63" y="80"/>
                  </a:moveTo>
                  <a:lnTo>
                    <a:pt x="63" y="80"/>
                  </a:lnTo>
                  <a:lnTo>
                    <a:pt x="51" y="83"/>
                  </a:lnTo>
                  <a:lnTo>
                    <a:pt x="51" y="83"/>
                  </a:lnTo>
                  <a:lnTo>
                    <a:pt x="53" y="87"/>
                  </a:lnTo>
                  <a:lnTo>
                    <a:pt x="53" y="89"/>
                  </a:lnTo>
                  <a:lnTo>
                    <a:pt x="53" y="93"/>
                  </a:lnTo>
                  <a:lnTo>
                    <a:pt x="58" y="93"/>
                  </a:lnTo>
                  <a:lnTo>
                    <a:pt x="58" y="93"/>
                  </a:lnTo>
                  <a:lnTo>
                    <a:pt x="63" y="91"/>
                  </a:lnTo>
                  <a:lnTo>
                    <a:pt x="69" y="85"/>
                  </a:lnTo>
                  <a:lnTo>
                    <a:pt x="71" y="83"/>
                  </a:lnTo>
                  <a:lnTo>
                    <a:pt x="71" y="82"/>
                  </a:lnTo>
                  <a:lnTo>
                    <a:pt x="69" y="80"/>
                  </a:lnTo>
                  <a:lnTo>
                    <a:pt x="63" y="80"/>
                  </a:lnTo>
                  <a:lnTo>
                    <a:pt x="63" y="80"/>
                  </a:lnTo>
                  <a:close/>
                  <a:moveTo>
                    <a:pt x="63" y="47"/>
                  </a:moveTo>
                  <a:lnTo>
                    <a:pt x="58" y="54"/>
                  </a:lnTo>
                  <a:lnTo>
                    <a:pt x="58" y="54"/>
                  </a:lnTo>
                  <a:lnTo>
                    <a:pt x="60" y="54"/>
                  </a:lnTo>
                  <a:lnTo>
                    <a:pt x="60" y="58"/>
                  </a:lnTo>
                  <a:lnTo>
                    <a:pt x="53" y="54"/>
                  </a:lnTo>
                  <a:lnTo>
                    <a:pt x="53" y="54"/>
                  </a:lnTo>
                  <a:lnTo>
                    <a:pt x="51" y="56"/>
                  </a:lnTo>
                  <a:lnTo>
                    <a:pt x="45" y="62"/>
                  </a:lnTo>
                  <a:lnTo>
                    <a:pt x="45" y="62"/>
                  </a:lnTo>
                  <a:lnTo>
                    <a:pt x="49" y="65"/>
                  </a:lnTo>
                  <a:lnTo>
                    <a:pt x="51" y="69"/>
                  </a:lnTo>
                  <a:lnTo>
                    <a:pt x="51" y="69"/>
                  </a:lnTo>
                  <a:lnTo>
                    <a:pt x="53" y="74"/>
                  </a:lnTo>
                  <a:lnTo>
                    <a:pt x="53" y="74"/>
                  </a:lnTo>
                  <a:lnTo>
                    <a:pt x="54" y="73"/>
                  </a:lnTo>
                  <a:lnTo>
                    <a:pt x="56" y="73"/>
                  </a:lnTo>
                  <a:lnTo>
                    <a:pt x="60" y="73"/>
                  </a:lnTo>
                  <a:lnTo>
                    <a:pt x="60" y="73"/>
                  </a:lnTo>
                  <a:lnTo>
                    <a:pt x="58" y="76"/>
                  </a:lnTo>
                  <a:lnTo>
                    <a:pt x="62" y="76"/>
                  </a:lnTo>
                  <a:lnTo>
                    <a:pt x="63" y="74"/>
                  </a:lnTo>
                  <a:lnTo>
                    <a:pt x="65" y="73"/>
                  </a:lnTo>
                  <a:lnTo>
                    <a:pt x="63" y="73"/>
                  </a:lnTo>
                  <a:lnTo>
                    <a:pt x="71" y="71"/>
                  </a:lnTo>
                  <a:lnTo>
                    <a:pt x="71" y="71"/>
                  </a:lnTo>
                  <a:lnTo>
                    <a:pt x="71" y="47"/>
                  </a:lnTo>
                  <a:lnTo>
                    <a:pt x="71" y="47"/>
                  </a:lnTo>
                  <a:lnTo>
                    <a:pt x="63" y="47"/>
                  </a:lnTo>
                  <a:lnTo>
                    <a:pt x="63" y="4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15" name="Freeform 298">
              <a:extLst>
                <a:ext uri="{FF2B5EF4-FFF2-40B4-BE49-F238E27FC236}">
                  <a16:creationId xmlns:a16="http://schemas.microsoft.com/office/drawing/2014/main" id="{6DE70142-E25A-4B4A-B3D1-C47279CB5E1B}"/>
                </a:ext>
              </a:extLst>
            </p:cNvPr>
            <p:cNvSpPr>
              <a:spLocks/>
            </p:cNvSpPr>
            <p:nvPr/>
          </p:nvSpPr>
          <p:spPr bwMode="auto">
            <a:xfrm>
              <a:off x="5846388" y="2457633"/>
              <a:ext cx="140886" cy="88980"/>
            </a:xfrm>
            <a:custGeom>
              <a:avLst/>
              <a:gdLst>
                <a:gd name="T0" fmla="*/ 75 w 95"/>
                <a:gd name="T1" fmla="*/ 55 h 60"/>
                <a:gd name="T2" fmla="*/ 80 w 95"/>
                <a:gd name="T3" fmla="*/ 47 h 60"/>
                <a:gd name="T4" fmla="*/ 82 w 95"/>
                <a:gd name="T5" fmla="*/ 46 h 60"/>
                <a:gd name="T6" fmla="*/ 86 w 95"/>
                <a:gd name="T7" fmla="*/ 44 h 60"/>
                <a:gd name="T8" fmla="*/ 88 w 95"/>
                <a:gd name="T9" fmla="*/ 40 h 60"/>
                <a:gd name="T10" fmla="*/ 93 w 95"/>
                <a:gd name="T11" fmla="*/ 37 h 60"/>
                <a:gd name="T12" fmla="*/ 95 w 95"/>
                <a:gd name="T13" fmla="*/ 35 h 60"/>
                <a:gd name="T14" fmla="*/ 91 w 95"/>
                <a:gd name="T15" fmla="*/ 27 h 60"/>
                <a:gd name="T16" fmla="*/ 90 w 95"/>
                <a:gd name="T17" fmla="*/ 27 h 60"/>
                <a:gd name="T18" fmla="*/ 86 w 95"/>
                <a:gd name="T19" fmla="*/ 22 h 60"/>
                <a:gd name="T20" fmla="*/ 80 w 95"/>
                <a:gd name="T21" fmla="*/ 18 h 60"/>
                <a:gd name="T22" fmla="*/ 77 w 95"/>
                <a:gd name="T23" fmla="*/ 20 h 60"/>
                <a:gd name="T24" fmla="*/ 71 w 95"/>
                <a:gd name="T25" fmla="*/ 18 h 60"/>
                <a:gd name="T26" fmla="*/ 62 w 95"/>
                <a:gd name="T27" fmla="*/ 11 h 60"/>
                <a:gd name="T28" fmla="*/ 60 w 95"/>
                <a:gd name="T29" fmla="*/ 11 h 60"/>
                <a:gd name="T30" fmla="*/ 57 w 95"/>
                <a:gd name="T31" fmla="*/ 9 h 60"/>
                <a:gd name="T32" fmla="*/ 51 w 95"/>
                <a:gd name="T33" fmla="*/ 7 h 60"/>
                <a:gd name="T34" fmla="*/ 46 w 95"/>
                <a:gd name="T35" fmla="*/ 6 h 60"/>
                <a:gd name="T36" fmla="*/ 39 w 95"/>
                <a:gd name="T37" fmla="*/ 2 h 60"/>
                <a:gd name="T38" fmla="*/ 33 w 95"/>
                <a:gd name="T39" fmla="*/ 0 h 60"/>
                <a:gd name="T40" fmla="*/ 22 w 95"/>
                <a:gd name="T41" fmla="*/ 6 h 60"/>
                <a:gd name="T42" fmla="*/ 11 w 95"/>
                <a:gd name="T43" fmla="*/ 13 h 60"/>
                <a:gd name="T44" fmla="*/ 11 w 95"/>
                <a:gd name="T45" fmla="*/ 15 h 60"/>
                <a:gd name="T46" fmla="*/ 4 w 95"/>
                <a:gd name="T47" fmla="*/ 16 h 60"/>
                <a:gd name="T48" fmla="*/ 0 w 95"/>
                <a:gd name="T49" fmla="*/ 18 h 60"/>
                <a:gd name="T50" fmla="*/ 2 w 95"/>
                <a:gd name="T51" fmla="*/ 22 h 60"/>
                <a:gd name="T52" fmla="*/ 8 w 95"/>
                <a:gd name="T53" fmla="*/ 31 h 60"/>
                <a:gd name="T54" fmla="*/ 11 w 95"/>
                <a:gd name="T55" fmla="*/ 37 h 60"/>
                <a:gd name="T56" fmla="*/ 11 w 95"/>
                <a:gd name="T57" fmla="*/ 42 h 60"/>
                <a:gd name="T58" fmla="*/ 15 w 95"/>
                <a:gd name="T59" fmla="*/ 46 h 60"/>
                <a:gd name="T60" fmla="*/ 20 w 95"/>
                <a:gd name="T61" fmla="*/ 47 h 60"/>
                <a:gd name="T62" fmla="*/ 24 w 95"/>
                <a:gd name="T63" fmla="*/ 53 h 60"/>
                <a:gd name="T64" fmla="*/ 29 w 95"/>
                <a:gd name="T65" fmla="*/ 58 h 60"/>
                <a:gd name="T66" fmla="*/ 37 w 95"/>
                <a:gd name="T67" fmla="*/ 58 h 60"/>
                <a:gd name="T68" fmla="*/ 37 w 95"/>
                <a:gd name="T69" fmla="*/ 57 h 60"/>
                <a:gd name="T70" fmla="*/ 44 w 95"/>
                <a:gd name="T71" fmla="*/ 49 h 60"/>
                <a:gd name="T72" fmla="*/ 46 w 95"/>
                <a:gd name="T73" fmla="*/ 47 h 60"/>
                <a:gd name="T74" fmla="*/ 53 w 95"/>
                <a:gd name="T75" fmla="*/ 51 h 60"/>
                <a:gd name="T76" fmla="*/ 59 w 95"/>
                <a:gd name="T77" fmla="*/ 55 h 60"/>
                <a:gd name="T78" fmla="*/ 64 w 95"/>
                <a:gd name="T79" fmla="*/ 55 h 60"/>
                <a:gd name="T80" fmla="*/ 75 w 95"/>
                <a:gd name="T81" fmla="*/ 55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5" h="60">
                  <a:moveTo>
                    <a:pt x="75" y="55"/>
                  </a:moveTo>
                  <a:lnTo>
                    <a:pt x="75" y="55"/>
                  </a:lnTo>
                  <a:lnTo>
                    <a:pt x="79" y="51"/>
                  </a:lnTo>
                  <a:lnTo>
                    <a:pt x="80" y="47"/>
                  </a:lnTo>
                  <a:lnTo>
                    <a:pt x="82" y="46"/>
                  </a:lnTo>
                  <a:lnTo>
                    <a:pt x="82" y="46"/>
                  </a:lnTo>
                  <a:lnTo>
                    <a:pt x="84" y="46"/>
                  </a:lnTo>
                  <a:lnTo>
                    <a:pt x="86" y="44"/>
                  </a:lnTo>
                  <a:lnTo>
                    <a:pt x="86" y="40"/>
                  </a:lnTo>
                  <a:lnTo>
                    <a:pt x="88" y="40"/>
                  </a:lnTo>
                  <a:lnTo>
                    <a:pt x="88" y="40"/>
                  </a:lnTo>
                  <a:lnTo>
                    <a:pt x="93" y="37"/>
                  </a:lnTo>
                  <a:lnTo>
                    <a:pt x="95" y="35"/>
                  </a:lnTo>
                  <a:lnTo>
                    <a:pt x="95" y="35"/>
                  </a:lnTo>
                  <a:lnTo>
                    <a:pt x="93" y="31"/>
                  </a:lnTo>
                  <a:lnTo>
                    <a:pt x="91" y="27"/>
                  </a:lnTo>
                  <a:lnTo>
                    <a:pt x="90" y="27"/>
                  </a:lnTo>
                  <a:lnTo>
                    <a:pt x="90" y="27"/>
                  </a:lnTo>
                  <a:lnTo>
                    <a:pt x="88" y="26"/>
                  </a:lnTo>
                  <a:lnTo>
                    <a:pt x="86" y="22"/>
                  </a:lnTo>
                  <a:lnTo>
                    <a:pt x="84" y="20"/>
                  </a:lnTo>
                  <a:lnTo>
                    <a:pt x="80" y="18"/>
                  </a:lnTo>
                  <a:lnTo>
                    <a:pt x="80" y="18"/>
                  </a:lnTo>
                  <a:lnTo>
                    <a:pt x="77" y="20"/>
                  </a:lnTo>
                  <a:lnTo>
                    <a:pt x="71" y="18"/>
                  </a:lnTo>
                  <a:lnTo>
                    <a:pt x="71" y="18"/>
                  </a:lnTo>
                  <a:lnTo>
                    <a:pt x="64" y="13"/>
                  </a:lnTo>
                  <a:lnTo>
                    <a:pt x="62" y="11"/>
                  </a:lnTo>
                  <a:lnTo>
                    <a:pt x="60" y="11"/>
                  </a:lnTo>
                  <a:lnTo>
                    <a:pt x="60" y="11"/>
                  </a:lnTo>
                  <a:lnTo>
                    <a:pt x="57" y="11"/>
                  </a:lnTo>
                  <a:lnTo>
                    <a:pt x="57" y="9"/>
                  </a:lnTo>
                  <a:lnTo>
                    <a:pt x="55" y="7"/>
                  </a:lnTo>
                  <a:lnTo>
                    <a:pt x="51" y="7"/>
                  </a:lnTo>
                  <a:lnTo>
                    <a:pt x="51" y="7"/>
                  </a:lnTo>
                  <a:lnTo>
                    <a:pt x="46" y="6"/>
                  </a:lnTo>
                  <a:lnTo>
                    <a:pt x="44" y="6"/>
                  </a:lnTo>
                  <a:lnTo>
                    <a:pt x="39" y="2"/>
                  </a:lnTo>
                  <a:lnTo>
                    <a:pt x="33" y="0"/>
                  </a:lnTo>
                  <a:lnTo>
                    <a:pt x="33" y="0"/>
                  </a:lnTo>
                  <a:lnTo>
                    <a:pt x="22" y="6"/>
                  </a:lnTo>
                  <a:lnTo>
                    <a:pt x="22" y="6"/>
                  </a:lnTo>
                  <a:lnTo>
                    <a:pt x="15" y="9"/>
                  </a:lnTo>
                  <a:lnTo>
                    <a:pt x="11" y="13"/>
                  </a:lnTo>
                  <a:lnTo>
                    <a:pt x="11" y="13"/>
                  </a:lnTo>
                  <a:lnTo>
                    <a:pt x="11" y="15"/>
                  </a:lnTo>
                  <a:lnTo>
                    <a:pt x="8" y="16"/>
                  </a:lnTo>
                  <a:lnTo>
                    <a:pt x="4" y="16"/>
                  </a:lnTo>
                  <a:lnTo>
                    <a:pt x="4" y="16"/>
                  </a:lnTo>
                  <a:lnTo>
                    <a:pt x="0" y="18"/>
                  </a:lnTo>
                  <a:lnTo>
                    <a:pt x="2" y="22"/>
                  </a:lnTo>
                  <a:lnTo>
                    <a:pt x="2" y="22"/>
                  </a:lnTo>
                  <a:lnTo>
                    <a:pt x="4" y="27"/>
                  </a:lnTo>
                  <a:lnTo>
                    <a:pt x="8" y="31"/>
                  </a:lnTo>
                  <a:lnTo>
                    <a:pt x="8" y="31"/>
                  </a:lnTo>
                  <a:lnTo>
                    <a:pt x="11" y="37"/>
                  </a:lnTo>
                  <a:lnTo>
                    <a:pt x="11" y="42"/>
                  </a:lnTo>
                  <a:lnTo>
                    <a:pt x="11" y="42"/>
                  </a:lnTo>
                  <a:lnTo>
                    <a:pt x="13" y="46"/>
                  </a:lnTo>
                  <a:lnTo>
                    <a:pt x="15" y="46"/>
                  </a:lnTo>
                  <a:lnTo>
                    <a:pt x="17" y="46"/>
                  </a:lnTo>
                  <a:lnTo>
                    <a:pt x="20" y="47"/>
                  </a:lnTo>
                  <a:lnTo>
                    <a:pt x="20" y="47"/>
                  </a:lnTo>
                  <a:lnTo>
                    <a:pt x="24" y="53"/>
                  </a:lnTo>
                  <a:lnTo>
                    <a:pt x="24" y="53"/>
                  </a:lnTo>
                  <a:lnTo>
                    <a:pt x="29" y="58"/>
                  </a:lnTo>
                  <a:lnTo>
                    <a:pt x="35" y="60"/>
                  </a:lnTo>
                  <a:lnTo>
                    <a:pt x="37" y="58"/>
                  </a:lnTo>
                  <a:lnTo>
                    <a:pt x="37" y="57"/>
                  </a:lnTo>
                  <a:lnTo>
                    <a:pt x="37" y="57"/>
                  </a:lnTo>
                  <a:lnTo>
                    <a:pt x="42" y="51"/>
                  </a:lnTo>
                  <a:lnTo>
                    <a:pt x="44" y="49"/>
                  </a:lnTo>
                  <a:lnTo>
                    <a:pt x="44" y="49"/>
                  </a:lnTo>
                  <a:lnTo>
                    <a:pt x="46" y="47"/>
                  </a:lnTo>
                  <a:lnTo>
                    <a:pt x="49" y="49"/>
                  </a:lnTo>
                  <a:lnTo>
                    <a:pt x="53" y="51"/>
                  </a:lnTo>
                  <a:lnTo>
                    <a:pt x="53" y="51"/>
                  </a:lnTo>
                  <a:lnTo>
                    <a:pt x="59" y="55"/>
                  </a:lnTo>
                  <a:lnTo>
                    <a:pt x="64" y="55"/>
                  </a:lnTo>
                  <a:lnTo>
                    <a:pt x="64" y="55"/>
                  </a:lnTo>
                  <a:lnTo>
                    <a:pt x="75" y="55"/>
                  </a:lnTo>
                  <a:lnTo>
                    <a:pt x="75" y="5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16" name="Freeform 299">
              <a:extLst>
                <a:ext uri="{FF2B5EF4-FFF2-40B4-BE49-F238E27FC236}">
                  <a16:creationId xmlns:a16="http://schemas.microsoft.com/office/drawing/2014/main" id="{C3F9D72B-D9C2-41A9-9F8E-C46312A1109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16501" y="2987066"/>
              <a:ext cx="54872" cy="32626"/>
            </a:xfrm>
            <a:custGeom>
              <a:avLst/>
              <a:gdLst>
                <a:gd name="T0" fmla="*/ 24 w 37"/>
                <a:gd name="T1" fmla="*/ 17 h 22"/>
                <a:gd name="T2" fmla="*/ 24 w 37"/>
                <a:gd name="T3" fmla="*/ 17 h 22"/>
                <a:gd name="T4" fmla="*/ 20 w 37"/>
                <a:gd name="T5" fmla="*/ 22 h 22"/>
                <a:gd name="T6" fmla="*/ 20 w 37"/>
                <a:gd name="T7" fmla="*/ 22 h 22"/>
                <a:gd name="T8" fmla="*/ 13 w 37"/>
                <a:gd name="T9" fmla="*/ 22 h 22"/>
                <a:gd name="T10" fmla="*/ 6 w 37"/>
                <a:gd name="T11" fmla="*/ 22 h 22"/>
                <a:gd name="T12" fmla="*/ 6 w 37"/>
                <a:gd name="T13" fmla="*/ 22 h 22"/>
                <a:gd name="T14" fmla="*/ 6 w 37"/>
                <a:gd name="T15" fmla="*/ 20 h 22"/>
                <a:gd name="T16" fmla="*/ 4 w 37"/>
                <a:gd name="T17" fmla="*/ 18 h 22"/>
                <a:gd name="T18" fmla="*/ 0 w 37"/>
                <a:gd name="T19" fmla="*/ 17 h 22"/>
                <a:gd name="T20" fmla="*/ 0 w 37"/>
                <a:gd name="T21" fmla="*/ 17 h 22"/>
                <a:gd name="T22" fmla="*/ 2 w 37"/>
                <a:gd name="T23" fmla="*/ 15 h 22"/>
                <a:gd name="T24" fmla="*/ 2 w 37"/>
                <a:gd name="T25" fmla="*/ 15 h 22"/>
                <a:gd name="T26" fmla="*/ 8 w 37"/>
                <a:gd name="T27" fmla="*/ 17 h 22"/>
                <a:gd name="T28" fmla="*/ 11 w 37"/>
                <a:gd name="T29" fmla="*/ 17 h 22"/>
                <a:gd name="T30" fmla="*/ 11 w 37"/>
                <a:gd name="T31" fmla="*/ 17 h 22"/>
                <a:gd name="T32" fmla="*/ 15 w 37"/>
                <a:gd name="T33" fmla="*/ 13 h 22"/>
                <a:gd name="T34" fmla="*/ 15 w 37"/>
                <a:gd name="T35" fmla="*/ 13 h 22"/>
                <a:gd name="T36" fmla="*/ 19 w 37"/>
                <a:gd name="T37" fmla="*/ 13 h 22"/>
                <a:gd name="T38" fmla="*/ 19 w 37"/>
                <a:gd name="T39" fmla="*/ 13 h 22"/>
                <a:gd name="T40" fmla="*/ 24 w 37"/>
                <a:gd name="T41" fmla="*/ 17 h 22"/>
                <a:gd name="T42" fmla="*/ 24 w 37"/>
                <a:gd name="T43" fmla="*/ 17 h 22"/>
                <a:gd name="T44" fmla="*/ 24 w 37"/>
                <a:gd name="T45" fmla="*/ 17 h 22"/>
                <a:gd name="T46" fmla="*/ 24 w 37"/>
                <a:gd name="T47" fmla="*/ 17 h 22"/>
                <a:gd name="T48" fmla="*/ 33 w 37"/>
                <a:gd name="T49" fmla="*/ 6 h 22"/>
                <a:gd name="T50" fmla="*/ 37 w 37"/>
                <a:gd name="T51" fmla="*/ 0 h 22"/>
                <a:gd name="T52" fmla="*/ 37 w 37"/>
                <a:gd name="T53" fmla="*/ 0 h 22"/>
                <a:gd name="T54" fmla="*/ 28 w 37"/>
                <a:gd name="T55" fmla="*/ 7 h 22"/>
                <a:gd name="T56" fmla="*/ 28 w 37"/>
                <a:gd name="T57" fmla="*/ 7 h 22"/>
                <a:gd name="T58" fmla="*/ 15 w 37"/>
                <a:gd name="T59" fmla="*/ 9 h 22"/>
                <a:gd name="T60" fmla="*/ 4 w 37"/>
                <a:gd name="T61" fmla="*/ 11 h 22"/>
                <a:gd name="T62" fmla="*/ 4 w 37"/>
                <a:gd name="T63" fmla="*/ 11 h 22"/>
                <a:gd name="T64" fmla="*/ 2 w 37"/>
                <a:gd name="T65" fmla="*/ 15 h 22"/>
                <a:gd name="T66" fmla="*/ 2 w 37"/>
                <a:gd name="T67" fmla="*/ 15 h 22"/>
                <a:gd name="T68" fmla="*/ 8 w 37"/>
                <a:gd name="T69" fmla="*/ 17 h 22"/>
                <a:gd name="T70" fmla="*/ 11 w 37"/>
                <a:gd name="T71" fmla="*/ 17 h 22"/>
                <a:gd name="T72" fmla="*/ 11 w 37"/>
                <a:gd name="T73" fmla="*/ 17 h 22"/>
                <a:gd name="T74" fmla="*/ 15 w 37"/>
                <a:gd name="T75" fmla="*/ 13 h 22"/>
                <a:gd name="T76" fmla="*/ 15 w 37"/>
                <a:gd name="T77" fmla="*/ 13 h 22"/>
                <a:gd name="T78" fmla="*/ 19 w 37"/>
                <a:gd name="T79" fmla="*/ 13 h 22"/>
                <a:gd name="T80" fmla="*/ 19 w 37"/>
                <a:gd name="T81" fmla="*/ 13 h 22"/>
                <a:gd name="T82" fmla="*/ 24 w 37"/>
                <a:gd name="T83" fmla="*/ 17 h 22"/>
                <a:gd name="T84" fmla="*/ 24 w 37"/>
                <a:gd name="T85" fmla="*/ 17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7" h="22">
                  <a:moveTo>
                    <a:pt x="24" y="17"/>
                  </a:moveTo>
                  <a:lnTo>
                    <a:pt x="24" y="17"/>
                  </a:lnTo>
                  <a:lnTo>
                    <a:pt x="20" y="22"/>
                  </a:lnTo>
                  <a:lnTo>
                    <a:pt x="20" y="22"/>
                  </a:lnTo>
                  <a:lnTo>
                    <a:pt x="13" y="22"/>
                  </a:lnTo>
                  <a:lnTo>
                    <a:pt x="6" y="22"/>
                  </a:lnTo>
                  <a:lnTo>
                    <a:pt x="6" y="22"/>
                  </a:lnTo>
                  <a:lnTo>
                    <a:pt x="6" y="20"/>
                  </a:lnTo>
                  <a:lnTo>
                    <a:pt x="4" y="18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2" y="15"/>
                  </a:lnTo>
                  <a:lnTo>
                    <a:pt x="2" y="15"/>
                  </a:lnTo>
                  <a:lnTo>
                    <a:pt x="8" y="17"/>
                  </a:lnTo>
                  <a:lnTo>
                    <a:pt x="11" y="17"/>
                  </a:lnTo>
                  <a:lnTo>
                    <a:pt x="11" y="17"/>
                  </a:lnTo>
                  <a:lnTo>
                    <a:pt x="15" y="13"/>
                  </a:lnTo>
                  <a:lnTo>
                    <a:pt x="15" y="13"/>
                  </a:lnTo>
                  <a:lnTo>
                    <a:pt x="19" y="13"/>
                  </a:lnTo>
                  <a:lnTo>
                    <a:pt x="19" y="13"/>
                  </a:lnTo>
                  <a:lnTo>
                    <a:pt x="24" y="17"/>
                  </a:lnTo>
                  <a:lnTo>
                    <a:pt x="24" y="17"/>
                  </a:lnTo>
                  <a:close/>
                  <a:moveTo>
                    <a:pt x="24" y="17"/>
                  </a:moveTo>
                  <a:lnTo>
                    <a:pt x="24" y="17"/>
                  </a:lnTo>
                  <a:lnTo>
                    <a:pt x="33" y="6"/>
                  </a:lnTo>
                  <a:lnTo>
                    <a:pt x="37" y="0"/>
                  </a:lnTo>
                  <a:lnTo>
                    <a:pt x="37" y="0"/>
                  </a:lnTo>
                  <a:lnTo>
                    <a:pt x="28" y="7"/>
                  </a:lnTo>
                  <a:lnTo>
                    <a:pt x="28" y="7"/>
                  </a:lnTo>
                  <a:lnTo>
                    <a:pt x="15" y="9"/>
                  </a:lnTo>
                  <a:lnTo>
                    <a:pt x="4" y="11"/>
                  </a:lnTo>
                  <a:lnTo>
                    <a:pt x="4" y="11"/>
                  </a:lnTo>
                  <a:lnTo>
                    <a:pt x="2" y="15"/>
                  </a:lnTo>
                  <a:lnTo>
                    <a:pt x="2" y="15"/>
                  </a:lnTo>
                  <a:lnTo>
                    <a:pt x="8" y="17"/>
                  </a:lnTo>
                  <a:lnTo>
                    <a:pt x="11" y="17"/>
                  </a:lnTo>
                  <a:lnTo>
                    <a:pt x="11" y="17"/>
                  </a:lnTo>
                  <a:lnTo>
                    <a:pt x="15" y="13"/>
                  </a:lnTo>
                  <a:lnTo>
                    <a:pt x="15" y="13"/>
                  </a:lnTo>
                  <a:lnTo>
                    <a:pt x="19" y="13"/>
                  </a:lnTo>
                  <a:lnTo>
                    <a:pt x="19" y="13"/>
                  </a:lnTo>
                  <a:lnTo>
                    <a:pt x="24" y="17"/>
                  </a:lnTo>
                  <a:lnTo>
                    <a:pt x="24" y="1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17" name="Freeform 300">
              <a:extLst>
                <a:ext uri="{FF2B5EF4-FFF2-40B4-BE49-F238E27FC236}">
                  <a16:creationId xmlns:a16="http://schemas.microsoft.com/office/drawing/2014/main" id="{8BFCC60C-C7C0-4E89-BCFF-F1EF2363E14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68493" y="3368198"/>
              <a:ext cx="235798" cy="105294"/>
            </a:xfrm>
            <a:custGeom>
              <a:avLst/>
              <a:gdLst>
                <a:gd name="T0" fmla="*/ 26 w 159"/>
                <a:gd name="T1" fmla="*/ 22 h 71"/>
                <a:gd name="T2" fmla="*/ 27 w 159"/>
                <a:gd name="T3" fmla="*/ 31 h 71"/>
                <a:gd name="T4" fmla="*/ 22 w 159"/>
                <a:gd name="T5" fmla="*/ 35 h 71"/>
                <a:gd name="T6" fmla="*/ 26 w 159"/>
                <a:gd name="T7" fmla="*/ 33 h 71"/>
                <a:gd name="T8" fmla="*/ 29 w 159"/>
                <a:gd name="T9" fmla="*/ 31 h 71"/>
                <a:gd name="T10" fmla="*/ 31 w 159"/>
                <a:gd name="T11" fmla="*/ 26 h 71"/>
                <a:gd name="T12" fmla="*/ 33 w 159"/>
                <a:gd name="T13" fmla="*/ 24 h 71"/>
                <a:gd name="T14" fmla="*/ 26 w 159"/>
                <a:gd name="T15" fmla="*/ 22 h 71"/>
                <a:gd name="T16" fmla="*/ 26 w 159"/>
                <a:gd name="T17" fmla="*/ 0 h 71"/>
                <a:gd name="T18" fmla="*/ 20 w 159"/>
                <a:gd name="T19" fmla="*/ 2 h 71"/>
                <a:gd name="T20" fmla="*/ 9 w 159"/>
                <a:gd name="T21" fmla="*/ 11 h 71"/>
                <a:gd name="T22" fmla="*/ 0 w 159"/>
                <a:gd name="T23" fmla="*/ 26 h 71"/>
                <a:gd name="T24" fmla="*/ 6 w 159"/>
                <a:gd name="T25" fmla="*/ 26 h 71"/>
                <a:gd name="T26" fmla="*/ 13 w 159"/>
                <a:gd name="T27" fmla="*/ 18 h 71"/>
                <a:gd name="T28" fmla="*/ 20 w 159"/>
                <a:gd name="T29" fmla="*/ 13 h 71"/>
                <a:gd name="T30" fmla="*/ 27 w 159"/>
                <a:gd name="T31" fmla="*/ 7 h 71"/>
                <a:gd name="T32" fmla="*/ 38 w 159"/>
                <a:gd name="T33" fmla="*/ 7 h 71"/>
                <a:gd name="T34" fmla="*/ 42 w 159"/>
                <a:gd name="T35" fmla="*/ 9 h 71"/>
                <a:gd name="T36" fmla="*/ 48 w 159"/>
                <a:gd name="T37" fmla="*/ 16 h 71"/>
                <a:gd name="T38" fmla="*/ 51 w 159"/>
                <a:gd name="T39" fmla="*/ 16 h 71"/>
                <a:gd name="T40" fmla="*/ 58 w 159"/>
                <a:gd name="T41" fmla="*/ 22 h 71"/>
                <a:gd name="T42" fmla="*/ 62 w 159"/>
                <a:gd name="T43" fmla="*/ 22 h 71"/>
                <a:gd name="T44" fmla="*/ 66 w 159"/>
                <a:gd name="T45" fmla="*/ 22 h 71"/>
                <a:gd name="T46" fmla="*/ 73 w 159"/>
                <a:gd name="T47" fmla="*/ 31 h 71"/>
                <a:gd name="T48" fmla="*/ 77 w 159"/>
                <a:gd name="T49" fmla="*/ 33 h 71"/>
                <a:gd name="T50" fmla="*/ 89 w 159"/>
                <a:gd name="T51" fmla="*/ 33 h 71"/>
                <a:gd name="T52" fmla="*/ 93 w 159"/>
                <a:gd name="T53" fmla="*/ 33 h 71"/>
                <a:gd name="T54" fmla="*/ 93 w 159"/>
                <a:gd name="T55" fmla="*/ 40 h 71"/>
                <a:gd name="T56" fmla="*/ 97 w 159"/>
                <a:gd name="T57" fmla="*/ 46 h 71"/>
                <a:gd name="T58" fmla="*/ 115 w 159"/>
                <a:gd name="T59" fmla="*/ 55 h 71"/>
                <a:gd name="T60" fmla="*/ 108 w 159"/>
                <a:gd name="T61" fmla="*/ 71 h 71"/>
                <a:gd name="T62" fmla="*/ 159 w 159"/>
                <a:gd name="T63" fmla="*/ 62 h 71"/>
                <a:gd name="T64" fmla="*/ 157 w 159"/>
                <a:gd name="T65" fmla="*/ 53 h 71"/>
                <a:gd name="T66" fmla="*/ 144 w 159"/>
                <a:gd name="T67" fmla="*/ 55 h 71"/>
                <a:gd name="T68" fmla="*/ 137 w 159"/>
                <a:gd name="T69" fmla="*/ 40 h 71"/>
                <a:gd name="T70" fmla="*/ 130 w 159"/>
                <a:gd name="T71" fmla="*/ 40 h 71"/>
                <a:gd name="T72" fmla="*/ 122 w 159"/>
                <a:gd name="T73" fmla="*/ 40 h 71"/>
                <a:gd name="T74" fmla="*/ 120 w 159"/>
                <a:gd name="T75" fmla="*/ 33 h 71"/>
                <a:gd name="T76" fmla="*/ 106 w 159"/>
                <a:gd name="T77" fmla="*/ 26 h 71"/>
                <a:gd name="T78" fmla="*/ 91 w 159"/>
                <a:gd name="T79" fmla="*/ 18 h 71"/>
                <a:gd name="T80" fmla="*/ 84 w 159"/>
                <a:gd name="T81" fmla="*/ 18 h 71"/>
                <a:gd name="T82" fmla="*/ 82 w 159"/>
                <a:gd name="T83" fmla="*/ 16 h 71"/>
                <a:gd name="T84" fmla="*/ 79 w 159"/>
                <a:gd name="T85" fmla="*/ 9 h 71"/>
                <a:gd name="T86" fmla="*/ 77 w 159"/>
                <a:gd name="T87" fmla="*/ 7 h 71"/>
                <a:gd name="T88" fmla="*/ 49 w 159"/>
                <a:gd name="T89" fmla="*/ 2 h 71"/>
                <a:gd name="T90" fmla="*/ 26 w 159"/>
                <a:gd name="T91" fmla="*/ 0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59" h="71">
                  <a:moveTo>
                    <a:pt x="26" y="22"/>
                  </a:moveTo>
                  <a:lnTo>
                    <a:pt x="26" y="22"/>
                  </a:lnTo>
                  <a:lnTo>
                    <a:pt x="26" y="26"/>
                  </a:lnTo>
                  <a:lnTo>
                    <a:pt x="27" y="31"/>
                  </a:lnTo>
                  <a:lnTo>
                    <a:pt x="27" y="31"/>
                  </a:lnTo>
                  <a:lnTo>
                    <a:pt x="22" y="35"/>
                  </a:lnTo>
                  <a:lnTo>
                    <a:pt x="22" y="35"/>
                  </a:lnTo>
                  <a:lnTo>
                    <a:pt x="26" y="33"/>
                  </a:lnTo>
                  <a:lnTo>
                    <a:pt x="26" y="33"/>
                  </a:lnTo>
                  <a:lnTo>
                    <a:pt x="29" y="31"/>
                  </a:lnTo>
                  <a:lnTo>
                    <a:pt x="31" y="27"/>
                  </a:lnTo>
                  <a:lnTo>
                    <a:pt x="31" y="26"/>
                  </a:lnTo>
                  <a:lnTo>
                    <a:pt x="33" y="24"/>
                  </a:lnTo>
                  <a:lnTo>
                    <a:pt x="33" y="24"/>
                  </a:lnTo>
                  <a:lnTo>
                    <a:pt x="27" y="22"/>
                  </a:lnTo>
                  <a:lnTo>
                    <a:pt x="26" y="22"/>
                  </a:lnTo>
                  <a:lnTo>
                    <a:pt x="26" y="22"/>
                  </a:lnTo>
                  <a:close/>
                  <a:moveTo>
                    <a:pt x="26" y="0"/>
                  </a:moveTo>
                  <a:lnTo>
                    <a:pt x="26" y="0"/>
                  </a:lnTo>
                  <a:lnTo>
                    <a:pt x="20" y="2"/>
                  </a:lnTo>
                  <a:lnTo>
                    <a:pt x="15" y="4"/>
                  </a:lnTo>
                  <a:lnTo>
                    <a:pt x="9" y="11"/>
                  </a:lnTo>
                  <a:lnTo>
                    <a:pt x="4" y="18"/>
                  </a:lnTo>
                  <a:lnTo>
                    <a:pt x="0" y="26"/>
                  </a:lnTo>
                  <a:lnTo>
                    <a:pt x="0" y="26"/>
                  </a:lnTo>
                  <a:lnTo>
                    <a:pt x="6" y="26"/>
                  </a:lnTo>
                  <a:lnTo>
                    <a:pt x="13" y="24"/>
                  </a:lnTo>
                  <a:lnTo>
                    <a:pt x="13" y="18"/>
                  </a:lnTo>
                  <a:lnTo>
                    <a:pt x="13" y="18"/>
                  </a:lnTo>
                  <a:lnTo>
                    <a:pt x="20" y="13"/>
                  </a:lnTo>
                  <a:lnTo>
                    <a:pt x="27" y="7"/>
                  </a:lnTo>
                  <a:lnTo>
                    <a:pt x="27" y="7"/>
                  </a:lnTo>
                  <a:lnTo>
                    <a:pt x="35" y="7"/>
                  </a:lnTo>
                  <a:lnTo>
                    <a:pt x="38" y="7"/>
                  </a:lnTo>
                  <a:lnTo>
                    <a:pt x="42" y="9"/>
                  </a:lnTo>
                  <a:lnTo>
                    <a:pt x="42" y="9"/>
                  </a:lnTo>
                  <a:lnTo>
                    <a:pt x="44" y="13"/>
                  </a:lnTo>
                  <a:lnTo>
                    <a:pt x="48" y="16"/>
                  </a:lnTo>
                  <a:lnTo>
                    <a:pt x="48" y="16"/>
                  </a:lnTo>
                  <a:lnTo>
                    <a:pt x="51" y="16"/>
                  </a:lnTo>
                  <a:lnTo>
                    <a:pt x="57" y="16"/>
                  </a:lnTo>
                  <a:lnTo>
                    <a:pt x="58" y="22"/>
                  </a:lnTo>
                  <a:lnTo>
                    <a:pt x="58" y="22"/>
                  </a:lnTo>
                  <a:lnTo>
                    <a:pt x="62" y="22"/>
                  </a:lnTo>
                  <a:lnTo>
                    <a:pt x="66" y="22"/>
                  </a:lnTo>
                  <a:lnTo>
                    <a:pt x="66" y="22"/>
                  </a:lnTo>
                  <a:lnTo>
                    <a:pt x="71" y="27"/>
                  </a:lnTo>
                  <a:lnTo>
                    <a:pt x="73" y="31"/>
                  </a:lnTo>
                  <a:lnTo>
                    <a:pt x="77" y="33"/>
                  </a:lnTo>
                  <a:lnTo>
                    <a:pt x="77" y="33"/>
                  </a:lnTo>
                  <a:lnTo>
                    <a:pt x="86" y="33"/>
                  </a:lnTo>
                  <a:lnTo>
                    <a:pt x="89" y="33"/>
                  </a:lnTo>
                  <a:lnTo>
                    <a:pt x="93" y="33"/>
                  </a:lnTo>
                  <a:lnTo>
                    <a:pt x="93" y="33"/>
                  </a:lnTo>
                  <a:lnTo>
                    <a:pt x="93" y="36"/>
                  </a:lnTo>
                  <a:lnTo>
                    <a:pt x="93" y="40"/>
                  </a:lnTo>
                  <a:lnTo>
                    <a:pt x="93" y="40"/>
                  </a:lnTo>
                  <a:lnTo>
                    <a:pt x="97" y="46"/>
                  </a:lnTo>
                  <a:lnTo>
                    <a:pt x="102" y="49"/>
                  </a:lnTo>
                  <a:lnTo>
                    <a:pt x="115" y="55"/>
                  </a:lnTo>
                  <a:lnTo>
                    <a:pt x="115" y="55"/>
                  </a:lnTo>
                  <a:lnTo>
                    <a:pt x="108" y="71"/>
                  </a:lnTo>
                  <a:lnTo>
                    <a:pt x="108" y="71"/>
                  </a:lnTo>
                  <a:lnTo>
                    <a:pt x="159" y="62"/>
                  </a:lnTo>
                  <a:lnTo>
                    <a:pt x="157" y="53"/>
                  </a:lnTo>
                  <a:lnTo>
                    <a:pt x="157" y="53"/>
                  </a:lnTo>
                  <a:lnTo>
                    <a:pt x="148" y="55"/>
                  </a:lnTo>
                  <a:lnTo>
                    <a:pt x="144" y="55"/>
                  </a:lnTo>
                  <a:lnTo>
                    <a:pt x="140" y="53"/>
                  </a:lnTo>
                  <a:lnTo>
                    <a:pt x="137" y="40"/>
                  </a:lnTo>
                  <a:lnTo>
                    <a:pt x="137" y="40"/>
                  </a:lnTo>
                  <a:lnTo>
                    <a:pt x="130" y="40"/>
                  </a:lnTo>
                  <a:lnTo>
                    <a:pt x="122" y="40"/>
                  </a:lnTo>
                  <a:lnTo>
                    <a:pt x="122" y="40"/>
                  </a:lnTo>
                  <a:lnTo>
                    <a:pt x="122" y="36"/>
                  </a:lnTo>
                  <a:lnTo>
                    <a:pt x="120" y="33"/>
                  </a:lnTo>
                  <a:lnTo>
                    <a:pt x="120" y="33"/>
                  </a:lnTo>
                  <a:lnTo>
                    <a:pt x="106" y="26"/>
                  </a:lnTo>
                  <a:lnTo>
                    <a:pt x="91" y="18"/>
                  </a:lnTo>
                  <a:lnTo>
                    <a:pt x="91" y="18"/>
                  </a:lnTo>
                  <a:lnTo>
                    <a:pt x="88" y="18"/>
                  </a:lnTo>
                  <a:lnTo>
                    <a:pt x="84" y="18"/>
                  </a:lnTo>
                  <a:lnTo>
                    <a:pt x="84" y="18"/>
                  </a:lnTo>
                  <a:lnTo>
                    <a:pt x="82" y="16"/>
                  </a:lnTo>
                  <a:lnTo>
                    <a:pt x="80" y="13"/>
                  </a:lnTo>
                  <a:lnTo>
                    <a:pt x="79" y="9"/>
                  </a:lnTo>
                  <a:lnTo>
                    <a:pt x="77" y="7"/>
                  </a:lnTo>
                  <a:lnTo>
                    <a:pt x="77" y="7"/>
                  </a:lnTo>
                  <a:lnTo>
                    <a:pt x="66" y="4"/>
                  </a:lnTo>
                  <a:lnTo>
                    <a:pt x="49" y="2"/>
                  </a:lnTo>
                  <a:lnTo>
                    <a:pt x="26" y="0"/>
                  </a:lnTo>
                  <a:lnTo>
                    <a:pt x="2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18" name="Freeform 301">
              <a:extLst>
                <a:ext uri="{FF2B5EF4-FFF2-40B4-BE49-F238E27FC236}">
                  <a16:creationId xmlns:a16="http://schemas.microsoft.com/office/drawing/2014/main" id="{28CE9BAB-5E8B-40A0-AC2E-77C1DB486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5876049" y="2611866"/>
              <a:ext cx="146818" cy="158682"/>
            </a:xfrm>
            <a:custGeom>
              <a:avLst/>
              <a:gdLst>
                <a:gd name="T0" fmla="*/ 82 w 99"/>
                <a:gd name="T1" fmla="*/ 104 h 107"/>
                <a:gd name="T2" fmla="*/ 77 w 99"/>
                <a:gd name="T3" fmla="*/ 98 h 107"/>
                <a:gd name="T4" fmla="*/ 71 w 99"/>
                <a:gd name="T5" fmla="*/ 95 h 107"/>
                <a:gd name="T6" fmla="*/ 68 w 99"/>
                <a:gd name="T7" fmla="*/ 93 h 107"/>
                <a:gd name="T8" fmla="*/ 66 w 99"/>
                <a:gd name="T9" fmla="*/ 87 h 107"/>
                <a:gd name="T10" fmla="*/ 53 w 99"/>
                <a:gd name="T11" fmla="*/ 75 h 107"/>
                <a:gd name="T12" fmla="*/ 46 w 99"/>
                <a:gd name="T13" fmla="*/ 64 h 107"/>
                <a:gd name="T14" fmla="*/ 46 w 99"/>
                <a:gd name="T15" fmla="*/ 60 h 107"/>
                <a:gd name="T16" fmla="*/ 42 w 99"/>
                <a:gd name="T17" fmla="*/ 53 h 107"/>
                <a:gd name="T18" fmla="*/ 37 w 99"/>
                <a:gd name="T19" fmla="*/ 42 h 107"/>
                <a:gd name="T20" fmla="*/ 40 w 99"/>
                <a:gd name="T21" fmla="*/ 38 h 107"/>
                <a:gd name="T22" fmla="*/ 44 w 99"/>
                <a:gd name="T23" fmla="*/ 40 h 107"/>
                <a:gd name="T24" fmla="*/ 50 w 99"/>
                <a:gd name="T25" fmla="*/ 44 h 107"/>
                <a:gd name="T26" fmla="*/ 53 w 99"/>
                <a:gd name="T27" fmla="*/ 44 h 107"/>
                <a:gd name="T28" fmla="*/ 59 w 99"/>
                <a:gd name="T29" fmla="*/ 47 h 107"/>
                <a:gd name="T30" fmla="*/ 70 w 99"/>
                <a:gd name="T31" fmla="*/ 44 h 107"/>
                <a:gd name="T32" fmla="*/ 79 w 99"/>
                <a:gd name="T33" fmla="*/ 47 h 107"/>
                <a:gd name="T34" fmla="*/ 80 w 99"/>
                <a:gd name="T35" fmla="*/ 51 h 107"/>
                <a:gd name="T36" fmla="*/ 95 w 99"/>
                <a:gd name="T37" fmla="*/ 51 h 107"/>
                <a:gd name="T38" fmla="*/ 99 w 99"/>
                <a:gd name="T39" fmla="*/ 45 h 107"/>
                <a:gd name="T40" fmla="*/ 95 w 99"/>
                <a:gd name="T41" fmla="*/ 40 h 107"/>
                <a:gd name="T42" fmla="*/ 95 w 99"/>
                <a:gd name="T43" fmla="*/ 35 h 107"/>
                <a:gd name="T44" fmla="*/ 88 w 99"/>
                <a:gd name="T45" fmla="*/ 35 h 107"/>
                <a:gd name="T46" fmla="*/ 79 w 99"/>
                <a:gd name="T47" fmla="*/ 31 h 107"/>
                <a:gd name="T48" fmla="*/ 62 w 99"/>
                <a:gd name="T49" fmla="*/ 18 h 107"/>
                <a:gd name="T50" fmla="*/ 60 w 99"/>
                <a:gd name="T51" fmla="*/ 11 h 107"/>
                <a:gd name="T52" fmla="*/ 50 w 99"/>
                <a:gd name="T53" fmla="*/ 0 h 107"/>
                <a:gd name="T54" fmla="*/ 44 w 99"/>
                <a:gd name="T55" fmla="*/ 4 h 107"/>
                <a:gd name="T56" fmla="*/ 44 w 99"/>
                <a:gd name="T57" fmla="*/ 7 h 107"/>
                <a:gd name="T58" fmla="*/ 39 w 99"/>
                <a:gd name="T59" fmla="*/ 7 h 107"/>
                <a:gd name="T60" fmla="*/ 33 w 99"/>
                <a:gd name="T61" fmla="*/ 13 h 107"/>
                <a:gd name="T62" fmla="*/ 26 w 99"/>
                <a:gd name="T63" fmla="*/ 27 h 107"/>
                <a:gd name="T64" fmla="*/ 20 w 99"/>
                <a:gd name="T65" fmla="*/ 24 h 107"/>
                <a:gd name="T66" fmla="*/ 20 w 99"/>
                <a:gd name="T67" fmla="*/ 24 h 107"/>
                <a:gd name="T68" fmla="*/ 19 w 99"/>
                <a:gd name="T69" fmla="*/ 33 h 107"/>
                <a:gd name="T70" fmla="*/ 0 w 99"/>
                <a:gd name="T71" fmla="*/ 38 h 107"/>
                <a:gd name="T72" fmla="*/ 0 w 99"/>
                <a:gd name="T73" fmla="*/ 45 h 107"/>
                <a:gd name="T74" fmla="*/ 2 w 99"/>
                <a:gd name="T75" fmla="*/ 55 h 107"/>
                <a:gd name="T76" fmla="*/ 8 w 99"/>
                <a:gd name="T77" fmla="*/ 49 h 107"/>
                <a:gd name="T78" fmla="*/ 15 w 99"/>
                <a:gd name="T79" fmla="*/ 47 h 107"/>
                <a:gd name="T80" fmla="*/ 17 w 99"/>
                <a:gd name="T81" fmla="*/ 38 h 107"/>
                <a:gd name="T82" fmla="*/ 22 w 99"/>
                <a:gd name="T83" fmla="*/ 42 h 107"/>
                <a:gd name="T84" fmla="*/ 19 w 99"/>
                <a:gd name="T85" fmla="*/ 53 h 107"/>
                <a:gd name="T86" fmla="*/ 29 w 99"/>
                <a:gd name="T87" fmla="*/ 64 h 107"/>
                <a:gd name="T88" fmla="*/ 26 w 99"/>
                <a:gd name="T89" fmla="*/ 71 h 107"/>
                <a:gd name="T90" fmla="*/ 40 w 99"/>
                <a:gd name="T91" fmla="*/ 82 h 107"/>
                <a:gd name="T92" fmla="*/ 51 w 99"/>
                <a:gd name="T93" fmla="*/ 82 h 107"/>
                <a:gd name="T94" fmla="*/ 60 w 99"/>
                <a:gd name="T95" fmla="*/ 93 h 107"/>
                <a:gd name="T96" fmla="*/ 71 w 99"/>
                <a:gd name="T97" fmla="*/ 96 h 107"/>
                <a:gd name="T98" fmla="*/ 77 w 99"/>
                <a:gd name="T99" fmla="*/ 102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9" h="107">
                  <a:moveTo>
                    <a:pt x="79" y="106"/>
                  </a:moveTo>
                  <a:lnTo>
                    <a:pt x="80" y="107"/>
                  </a:lnTo>
                  <a:lnTo>
                    <a:pt x="82" y="104"/>
                  </a:lnTo>
                  <a:lnTo>
                    <a:pt x="82" y="104"/>
                  </a:lnTo>
                  <a:lnTo>
                    <a:pt x="77" y="98"/>
                  </a:lnTo>
                  <a:lnTo>
                    <a:pt x="77" y="98"/>
                  </a:lnTo>
                  <a:lnTo>
                    <a:pt x="73" y="93"/>
                  </a:lnTo>
                  <a:lnTo>
                    <a:pt x="73" y="93"/>
                  </a:lnTo>
                  <a:lnTo>
                    <a:pt x="71" y="95"/>
                  </a:lnTo>
                  <a:lnTo>
                    <a:pt x="70" y="95"/>
                  </a:lnTo>
                  <a:lnTo>
                    <a:pt x="68" y="93"/>
                  </a:lnTo>
                  <a:lnTo>
                    <a:pt x="68" y="93"/>
                  </a:lnTo>
                  <a:lnTo>
                    <a:pt x="66" y="91"/>
                  </a:lnTo>
                  <a:lnTo>
                    <a:pt x="66" y="89"/>
                  </a:lnTo>
                  <a:lnTo>
                    <a:pt x="66" y="87"/>
                  </a:lnTo>
                  <a:lnTo>
                    <a:pt x="60" y="82"/>
                  </a:lnTo>
                  <a:lnTo>
                    <a:pt x="60" y="82"/>
                  </a:lnTo>
                  <a:lnTo>
                    <a:pt x="53" y="75"/>
                  </a:lnTo>
                  <a:lnTo>
                    <a:pt x="46" y="65"/>
                  </a:lnTo>
                  <a:lnTo>
                    <a:pt x="46" y="65"/>
                  </a:lnTo>
                  <a:lnTo>
                    <a:pt x="46" y="64"/>
                  </a:lnTo>
                  <a:lnTo>
                    <a:pt x="46" y="64"/>
                  </a:lnTo>
                  <a:lnTo>
                    <a:pt x="46" y="64"/>
                  </a:lnTo>
                  <a:lnTo>
                    <a:pt x="46" y="60"/>
                  </a:lnTo>
                  <a:lnTo>
                    <a:pt x="46" y="60"/>
                  </a:lnTo>
                  <a:lnTo>
                    <a:pt x="44" y="56"/>
                  </a:lnTo>
                  <a:lnTo>
                    <a:pt x="42" y="53"/>
                  </a:lnTo>
                  <a:lnTo>
                    <a:pt x="39" y="47"/>
                  </a:lnTo>
                  <a:lnTo>
                    <a:pt x="39" y="47"/>
                  </a:lnTo>
                  <a:lnTo>
                    <a:pt x="37" y="42"/>
                  </a:lnTo>
                  <a:lnTo>
                    <a:pt x="37" y="42"/>
                  </a:lnTo>
                  <a:lnTo>
                    <a:pt x="39" y="40"/>
                  </a:lnTo>
                  <a:lnTo>
                    <a:pt x="40" y="38"/>
                  </a:lnTo>
                  <a:lnTo>
                    <a:pt x="42" y="38"/>
                  </a:lnTo>
                  <a:lnTo>
                    <a:pt x="44" y="40"/>
                  </a:lnTo>
                  <a:lnTo>
                    <a:pt x="44" y="40"/>
                  </a:lnTo>
                  <a:lnTo>
                    <a:pt x="46" y="44"/>
                  </a:lnTo>
                  <a:lnTo>
                    <a:pt x="48" y="45"/>
                  </a:lnTo>
                  <a:lnTo>
                    <a:pt x="50" y="44"/>
                  </a:lnTo>
                  <a:lnTo>
                    <a:pt x="50" y="44"/>
                  </a:lnTo>
                  <a:lnTo>
                    <a:pt x="51" y="44"/>
                  </a:lnTo>
                  <a:lnTo>
                    <a:pt x="53" y="44"/>
                  </a:lnTo>
                  <a:lnTo>
                    <a:pt x="55" y="47"/>
                  </a:lnTo>
                  <a:lnTo>
                    <a:pt x="55" y="47"/>
                  </a:lnTo>
                  <a:lnTo>
                    <a:pt x="59" y="47"/>
                  </a:lnTo>
                  <a:lnTo>
                    <a:pt x="62" y="45"/>
                  </a:lnTo>
                  <a:lnTo>
                    <a:pt x="66" y="44"/>
                  </a:lnTo>
                  <a:lnTo>
                    <a:pt x="70" y="44"/>
                  </a:lnTo>
                  <a:lnTo>
                    <a:pt x="70" y="44"/>
                  </a:lnTo>
                  <a:lnTo>
                    <a:pt x="79" y="47"/>
                  </a:lnTo>
                  <a:lnTo>
                    <a:pt x="79" y="47"/>
                  </a:lnTo>
                  <a:lnTo>
                    <a:pt x="79" y="47"/>
                  </a:lnTo>
                  <a:lnTo>
                    <a:pt x="80" y="51"/>
                  </a:lnTo>
                  <a:lnTo>
                    <a:pt x="80" y="51"/>
                  </a:lnTo>
                  <a:lnTo>
                    <a:pt x="84" y="53"/>
                  </a:lnTo>
                  <a:lnTo>
                    <a:pt x="88" y="53"/>
                  </a:lnTo>
                  <a:lnTo>
                    <a:pt x="95" y="51"/>
                  </a:lnTo>
                  <a:lnTo>
                    <a:pt x="95" y="51"/>
                  </a:lnTo>
                  <a:lnTo>
                    <a:pt x="97" y="49"/>
                  </a:lnTo>
                  <a:lnTo>
                    <a:pt x="99" y="45"/>
                  </a:lnTo>
                  <a:lnTo>
                    <a:pt x="95" y="42"/>
                  </a:lnTo>
                  <a:lnTo>
                    <a:pt x="95" y="42"/>
                  </a:lnTo>
                  <a:lnTo>
                    <a:pt x="95" y="40"/>
                  </a:lnTo>
                  <a:lnTo>
                    <a:pt x="95" y="38"/>
                  </a:lnTo>
                  <a:lnTo>
                    <a:pt x="97" y="35"/>
                  </a:lnTo>
                  <a:lnTo>
                    <a:pt x="95" y="35"/>
                  </a:lnTo>
                  <a:lnTo>
                    <a:pt x="95" y="35"/>
                  </a:lnTo>
                  <a:lnTo>
                    <a:pt x="91" y="36"/>
                  </a:lnTo>
                  <a:lnTo>
                    <a:pt x="88" y="35"/>
                  </a:lnTo>
                  <a:lnTo>
                    <a:pt x="84" y="33"/>
                  </a:lnTo>
                  <a:lnTo>
                    <a:pt x="84" y="33"/>
                  </a:lnTo>
                  <a:lnTo>
                    <a:pt x="79" y="31"/>
                  </a:lnTo>
                  <a:lnTo>
                    <a:pt x="70" y="25"/>
                  </a:lnTo>
                  <a:lnTo>
                    <a:pt x="70" y="25"/>
                  </a:lnTo>
                  <a:lnTo>
                    <a:pt x="62" y="18"/>
                  </a:lnTo>
                  <a:lnTo>
                    <a:pt x="60" y="14"/>
                  </a:lnTo>
                  <a:lnTo>
                    <a:pt x="60" y="11"/>
                  </a:lnTo>
                  <a:lnTo>
                    <a:pt x="60" y="11"/>
                  </a:lnTo>
                  <a:lnTo>
                    <a:pt x="57" y="7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50" y="0"/>
                  </a:lnTo>
                  <a:lnTo>
                    <a:pt x="46" y="2"/>
                  </a:lnTo>
                  <a:lnTo>
                    <a:pt x="44" y="4"/>
                  </a:lnTo>
                  <a:lnTo>
                    <a:pt x="44" y="5"/>
                  </a:lnTo>
                  <a:lnTo>
                    <a:pt x="44" y="5"/>
                  </a:lnTo>
                  <a:lnTo>
                    <a:pt x="44" y="7"/>
                  </a:lnTo>
                  <a:lnTo>
                    <a:pt x="42" y="7"/>
                  </a:lnTo>
                  <a:lnTo>
                    <a:pt x="39" y="7"/>
                  </a:lnTo>
                  <a:lnTo>
                    <a:pt x="39" y="7"/>
                  </a:lnTo>
                  <a:lnTo>
                    <a:pt x="35" y="7"/>
                  </a:lnTo>
                  <a:lnTo>
                    <a:pt x="33" y="13"/>
                  </a:lnTo>
                  <a:lnTo>
                    <a:pt x="33" y="13"/>
                  </a:lnTo>
                  <a:lnTo>
                    <a:pt x="31" y="20"/>
                  </a:lnTo>
                  <a:lnTo>
                    <a:pt x="29" y="25"/>
                  </a:lnTo>
                  <a:lnTo>
                    <a:pt x="26" y="27"/>
                  </a:lnTo>
                  <a:lnTo>
                    <a:pt x="26" y="27"/>
                  </a:lnTo>
                  <a:lnTo>
                    <a:pt x="24" y="25"/>
                  </a:lnTo>
                  <a:lnTo>
                    <a:pt x="20" y="24"/>
                  </a:lnTo>
                  <a:lnTo>
                    <a:pt x="20" y="22"/>
                  </a:lnTo>
                  <a:lnTo>
                    <a:pt x="20" y="24"/>
                  </a:lnTo>
                  <a:lnTo>
                    <a:pt x="20" y="24"/>
                  </a:lnTo>
                  <a:lnTo>
                    <a:pt x="20" y="29"/>
                  </a:lnTo>
                  <a:lnTo>
                    <a:pt x="19" y="33"/>
                  </a:lnTo>
                  <a:lnTo>
                    <a:pt x="19" y="33"/>
                  </a:lnTo>
                  <a:lnTo>
                    <a:pt x="15" y="35"/>
                  </a:lnTo>
                  <a:lnTo>
                    <a:pt x="9" y="36"/>
                  </a:lnTo>
                  <a:lnTo>
                    <a:pt x="0" y="38"/>
                  </a:lnTo>
                  <a:lnTo>
                    <a:pt x="0" y="38"/>
                  </a:lnTo>
                  <a:lnTo>
                    <a:pt x="2" y="42"/>
                  </a:lnTo>
                  <a:lnTo>
                    <a:pt x="0" y="45"/>
                  </a:lnTo>
                  <a:lnTo>
                    <a:pt x="0" y="51"/>
                  </a:lnTo>
                  <a:lnTo>
                    <a:pt x="2" y="55"/>
                  </a:lnTo>
                  <a:lnTo>
                    <a:pt x="2" y="55"/>
                  </a:lnTo>
                  <a:lnTo>
                    <a:pt x="8" y="53"/>
                  </a:lnTo>
                  <a:lnTo>
                    <a:pt x="9" y="51"/>
                  </a:lnTo>
                  <a:lnTo>
                    <a:pt x="8" y="49"/>
                  </a:lnTo>
                  <a:lnTo>
                    <a:pt x="8" y="49"/>
                  </a:lnTo>
                  <a:lnTo>
                    <a:pt x="9" y="47"/>
                  </a:lnTo>
                  <a:lnTo>
                    <a:pt x="15" y="47"/>
                  </a:lnTo>
                  <a:lnTo>
                    <a:pt x="15" y="47"/>
                  </a:lnTo>
                  <a:lnTo>
                    <a:pt x="15" y="42"/>
                  </a:lnTo>
                  <a:lnTo>
                    <a:pt x="17" y="38"/>
                  </a:lnTo>
                  <a:lnTo>
                    <a:pt x="17" y="38"/>
                  </a:lnTo>
                  <a:lnTo>
                    <a:pt x="19" y="40"/>
                  </a:lnTo>
                  <a:lnTo>
                    <a:pt x="22" y="42"/>
                  </a:lnTo>
                  <a:lnTo>
                    <a:pt x="22" y="42"/>
                  </a:lnTo>
                  <a:lnTo>
                    <a:pt x="19" y="49"/>
                  </a:lnTo>
                  <a:lnTo>
                    <a:pt x="19" y="53"/>
                  </a:lnTo>
                  <a:lnTo>
                    <a:pt x="19" y="56"/>
                  </a:lnTo>
                  <a:lnTo>
                    <a:pt x="29" y="64"/>
                  </a:lnTo>
                  <a:lnTo>
                    <a:pt x="29" y="64"/>
                  </a:lnTo>
                  <a:lnTo>
                    <a:pt x="29" y="67"/>
                  </a:lnTo>
                  <a:lnTo>
                    <a:pt x="28" y="69"/>
                  </a:lnTo>
                  <a:lnTo>
                    <a:pt x="26" y="71"/>
                  </a:lnTo>
                  <a:lnTo>
                    <a:pt x="26" y="71"/>
                  </a:lnTo>
                  <a:lnTo>
                    <a:pt x="26" y="71"/>
                  </a:lnTo>
                  <a:lnTo>
                    <a:pt x="40" y="82"/>
                  </a:lnTo>
                  <a:lnTo>
                    <a:pt x="40" y="82"/>
                  </a:lnTo>
                  <a:lnTo>
                    <a:pt x="46" y="82"/>
                  </a:lnTo>
                  <a:lnTo>
                    <a:pt x="51" y="82"/>
                  </a:lnTo>
                  <a:lnTo>
                    <a:pt x="51" y="82"/>
                  </a:lnTo>
                  <a:lnTo>
                    <a:pt x="55" y="87"/>
                  </a:lnTo>
                  <a:lnTo>
                    <a:pt x="60" y="93"/>
                  </a:lnTo>
                  <a:lnTo>
                    <a:pt x="60" y="93"/>
                  </a:lnTo>
                  <a:lnTo>
                    <a:pt x="68" y="96"/>
                  </a:lnTo>
                  <a:lnTo>
                    <a:pt x="71" y="96"/>
                  </a:lnTo>
                  <a:lnTo>
                    <a:pt x="75" y="98"/>
                  </a:lnTo>
                  <a:lnTo>
                    <a:pt x="75" y="98"/>
                  </a:lnTo>
                  <a:lnTo>
                    <a:pt x="77" y="102"/>
                  </a:lnTo>
                  <a:lnTo>
                    <a:pt x="79" y="106"/>
                  </a:lnTo>
                  <a:lnTo>
                    <a:pt x="79" y="10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19" name="Freeform 302">
              <a:extLst>
                <a:ext uri="{FF2B5EF4-FFF2-40B4-BE49-F238E27FC236}">
                  <a16:creationId xmlns:a16="http://schemas.microsoft.com/office/drawing/2014/main" id="{2CB79693-EFE7-42F7-9D67-806576872CFB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5867" y="3713738"/>
              <a:ext cx="78600" cy="94912"/>
            </a:xfrm>
            <a:custGeom>
              <a:avLst/>
              <a:gdLst>
                <a:gd name="T0" fmla="*/ 4 w 53"/>
                <a:gd name="T1" fmla="*/ 0 h 64"/>
                <a:gd name="T2" fmla="*/ 4 w 53"/>
                <a:gd name="T3" fmla="*/ 0 h 64"/>
                <a:gd name="T4" fmla="*/ 2 w 53"/>
                <a:gd name="T5" fmla="*/ 0 h 64"/>
                <a:gd name="T6" fmla="*/ 0 w 53"/>
                <a:gd name="T7" fmla="*/ 0 h 64"/>
                <a:gd name="T8" fmla="*/ 0 w 53"/>
                <a:gd name="T9" fmla="*/ 0 h 64"/>
                <a:gd name="T10" fmla="*/ 4 w 53"/>
                <a:gd name="T11" fmla="*/ 9 h 64"/>
                <a:gd name="T12" fmla="*/ 4 w 53"/>
                <a:gd name="T13" fmla="*/ 17 h 64"/>
                <a:gd name="T14" fmla="*/ 0 w 53"/>
                <a:gd name="T15" fmla="*/ 31 h 64"/>
                <a:gd name="T16" fmla="*/ 0 w 53"/>
                <a:gd name="T17" fmla="*/ 31 h 64"/>
                <a:gd name="T18" fmla="*/ 6 w 53"/>
                <a:gd name="T19" fmla="*/ 35 h 64"/>
                <a:gd name="T20" fmla="*/ 8 w 53"/>
                <a:gd name="T21" fmla="*/ 38 h 64"/>
                <a:gd name="T22" fmla="*/ 15 w 53"/>
                <a:gd name="T23" fmla="*/ 35 h 64"/>
                <a:gd name="T24" fmla="*/ 15 w 53"/>
                <a:gd name="T25" fmla="*/ 35 h 64"/>
                <a:gd name="T26" fmla="*/ 15 w 53"/>
                <a:gd name="T27" fmla="*/ 31 h 64"/>
                <a:gd name="T28" fmla="*/ 17 w 53"/>
                <a:gd name="T29" fmla="*/ 28 h 64"/>
                <a:gd name="T30" fmla="*/ 17 w 53"/>
                <a:gd name="T31" fmla="*/ 28 h 64"/>
                <a:gd name="T32" fmla="*/ 26 w 53"/>
                <a:gd name="T33" fmla="*/ 37 h 64"/>
                <a:gd name="T34" fmla="*/ 37 w 53"/>
                <a:gd name="T35" fmla="*/ 46 h 64"/>
                <a:gd name="T36" fmla="*/ 37 w 53"/>
                <a:gd name="T37" fmla="*/ 46 h 64"/>
                <a:gd name="T38" fmla="*/ 37 w 53"/>
                <a:gd name="T39" fmla="*/ 53 h 64"/>
                <a:gd name="T40" fmla="*/ 37 w 53"/>
                <a:gd name="T41" fmla="*/ 57 h 64"/>
                <a:gd name="T42" fmla="*/ 37 w 53"/>
                <a:gd name="T43" fmla="*/ 62 h 64"/>
                <a:gd name="T44" fmla="*/ 37 w 53"/>
                <a:gd name="T45" fmla="*/ 62 h 64"/>
                <a:gd name="T46" fmla="*/ 39 w 53"/>
                <a:gd name="T47" fmla="*/ 62 h 64"/>
                <a:gd name="T48" fmla="*/ 40 w 53"/>
                <a:gd name="T49" fmla="*/ 60 h 64"/>
                <a:gd name="T50" fmla="*/ 40 w 53"/>
                <a:gd name="T51" fmla="*/ 55 h 64"/>
                <a:gd name="T52" fmla="*/ 44 w 53"/>
                <a:gd name="T53" fmla="*/ 55 h 64"/>
                <a:gd name="T54" fmla="*/ 48 w 53"/>
                <a:gd name="T55" fmla="*/ 64 h 64"/>
                <a:gd name="T56" fmla="*/ 48 w 53"/>
                <a:gd name="T57" fmla="*/ 64 h 64"/>
                <a:gd name="T58" fmla="*/ 49 w 53"/>
                <a:gd name="T59" fmla="*/ 57 h 64"/>
                <a:gd name="T60" fmla="*/ 49 w 53"/>
                <a:gd name="T61" fmla="*/ 57 h 64"/>
                <a:gd name="T62" fmla="*/ 48 w 53"/>
                <a:gd name="T63" fmla="*/ 53 h 64"/>
                <a:gd name="T64" fmla="*/ 46 w 53"/>
                <a:gd name="T65" fmla="*/ 51 h 64"/>
                <a:gd name="T66" fmla="*/ 46 w 53"/>
                <a:gd name="T67" fmla="*/ 49 h 64"/>
                <a:gd name="T68" fmla="*/ 46 w 53"/>
                <a:gd name="T69" fmla="*/ 46 h 64"/>
                <a:gd name="T70" fmla="*/ 46 w 53"/>
                <a:gd name="T71" fmla="*/ 46 h 64"/>
                <a:gd name="T72" fmla="*/ 46 w 53"/>
                <a:gd name="T73" fmla="*/ 40 h 64"/>
                <a:gd name="T74" fmla="*/ 46 w 53"/>
                <a:gd name="T75" fmla="*/ 38 h 64"/>
                <a:gd name="T76" fmla="*/ 49 w 53"/>
                <a:gd name="T77" fmla="*/ 38 h 64"/>
                <a:gd name="T78" fmla="*/ 53 w 53"/>
                <a:gd name="T79" fmla="*/ 37 h 64"/>
                <a:gd name="T80" fmla="*/ 53 w 53"/>
                <a:gd name="T81" fmla="*/ 37 h 64"/>
                <a:gd name="T82" fmla="*/ 49 w 53"/>
                <a:gd name="T83" fmla="*/ 28 h 64"/>
                <a:gd name="T84" fmla="*/ 49 w 53"/>
                <a:gd name="T85" fmla="*/ 28 h 64"/>
                <a:gd name="T86" fmla="*/ 35 w 53"/>
                <a:gd name="T87" fmla="*/ 9 h 64"/>
                <a:gd name="T88" fmla="*/ 35 w 53"/>
                <a:gd name="T89" fmla="*/ 9 h 64"/>
                <a:gd name="T90" fmla="*/ 31 w 53"/>
                <a:gd name="T91" fmla="*/ 9 h 64"/>
                <a:gd name="T92" fmla="*/ 31 w 53"/>
                <a:gd name="T93" fmla="*/ 9 h 64"/>
                <a:gd name="T94" fmla="*/ 28 w 53"/>
                <a:gd name="T95" fmla="*/ 9 h 64"/>
                <a:gd name="T96" fmla="*/ 26 w 53"/>
                <a:gd name="T97" fmla="*/ 7 h 64"/>
                <a:gd name="T98" fmla="*/ 26 w 53"/>
                <a:gd name="T99" fmla="*/ 6 h 64"/>
                <a:gd name="T100" fmla="*/ 26 w 53"/>
                <a:gd name="T101" fmla="*/ 6 h 64"/>
                <a:gd name="T102" fmla="*/ 24 w 53"/>
                <a:gd name="T103" fmla="*/ 6 h 64"/>
                <a:gd name="T104" fmla="*/ 19 w 53"/>
                <a:gd name="T105" fmla="*/ 6 h 64"/>
                <a:gd name="T106" fmla="*/ 19 w 53"/>
                <a:gd name="T107" fmla="*/ 6 h 64"/>
                <a:gd name="T108" fmla="*/ 20 w 53"/>
                <a:gd name="T109" fmla="*/ 7 h 64"/>
                <a:gd name="T110" fmla="*/ 20 w 53"/>
                <a:gd name="T111" fmla="*/ 7 h 64"/>
                <a:gd name="T112" fmla="*/ 15 w 53"/>
                <a:gd name="T113" fmla="*/ 7 h 64"/>
                <a:gd name="T114" fmla="*/ 8 w 53"/>
                <a:gd name="T115" fmla="*/ 6 h 64"/>
                <a:gd name="T116" fmla="*/ 8 w 53"/>
                <a:gd name="T117" fmla="*/ 6 h 64"/>
                <a:gd name="T118" fmla="*/ 4 w 53"/>
                <a:gd name="T119" fmla="*/ 0 h 64"/>
                <a:gd name="T120" fmla="*/ 4 w 53"/>
                <a:gd name="T121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3" h="64">
                  <a:moveTo>
                    <a:pt x="4" y="0"/>
                  </a:moveTo>
                  <a:lnTo>
                    <a:pt x="4" y="0"/>
                  </a:lnTo>
                  <a:lnTo>
                    <a:pt x="2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4" y="9"/>
                  </a:lnTo>
                  <a:lnTo>
                    <a:pt x="4" y="17"/>
                  </a:lnTo>
                  <a:lnTo>
                    <a:pt x="0" y="31"/>
                  </a:lnTo>
                  <a:lnTo>
                    <a:pt x="0" y="31"/>
                  </a:lnTo>
                  <a:lnTo>
                    <a:pt x="6" y="35"/>
                  </a:lnTo>
                  <a:lnTo>
                    <a:pt x="8" y="38"/>
                  </a:lnTo>
                  <a:lnTo>
                    <a:pt x="15" y="35"/>
                  </a:lnTo>
                  <a:lnTo>
                    <a:pt x="15" y="35"/>
                  </a:lnTo>
                  <a:lnTo>
                    <a:pt x="15" y="31"/>
                  </a:lnTo>
                  <a:lnTo>
                    <a:pt x="17" y="28"/>
                  </a:lnTo>
                  <a:lnTo>
                    <a:pt x="17" y="28"/>
                  </a:lnTo>
                  <a:lnTo>
                    <a:pt x="26" y="37"/>
                  </a:lnTo>
                  <a:lnTo>
                    <a:pt x="37" y="46"/>
                  </a:lnTo>
                  <a:lnTo>
                    <a:pt x="37" y="46"/>
                  </a:lnTo>
                  <a:lnTo>
                    <a:pt x="37" y="53"/>
                  </a:lnTo>
                  <a:lnTo>
                    <a:pt x="37" y="57"/>
                  </a:lnTo>
                  <a:lnTo>
                    <a:pt x="37" y="62"/>
                  </a:lnTo>
                  <a:lnTo>
                    <a:pt x="37" y="62"/>
                  </a:lnTo>
                  <a:lnTo>
                    <a:pt x="39" y="62"/>
                  </a:lnTo>
                  <a:lnTo>
                    <a:pt x="40" y="60"/>
                  </a:lnTo>
                  <a:lnTo>
                    <a:pt x="40" y="55"/>
                  </a:lnTo>
                  <a:lnTo>
                    <a:pt x="44" y="55"/>
                  </a:lnTo>
                  <a:lnTo>
                    <a:pt x="48" y="64"/>
                  </a:lnTo>
                  <a:lnTo>
                    <a:pt x="48" y="64"/>
                  </a:lnTo>
                  <a:lnTo>
                    <a:pt x="49" y="57"/>
                  </a:lnTo>
                  <a:lnTo>
                    <a:pt x="49" y="57"/>
                  </a:lnTo>
                  <a:lnTo>
                    <a:pt x="48" y="53"/>
                  </a:lnTo>
                  <a:lnTo>
                    <a:pt x="46" y="51"/>
                  </a:lnTo>
                  <a:lnTo>
                    <a:pt x="46" y="49"/>
                  </a:lnTo>
                  <a:lnTo>
                    <a:pt x="46" y="46"/>
                  </a:lnTo>
                  <a:lnTo>
                    <a:pt x="46" y="46"/>
                  </a:lnTo>
                  <a:lnTo>
                    <a:pt x="46" y="40"/>
                  </a:lnTo>
                  <a:lnTo>
                    <a:pt x="46" y="38"/>
                  </a:lnTo>
                  <a:lnTo>
                    <a:pt x="49" y="38"/>
                  </a:lnTo>
                  <a:lnTo>
                    <a:pt x="53" y="37"/>
                  </a:lnTo>
                  <a:lnTo>
                    <a:pt x="53" y="37"/>
                  </a:lnTo>
                  <a:lnTo>
                    <a:pt x="49" y="28"/>
                  </a:lnTo>
                  <a:lnTo>
                    <a:pt x="49" y="28"/>
                  </a:lnTo>
                  <a:lnTo>
                    <a:pt x="35" y="9"/>
                  </a:lnTo>
                  <a:lnTo>
                    <a:pt x="35" y="9"/>
                  </a:lnTo>
                  <a:lnTo>
                    <a:pt x="31" y="9"/>
                  </a:lnTo>
                  <a:lnTo>
                    <a:pt x="31" y="9"/>
                  </a:lnTo>
                  <a:lnTo>
                    <a:pt x="28" y="9"/>
                  </a:lnTo>
                  <a:lnTo>
                    <a:pt x="26" y="7"/>
                  </a:lnTo>
                  <a:lnTo>
                    <a:pt x="26" y="6"/>
                  </a:lnTo>
                  <a:lnTo>
                    <a:pt x="26" y="6"/>
                  </a:lnTo>
                  <a:lnTo>
                    <a:pt x="24" y="6"/>
                  </a:lnTo>
                  <a:lnTo>
                    <a:pt x="19" y="6"/>
                  </a:lnTo>
                  <a:lnTo>
                    <a:pt x="19" y="6"/>
                  </a:lnTo>
                  <a:lnTo>
                    <a:pt x="20" y="7"/>
                  </a:lnTo>
                  <a:lnTo>
                    <a:pt x="20" y="7"/>
                  </a:lnTo>
                  <a:lnTo>
                    <a:pt x="15" y="7"/>
                  </a:lnTo>
                  <a:lnTo>
                    <a:pt x="8" y="6"/>
                  </a:lnTo>
                  <a:lnTo>
                    <a:pt x="8" y="6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20" name="Freeform 303">
              <a:extLst>
                <a:ext uri="{FF2B5EF4-FFF2-40B4-BE49-F238E27FC236}">
                  <a16:creationId xmlns:a16="http://schemas.microsoft.com/office/drawing/2014/main" id="{63B13DEC-02B4-42EB-ABE5-C1275B507AE0}"/>
                </a:ext>
              </a:extLst>
            </p:cNvPr>
            <p:cNvSpPr>
              <a:spLocks/>
            </p:cNvSpPr>
            <p:nvPr/>
          </p:nvSpPr>
          <p:spPr bwMode="auto">
            <a:xfrm>
              <a:off x="5819694" y="3940637"/>
              <a:ext cx="174995" cy="243213"/>
            </a:xfrm>
            <a:custGeom>
              <a:avLst/>
              <a:gdLst>
                <a:gd name="T0" fmla="*/ 15 w 118"/>
                <a:gd name="T1" fmla="*/ 161 h 164"/>
                <a:gd name="T2" fmla="*/ 22 w 118"/>
                <a:gd name="T3" fmla="*/ 159 h 164"/>
                <a:gd name="T4" fmla="*/ 29 w 118"/>
                <a:gd name="T5" fmla="*/ 155 h 164"/>
                <a:gd name="T6" fmla="*/ 33 w 118"/>
                <a:gd name="T7" fmla="*/ 159 h 164"/>
                <a:gd name="T8" fmla="*/ 40 w 118"/>
                <a:gd name="T9" fmla="*/ 155 h 164"/>
                <a:gd name="T10" fmla="*/ 47 w 118"/>
                <a:gd name="T11" fmla="*/ 153 h 164"/>
                <a:gd name="T12" fmla="*/ 53 w 118"/>
                <a:gd name="T13" fmla="*/ 150 h 164"/>
                <a:gd name="T14" fmla="*/ 60 w 118"/>
                <a:gd name="T15" fmla="*/ 159 h 164"/>
                <a:gd name="T16" fmla="*/ 78 w 118"/>
                <a:gd name="T17" fmla="*/ 157 h 164"/>
                <a:gd name="T18" fmla="*/ 84 w 118"/>
                <a:gd name="T19" fmla="*/ 155 h 164"/>
                <a:gd name="T20" fmla="*/ 88 w 118"/>
                <a:gd name="T21" fmla="*/ 142 h 164"/>
                <a:gd name="T22" fmla="*/ 89 w 118"/>
                <a:gd name="T23" fmla="*/ 137 h 164"/>
                <a:gd name="T24" fmla="*/ 93 w 118"/>
                <a:gd name="T25" fmla="*/ 126 h 164"/>
                <a:gd name="T26" fmla="*/ 89 w 118"/>
                <a:gd name="T27" fmla="*/ 113 h 164"/>
                <a:gd name="T28" fmla="*/ 95 w 118"/>
                <a:gd name="T29" fmla="*/ 100 h 164"/>
                <a:gd name="T30" fmla="*/ 100 w 118"/>
                <a:gd name="T31" fmla="*/ 91 h 164"/>
                <a:gd name="T32" fmla="*/ 106 w 118"/>
                <a:gd name="T33" fmla="*/ 75 h 164"/>
                <a:gd name="T34" fmla="*/ 109 w 118"/>
                <a:gd name="T35" fmla="*/ 57 h 164"/>
                <a:gd name="T36" fmla="*/ 109 w 118"/>
                <a:gd name="T37" fmla="*/ 38 h 164"/>
                <a:gd name="T38" fmla="*/ 111 w 118"/>
                <a:gd name="T39" fmla="*/ 22 h 164"/>
                <a:gd name="T40" fmla="*/ 118 w 118"/>
                <a:gd name="T41" fmla="*/ 8 h 164"/>
                <a:gd name="T42" fmla="*/ 108 w 118"/>
                <a:gd name="T43" fmla="*/ 2 h 164"/>
                <a:gd name="T44" fmla="*/ 100 w 118"/>
                <a:gd name="T45" fmla="*/ 2 h 164"/>
                <a:gd name="T46" fmla="*/ 95 w 118"/>
                <a:gd name="T47" fmla="*/ 8 h 164"/>
                <a:gd name="T48" fmla="*/ 88 w 118"/>
                <a:gd name="T49" fmla="*/ 13 h 164"/>
                <a:gd name="T50" fmla="*/ 82 w 118"/>
                <a:gd name="T51" fmla="*/ 20 h 164"/>
                <a:gd name="T52" fmla="*/ 77 w 118"/>
                <a:gd name="T53" fmla="*/ 28 h 164"/>
                <a:gd name="T54" fmla="*/ 62 w 118"/>
                <a:gd name="T55" fmla="*/ 24 h 164"/>
                <a:gd name="T56" fmla="*/ 38 w 118"/>
                <a:gd name="T57" fmla="*/ 22 h 164"/>
                <a:gd name="T58" fmla="*/ 38 w 118"/>
                <a:gd name="T59" fmla="*/ 38 h 164"/>
                <a:gd name="T60" fmla="*/ 46 w 118"/>
                <a:gd name="T61" fmla="*/ 38 h 164"/>
                <a:gd name="T62" fmla="*/ 57 w 118"/>
                <a:gd name="T63" fmla="*/ 55 h 164"/>
                <a:gd name="T64" fmla="*/ 49 w 118"/>
                <a:gd name="T65" fmla="*/ 55 h 164"/>
                <a:gd name="T66" fmla="*/ 44 w 118"/>
                <a:gd name="T67" fmla="*/ 59 h 164"/>
                <a:gd name="T68" fmla="*/ 42 w 118"/>
                <a:gd name="T69" fmla="*/ 69 h 164"/>
                <a:gd name="T70" fmla="*/ 49 w 118"/>
                <a:gd name="T71" fmla="*/ 77 h 164"/>
                <a:gd name="T72" fmla="*/ 49 w 118"/>
                <a:gd name="T73" fmla="*/ 86 h 164"/>
                <a:gd name="T74" fmla="*/ 51 w 118"/>
                <a:gd name="T75" fmla="*/ 97 h 164"/>
                <a:gd name="T76" fmla="*/ 51 w 118"/>
                <a:gd name="T77" fmla="*/ 104 h 164"/>
                <a:gd name="T78" fmla="*/ 53 w 118"/>
                <a:gd name="T79" fmla="*/ 113 h 164"/>
                <a:gd name="T80" fmla="*/ 49 w 118"/>
                <a:gd name="T81" fmla="*/ 120 h 164"/>
                <a:gd name="T82" fmla="*/ 42 w 118"/>
                <a:gd name="T83" fmla="*/ 111 h 164"/>
                <a:gd name="T84" fmla="*/ 29 w 118"/>
                <a:gd name="T85" fmla="*/ 111 h 164"/>
                <a:gd name="T86" fmla="*/ 24 w 118"/>
                <a:gd name="T87" fmla="*/ 110 h 164"/>
                <a:gd name="T88" fmla="*/ 24 w 118"/>
                <a:gd name="T89" fmla="*/ 115 h 164"/>
                <a:gd name="T90" fmla="*/ 15 w 118"/>
                <a:gd name="T91" fmla="*/ 119 h 164"/>
                <a:gd name="T92" fmla="*/ 13 w 118"/>
                <a:gd name="T93" fmla="*/ 126 h 164"/>
                <a:gd name="T94" fmla="*/ 16 w 118"/>
                <a:gd name="T95" fmla="*/ 135 h 164"/>
                <a:gd name="T96" fmla="*/ 15 w 118"/>
                <a:gd name="T97" fmla="*/ 142 h 164"/>
                <a:gd name="T98" fmla="*/ 2 w 118"/>
                <a:gd name="T99" fmla="*/ 142 h 164"/>
                <a:gd name="T100" fmla="*/ 4 w 118"/>
                <a:gd name="T101" fmla="*/ 155 h 164"/>
                <a:gd name="T102" fmla="*/ 7 w 118"/>
                <a:gd name="T103" fmla="*/ 164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18" h="164">
                  <a:moveTo>
                    <a:pt x="7" y="164"/>
                  </a:moveTo>
                  <a:lnTo>
                    <a:pt x="7" y="164"/>
                  </a:lnTo>
                  <a:lnTo>
                    <a:pt x="11" y="162"/>
                  </a:lnTo>
                  <a:lnTo>
                    <a:pt x="15" y="161"/>
                  </a:lnTo>
                  <a:lnTo>
                    <a:pt x="20" y="161"/>
                  </a:lnTo>
                  <a:lnTo>
                    <a:pt x="20" y="161"/>
                  </a:lnTo>
                  <a:lnTo>
                    <a:pt x="22" y="159"/>
                  </a:lnTo>
                  <a:lnTo>
                    <a:pt x="22" y="159"/>
                  </a:lnTo>
                  <a:lnTo>
                    <a:pt x="24" y="157"/>
                  </a:lnTo>
                  <a:lnTo>
                    <a:pt x="24" y="157"/>
                  </a:lnTo>
                  <a:lnTo>
                    <a:pt x="27" y="155"/>
                  </a:lnTo>
                  <a:lnTo>
                    <a:pt x="29" y="155"/>
                  </a:lnTo>
                  <a:lnTo>
                    <a:pt x="31" y="157"/>
                  </a:lnTo>
                  <a:lnTo>
                    <a:pt x="31" y="157"/>
                  </a:lnTo>
                  <a:lnTo>
                    <a:pt x="33" y="159"/>
                  </a:lnTo>
                  <a:lnTo>
                    <a:pt x="33" y="159"/>
                  </a:lnTo>
                  <a:lnTo>
                    <a:pt x="35" y="157"/>
                  </a:lnTo>
                  <a:lnTo>
                    <a:pt x="35" y="157"/>
                  </a:lnTo>
                  <a:lnTo>
                    <a:pt x="36" y="155"/>
                  </a:lnTo>
                  <a:lnTo>
                    <a:pt x="40" y="155"/>
                  </a:lnTo>
                  <a:lnTo>
                    <a:pt x="46" y="157"/>
                  </a:lnTo>
                  <a:lnTo>
                    <a:pt x="46" y="157"/>
                  </a:lnTo>
                  <a:lnTo>
                    <a:pt x="47" y="155"/>
                  </a:lnTo>
                  <a:lnTo>
                    <a:pt x="47" y="153"/>
                  </a:lnTo>
                  <a:lnTo>
                    <a:pt x="47" y="150"/>
                  </a:lnTo>
                  <a:lnTo>
                    <a:pt x="47" y="150"/>
                  </a:lnTo>
                  <a:lnTo>
                    <a:pt x="53" y="150"/>
                  </a:lnTo>
                  <a:lnTo>
                    <a:pt x="53" y="150"/>
                  </a:lnTo>
                  <a:lnTo>
                    <a:pt x="58" y="150"/>
                  </a:lnTo>
                  <a:lnTo>
                    <a:pt x="60" y="148"/>
                  </a:lnTo>
                  <a:lnTo>
                    <a:pt x="60" y="159"/>
                  </a:lnTo>
                  <a:lnTo>
                    <a:pt x="60" y="159"/>
                  </a:lnTo>
                  <a:lnTo>
                    <a:pt x="69" y="159"/>
                  </a:lnTo>
                  <a:lnTo>
                    <a:pt x="69" y="159"/>
                  </a:lnTo>
                  <a:lnTo>
                    <a:pt x="75" y="159"/>
                  </a:lnTo>
                  <a:lnTo>
                    <a:pt x="78" y="157"/>
                  </a:lnTo>
                  <a:lnTo>
                    <a:pt x="78" y="157"/>
                  </a:lnTo>
                  <a:lnTo>
                    <a:pt x="80" y="155"/>
                  </a:lnTo>
                  <a:lnTo>
                    <a:pt x="82" y="155"/>
                  </a:lnTo>
                  <a:lnTo>
                    <a:pt x="84" y="155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86" y="150"/>
                  </a:lnTo>
                  <a:lnTo>
                    <a:pt x="88" y="142"/>
                  </a:lnTo>
                  <a:lnTo>
                    <a:pt x="88" y="142"/>
                  </a:lnTo>
                  <a:lnTo>
                    <a:pt x="88" y="139"/>
                  </a:lnTo>
                  <a:lnTo>
                    <a:pt x="88" y="139"/>
                  </a:lnTo>
                  <a:lnTo>
                    <a:pt x="89" y="137"/>
                  </a:lnTo>
                  <a:lnTo>
                    <a:pt x="91" y="135"/>
                  </a:lnTo>
                  <a:lnTo>
                    <a:pt x="91" y="135"/>
                  </a:lnTo>
                  <a:lnTo>
                    <a:pt x="93" y="130"/>
                  </a:lnTo>
                  <a:lnTo>
                    <a:pt x="93" y="126"/>
                  </a:lnTo>
                  <a:lnTo>
                    <a:pt x="93" y="126"/>
                  </a:lnTo>
                  <a:lnTo>
                    <a:pt x="93" y="122"/>
                  </a:lnTo>
                  <a:lnTo>
                    <a:pt x="91" y="119"/>
                  </a:lnTo>
                  <a:lnTo>
                    <a:pt x="89" y="113"/>
                  </a:lnTo>
                  <a:lnTo>
                    <a:pt x="89" y="113"/>
                  </a:lnTo>
                  <a:lnTo>
                    <a:pt x="89" y="110"/>
                  </a:lnTo>
                  <a:lnTo>
                    <a:pt x="91" y="106"/>
                  </a:lnTo>
                  <a:lnTo>
                    <a:pt x="95" y="100"/>
                  </a:lnTo>
                  <a:lnTo>
                    <a:pt x="95" y="100"/>
                  </a:lnTo>
                  <a:lnTo>
                    <a:pt x="98" y="97"/>
                  </a:lnTo>
                  <a:lnTo>
                    <a:pt x="100" y="95"/>
                  </a:lnTo>
                  <a:lnTo>
                    <a:pt x="100" y="91"/>
                  </a:lnTo>
                  <a:lnTo>
                    <a:pt x="100" y="91"/>
                  </a:lnTo>
                  <a:lnTo>
                    <a:pt x="102" y="82"/>
                  </a:lnTo>
                  <a:lnTo>
                    <a:pt x="106" y="75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6"/>
                  </a:lnTo>
                  <a:lnTo>
                    <a:pt x="109" y="57"/>
                  </a:lnTo>
                  <a:lnTo>
                    <a:pt x="109" y="57"/>
                  </a:lnTo>
                  <a:lnTo>
                    <a:pt x="109" y="49"/>
                  </a:lnTo>
                  <a:lnTo>
                    <a:pt x="108" y="44"/>
                  </a:lnTo>
                  <a:lnTo>
                    <a:pt x="108" y="44"/>
                  </a:lnTo>
                  <a:lnTo>
                    <a:pt x="109" y="38"/>
                  </a:lnTo>
                  <a:lnTo>
                    <a:pt x="109" y="29"/>
                  </a:lnTo>
                  <a:lnTo>
                    <a:pt x="109" y="29"/>
                  </a:lnTo>
                  <a:lnTo>
                    <a:pt x="111" y="24"/>
                  </a:lnTo>
                  <a:lnTo>
                    <a:pt x="111" y="22"/>
                  </a:lnTo>
                  <a:lnTo>
                    <a:pt x="115" y="18"/>
                  </a:lnTo>
                  <a:lnTo>
                    <a:pt x="115" y="18"/>
                  </a:lnTo>
                  <a:lnTo>
                    <a:pt x="117" y="15"/>
                  </a:lnTo>
                  <a:lnTo>
                    <a:pt x="118" y="8"/>
                  </a:lnTo>
                  <a:lnTo>
                    <a:pt x="118" y="0"/>
                  </a:lnTo>
                  <a:lnTo>
                    <a:pt x="118" y="0"/>
                  </a:lnTo>
                  <a:lnTo>
                    <a:pt x="108" y="2"/>
                  </a:lnTo>
                  <a:lnTo>
                    <a:pt x="108" y="2"/>
                  </a:lnTo>
                  <a:lnTo>
                    <a:pt x="106" y="2"/>
                  </a:lnTo>
                  <a:lnTo>
                    <a:pt x="104" y="2"/>
                  </a:lnTo>
                  <a:lnTo>
                    <a:pt x="102" y="2"/>
                  </a:lnTo>
                  <a:lnTo>
                    <a:pt x="100" y="2"/>
                  </a:lnTo>
                  <a:lnTo>
                    <a:pt x="100" y="2"/>
                  </a:lnTo>
                  <a:lnTo>
                    <a:pt x="97" y="4"/>
                  </a:lnTo>
                  <a:lnTo>
                    <a:pt x="95" y="8"/>
                  </a:lnTo>
                  <a:lnTo>
                    <a:pt x="95" y="8"/>
                  </a:lnTo>
                  <a:lnTo>
                    <a:pt x="93" y="11"/>
                  </a:lnTo>
                  <a:lnTo>
                    <a:pt x="89" y="13"/>
                  </a:lnTo>
                  <a:lnTo>
                    <a:pt x="88" y="13"/>
                  </a:lnTo>
                  <a:lnTo>
                    <a:pt x="88" y="13"/>
                  </a:lnTo>
                  <a:lnTo>
                    <a:pt x="84" y="17"/>
                  </a:lnTo>
                  <a:lnTo>
                    <a:pt x="84" y="18"/>
                  </a:lnTo>
                  <a:lnTo>
                    <a:pt x="82" y="20"/>
                  </a:lnTo>
                  <a:lnTo>
                    <a:pt x="82" y="20"/>
                  </a:lnTo>
                  <a:lnTo>
                    <a:pt x="86" y="29"/>
                  </a:lnTo>
                  <a:lnTo>
                    <a:pt x="86" y="29"/>
                  </a:lnTo>
                  <a:lnTo>
                    <a:pt x="77" y="28"/>
                  </a:lnTo>
                  <a:lnTo>
                    <a:pt x="77" y="28"/>
                  </a:lnTo>
                  <a:lnTo>
                    <a:pt x="67" y="28"/>
                  </a:lnTo>
                  <a:lnTo>
                    <a:pt x="67" y="28"/>
                  </a:lnTo>
                  <a:lnTo>
                    <a:pt x="64" y="26"/>
                  </a:lnTo>
                  <a:lnTo>
                    <a:pt x="62" y="24"/>
                  </a:lnTo>
                  <a:lnTo>
                    <a:pt x="62" y="24"/>
                  </a:lnTo>
                  <a:lnTo>
                    <a:pt x="57" y="22"/>
                  </a:lnTo>
                  <a:lnTo>
                    <a:pt x="51" y="22"/>
                  </a:lnTo>
                  <a:lnTo>
                    <a:pt x="38" y="22"/>
                  </a:lnTo>
                  <a:lnTo>
                    <a:pt x="38" y="22"/>
                  </a:lnTo>
                  <a:lnTo>
                    <a:pt x="38" y="35"/>
                  </a:lnTo>
                  <a:lnTo>
                    <a:pt x="38" y="35"/>
                  </a:lnTo>
                  <a:lnTo>
                    <a:pt x="38" y="38"/>
                  </a:lnTo>
                  <a:lnTo>
                    <a:pt x="38" y="40"/>
                  </a:lnTo>
                  <a:lnTo>
                    <a:pt x="40" y="40"/>
                  </a:lnTo>
                  <a:lnTo>
                    <a:pt x="40" y="40"/>
                  </a:lnTo>
                  <a:lnTo>
                    <a:pt x="46" y="38"/>
                  </a:lnTo>
                  <a:lnTo>
                    <a:pt x="49" y="40"/>
                  </a:lnTo>
                  <a:lnTo>
                    <a:pt x="49" y="40"/>
                  </a:lnTo>
                  <a:lnTo>
                    <a:pt x="58" y="42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5" y="53"/>
                  </a:lnTo>
                  <a:lnTo>
                    <a:pt x="49" y="55"/>
                  </a:lnTo>
                  <a:lnTo>
                    <a:pt x="49" y="55"/>
                  </a:lnTo>
                  <a:lnTo>
                    <a:pt x="46" y="57"/>
                  </a:lnTo>
                  <a:lnTo>
                    <a:pt x="44" y="57"/>
                  </a:lnTo>
                  <a:lnTo>
                    <a:pt x="44" y="59"/>
                  </a:lnTo>
                  <a:lnTo>
                    <a:pt x="44" y="59"/>
                  </a:lnTo>
                  <a:lnTo>
                    <a:pt x="44" y="68"/>
                  </a:lnTo>
                  <a:lnTo>
                    <a:pt x="44" y="68"/>
                  </a:lnTo>
                  <a:lnTo>
                    <a:pt x="42" y="68"/>
                  </a:lnTo>
                  <a:lnTo>
                    <a:pt x="42" y="69"/>
                  </a:lnTo>
                  <a:lnTo>
                    <a:pt x="42" y="69"/>
                  </a:lnTo>
                  <a:lnTo>
                    <a:pt x="42" y="69"/>
                  </a:lnTo>
                  <a:lnTo>
                    <a:pt x="46" y="73"/>
                  </a:lnTo>
                  <a:lnTo>
                    <a:pt x="49" y="77"/>
                  </a:lnTo>
                  <a:lnTo>
                    <a:pt x="49" y="77"/>
                  </a:lnTo>
                  <a:lnTo>
                    <a:pt x="49" y="80"/>
                  </a:lnTo>
                  <a:lnTo>
                    <a:pt x="49" y="86"/>
                  </a:lnTo>
                  <a:lnTo>
                    <a:pt x="49" y="86"/>
                  </a:lnTo>
                  <a:lnTo>
                    <a:pt x="49" y="91"/>
                  </a:lnTo>
                  <a:lnTo>
                    <a:pt x="51" y="95"/>
                  </a:lnTo>
                  <a:lnTo>
                    <a:pt x="51" y="95"/>
                  </a:lnTo>
                  <a:lnTo>
                    <a:pt x="51" y="97"/>
                  </a:lnTo>
                  <a:lnTo>
                    <a:pt x="51" y="100"/>
                  </a:lnTo>
                  <a:lnTo>
                    <a:pt x="49" y="102"/>
                  </a:lnTo>
                  <a:lnTo>
                    <a:pt x="51" y="104"/>
                  </a:lnTo>
                  <a:lnTo>
                    <a:pt x="51" y="104"/>
                  </a:lnTo>
                  <a:lnTo>
                    <a:pt x="55" y="106"/>
                  </a:lnTo>
                  <a:lnTo>
                    <a:pt x="55" y="108"/>
                  </a:lnTo>
                  <a:lnTo>
                    <a:pt x="53" y="113"/>
                  </a:lnTo>
                  <a:lnTo>
                    <a:pt x="53" y="113"/>
                  </a:lnTo>
                  <a:lnTo>
                    <a:pt x="51" y="120"/>
                  </a:lnTo>
                  <a:lnTo>
                    <a:pt x="51" y="122"/>
                  </a:lnTo>
                  <a:lnTo>
                    <a:pt x="49" y="120"/>
                  </a:lnTo>
                  <a:lnTo>
                    <a:pt x="49" y="120"/>
                  </a:lnTo>
                  <a:lnTo>
                    <a:pt x="46" y="115"/>
                  </a:lnTo>
                  <a:lnTo>
                    <a:pt x="44" y="113"/>
                  </a:lnTo>
                  <a:lnTo>
                    <a:pt x="42" y="111"/>
                  </a:lnTo>
                  <a:lnTo>
                    <a:pt x="42" y="111"/>
                  </a:lnTo>
                  <a:lnTo>
                    <a:pt x="35" y="113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29" y="111"/>
                  </a:lnTo>
                  <a:lnTo>
                    <a:pt x="27" y="110"/>
                  </a:lnTo>
                  <a:lnTo>
                    <a:pt x="26" y="110"/>
                  </a:lnTo>
                  <a:lnTo>
                    <a:pt x="26" y="110"/>
                  </a:lnTo>
                  <a:lnTo>
                    <a:pt x="24" y="110"/>
                  </a:lnTo>
                  <a:lnTo>
                    <a:pt x="26" y="111"/>
                  </a:lnTo>
                  <a:lnTo>
                    <a:pt x="26" y="113"/>
                  </a:lnTo>
                  <a:lnTo>
                    <a:pt x="24" y="115"/>
                  </a:lnTo>
                  <a:lnTo>
                    <a:pt x="24" y="115"/>
                  </a:lnTo>
                  <a:lnTo>
                    <a:pt x="16" y="115"/>
                  </a:lnTo>
                  <a:lnTo>
                    <a:pt x="15" y="115"/>
                  </a:lnTo>
                  <a:lnTo>
                    <a:pt x="15" y="119"/>
                  </a:lnTo>
                  <a:lnTo>
                    <a:pt x="15" y="119"/>
                  </a:lnTo>
                  <a:lnTo>
                    <a:pt x="16" y="122"/>
                  </a:lnTo>
                  <a:lnTo>
                    <a:pt x="13" y="124"/>
                  </a:lnTo>
                  <a:lnTo>
                    <a:pt x="13" y="124"/>
                  </a:lnTo>
                  <a:lnTo>
                    <a:pt x="13" y="126"/>
                  </a:lnTo>
                  <a:lnTo>
                    <a:pt x="15" y="130"/>
                  </a:lnTo>
                  <a:lnTo>
                    <a:pt x="16" y="131"/>
                  </a:lnTo>
                  <a:lnTo>
                    <a:pt x="16" y="135"/>
                  </a:lnTo>
                  <a:lnTo>
                    <a:pt x="16" y="135"/>
                  </a:lnTo>
                  <a:lnTo>
                    <a:pt x="18" y="142"/>
                  </a:lnTo>
                  <a:lnTo>
                    <a:pt x="16" y="144"/>
                  </a:lnTo>
                  <a:lnTo>
                    <a:pt x="15" y="142"/>
                  </a:lnTo>
                  <a:lnTo>
                    <a:pt x="15" y="142"/>
                  </a:lnTo>
                  <a:lnTo>
                    <a:pt x="9" y="141"/>
                  </a:lnTo>
                  <a:lnTo>
                    <a:pt x="4" y="139"/>
                  </a:lnTo>
                  <a:lnTo>
                    <a:pt x="4" y="139"/>
                  </a:lnTo>
                  <a:lnTo>
                    <a:pt x="2" y="142"/>
                  </a:lnTo>
                  <a:lnTo>
                    <a:pt x="0" y="146"/>
                  </a:lnTo>
                  <a:lnTo>
                    <a:pt x="0" y="151"/>
                  </a:lnTo>
                  <a:lnTo>
                    <a:pt x="0" y="151"/>
                  </a:lnTo>
                  <a:lnTo>
                    <a:pt x="4" y="155"/>
                  </a:lnTo>
                  <a:lnTo>
                    <a:pt x="6" y="159"/>
                  </a:lnTo>
                  <a:lnTo>
                    <a:pt x="6" y="159"/>
                  </a:lnTo>
                  <a:lnTo>
                    <a:pt x="7" y="162"/>
                  </a:lnTo>
                  <a:lnTo>
                    <a:pt x="7" y="164"/>
                  </a:lnTo>
                  <a:lnTo>
                    <a:pt x="7" y="16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21" name="Freeform 304">
              <a:extLst>
                <a:ext uri="{FF2B5EF4-FFF2-40B4-BE49-F238E27FC236}">
                  <a16:creationId xmlns:a16="http://schemas.microsoft.com/office/drawing/2014/main" id="{BFEA1798-8D07-4346-AB80-10A17279C45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3065" y="3703357"/>
              <a:ext cx="299567" cy="476045"/>
            </a:xfrm>
            <a:custGeom>
              <a:avLst/>
              <a:gdLst>
                <a:gd name="T0" fmla="*/ 7 w 202"/>
                <a:gd name="T1" fmla="*/ 217 h 321"/>
                <a:gd name="T2" fmla="*/ 16 w 202"/>
                <a:gd name="T3" fmla="*/ 220 h 321"/>
                <a:gd name="T4" fmla="*/ 22 w 202"/>
                <a:gd name="T5" fmla="*/ 231 h 321"/>
                <a:gd name="T6" fmla="*/ 40 w 202"/>
                <a:gd name="T7" fmla="*/ 233 h 321"/>
                <a:gd name="T8" fmla="*/ 46 w 202"/>
                <a:gd name="T9" fmla="*/ 237 h 321"/>
                <a:gd name="T10" fmla="*/ 64 w 202"/>
                <a:gd name="T11" fmla="*/ 242 h 321"/>
                <a:gd name="T12" fmla="*/ 67 w 202"/>
                <a:gd name="T13" fmla="*/ 249 h 321"/>
                <a:gd name="T14" fmla="*/ 75 w 202"/>
                <a:gd name="T15" fmla="*/ 259 h 321"/>
                <a:gd name="T16" fmla="*/ 82 w 202"/>
                <a:gd name="T17" fmla="*/ 266 h 321"/>
                <a:gd name="T18" fmla="*/ 93 w 202"/>
                <a:gd name="T19" fmla="*/ 275 h 321"/>
                <a:gd name="T20" fmla="*/ 102 w 202"/>
                <a:gd name="T21" fmla="*/ 279 h 321"/>
                <a:gd name="T22" fmla="*/ 113 w 202"/>
                <a:gd name="T23" fmla="*/ 275 h 321"/>
                <a:gd name="T24" fmla="*/ 124 w 202"/>
                <a:gd name="T25" fmla="*/ 280 h 321"/>
                <a:gd name="T26" fmla="*/ 137 w 202"/>
                <a:gd name="T27" fmla="*/ 284 h 321"/>
                <a:gd name="T28" fmla="*/ 135 w 202"/>
                <a:gd name="T29" fmla="*/ 321 h 321"/>
                <a:gd name="T30" fmla="*/ 153 w 202"/>
                <a:gd name="T31" fmla="*/ 275 h 321"/>
                <a:gd name="T32" fmla="*/ 146 w 202"/>
                <a:gd name="T33" fmla="*/ 259 h 321"/>
                <a:gd name="T34" fmla="*/ 153 w 202"/>
                <a:gd name="T35" fmla="*/ 244 h 321"/>
                <a:gd name="T36" fmla="*/ 144 w 202"/>
                <a:gd name="T37" fmla="*/ 231 h 321"/>
                <a:gd name="T38" fmla="*/ 175 w 202"/>
                <a:gd name="T39" fmla="*/ 220 h 321"/>
                <a:gd name="T40" fmla="*/ 193 w 202"/>
                <a:gd name="T41" fmla="*/ 215 h 321"/>
                <a:gd name="T42" fmla="*/ 202 w 202"/>
                <a:gd name="T43" fmla="*/ 215 h 321"/>
                <a:gd name="T44" fmla="*/ 197 w 202"/>
                <a:gd name="T45" fmla="*/ 202 h 321"/>
                <a:gd name="T46" fmla="*/ 191 w 202"/>
                <a:gd name="T47" fmla="*/ 200 h 321"/>
                <a:gd name="T48" fmla="*/ 197 w 202"/>
                <a:gd name="T49" fmla="*/ 191 h 321"/>
                <a:gd name="T50" fmla="*/ 202 w 202"/>
                <a:gd name="T51" fmla="*/ 177 h 321"/>
                <a:gd name="T52" fmla="*/ 182 w 202"/>
                <a:gd name="T53" fmla="*/ 162 h 321"/>
                <a:gd name="T54" fmla="*/ 175 w 202"/>
                <a:gd name="T55" fmla="*/ 151 h 321"/>
                <a:gd name="T56" fmla="*/ 169 w 202"/>
                <a:gd name="T57" fmla="*/ 140 h 321"/>
                <a:gd name="T58" fmla="*/ 175 w 202"/>
                <a:gd name="T59" fmla="*/ 126 h 321"/>
                <a:gd name="T60" fmla="*/ 151 w 202"/>
                <a:gd name="T61" fmla="*/ 124 h 321"/>
                <a:gd name="T62" fmla="*/ 142 w 202"/>
                <a:gd name="T63" fmla="*/ 109 h 321"/>
                <a:gd name="T64" fmla="*/ 126 w 202"/>
                <a:gd name="T65" fmla="*/ 109 h 321"/>
                <a:gd name="T66" fmla="*/ 109 w 202"/>
                <a:gd name="T67" fmla="*/ 104 h 321"/>
                <a:gd name="T68" fmla="*/ 100 w 202"/>
                <a:gd name="T69" fmla="*/ 86 h 321"/>
                <a:gd name="T70" fmla="*/ 104 w 202"/>
                <a:gd name="T71" fmla="*/ 82 h 321"/>
                <a:gd name="T72" fmla="*/ 87 w 202"/>
                <a:gd name="T73" fmla="*/ 67 h 321"/>
                <a:gd name="T74" fmla="*/ 89 w 202"/>
                <a:gd name="T75" fmla="*/ 56 h 321"/>
                <a:gd name="T76" fmla="*/ 91 w 202"/>
                <a:gd name="T77" fmla="*/ 47 h 321"/>
                <a:gd name="T78" fmla="*/ 98 w 202"/>
                <a:gd name="T79" fmla="*/ 35 h 321"/>
                <a:gd name="T80" fmla="*/ 122 w 202"/>
                <a:gd name="T81" fmla="*/ 5 h 321"/>
                <a:gd name="T82" fmla="*/ 109 w 202"/>
                <a:gd name="T83" fmla="*/ 4 h 321"/>
                <a:gd name="T84" fmla="*/ 89 w 202"/>
                <a:gd name="T85" fmla="*/ 24 h 321"/>
                <a:gd name="T86" fmla="*/ 78 w 202"/>
                <a:gd name="T87" fmla="*/ 20 h 321"/>
                <a:gd name="T88" fmla="*/ 75 w 202"/>
                <a:gd name="T89" fmla="*/ 31 h 321"/>
                <a:gd name="T90" fmla="*/ 73 w 202"/>
                <a:gd name="T91" fmla="*/ 27 h 321"/>
                <a:gd name="T92" fmla="*/ 56 w 202"/>
                <a:gd name="T93" fmla="*/ 47 h 321"/>
                <a:gd name="T94" fmla="*/ 56 w 202"/>
                <a:gd name="T95" fmla="*/ 56 h 321"/>
                <a:gd name="T96" fmla="*/ 42 w 202"/>
                <a:gd name="T97" fmla="*/ 69 h 321"/>
                <a:gd name="T98" fmla="*/ 33 w 202"/>
                <a:gd name="T99" fmla="*/ 73 h 321"/>
                <a:gd name="T100" fmla="*/ 35 w 202"/>
                <a:gd name="T101" fmla="*/ 82 h 321"/>
                <a:gd name="T102" fmla="*/ 31 w 202"/>
                <a:gd name="T103" fmla="*/ 93 h 321"/>
                <a:gd name="T104" fmla="*/ 29 w 202"/>
                <a:gd name="T105" fmla="*/ 118 h 321"/>
                <a:gd name="T106" fmla="*/ 22 w 202"/>
                <a:gd name="T107" fmla="*/ 162 h 321"/>
                <a:gd name="T108" fmla="*/ 27 w 202"/>
                <a:gd name="T109" fmla="*/ 173 h 321"/>
                <a:gd name="T110" fmla="*/ 9 w 202"/>
                <a:gd name="T111" fmla="*/ 188 h 321"/>
                <a:gd name="T112" fmla="*/ 5 w 202"/>
                <a:gd name="T113" fmla="*/ 198 h 321"/>
                <a:gd name="T114" fmla="*/ 0 w 202"/>
                <a:gd name="T115" fmla="*/ 200 h 3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2" h="321">
                  <a:moveTo>
                    <a:pt x="2" y="208"/>
                  </a:moveTo>
                  <a:lnTo>
                    <a:pt x="2" y="208"/>
                  </a:lnTo>
                  <a:lnTo>
                    <a:pt x="2" y="211"/>
                  </a:lnTo>
                  <a:lnTo>
                    <a:pt x="7" y="217"/>
                  </a:lnTo>
                  <a:lnTo>
                    <a:pt x="7" y="217"/>
                  </a:lnTo>
                  <a:lnTo>
                    <a:pt x="13" y="219"/>
                  </a:lnTo>
                  <a:lnTo>
                    <a:pt x="16" y="220"/>
                  </a:lnTo>
                  <a:lnTo>
                    <a:pt x="16" y="220"/>
                  </a:lnTo>
                  <a:lnTo>
                    <a:pt x="18" y="222"/>
                  </a:lnTo>
                  <a:lnTo>
                    <a:pt x="20" y="228"/>
                  </a:lnTo>
                  <a:lnTo>
                    <a:pt x="20" y="228"/>
                  </a:lnTo>
                  <a:lnTo>
                    <a:pt x="22" y="231"/>
                  </a:lnTo>
                  <a:lnTo>
                    <a:pt x="24" y="233"/>
                  </a:lnTo>
                  <a:lnTo>
                    <a:pt x="38" y="237"/>
                  </a:lnTo>
                  <a:lnTo>
                    <a:pt x="38" y="237"/>
                  </a:lnTo>
                  <a:lnTo>
                    <a:pt x="40" y="233"/>
                  </a:lnTo>
                  <a:lnTo>
                    <a:pt x="42" y="233"/>
                  </a:lnTo>
                  <a:lnTo>
                    <a:pt x="44" y="235"/>
                  </a:lnTo>
                  <a:lnTo>
                    <a:pt x="44" y="235"/>
                  </a:lnTo>
                  <a:lnTo>
                    <a:pt x="46" y="237"/>
                  </a:lnTo>
                  <a:lnTo>
                    <a:pt x="51" y="240"/>
                  </a:lnTo>
                  <a:lnTo>
                    <a:pt x="56" y="242"/>
                  </a:lnTo>
                  <a:lnTo>
                    <a:pt x="64" y="242"/>
                  </a:lnTo>
                  <a:lnTo>
                    <a:pt x="64" y="242"/>
                  </a:lnTo>
                  <a:lnTo>
                    <a:pt x="66" y="246"/>
                  </a:lnTo>
                  <a:lnTo>
                    <a:pt x="66" y="249"/>
                  </a:lnTo>
                  <a:lnTo>
                    <a:pt x="67" y="249"/>
                  </a:lnTo>
                  <a:lnTo>
                    <a:pt x="67" y="249"/>
                  </a:lnTo>
                  <a:lnTo>
                    <a:pt x="71" y="251"/>
                  </a:lnTo>
                  <a:lnTo>
                    <a:pt x="73" y="253"/>
                  </a:lnTo>
                  <a:lnTo>
                    <a:pt x="75" y="257"/>
                  </a:lnTo>
                  <a:lnTo>
                    <a:pt x="75" y="259"/>
                  </a:lnTo>
                  <a:lnTo>
                    <a:pt x="75" y="259"/>
                  </a:lnTo>
                  <a:lnTo>
                    <a:pt x="76" y="260"/>
                  </a:lnTo>
                  <a:lnTo>
                    <a:pt x="78" y="264"/>
                  </a:lnTo>
                  <a:lnTo>
                    <a:pt x="82" y="266"/>
                  </a:lnTo>
                  <a:lnTo>
                    <a:pt x="91" y="266"/>
                  </a:lnTo>
                  <a:lnTo>
                    <a:pt x="91" y="271"/>
                  </a:lnTo>
                  <a:lnTo>
                    <a:pt x="91" y="271"/>
                  </a:lnTo>
                  <a:lnTo>
                    <a:pt x="93" y="275"/>
                  </a:lnTo>
                  <a:lnTo>
                    <a:pt x="95" y="277"/>
                  </a:lnTo>
                  <a:lnTo>
                    <a:pt x="97" y="279"/>
                  </a:lnTo>
                  <a:lnTo>
                    <a:pt x="97" y="279"/>
                  </a:lnTo>
                  <a:lnTo>
                    <a:pt x="102" y="279"/>
                  </a:lnTo>
                  <a:lnTo>
                    <a:pt x="106" y="280"/>
                  </a:lnTo>
                  <a:lnTo>
                    <a:pt x="107" y="275"/>
                  </a:lnTo>
                  <a:lnTo>
                    <a:pt x="107" y="275"/>
                  </a:lnTo>
                  <a:lnTo>
                    <a:pt x="113" y="275"/>
                  </a:lnTo>
                  <a:lnTo>
                    <a:pt x="117" y="275"/>
                  </a:lnTo>
                  <a:lnTo>
                    <a:pt x="118" y="277"/>
                  </a:lnTo>
                  <a:lnTo>
                    <a:pt x="118" y="277"/>
                  </a:lnTo>
                  <a:lnTo>
                    <a:pt x="124" y="280"/>
                  </a:lnTo>
                  <a:lnTo>
                    <a:pt x="131" y="280"/>
                  </a:lnTo>
                  <a:lnTo>
                    <a:pt x="131" y="280"/>
                  </a:lnTo>
                  <a:lnTo>
                    <a:pt x="133" y="282"/>
                  </a:lnTo>
                  <a:lnTo>
                    <a:pt x="137" y="284"/>
                  </a:lnTo>
                  <a:lnTo>
                    <a:pt x="138" y="286"/>
                  </a:lnTo>
                  <a:lnTo>
                    <a:pt x="122" y="317"/>
                  </a:lnTo>
                  <a:lnTo>
                    <a:pt x="129" y="317"/>
                  </a:lnTo>
                  <a:lnTo>
                    <a:pt x="135" y="321"/>
                  </a:lnTo>
                  <a:lnTo>
                    <a:pt x="135" y="321"/>
                  </a:lnTo>
                  <a:lnTo>
                    <a:pt x="144" y="299"/>
                  </a:lnTo>
                  <a:lnTo>
                    <a:pt x="153" y="275"/>
                  </a:lnTo>
                  <a:lnTo>
                    <a:pt x="153" y="275"/>
                  </a:lnTo>
                  <a:lnTo>
                    <a:pt x="153" y="268"/>
                  </a:lnTo>
                  <a:lnTo>
                    <a:pt x="151" y="262"/>
                  </a:lnTo>
                  <a:lnTo>
                    <a:pt x="151" y="262"/>
                  </a:lnTo>
                  <a:lnTo>
                    <a:pt x="146" y="259"/>
                  </a:lnTo>
                  <a:lnTo>
                    <a:pt x="142" y="257"/>
                  </a:lnTo>
                  <a:lnTo>
                    <a:pt x="142" y="251"/>
                  </a:lnTo>
                  <a:lnTo>
                    <a:pt x="155" y="249"/>
                  </a:lnTo>
                  <a:lnTo>
                    <a:pt x="153" y="244"/>
                  </a:lnTo>
                  <a:lnTo>
                    <a:pt x="151" y="242"/>
                  </a:lnTo>
                  <a:lnTo>
                    <a:pt x="146" y="242"/>
                  </a:lnTo>
                  <a:lnTo>
                    <a:pt x="144" y="231"/>
                  </a:lnTo>
                  <a:lnTo>
                    <a:pt x="144" y="231"/>
                  </a:lnTo>
                  <a:lnTo>
                    <a:pt x="155" y="229"/>
                  </a:lnTo>
                  <a:lnTo>
                    <a:pt x="155" y="229"/>
                  </a:lnTo>
                  <a:lnTo>
                    <a:pt x="175" y="228"/>
                  </a:lnTo>
                  <a:lnTo>
                    <a:pt x="175" y="220"/>
                  </a:lnTo>
                  <a:lnTo>
                    <a:pt x="180" y="224"/>
                  </a:lnTo>
                  <a:lnTo>
                    <a:pt x="186" y="222"/>
                  </a:lnTo>
                  <a:lnTo>
                    <a:pt x="188" y="215"/>
                  </a:lnTo>
                  <a:lnTo>
                    <a:pt x="193" y="215"/>
                  </a:lnTo>
                  <a:lnTo>
                    <a:pt x="195" y="222"/>
                  </a:lnTo>
                  <a:lnTo>
                    <a:pt x="200" y="224"/>
                  </a:lnTo>
                  <a:lnTo>
                    <a:pt x="202" y="215"/>
                  </a:lnTo>
                  <a:lnTo>
                    <a:pt x="202" y="215"/>
                  </a:lnTo>
                  <a:lnTo>
                    <a:pt x="199" y="208"/>
                  </a:lnTo>
                  <a:lnTo>
                    <a:pt x="199" y="208"/>
                  </a:lnTo>
                  <a:lnTo>
                    <a:pt x="197" y="202"/>
                  </a:lnTo>
                  <a:lnTo>
                    <a:pt x="197" y="202"/>
                  </a:lnTo>
                  <a:lnTo>
                    <a:pt x="193" y="202"/>
                  </a:lnTo>
                  <a:lnTo>
                    <a:pt x="193" y="202"/>
                  </a:lnTo>
                  <a:lnTo>
                    <a:pt x="191" y="202"/>
                  </a:lnTo>
                  <a:lnTo>
                    <a:pt x="191" y="200"/>
                  </a:lnTo>
                  <a:lnTo>
                    <a:pt x="191" y="195"/>
                  </a:lnTo>
                  <a:lnTo>
                    <a:pt x="191" y="195"/>
                  </a:lnTo>
                  <a:lnTo>
                    <a:pt x="195" y="193"/>
                  </a:lnTo>
                  <a:lnTo>
                    <a:pt x="197" y="191"/>
                  </a:lnTo>
                  <a:lnTo>
                    <a:pt x="199" y="188"/>
                  </a:lnTo>
                  <a:lnTo>
                    <a:pt x="199" y="188"/>
                  </a:lnTo>
                  <a:lnTo>
                    <a:pt x="202" y="177"/>
                  </a:lnTo>
                  <a:lnTo>
                    <a:pt x="202" y="177"/>
                  </a:lnTo>
                  <a:lnTo>
                    <a:pt x="195" y="173"/>
                  </a:lnTo>
                  <a:lnTo>
                    <a:pt x="188" y="166"/>
                  </a:lnTo>
                  <a:lnTo>
                    <a:pt x="188" y="166"/>
                  </a:lnTo>
                  <a:lnTo>
                    <a:pt x="182" y="162"/>
                  </a:lnTo>
                  <a:lnTo>
                    <a:pt x="179" y="157"/>
                  </a:lnTo>
                  <a:lnTo>
                    <a:pt x="179" y="157"/>
                  </a:lnTo>
                  <a:lnTo>
                    <a:pt x="177" y="155"/>
                  </a:lnTo>
                  <a:lnTo>
                    <a:pt x="175" y="151"/>
                  </a:lnTo>
                  <a:lnTo>
                    <a:pt x="171" y="147"/>
                  </a:lnTo>
                  <a:lnTo>
                    <a:pt x="169" y="144"/>
                  </a:lnTo>
                  <a:lnTo>
                    <a:pt x="169" y="144"/>
                  </a:lnTo>
                  <a:lnTo>
                    <a:pt x="169" y="140"/>
                  </a:lnTo>
                  <a:lnTo>
                    <a:pt x="171" y="137"/>
                  </a:lnTo>
                  <a:lnTo>
                    <a:pt x="173" y="135"/>
                  </a:lnTo>
                  <a:lnTo>
                    <a:pt x="175" y="126"/>
                  </a:lnTo>
                  <a:lnTo>
                    <a:pt x="175" y="126"/>
                  </a:lnTo>
                  <a:lnTo>
                    <a:pt x="171" y="124"/>
                  </a:lnTo>
                  <a:lnTo>
                    <a:pt x="164" y="124"/>
                  </a:lnTo>
                  <a:lnTo>
                    <a:pt x="164" y="124"/>
                  </a:lnTo>
                  <a:lnTo>
                    <a:pt x="151" y="124"/>
                  </a:lnTo>
                  <a:lnTo>
                    <a:pt x="151" y="124"/>
                  </a:lnTo>
                  <a:lnTo>
                    <a:pt x="144" y="111"/>
                  </a:lnTo>
                  <a:lnTo>
                    <a:pt x="144" y="111"/>
                  </a:lnTo>
                  <a:lnTo>
                    <a:pt x="142" y="109"/>
                  </a:lnTo>
                  <a:lnTo>
                    <a:pt x="140" y="107"/>
                  </a:lnTo>
                  <a:lnTo>
                    <a:pt x="135" y="109"/>
                  </a:lnTo>
                  <a:lnTo>
                    <a:pt x="135" y="109"/>
                  </a:lnTo>
                  <a:lnTo>
                    <a:pt x="126" y="109"/>
                  </a:lnTo>
                  <a:lnTo>
                    <a:pt x="120" y="109"/>
                  </a:lnTo>
                  <a:lnTo>
                    <a:pt x="109" y="106"/>
                  </a:lnTo>
                  <a:lnTo>
                    <a:pt x="109" y="106"/>
                  </a:lnTo>
                  <a:lnTo>
                    <a:pt x="109" y="104"/>
                  </a:lnTo>
                  <a:lnTo>
                    <a:pt x="107" y="96"/>
                  </a:lnTo>
                  <a:lnTo>
                    <a:pt x="107" y="96"/>
                  </a:lnTo>
                  <a:lnTo>
                    <a:pt x="102" y="91"/>
                  </a:lnTo>
                  <a:lnTo>
                    <a:pt x="100" y="86"/>
                  </a:lnTo>
                  <a:lnTo>
                    <a:pt x="100" y="86"/>
                  </a:lnTo>
                  <a:lnTo>
                    <a:pt x="100" y="84"/>
                  </a:lnTo>
                  <a:lnTo>
                    <a:pt x="102" y="82"/>
                  </a:lnTo>
                  <a:lnTo>
                    <a:pt x="104" y="82"/>
                  </a:lnTo>
                  <a:lnTo>
                    <a:pt x="97" y="67"/>
                  </a:lnTo>
                  <a:lnTo>
                    <a:pt x="89" y="67"/>
                  </a:lnTo>
                  <a:lnTo>
                    <a:pt x="89" y="67"/>
                  </a:lnTo>
                  <a:lnTo>
                    <a:pt x="87" y="67"/>
                  </a:lnTo>
                  <a:lnTo>
                    <a:pt x="87" y="65"/>
                  </a:lnTo>
                  <a:lnTo>
                    <a:pt x="87" y="62"/>
                  </a:lnTo>
                  <a:lnTo>
                    <a:pt x="87" y="62"/>
                  </a:lnTo>
                  <a:lnTo>
                    <a:pt x="89" y="56"/>
                  </a:lnTo>
                  <a:lnTo>
                    <a:pt x="89" y="53"/>
                  </a:lnTo>
                  <a:lnTo>
                    <a:pt x="89" y="51"/>
                  </a:lnTo>
                  <a:lnTo>
                    <a:pt x="91" y="47"/>
                  </a:lnTo>
                  <a:lnTo>
                    <a:pt x="91" y="47"/>
                  </a:lnTo>
                  <a:lnTo>
                    <a:pt x="91" y="44"/>
                  </a:lnTo>
                  <a:lnTo>
                    <a:pt x="91" y="40"/>
                  </a:lnTo>
                  <a:lnTo>
                    <a:pt x="91" y="36"/>
                  </a:lnTo>
                  <a:lnTo>
                    <a:pt x="98" y="35"/>
                  </a:lnTo>
                  <a:lnTo>
                    <a:pt x="104" y="18"/>
                  </a:lnTo>
                  <a:lnTo>
                    <a:pt x="113" y="9"/>
                  </a:lnTo>
                  <a:lnTo>
                    <a:pt x="113" y="9"/>
                  </a:lnTo>
                  <a:lnTo>
                    <a:pt x="122" y="5"/>
                  </a:lnTo>
                  <a:lnTo>
                    <a:pt x="122" y="5"/>
                  </a:lnTo>
                  <a:lnTo>
                    <a:pt x="120" y="0"/>
                  </a:lnTo>
                  <a:lnTo>
                    <a:pt x="120" y="0"/>
                  </a:lnTo>
                  <a:lnTo>
                    <a:pt x="109" y="4"/>
                  </a:lnTo>
                  <a:lnTo>
                    <a:pt x="109" y="7"/>
                  </a:lnTo>
                  <a:lnTo>
                    <a:pt x="109" y="7"/>
                  </a:lnTo>
                  <a:lnTo>
                    <a:pt x="100" y="16"/>
                  </a:lnTo>
                  <a:lnTo>
                    <a:pt x="89" y="24"/>
                  </a:lnTo>
                  <a:lnTo>
                    <a:pt x="89" y="24"/>
                  </a:lnTo>
                  <a:lnTo>
                    <a:pt x="86" y="22"/>
                  </a:lnTo>
                  <a:lnTo>
                    <a:pt x="82" y="20"/>
                  </a:lnTo>
                  <a:lnTo>
                    <a:pt x="78" y="20"/>
                  </a:lnTo>
                  <a:lnTo>
                    <a:pt x="78" y="20"/>
                  </a:lnTo>
                  <a:lnTo>
                    <a:pt x="76" y="22"/>
                  </a:lnTo>
                  <a:lnTo>
                    <a:pt x="76" y="24"/>
                  </a:lnTo>
                  <a:lnTo>
                    <a:pt x="75" y="31"/>
                  </a:lnTo>
                  <a:lnTo>
                    <a:pt x="75" y="31"/>
                  </a:lnTo>
                  <a:lnTo>
                    <a:pt x="75" y="29"/>
                  </a:lnTo>
                  <a:lnTo>
                    <a:pt x="73" y="27"/>
                  </a:lnTo>
                  <a:lnTo>
                    <a:pt x="73" y="27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60" y="47"/>
                  </a:lnTo>
                  <a:lnTo>
                    <a:pt x="56" y="47"/>
                  </a:lnTo>
                  <a:lnTo>
                    <a:pt x="56" y="47"/>
                  </a:lnTo>
                  <a:lnTo>
                    <a:pt x="56" y="53"/>
                  </a:lnTo>
                  <a:lnTo>
                    <a:pt x="56" y="56"/>
                  </a:lnTo>
                  <a:lnTo>
                    <a:pt x="56" y="56"/>
                  </a:lnTo>
                  <a:lnTo>
                    <a:pt x="49" y="56"/>
                  </a:lnTo>
                  <a:lnTo>
                    <a:pt x="49" y="56"/>
                  </a:lnTo>
                  <a:lnTo>
                    <a:pt x="42" y="69"/>
                  </a:lnTo>
                  <a:lnTo>
                    <a:pt x="42" y="69"/>
                  </a:lnTo>
                  <a:lnTo>
                    <a:pt x="42" y="75"/>
                  </a:lnTo>
                  <a:lnTo>
                    <a:pt x="42" y="78"/>
                  </a:lnTo>
                  <a:lnTo>
                    <a:pt x="42" y="78"/>
                  </a:lnTo>
                  <a:lnTo>
                    <a:pt x="33" y="73"/>
                  </a:lnTo>
                  <a:lnTo>
                    <a:pt x="31" y="78"/>
                  </a:lnTo>
                  <a:lnTo>
                    <a:pt x="31" y="78"/>
                  </a:lnTo>
                  <a:lnTo>
                    <a:pt x="33" y="80"/>
                  </a:lnTo>
                  <a:lnTo>
                    <a:pt x="35" y="82"/>
                  </a:lnTo>
                  <a:lnTo>
                    <a:pt x="35" y="86"/>
                  </a:lnTo>
                  <a:lnTo>
                    <a:pt x="35" y="86"/>
                  </a:lnTo>
                  <a:lnTo>
                    <a:pt x="33" y="91"/>
                  </a:lnTo>
                  <a:lnTo>
                    <a:pt x="31" y="93"/>
                  </a:lnTo>
                  <a:lnTo>
                    <a:pt x="29" y="98"/>
                  </a:lnTo>
                  <a:lnTo>
                    <a:pt x="29" y="98"/>
                  </a:lnTo>
                  <a:lnTo>
                    <a:pt x="29" y="111"/>
                  </a:lnTo>
                  <a:lnTo>
                    <a:pt x="29" y="118"/>
                  </a:lnTo>
                  <a:lnTo>
                    <a:pt x="31" y="120"/>
                  </a:lnTo>
                  <a:lnTo>
                    <a:pt x="31" y="120"/>
                  </a:lnTo>
                  <a:lnTo>
                    <a:pt x="27" y="140"/>
                  </a:lnTo>
                  <a:lnTo>
                    <a:pt x="22" y="162"/>
                  </a:lnTo>
                  <a:lnTo>
                    <a:pt x="22" y="162"/>
                  </a:lnTo>
                  <a:lnTo>
                    <a:pt x="31" y="168"/>
                  </a:lnTo>
                  <a:lnTo>
                    <a:pt x="31" y="168"/>
                  </a:lnTo>
                  <a:lnTo>
                    <a:pt x="27" y="173"/>
                  </a:lnTo>
                  <a:lnTo>
                    <a:pt x="20" y="178"/>
                  </a:lnTo>
                  <a:lnTo>
                    <a:pt x="7" y="186"/>
                  </a:lnTo>
                  <a:lnTo>
                    <a:pt x="7" y="186"/>
                  </a:lnTo>
                  <a:lnTo>
                    <a:pt x="9" y="188"/>
                  </a:lnTo>
                  <a:lnTo>
                    <a:pt x="9" y="189"/>
                  </a:lnTo>
                  <a:lnTo>
                    <a:pt x="5" y="193"/>
                  </a:lnTo>
                  <a:lnTo>
                    <a:pt x="5" y="197"/>
                  </a:lnTo>
                  <a:lnTo>
                    <a:pt x="5" y="198"/>
                  </a:lnTo>
                  <a:lnTo>
                    <a:pt x="9" y="200"/>
                  </a:lnTo>
                  <a:lnTo>
                    <a:pt x="9" y="200"/>
                  </a:lnTo>
                  <a:lnTo>
                    <a:pt x="4" y="202"/>
                  </a:lnTo>
                  <a:lnTo>
                    <a:pt x="0" y="200"/>
                  </a:lnTo>
                  <a:lnTo>
                    <a:pt x="0" y="200"/>
                  </a:lnTo>
                  <a:lnTo>
                    <a:pt x="2" y="208"/>
                  </a:lnTo>
                  <a:lnTo>
                    <a:pt x="2" y="208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22" name="Freeform 305">
              <a:extLst>
                <a:ext uri="{FF2B5EF4-FFF2-40B4-BE49-F238E27FC236}">
                  <a16:creationId xmlns:a16="http://schemas.microsoft.com/office/drawing/2014/main" id="{7491CFD8-59BC-4474-8DD7-35DDC52AE9D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78971" y="2374585"/>
              <a:ext cx="1448896" cy="1155261"/>
            </a:xfrm>
            <a:custGeom>
              <a:avLst/>
              <a:gdLst>
                <a:gd name="T0" fmla="*/ 975 w 977"/>
                <a:gd name="T1" fmla="*/ 147 h 779"/>
                <a:gd name="T2" fmla="*/ 935 w 977"/>
                <a:gd name="T3" fmla="*/ 142 h 779"/>
                <a:gd name="T4" fmla="*/ 884 w 977"/>
                <a:gd name="T5" fmla="*/ 85 h 779"/>
                <a:gd name="T6" fmla="*/ 820 w 977"/>
                <a:gd name="T7" fmla="*/ 18 h 779"/>
                <a:gd name="T8" fmla="*/ 749 w 977"/>
                <a:gd name="T9" fmla="*/ 25 h 779"/>
                <a:gd name="T10" fmla="*/ 733 w 977"/>
                <a:gd name="T11" fmla="*/ 82 h 779"/>
                <a:gd name="T12" fmla="*/ 680 w 977"/>
                <a:gd name="T13" fmla="*/ 111 h 779"/>
                <a:gd name="T14" fmla="*/ 709 w 977"/>
                <a:gd name="T15" fmla="*/ 133 h 779"/>
                <a:gd name="T16" fmla="*/ 727 w 977"/>
                <a:gd name="T17" fmla="*/ 164 h 779"/>
                <a:gd name="T18" fmla="*/ 651 w 977"/>
                <a:gd name="T19" fmla="*/ 205 h 779"/>
                <a:gd name="T20" fmla="*/ 596 w 977"/>
                <a:gd name="T21" fmla="*/ 251 h 779"/>
                <a:gd name="T22" fmla="*/ 472 w 977"/>
                <a:gd name="T23" fmla="*/ 273 h 779"/>
                <a:gd name="T24" fmla="*/ 354 w 977"/>
                <a:gd name="T25" fmla="*/ 233 h 779"/>
                <a:gd name="T26" fmla="*/ 299 w 977"/>
                <a:gd name="T27" fmla="*/ 167 h 779"/>
                <a:gd name="T28" fmla="*/ 239 w 977"/>
                <a:gd name="T29" fmla="*/ 109 h 779"/>
                <a:gd name="T30" fmla="*/ 149 w 977"/>
                <a:gd name="T31" fmla="*/ 167 h 779"/>
                <a:gd name="T32" fmla="*/ 120 w 977"/>
                <a:gd name="T33" fmla="*/ 233 h 779"/>
                <a:gd name="T34" fmla="*/ 86 w 977"/>
                <a:gd name="T35" fmla="*/ 277 h 779"/>
                <a:gd name="T36" fmla="*/ 57 w 977"/>
                <a:gd name="T37" fmla="*/ 293 h 779"/>
                <a:gd name="T38" fmla="*/ 33 w 977"/>
                <a:gd name="T39" fmla="*/ 313 h 779"/>
                <a:gd name="T40" fmla="*/ 16 w 977"/>
                <a:gd name="T41" fmla="*/ 311 h 779"/>
                <a:gd name="T42" fmla="*/ 18 w 977"/>
                <a:gd name="T43" fmla="*/ 342 h 779"/>
                <a:gd name="T44" fmla="*/ 51 w 977"/>
                <a:gd name="T45" fmla="*/ 404 h 779"/>
                <a:gd name="T46" fmla="*/ 95 w 977"/>
                <a:gd name="T47" fmla="*/ 433 h 779"/>
                <a:gd name="T48" fmla="*/ 97 w 977"/>
                <a:gd name="T49" fmla="*/ 490 h 779"/>
                <a:gd name="T50" fmla="*/ 139 w 977"/>
                <a:gd name="T51" fmla="*/ 532 h 779"/>
                <a:gd name="T52" fmla="*/ 208 w 977"/>
                <a:gd name="T53" fmla="*/ 573 h 779"/>
                <a:gd name="T54" fmla="*/ 293 w 977"/>
                <a:gd name="T55" fmla="*/ 573 h 779"/>
                <a:gd name="T56" fmla="*/ 364 w 977"/>
                <a:gd name="T57" fmla="*/ 577 h 779"/>
                <a:gd name="T58" fmla="*/ 403 w 977"/>
                <a:gd name="T59" fmla="*/ 612 h 779"/>
                <a:gd name="T60" fmla="*/ 403 w 977"/>
                <a:gd name="T61" fmla="*/ 663 h 779"/>
                <a:gd name="T62" fmla="*/ 430 w 977"/>
                <a:gd name="T63" fmla="*/ 696 h 779"/>
                <a:gd name="T64" fmla="*/ 479 w 977"/>
                <a:gd name="T65" fmla="*/ 683 h 779"/>
                <a:gd name="T66" fmla="*/ 539 w 977"/>
                <a:gd name="T67" fmla="*/ 706 h 779"/>
                <a:gd name="T68" fmla="*/ 587 w 977"/>
                <a:gd name="T69" fmla="*/ 736 h 779"/>
                <a:gd name="T70" fmla="*/ 596 w 977"/>
                <a:gd name="T71" fmla="*/ 717 h 779"/>
                <a:gd name="T72" fmla="*/ 638 w 977"/>
                <a:gd name="T73" fmla="*/ 699 h 779"/>
                <a:gd name="T74" fmla="*/ 685 w 977"/>
                <a:gd name="T75" fmla="*/ 685 h 779"/>
                <a:gd name="T76" fmla="*/ 718 w 977"/>
                <a:gd name="T77" fmla="*/ 648 h 779"/>
                <a:gd name="T78" fmla="*/ 736 w 977"/>
                <a:gd name="T79" fmla="*/ 632 h 779"/>
                <a:gd name="T80" fmla="*/ 736 w 977"/>
                <a:gd name="T81" fmla="*/ 599 h 779"/>
                <a:gd name="T82" fmla="*/ 753 w 977"/>
                <a:gd name="T83" fmla="*/ 579 h 779"/>
                <a:gd name="T84" fmla="*/ 765 w 977"/>
                <a:gd name="T85" fmla="*/ 550 h 779"/>
                <a:gd name="T86" fmla="*/ 771 w 977"/>
                <a:gd name="T87" fmla="*/ 528 h 779"/>
                <a:gd name="T88" fmla="*/ 771 w 977"/>
                <a:gd name="T89" fmla="*/ 512 h 779"/>
                <a:gd name="T90" fmla="*/ 749 w 977"/>
                <a:gd name="T91" fmla="*/ 470 h 779"/>
                <a:gd name="T92" fmla="*/ 743 w 977"/>
                <a:gd name="T93" fmla="*/ 451 h 779"/>
                <a:gd name="T94" fmla="*/ 745 w 977"/>
                <a:gd name="T95" fmla="*/ 413 h 779"/>
                <a:gd name="T96" fmla="*/ 785 w 977"/>
                <a:gd name="T97" fmla="*/ 380 h 779"/>
                <a:gd name="T98" fmla="*/ 749 w 977"/>
                <a:gd name="T99" fmla="*/ 366 h 779"/>
                <a:gd name="T100" fmla="*/ 707 w 977"/>
                <a:gd name="T101" fmla="*/ 342 h 779"/>
                <a:gd name="T102" fmla="*/ 731 w 977"/>
                <a:gd name="T103" fmla="*/ 324 h 779"/>
                <a:gd name="T104" fmla="*/ 780 w 977"/>
                <a:gd name="T105" fmla="*/ 298 h 779"/>
                <a:gd name="T106" fmla="*/ 769 w 977"/>
                <a:gd name="T107" fmla="*/ 338 h 779"/>
                <a:gd name="T108" fmla="*/ 813 w 977"/>
                <a:gd name="T109" fmla="*/ 320 h 779"/>
                <a:gd name="T110" fmla="*/ 871 w 977"/>
                <a:gd name="T111" fmla="*/ 273 h 779"/>
                <a:gd name="T112" fmla="*/ 918 w 977"/>
                <a:gd name="T113" fmla="*/ 247 h 779"/>
                <a:gd name="T114" fmla="*/ 929 w 977"/>
                <a:gd name="T115" fmla="*/ 193 h 779"/>
                <a:gd name="T116" fmla="*/ 643 w 977"/>
                <a:gd name="T117" fmla="*/ 686 h 779"/>
                <a:gd name="T118" fmla="*/ 565 w 977"/>
                <a:gd name="T119" fmla="*/ 767 h 779"/>
                <a:gd name="T120" fmla="*/ 601 w 977"/>
                <a:gd name="T121" fmla="*/ 750 h 7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977" h="779">
                  <a:moveTo>
                    <a:pt x="938" y="198"/>
                  </a:moveTo>
                  <a:lnTo>
                    <a:pt x="942" y="200"/>
                  </a:lnTo>
                  <a:lnTo>
                    <a:pt x="946" y="195"/>
                  </a:lnTo>
                  <a:lnTo>
                    <a:pt x="953" y="191"/>
                  </a:lnTo>
                  <a:lnTo>
                    <a:pt x="955" y="185"/>
                  </a:lnTo>
                  <a:lnTo>
                    <a:pt x="960" y="182"/>
                  </a:lnTo>
                  <a:lnTo>
                    <a:pt x="966" y="176"/>
                  </a:lnTo>
                  <a:lnTo>
                    <a:pt x="969" y="167"/>
                  </a:lnTo>
                  <a:lnTo>
                    <a:pt x="971" y="156"/>
                  </a:lnTo>
                  <a:lnTo>
                    <a:pt x="971" y="151"/>
                  </a:lnTo>
                  <a:lnTo>
                    <a:pt x="975" y="147"/>
                  </a:lnTo>
                  <a:lnTo>
                    <a:pt x="977" y="138"/>
                  </a:lnTo>
                  <a:lnTo>
                    <a:pt x="973" y="134"/>
                  </a:lnTo>
                  <a:lnTo>
                    <a:pt x="973" y="127"/>
                  </a:lnTo>
                  <a:lnTo>
                    <a:pt x="977" y="118"/>
                  </a:lnTo>
                  <a:lnTo>
                    <a:pt x="968" y="122"/>
                  </a:lnTo>
                  <a:lnTo>
                    <a:pt x="964" y="127"/>
                  </a:lnTo>
                  <a:lnTo>
                    <a:pt x="959" y="129"/>
                  </a:lnTo>
                  <a:lnTo>
                    <a:pt x="953" y="129"/>
                  </a:lnTo>
                  <a:lnTo>
                    <a:pt x="946" y="133"/>
                  </a:lnTo>
                  <a:lnTo>
                    <a:pt x="940" y="138"/>
                  </a:lnTo>
                  <a:lnTo>
                    <a:pt x="935" y="142"/>
                  </a:lnTo>
                  <a:lnTo>
                    <a:pt x="929" y="144"/>
                  </a:lnTo>
                  <a:lnTo>
                    <a:pt x="922" y="138"/>
                  </a:lnTo>
                  <a:lnTo>
                    <a:pt x="915" y="134"/>
                  </a:lnTo>
                  <a:lnTo>
                    <a:pt x="911" y="129"/>
                  </a:lnTo>
                  <a:lnTo>
                    <a:pt x="913" y="122"/>
                  </a:lnTo>
                  <a:lnTo>
                    <a:pt x="911" y="114"/>
                  </a:lnTo>
                  <a:lnTo>
                    <a:pt x="904" y="109"/>
                  </a:lnTo>
                  <a:lnTo>
                    <a:pt x="900" y="100"/>
                  </a:lnTo>
                  <a:lnTo>
                    <a:pt x="898" y="93"/>
                  </a:lnTo>
                  <a:lnTo>
                    <a:pt x="893" y="89"/>
                  </a:lnTo>
                  <a:lnTo>
                    <a:pt x="884" y="85"/>
                  </a:lnTo>
                  <a:lnTo>
                    <a:pt x="878" y="83"/>
                  </a:lnTo>
                  <a:lnTo>
                    <a:pt x="871" y="83"/>
                  </a:lnTo>
                  <a:lnTo>
                    <a:pt x="866" y="80"/>
                  </a:lnTo>
                  <a:lnTo>
                    <a:pt x="860" y="69"/>
                  </a:lnTo>
                  <a:lnTo>
                    <a:pt x="853" y="58"/>
                  </a:lnTo>
                  <a:lnTo>
                    <a:pt x="851" y="47"/>
                  </a:lnTo>
                  <a:lnTo>
                    <a:pt x="851" y="41"/>
                  </a:lnTo>
                  <a:lnTo>
                    <a:pt x="846" y="32"/>
                  </a:lnTo>
                  <a:lnTo>
                    <a:pt x="840" y="27"/>
                  </a:lnTo>
                  <a:lnTo>
                    <a:pt x="833" y="20"/>
                  </a:lnTo>
                  <a:lnTo>
                    <a:pt x="820" y="18"/>
                  </a:lnTo>
                  <a:lnTo>
                    <a:pt x="815" y="12"/>
                  </a:lnTo>
                  <a:lnTo>
                    <a:pt x="809" y="7"/>
                  </a:lnTo>
                  <a:lnTo>
                    <a:pt x="802" y="1"/>
                  </a:lnTo>
                  <a:lnTo>
                    <a:pt x="793" y="0"/>
                  </a:lnTo>
                  <a:lnTo>
                    <a:pt x="787" y="3"/>
                  </a:lnTo>
                  <a:lnTo>
                    <a:pt x="780" y="5"/>
                  </a:lnTo>
                  <a:lnTo>
                    <a:pt x="771" y="5"/>
                  </a:lnTo>
                  <a:lnTo>
                    <a:pt x="764" y="11"/>
                  </a:lnTo>
                  <a:lnTo>
                    <a:pt x="756" y="16"/>
                  </a:lnTo>
                  <a:lnTo>
                    <a:pt x="751" y="23"/>
                  </a:lnTo>
                  <a:lnTo>
                    <a:pt x="749" y="25"/>
                  </a:lnTo>
                  <a:lnTo>
                    <a:pt x="747" y="31"/>
                  </a:lnTo>
                  <a:lnTo>
                    <a:pt x="753" y="31"/>
                  </a:lnTo>
                  <a:lnTo>
                    <a:pt x="754" y="38"/>
                  </a:lnTo>
                  <a:lnTo>
                    <a:pt x="753" y="45"/>
                  </a:lnTo>
                  <a:lnTo>
                    <a:pt x="749" y="49"/>
                  </a:lnTo>
                  <a:lnTo>
                    <a:pt x="751" y="58"/>
                  </a:lnTo>
                  <a:lnTo>
                    <a:pt x="745" y="67"/>
                  </a:lnTo>
                  <a:lnTo>
                    <a:pt x="740" y="74"/>
                  </a:lnTo>
                  <a:lnTo>
                    <a:pt x="740" y="74"/>
                  </a:lnTo>
                  <a:lnTo>
                    <a:pt x="734" y="78"/>
                  </a:lnTo>
                  <a:lnTo>
                    <a:pt x="733" y="82"/>
                  </a:lnTo>
                  <a:lnTo>
                    <a:pt x="733" y="83"/>
                  </a:lnTo>
                  <a:lnTo>
                    <a:pt x="733" y="85"/>
                  </a:lnTo>
                  <a:lnTo>
                    <a:pt x="733" y="85"/>
                  </a:lnTo>
                  <a:lnTo>
                    <a:pt x="733" y="87"/>
                  </a:lnTo>
                  <a:lnTo>
                    <a:pt x="727" y="89"/>
                  </a:lnTo>
                  <a:lnTo>
                    <a:pt x="722" y="91"/>
                  </a:lnTo>
                  <a:lnTo>
                    <a:pt x="713" y="100"/>
                  </a:lnTo>
                  <a:lnTo>
                    <a:pt x="705" y="96"/>
                  </a:lnTo>
                  <a:lnTo>
                    <a:pt x="696" y="89"/>
                  </a:lnTo>
                  <a:lnTo>
                    <a:pt x="687" y="93"/>
                  </a:lnTo>
                  <a:lnTo>
                    <a:pt x="680" y="111"/>
                  </a:lnTo>
                  <a:lnTo>
                    <a:pt x="680" y="111"/>
                  </a:lnTo>
                  <a:lnTo>
                    <a:pt x="680" y="114"/>
                  </a:lnTo>
                  <a:lnTo>
                    <a:pt x="683" y="118"/>
                  </a:lnTo>
                  <a:lnTo>
                    <a:pt x="683" y="118"/>
                  </a:lnTo>
                  <a:lnTo>
                    <a:pt x="682" y="123"/>
                  </a:lnTo>
                  <a:lnTo>
                    <a:pt x="680" y="127"/>
                  </a:lnTo>
                  <a:lnTo>
                    <a:pt x="678" y="131"/>
                  </a:lnTo>
                  <a:lnTo>
                    <a:pt x="676" y="138"/>
                  </a:lnTo>
                  <a:lnTo>
                    <a:pt x="689" y="144"/>
                  </a:lnTo>
                  <a:lnTo>
                    <a:pt x="700" y="142"/>
                  </a:lnTo>
                  <a:lnTo>
                    <a:pt x="709" y="133"/>
                  </a:lnTo>
                  <a:lnTo>
                    <a:pt x="714" y="134"/>
                  </a:lnTo>
                  <a:lnTo>
                    <a:pt x="718" y="138"/>
                  </a:lnTo>
                  <a:lnTo>
                    <a:pt x="725" y="145"/>
                  </a:lnTo>
                  <a:lnTo>
                    <a:pt x="736" y="149"/>
                  </a:lnTo>
                  <a:lnTo>
                    <a:pt x="743" y="156"/>
                  </a:lnTo>
                  <a:lnTo>
                    <a:pt x="740" y="164"/>
                  </a:lnTo>
                  <a:lnTo>
                    <a:pt x="740" y="164"/>
                  </a:lnTo>
                  <a:lnTo>
                    <a:pt x="734" y="162"/>
                  </a:lnTo>
                  <a:lnTo>
                    <a:pt x="731" y="164"/>
                  </a:lnTo>
                  <a:lnTo>
                    <a:pt x="727" y="164"/>
                  </a:lnTo>
                  <a:lnTo>
                    <a:pt x="727" y="164"/>
                  </a:lnTo>
                  <a:lnTo>
                    <a:pt x="723" y="165"/>
                  </a:lnTo>
                  <a:lnTo>
                    <a:pt x="720" y="169"/>
                  </a:lnTo>
                  <a:lnTo>
                    <a:pt x="716" y="173"/>
                  </a:lnTo>
                  <a:lnTo>
                    <a:pt x="705" y="171"/>
                  </a:lnTo>
                  <a:lnTo>
                    <a:pt x="692" y="180"/>
                  </a:lnTo>
                  <a:lnTo>
                    <a:pt x="689" y="176"/>
                  </a:lnTo>
                  <a:lnTo>
                    <a:pt x="683" y="176"/>
                  </a:lnTo>
                  <a:lnTo>
                    <a:pt x="680" y="185"/>
                  </a:lnTo>
                  <a:lnTo>
                    <a:pt x="674" y="189"/>
                  </a:lnTo>
                  <a:lnTo>
                    <a:pt x="654" y="195"/>
                  </a:lnTo>
                  <a:lnTo>
                    <a:pt x="651" y="205"/>
                  </a:lnTo>
                  <a:lnTo>
                    <a:pt x="638" y="213"/>
                  </a:lnTo>
                  <a:lnTo>
                    <a:pt x="629" y="211"/>
                  </a:lnTo>
                  <a:lnTo>
                    <a:pt x="621" y="202"/>
                  </a:lnTo>
                  <a:lnTo>
                    <a:pt x="612" y="200"/>
                  </a:lnTo>
                  <a:lnTo>
                    <a:pt x="607" y="204"/>
                  </a:lnTo>
                  <a:lnTo>
                    <a:pt x="603" y="213"/>
                  </a:lnTo>
                  <a:lnTo>
                    <a:pt x="601" y="222"/>
                  </a:lnTo>
                  <a:lnTo>
                    <a:pt x="605" y="231"/>
                  </a:lnTo>
                  <a:lnTo>
                    <a:pt x="607" y="240"/>
                  </a:lnTo>
                  <a:lnTo>
                    <a:pt x="601" y="247"/>
                  </a:lnTo>
                  <a:lnTo>
                    <a:pt x="596" y="251"/>
                  </a:lnTo>
                  <a:lnTo>
                    <a:pt x="581" y="255"/>
                  </a:lnTo>
                  <a:lnTo>
                    <a:pt x="567" y="258"/>
                  </a:lnTo>
                  <a:lnTo>
                    <a:pt x="552" y="258"/>
                  </a:lnTo>
                  <a:lnTo>
                    <a:pt x="543" y="260"/>
                  </a:lnTo>
                  <a:lnTo>
                    <a:pt x="538" y="262"/>
                  </a:lnTo>
                  <a:lnTo>
                    <a:pt x="528" y="271"/>
                  </a:lnTo>
                  <a:lnTo>
                    <a:pt x="518" y="275"/>
                  </a:lnTo>
                  <a:lnTo>
                    <a:pt x="507" y="275"/>
                  </a:lnTo>
                  <a:lnTo>
                    <a:pt x="496" y="278"/>
                  </a:lnTo>
                  <a:lnTo>
                    <a:pt x="479" y="278"/>
                  </a:lnTo>
                  <a:lnTo>
                    <a:pt x="472" y="273"/>
                  </a:lnTo>
                  <a:lnTo>
                    <a:pt x="463" y="264"/>
                  </a:lnTo>
                  <a:lnTo>
                    <a:pt x="459" y="262"/>
                  </a:lnTo>
                  <a:lnTo>
                    <a:pt x="436" y="262"/>
                  </a:lnTo>
                  <a:lnTo>
                    <a:pt x="421" y="260"/>
                  </a:lnTo>
                  <a:lnTo>
                    <a:pt x="408" y="258"/>
                  </a:lnTo>
                  <a:lnTo>
                    <a:pt x="395" y="260"/>
                  </a:lnTo>
                  <a:lnTo>
                    <a:pt x="386" y="258"/>
                  </a:lnTo>
                  <a:lnTo>
                    <a:pt x="377" y="253"/>
                  </a:lnTo>
                  <a:lnTo>
                    <a:pt x="370" y="244"/>
                  </a:lnTo>
                  <a:lnTo>
                    <a:pt x="361" y="238"/>
                  </a:lnTo>
                  <a:lnTo>
                    <a:pt x="354" y="233"/>
                  </a:lnTo>
                  <a:lnTo>
                    <a:pt x="352" y="224"/>
                  </a:lnTo>
                  <a:lnTo>
                    <a:pt x="344" y="216"/>
                  </a:lnTo>
                  <a:lnTo>
                    <a:pt x="335" y="213"/>
                  </a:lnTo>
                  <a:lnTo>
                    <a:pt x="330" y="209"/>
                  </a:lnTo>
                  <a:lnTo>
                    <a:pt x="323" y="204"/>
                  </a:lnTo>
                  <a:lnTo>
                    <a:pt x="312" y="204"/>
                  </a:lnTo>
                  <a:lnTo>
                    <a:pt x="303" y="200"/>
                  </a:lnTo>
                  <a:lnTo>
                    <a:pt x="301" y="193"/>
                  </a:lnTo>
                  <a:lnTo>
                    <a:pt x="303" y="184"/>
                  </a:lnTo>
                  <a:lnTo>
                    <a:pt x="304" y="176"/>
                  </a:lnTo>
                  <a:lnTo>
                    <a:pt x="299" y="167"/>
                  </a:lnTo>
                  <a:lnTo>
                    <a:pt x="292" y="164"/>
                  </a:lnTo>
                  <a:lnTo>
                    <a:pt x="290" y="158"/>
                  </a:lnTo>
                  <a:lnTo>
                    <a:pt x="281" y="147"/>
                  </a:lnTo>
                  <a:lnTo>
                    <a:pt x="272" y="142"/>
                  </a:lnTo>
                  <a:lnTo>
                    <a:pt x="261" y="144"/>
                  </a:lnTo>
                  <a:lnTo>
                    <a:pt x="253" y="142"/>
                  </a:lnTo>
                  <a:lnTo>
                    <a:pt x="248" y="136"/>
                  </a:lnTo>
                  <a:lnTo>
                    <a:pt x="246" y="131"/>
                  </a:lnTo>
                  <a:lnTo>
                    <a:pt x="244" y="118"/>
                  </a:lnTo>
                  <a:lnTo>
                    <a:pt x="246" y="103"/>
                  </a:lnTo>
                  <a:lnTo>
                    <a:pt x="239" y="109"/>
                  </a:lnTo>
                  <a:lnTo>
                    <a:pt x="215" y="113"/>
                  </a:lnTo>
                  <a:lnTo>
                    <a:pt x="208" y="118"/>
                  </a:lnTo>
                  <a:lnTo>
                    <a:pt x="202" y="125"/>
                  </a:lnTo>
                  <a:lnTo>
                    <a:pt x="193" y="129"/>
                  </a:lnTo>
                  <a:lnTo>
                    <a:pt x="191" y="134"/>
                  </a:lnTo>
                  <a:lnTo>
                    <a:pt x="190" y="142"/>
                  </a:lnTo>
                  <a:lnTo>
                    <a:pt x="177" y="147"/>
                  </a:lnTo>
                  <a:lnTo>
                    <a:pt x="168" y="147"/>
                  </a:lnTo>
                  <a:lnTo>
                    <a:pt x="160" y="153"/>
                  </a:lnTo>
                  <a:lnTo>
                    <a:pt x="155" y="162"/>
                  </a:lnTo>
                  <a:lnTo>
                    <a:pt x="149" y="167"/>
                  </a:lnTo>
                  <a:lnTo>
                    <a:pt x="146" y="178"/>
                  </a:lnTo>
                  <a:lnTo>
                    <a:pt x="148" y="189"/>
                  </a:lnTo>
                  <a:lnTo>
                    <a:pt x="153" y="195"/>
                  </a:lnTo>
                  <a:lnTo>
                    <a:pt x="149" y="200"/>
                  </a:lnTo>
                  <a:lnTo>
                    <a:pt x="135" y="200"/>
                  </a:lnTo>
                  <a:lnTo>
                    <a:pt x="122" y="205"/>
                  </a:lnTo>
                  <a:lnTo>
                    <a:pt x="109" y="207"/>
                  </a:lnTo>
                  <a:lnTo>
                    <a:pt x="106" y="213"/>
                  </a:lnTo>
                  <a:lnTo>
                    <a:pt x="109" y="218"/>
                  </a:lnTo>
                  <a:lnTo>
                    <a:pt x="117" y="225"/>
                  </a:lnTo>
                  <a:lnTo>
                    <a:pt x="120" y="233"/>
                  </a:lnTo>
                  <a:lnTo>
                    <a:pt x="113" y="246"/>
                  </a:lnTo>
                  <a:lnTo>
                    <a:pt x="113" y="258"/>
                  </a:lnTo>
                  <a:lnTo>
                    <a:pt x="113" y="258"/>
                  </a:lnTo>
                  <a:lnTo>
                    <a:pt x="106" y="262"/>
                  </a:lnTo>
                  <a:lnTo>
                    <a:pt x="100" y="266"/>
                  </a:lnTo>
                  <a:lnTo>
                    <a:pt x="100" y="266"/>
                  </a:lnTo>
                  <a:lnTo>
                    <a:pt x="97" y="269"/>
                  </a:lnTo>
                  <a:lnTo>
                    <a:pt x="93" y="273"/>
                  </a:lnTo>
                  <a:lnTo>
                    <a:pt x="93" y="273"/>
                  </a:lnTo>
                  <a:lnTo>
                    <a:pt x="89" y="275"/>
                  </a:lnTo>
                  <a:lnTo>
                    <a:pt x="86" y="277"/>
                  </a:lnTo>
                  <a:lnTo>
                    <a:pt x="86" y="277"/>
                  </a:lnTo>
                  <a:lnTo>
                    <a:pt x="82" y="280"/>
                  </a:lnTo>
                  <a:lnTo>
                    <a:pt x="82" y="282"/>
                  </a:lnTo>
                  <a:lnTo>
                    <a:pt x="82" y="282"/>
                  </a:lnTo>
                  <a:lnTo>
                    <a:pt x="82" y="284"/>
                  </a:lnTo>
                  <a:lnTo>
                    <a:pt x="78" y="286"/>
                  </a:lnTo>
                  <a:lnTo>
                    <a:pt x="71" y="286"/>
                  </a:lnTo>
                  <a:lnTo>
                    <a:pt x="62" y="287"/>
                  </a:lnTo>
                  <a:lnTo>
                    <a:pt x="58" y="289"/>
                  </a:lnTo>
                  <a:lnTo>
                    <a:pt x="57" y="293"/>
                  </a:lnTo>
                  <a:lnTo>
                    <a:pt x="57" y="293"/>
                  </a:lnTo>
                  <a:lnTo>
                    <a:pt x="55" y="297"/>
                  </a:lnTo>
                  <a:lnTo>
                    <a:pt x="55" y="300"/>
                  </a:lnTo>
                  <a:lnTo>
                    <a:pt x="55" y="304"/>
                  </a:lnTo>
                  <a:lnTo>
                    <a:pt x="53" y="306"/>
                  </a:lnTo>
                  <a:lnTo>
                    <a:pt x="53" y="306"/>
                  </a:lnTo>
                  <a:lnTo>
                    <a:pt x="49" y="307"/>
                  </a:lnTo>
                  <a:lnTo>
                    <a:pt x="46" y="309"/>
                  </a:lnTo>
                  <a:lnTo>
                    <a:pt x="38" y="309"/>
                  </a:lnTo>
                  <a:lnTo>
                    <a:pt x="38" y="309"/>
                  </a:lnTo>
                  <a:lnTo>
                    <a:pt x="35" y="313"/>
                  </a:lnTo>
                  <a:lnTo>
                    <a:pt x="33" y="313"/>
                  </a:lnTo>
                  <a:lnTo>
                    <a:pt x="31" y="315"/>
                  </a:lnTo>
                  <a:lnTo>
                    <a:pt x="31" y="315"/>
                  </a:lnTo>
                  <a:lnTo>
                    <a:pt x="29" y="313"/>
                  </a:lnTo>
                  <a:lnTo>
                    <a:pt x="27" y="309"/>
                  </a:lnTo>
                  <a:lnTo>
                    <a:pt x="27" y="307"/>
                  </a:lnTo>
                  <a:lnTo>
                    <a:pt x="26" y="306"/>
                  </a:lnTo>
                  <a:lnTo>
                    <a:pt x="26" y="306"/>
                  </a:lnTo>
                  <a:lnTo>
                    <a:pt x="22" y="306"/>
                  </a:lnTo>
                  <a:lnTo>
                    <a:pt x="20" y="307"/>
                  </a:lnTo>
                  <a:lnTo>
                    <a:pt x="16" y="311"/>
                  </a:lnTo>
                  <a:lnTo>
                    <a:pt x="16" y="311"/>
                  </a:lnTo>
                  <a:lnTo>
                    <a:pt x="13" y="315"/>
                  </a:lnTo>
                  <a:lnTo>
                    <a:pt x="9" y="318"/>
                  </a:lnTo>
                  <a:lnTo>
                    <a:pt x="9" y="318"/>
                  </a:lnTo>
                  <a:lnTo>
                    <a:pt x="4" y="320"/>
                  </a:lnTo>
                  <a:lnTo>
                    <a:pt x="4" y="320"/>
                  </a:lnTo>
                  <a:lnTo>
                    <a:pt x="0" y="326"/>
                  </a:lnTo>
                  <a:lnTo>
                    <a:pt x="0" y="335"/>
                  </a:lnTo>
                  <a:lnTo>
                    <a:pt x="0" y="340"/>
                  </a:lnTo>
                  <a:lnTo>
                    <a:pt x="6" y="344"/>
                  </a:lnTo>
                  <a:lnTo>
                    <a:pt x="16" y="340"/>
                  </a:lnTo>
                  <a:lnTo>
                    <a:pt x="18" y="342"/>
                  </a:lnTo>
                  <a:lnTo>
                    <a:pt x="16" y="348"/>
                  </a:lnTo>
                  <a:lnTo>
                    <a:pt x="15" y="355"/>
                  </a:lnTo>
                  <a:lnTo>
                    <a:pt x="18" y="362"/>
                  </a:lnTo>
                  <a:lnTo>
                    <a:pt x="20" y="371"/>
                  </a:lnTo>
                  <a:lnTo>
                    <a:pt x="24" y="375"/>
                  </a:lnTo>
                  <a:lnTo>
                    <a:pt x="24" y="380"/>
                  </a:lnTo>
                  <a:lnTo>
                    <a:pt x="18" y="382"/>
                  </a:lnTo>
                  <a:lnTo>
                    <a:pt x="18" y="388"/>
                  </a:lnTo>
                  <a:lnTo>
                    <a:pt x="29" y="388"/>
                  </a:lnTo>
                  <a:lnTo>
                    <a:pt x="47" y="399"/>
                  </a:lnTo>
                  <a:lnTo>
                    <a:pt x="51" y="404"/>
                  </a:lnTo>
                  <a:lnTo>
                    <a:pt x="57" y="409"/>
                  </a:lnTo>
                  <a:lnTo>
                    <a:pt x="64" y="404"/>
                  </a:lnTo>
                  <a:lnTo>
                    <a:pt x="67" y="400"/>
                  </a:lnTo>
                  <a:lnTo>
                    <a:pt x="75" y="400"/>
                  </a:lnTo>
                  <a:lnTo>
                    <a:pt x="82" y="402"/>
                  </a:lnTo>
                  <a:lnTo>
                    <a:pt x="89" y="404"/>
                  </a:lnTo>
                  <a:lnTo>
                    <a:pt x="93" y="411"/>
                  </a:lnTo>
                  <a:lnTo>
                    <a:pt x="97" y="415"/>
                  </a:lnTo>
                  <a:lnTo>
                    <a:pt x="100" y="422"/>
                  </a:lnTo>
                  <a:lnTo>
                    <a:pt x="97" y="428"/>
                  </a:lnTo>
                  <a:lnTo>
                    <a:pt x="95" y="433"/>
                  </a:lnTo>
                  <a:lnTo>
                    <a:pt x="91" y="437"/>
                  </a:lnTo>
                  <a:lnTo>
                    <a:pt x="88" y="442"/>
                  </a:lnTo>
                  <a:lnTo>
                    <a:pt x="84" y="450"/>
                  </a:lnTo>
                  <a:lnTo>
                    <a:pt x="80" y="453"/>
                  </a:lnTo>
                  <a:lnTo>
                    <a:pt x="77" y="459"/>
                  </a:lnTo>
                  <a:lnTo>
                    <a:pt x="84" y="464"/>
                  </a:lnTo>
                  <a:lnTo>
                    <a:pt x="88" y="470"/>
                  </a:lnTo>
                  <a:lnTo>
                    <a:pt x="86" y="481"/>
                  </a:lnTo>
                  <a:lnTo>
                    <a:pt x="91" y="484"/>
                  </a:lnTo>
                  <a:lnTo>
                    <a:pt x="97" y="484"/>
                  </a:lnTo>
                  <a:lnTo>
                    <a:pt x="97" y="490"/>
                  </a:lnTo>
                  <a:lnTo>
                    <a:pt x="93" y="499"/>
                  </a:lnTo>
                  <a:lnTo>
                    <a:pt x="95" y="502"/>
                  </a:lnTo>
                  <a:lnTo>
                    <a:pt x="91" y="506"/>
                  </a:lnTo>
                  <a:lnTo>
                    <a:pt x="95" y="513"/>
                  </a:lnTo>
                  <a:lnTo>
                    <a:pt x="102" y="517"/>
                  </a:lnTo>
                  <a:lnTo>
                    <a:pt x="108" y="521"/>
                  </a:lnTo>
                  <a:lnTo>
                    <a:pt x="117" y="522"/>
                  </a:lnTo>
                  <a:lnTo>
                    <a:pt x="122" y="528"/>
                  </a:lnTo>
                  <a:lnTo>
                    <a:pt x="128" y="533"/>
                  </a:lnTo>
                  <a:lnTo>
                    <a:pt x="131" y="532"/>
                  </a:lnTo>
                  <a:lnTo>
                    <a:pt x="139" y="532"/>
                  </a:lnTo>
                  <a:lnTo>
                    <a:pt x="148" y="533"/>
                  </a:lnTo>
                  <a:lnTo>
                    <a:pt x="153" y="533"/>
                  </a:lnTo>
                  <a:lnTo>
                    <a:pt x="160" y="546"/>
                  </a:lnTo>
                  <a:lnTo>
                    <a:pt x="166" y="546"/>
                  </a:lnTo>
                  <a:lnTo>
                    <a:pt x="175" y="544"/>
                  </a:lnTo>
                  <a:lnTo>
                    <a:pt x="180" y="548"/>
                  </a:lnTo>
                  <a:lnTo>
                    <a:pt x="180" y="555"/>
                  </a:lnTo>
                  <a:lnTo>
                    <a:pt x="190" y="559"/>
                  </a:lnTo>
                  <a:lnTo>
                    <a:pt x="197" y="566"/>
                  </a:lnTo>
                  <a:lnTo>
                    <a:pt x="200" y="573"/>
                  </a:lnTo>
                  <a:lnTo>
                    <a:pt x="208" y="573"/>
                  </a:lnTo>
                  <a:lnTo>
                    <a:pt x="215" y="579"/>
                  </a:lnTo>
                  <a:lnTo>
                    <a:pt x="230" y="579"/>
                  </a:lnTo>
                  <a:lnTo>
                    <a:pt x="241" y="581"/>
                  </a:lnTo>
                  <a:lnTo>
                    <a:pt x="246" y="577"/>
                  </a:lnTo>
                  <a:lnTo>
                    <a:pt x="252" y="579"/>
                  </a:lnTo>
                  <a:lnTo>
                    <a:pt x="257" y="586"/>
                  </a:lnTo>
                  <a:lnTo>
                    <a:pt x="264" y="575"/>
                  </a:lnTo>
                  <a:lnTo>
                    <a:pt x="270" y="572"/>
                  </a:lnTo>
                  <a:lnTo>
                    <a:pt x="279" y="570"/>
                  </a:lnTo>
                  <a:lnTo>
                    <a:pt x="286" y="573"/>
                  </a:lnTo>
                  <a:lnTo>
                    <a:pt x="293" y="573"/>
                  </a:lnTo>
                  <a:lnTo>
                    <a:pt x="303" y="575"/>
                  </a:lnTo>
                  <a:lnTo>
                    <a:pt x="312" y="573"/>
                  </a:lnTo>
                  <a:lnTo>
                    <a:pt x="321" y="570"/>
                  </a:lnTo>
                  <a:lnTo>
                    <a:pt x="326" y="564"/>
                  </a:lnTo>
                  <a:lnTo>
                    <a:pt x="335" y="564"/>
                  </a:lnTo>
                  <a:lnTo>
                    <a:pt x="341" y="566"/>
                  </a:lnTo>
                  <a:lnTo>
                    <a:pt x="346" y="561"/>
                  </a:lnTo>
                  <a:lnTo>
                    <a:pt x="352" y="561"/>
                  </a:lnTo>
                  <a:lnTo>
                    <a:pt x="361" y="564"/>
                  </a:lnTo>
                  <a:lnTo>
                    <a:pt x="361" y="573"/>
                  </a:lnTo>
                  <a:lnTo>
                    <a:pt x="364" y="577"/>
                  </a:lnTo>
                  <a:lnTo>
                    <a:pt x="370" y="575"/>
                  </a:lnTo>
                  <a:lnTo>
                    <a:pt x="374" y="577"/>
                  </a:lnTo>
                  <a:lnTo>
                    <a:pt x="381" y="579"/>
                  </a:lnTo>
                  <a:lnTo>
                    <a:pt x="385" y="581"/>
                  </a:lnTo>
                  <a:lnTo>
                    <a:pt x="388" y="586"/>
                  </a:lnTo>
                  <a:lnTo>
                    <a:pt x="390" y="592"/>
                  </a:lnTo>
                  <a:lnTo>
                    <a:pt x="394" y="590"/>
                  </a:lnTo>
                  <a:lnTo>
                    <a:pt x="399" y="590"/>
                  </a:lnTo>
                  <a:lnTo>
                    <a:pt x="401" y="597"/>
                  </a:lnTo>
                  <a:lnTo>
                    <a:pt x="405" y="603"/>
                  </a:lnTo>
                  <a:lnTo>
                    <a:pt x="403" y="612"/>
                  </a:lnTo>
                  <a:lnTo>
                    <a:pt x="405" y="617"/>
                  </a:lnTo>
                  <a:lnTo>
                    <a:pt x="405" y="623"/>
                  </a:lnTo>
                  <a:lnTo>
                    <a:pt x="403" y="634"/>
                  </a:lnTo>
                  <a:lnTo>
                    <a:pt x="399" y="641"/>
                  </a:lnTo>
                  <a:lnTo>
                    <a:pt x="392" y="648"/>
                  </a:lnTo>
                  <a:lnTo>
                    <a:pt x="392" y="654"/>
                  </a:lnTo>
                  <a:lnTo>
                    <a:pt x="395" y="659"/>
                  </a:lnTo>
                  <a:lnTo>
                    <a:pt x="395" y="665"/>
                  </a:lnTo>
                  <a:lnTo>
                    <a:pt x="397" y="668"/>
                  </a:lnTo>
                  <a:lnTo>
                    <a:pt x="399" y="666"/>
                  </a:lnTo>
                  <a:lnTo>
                    <a:pt x="403" y="663"/>
                  </a:lnTo>
                  <a:lnTo>
                    <a:pt x="408" y="661"/>
                  </a:lnTo>
                  <a:lnTo>
                    <a:pt x="414" y="661"/>
                  </a:lnTo>
                  <a:lnTo>
                    <a:pt x="417" y="665"/>
                  </a:lnTo>
                  <a:lnTo>
                    <a:pt x="416" y="670"/>
                  </a:lnTo>
                  <a:lnTo>
                    <a:pt x="417" y="677"/>
                  </a:lnTo>
                  <a:lnTo>
                    <a:pt x="423" y="677"/>
                  </a:lnTo>
                  <a:lnTo>
                    <a:pt x="425" y="681"/>
                  </a:lnTo>
                  <a:lnTo>
                    <a:pt x="419" y="690"/>
                  </a:lnTo>
                  <a:lnTo>
                    <a:pt x="419" y="694"/>
                  </a:lnTo>
                  <a:lnTo>
                    <a:pt x="426" y="696"/>
                  </a:lnTo>
                  <a:lnTo>
                    <a:pt x="430" y="696"/>
                  </a:lnTo>
                  <a:lnTo>
                    <a:pt x="432" y="705"/>
                  </a:lnTo>
                  <a:lnTo>
                    <a:pt x="436" y="712"/>
                  </a:lnTo>
                  <a:lnTo>
                    <a:pt x="446" y="716"/>
                  </a:lnTo>
                  <a:lnTo>
                    <a:pt x="450" y="716"/>
                  </a:lnTo>
                  <a:lnTo>
                    <a:pt x="457" y="712"/>
                  </a:lnTo>
                  <a:lnTo>
                    <a:pt x="459" y="703"/>
                  </a:lnTo>
                  <a:lnTo>
                    <a:pt x="454" y="686"/>
                  </a:lnTo>
                  <a:lnTo>
                    <a:pt x="456" y="681"/>
                  </a:lnTo>
                  <a:lnTo>
                    <a:pt x="463" y="679"/>
                  </a:lnTo>
                  <a:lnTo>
                    <a:pt x="472" y="686"/>
                  </a:lnTo>
                  <a:lnTo>
                    <a:pt x="479" y="683"/>
                  </a:lnTo>
                  <a:lnTo>
                    <a:pt x="488" y="688"/>
                  </a:lnTo>
                  <a:lnTo>
                    <a:pt x="494" y="685"/>
                  </a:lnTo>
                  <a:lnTo>
                    <a:pt x="505" y="683"/>
                  </a:lnTo>
                  <a:lnTo>
                    <a:pt x="508" y="679"/>
                  </a:lnTo>
                  <a:lnTo>
                    <a:pt x="516" y="681"/>
                  </a:lnTo>
                  <a:lnTo>
                    <a:pt x="523" y="688"/>
                  </a:lnTo>
                  <a:lnTo>
                    <a:pt x="528" y="690"/>
                  </a:lnTo>
                  <a:lnTo>
                    <a:pt x="528" y="694"/>
                  </a:lnTo>
                  <a:lnTo>
                    <a:pt x="525" y="701"/>
                  </a:lnTo>
                  <a:lnTo>
                    <a:pt x="534" y="710"/>
                  </a:lnTo>
                  <a:lnTo>
                    <a:pt x="539" y="706"/>
                  </a:lnTo>
                  <a:lnTo>
                    <a:pt x="549" y="706"/>
                  </a:lnTo>
                  <a:lnTo>
                    <a:pt x="556" y="710"/>
                  </a:lnTo>
                  <a:lnTo>
                    <a:pt x="556" y="710"/>
                  </a:lnTo>
                  <a:lnTo>
                    <a:pt x="569" y="706"/>
                  </a:lnTo>
                  <a:lnTo>
                    <a:pt x="581" y="706"/>
                  </a:lnTo>
                  <a:lnTo>
                    <a:pt x="581" y="706"/>
                  </a:lnTo>
                  <a:lnTo>
                    <a:pt x="579" y="716"/>
                  </a:lnTo>
                  <a:lnTo>
                    <a:pt x="579" y="721"/>
                  </a:lnTo>
                  <a:lnTo>
                    <a:pt x="583" y="726"/>
                  </a:lnTo>
                  <a:lnTo>
                    <a:pt x="587" y="736"/>
                  </a:lnTo>
                  <a:lnTo>
                    <a:pt x="587" y="736"/>
                  </a:lnTo>
                  <a:lnTo>
                    <a:pt x="590" y="734"/>
                  </a:lnTo>
                  <a:lnTo>
                    <a:pt x="592" y="732"/>
                  </a:lnTo>
                  <a:lnTo>
                    <a:pt x="594" y="732"/>
                  </a:lnTo>
                  <a:lnTo>
                    <a:pt x="594" y="732"/>
                  </a:lnTo>
                  <a:lnTo>
                    <a:pt x="594" y="725"/>
                  </a:lnTo>
                  <a:lnTo>
                    <a:pt x="594" y="725"/>
                  </a:lnTo>
                  <a:lnTo>
                    <a:pt x="592" y="726"/>
                  </a:lnTo>
                  <a:lnTo>
                    <a:pt x="590" y="725"/>
                  </a:lnTo>
                  <a:lnTo>
                    <a:pt x="589" y="721"/>
                  </a:lnTo>
                  <a:lnTo>
                    <a:pt x="589" y="721"/>
                  </a:lnTo>
                  <a:lnTo>
                    <a:pt x="596" y="717"/>
                  </a:lnTo>
                  <a:lnTo>
                    <a:pt x="603" y="714"/>
                  </a:lnTo>
                  <a:lnTo>
                    <a:pt x="603" y="714"/>
                  </a:lnTo>
                  <a:lnTo>
                    <a:pt x="607" y="710"/>
                  </a:lnTo>
                  <a:lnTo>
                    <a:pt x="609" y="706"/>
                  </a:lnTo>
                  <a:lnTo>
                    <a:pt x="609" y="706"/>
                  </a:lnTo>
                  <a:lnTo>
                    <a:pt x="616" y="705"/>
                  </a:lnTo>
                  <a:lnTo>
                    <a:pt x="621" y="703"/>
                  </a:lnTo>
                  <a:lnTo>
                    <a:pt x="629" y="703"/>
                  </a:lnTo>
                  <a:lnTo>
                    <a:pt x="636" y="701"/>
                  </a:lnTo>
                  <a:lnTo>
                    <a:pt x="636" y="701"/>
                  </a:lnTo>
                  <a:lnTo>
                    <a:pt x="638" y="699"/>
                  </a:lnTo>
                  <a:lnTo>
                    <a:pt x="641" y="694"/>
                  </a:lnTo>
                  <a:lnTo>
                    <a:pt x="645" y="686"/>
                  </a:lnTo>
                  <a:lnTo>
                    <a:pt x="652" y="694"/>
                  </a:lnTo>
                  <a:lnTo>
                    <a:pt x="652" y="694"/>
                  </a:lnTo>
                  <a:lnTo>
                    <a:pt x="658" y="692"/>
                  </a:lnTo>
                  <a:lnTo>
                    <a:pt x="660" y="688"/>
                  </a:lnTo>
                  <a:lnTo>
                    <a:pt x="660" y="688"/>
                  </a:lnTo>
                  <a:lnTo>
                    <a:pt x="671" y="686"/>
                  </a:lnTo>
                  <a:lnTo>
                    <a:pt x="671" y="686"/>
                  </a:lnTo>
                  <a:lnTo>
                    <a:pt x="680" y="686"/>
                  </a:lnTo>
                  <a:lnTo>
                    <a:pt x="685" y="685"/>
                  </a:lnTo>
                  <a:lnTo>
                    <a:pt x="685" y="685"/>
                  </a:lnTo>
                  <a:lnTo>
                    <a:pt x="685" y="677"/>
                  </a:lnTo>
                  <a:lnTo>
                    <a:pt x="685" y="672"/>
                  </a:lnTo>
                  <a:lnTo>
                    <a:pt x="685" y="672"/>
                  </a:lnTo>
                  <a:lnTo>
                    <a:pt x="709" y="659"/>
                  </a:lnTo>
                  <a:lnTo>
                    <a:pt x="709" y="659"/>
                  </a:lnTo>
                  <a:lnTo>
                    <a:pt x="709" y="654"/>
                  </a:lnTo>
                  <a:lnTo>
                    <a:pt x="709" y="650"/>
                  </a:lnTo>
                  <a:lnTo>
                    <a:pt x="709" y="650"/>
                  </a:lnTo>
                  <a:lnTo>
                    <a:pt x="713" y="648"/>
                  </a:lnTo>
                  <a:lnTo>
                    <a:pt x="718" y="648"/>
                  </a:lnTo>
                  <a:lnTo>
                    <a:pt x="722" y="648"/>
                  </a:lnTo>
                  <a:lnTo>
                    <a:pt x="727" y="648"/>
                  </a:lnTo>
                  <a:lnTo>
                    <a:pt x="723" y="639"/>
                  </a:lnTo>
                  <a:lnTo>
                    <a:pt x="723" y="639"/>
                  </a:lnTo>
                  <a:lnTo>
                    <a:pt x="727" y="637"/>
                  </a:lnTo>
                  <a:lnTo>
                    <a:pt x="729" y="637"/>
                  </a:lnTo>
                  <a:lnTo>
                    <a:pt x="727" y="637"/>
                  </a:lnTo>
                  <a:lnTo>
                    <a:pt x="727" y="632"/>
                  </a:lnTo>
                  <a:lnTo>
                    <a:pt x="727" y="632"/>
                  </a:lnTo>
                  <a:lnTo>
                    <a:pt x="731" y="634"/>
                  </a:lnTo>
                  <a:lnTo>
                    <a:pt x="736" y="632"/>
                  </a:lnTo>
                  <a:lnTo>
                    <a:pt x="736" y="632"/>
                  </a:lnTo>
                  <a:lnTo>
                    <a:pt x="736" y="623"/>
                  </a:lnTo>
                  <a:lnTo>
                    <a:pt x="736" y="615"/>
                  </a:lnTo>
                  <a:lnTo>
                    <a:pt x="736" y="615"/>
                  </a:lnTo>
                  <a:lnTo>
                    <a:pt x="733" y="614"/>
                  </a:lnTo>
                  <a:lnTo>
                    <a:pt x="731" y="612"/>
                  </a:lnTo>
                  <a:lnTo>
                    <a:pt x="731" y="610"/>
                  </a:lnTo>
                  <a:lnTo>
                    <a:pt x="734" y="610"/>
                  </a:lnTo>
                  <a:lnTo>
                    <a:pt x="734" y="610"/>
                  </a:lnTo>
                  <a:lnTo>
                    <a:pt x="734" y="604"/>
                  </a:lnTo>
                  <a:lnTo>
                    <a:pt x="736" y="599"/>
                  </a:lnTo>
                  <a:lnTo>
                    <a:pt x="736" y="599"/>
                  </a:lnTo>
                  <a:lnTo>
                    <a:pt x="740" y="599"/>
                  </a:lnTo>
                  <a:lnTo>
                    <a:pt x="743" y="599"/>
                  </a:lnTo>
                  <a:lnTo>
                    <a:pt x="743" y="599"/>
                  </a:lnTo>
                  <a:lnTo>
                    <a:pt x="747" y="593"/>
                  </a:lnTo>
                  <a:lnTo>
                    <a:pt x="751" y="588"/>
                  </a:lnTo>
                  <a:lnTo>
                    <a:pt x="753" y="588"/>
                  </a:lnTo>
                  <a:lnTo>
                    <a:pt x="753" y="588"/>
                  </a:lnTo>
                  <a:lnTo>
                    <a:pt x="753" y="584"/>
                  </a:lnTo>
                  <a:lnTo>
                    <a:pt x="753" y="579"/>
                  </a:lnTo>
                  <a:lnTo>
                    <a:pt x="753" y="579"/>
                  </a:lnTo>
                  <a:lnTo>
                    <a:pt x="756" y="575"/>
                  </a:lnTo>
                  <a:lnTo>
                    <a:pt x="760" y="570"/>
                  </a:lnTo>
                  <a:lnTo>
                    <a:pt x="760" y="570"/>
                  </a:lnTo>
                  <a:lnTo>
                    <a:pt x="764" y="570"/>
                  </a:lnTo>
                  <a:lnTo>
                    <a:pt x="764" y="570"/>
                  </a:lnTo>
                  <a:lnTo>
                    <a:pt x="767" y="570"/>
                  </a:lnTo>
                  <a:lnTo>
                    <a:pt x="767" y="570"/>
                  </a:lnTo>
                  <a:lnTo>
                    <a:pt x="765" y="559"/>
                  </a:lnTo>
                  <a:lnTo>
                    <a:pt x="765" y="559"/>
                  </a:lnTo>
                  <a:lnTo>
                    <a:pt x="765" y="555"/>
                  </a:lnTo>
                  <a:lnTo>
                    <a:pt x="765" y="550"/>
                  </a:lnTo>
                  <a:lnTo>
                    <a:pt x="765" y="550"/>
                  </a:lnTo>
                  <a:lnTo>
                    <a:pt x="773" y="550"/>
                  </a:lnTo>
                  <a:lnTo>
                    <a:pt x="773" y="550"/>
                  </a:lnTo>
                  <a:lnTo>
                    <a:pt x="774" y="542"/>
                  </a:lnTo>
                  <a:lnTo>
                    <a:pt x="774" y="541"/>
                  </a:lnTo>
                  <a:lnTo>
                    <a:pt x="771" y="541"/>
                  </a:lnTo>
                  <a:lnTo>
                    <a:pt x="771" y="541"/>
                  </a:lnTo>
                  <a:lnTo>
                    <a:pt x="778" y="535"/>
                  </a:lnTo>
                  <a:lnTo>
                    <a:pt x="778" y="535"/>
                  </a:lnTo>
                  <a:lnTo>
                    <a:pt x="774" y="532"/>
                  </a:lnTo>
                  <a:lnTo>
                    <a:pt x="771" y="528"/>
                  </a:lnTo>
                  <a:lnTo>
                    <a:pt x="771" y="528"/>
                  </a:lnTo>
                  <a:lnTo>
                    <a:pt x="764" y="528"/>
                  </a:lnTo>
                  <a:lnTo>
                    <a:pt x="760" y="530"/>
                  </a:lnTo>
                  <a:lnTo>
                    <a:pt x="760" y="530"/>
                  </a:lnTo>
                  <a:lnTo>
                    <a:pt x="758" y="530"/>
                  </a:lnTo>
                  <a:lnTo>
                    <a:pt x="758" y="528"/>
                  </a:lnTo>
                  <a:lnTo>
                    <a:pt x="756" y="524"/>
                  </a:lnTo>
                  <a:lnTo>
                    <a:pt x="756" y="524"/>
                  </a:lnTo>
                  <a:lnTo>
                    <a:pt x="767" y="519"/>
                  </a:lnTo>
                  <a:lnTo>
                    <a:pt x="769" y="515"/>
                  </a:lnTo>
                  <a:lnTo>
                    <a:pt x="771" y="512"/>
                  </a:lnTo>
                  <a:lnTo>
                    <a:pt x="773" y="510"/>
                  </a:lnTo>
                  <a:lnTo>
                    <a:pt x="771" y="506"/>
                  </a:lnTo>
                  <a:lnTo>
                    <a:pt x="760" y="495"/>
                  </a:lnTo>
                  <a:lnTo>
                    <a:pt x="765" y="495"/>
                  </a:lnTo>
                  <a:lnTo>
                    <a:pt x="765" y="495"/>
                  </a:lnTo>
                  <a:lnTo>
                    <a:pt x="765" y="488"/>
                  </a:lnTo>
                  <a:lnTo>
                    <a:pt x="765" y="488"/>
                  </a:lnTo>
                  <a:lnTo>
                    <a:pt x="756" y="479"/>
                  </a:lnTo>
                  <a:lnTo>
                    <a:pt x="751" y="473"/>
                  </a:lnTo>
                  <a:lnTo>
                    <a:pt x="749" y="470"/>
                  </a:lnTo>
                  <a:lnTo>
                    <a:pt x="749" y="470"/>
                  </a:lnTo>
                  <a:lnTo>
                    <a:pt x="749" y="464"/>
                  </a:lnTo>
                  <a:lnTo>
                    <a:pt x="749" y="459"/>
                  </a:lnTo>
                  <a:lnTo>
                    <a:pt x="749" y="459"/>
                  </a:lnTo>
                  <a:lnTo>
                    <a:pt x="747" y="459"/>
                  </a:lnTo>
                  <a:lnTo>
                    <a:pt x="745" y="457"/>
                  </a:lnTo>
                  <a:lnTo>
                    <a:pt x="742" y="457"/>
                  </a:lnTo>
                  <a:lnTo>
                    <a:pt x="742" y="457"/>
                  </a:lnTo>
                  <a:lnTo>
                    <a:pt x="740" y="455"/>
                  </a:lnTo>
                  <a:lnTo>
                    <a:pt x="742" y="453"/>
                  </a:lnTo>
                  <a:lnTo>
                    <a:pt x="743" y="453"/>
                  </a:lnTo>
                  <a:lnTo>
                    <a:pt x="743" y="451"/>
                  </a:lnTo>
                  <a:lnTo>
                    <a:pt x="743" y="451"/>
                  </a:lnTo>
                  <a:lnTo>
                    <a:pt x="738" y="448"/>
                  </a:lnTo>
                  <a:lnTo>
                    <a:pt x="734" y="440"/>
                  </a:lnTo>
                  <a:lnTo>
                    <a:pt x="733" y="431"/>
                  </a:lnTo>
                  <a:lnTo>
                    <a:pt x="734" y="422"/>
                  </a:lnTo>
                  <a:lnTo>
                    <a:pt x="734" y="422"/>
                  </a:lnTo>
                  <a:lnTo>
                    <a:pt x="736" y="419"/>
                  </a:lnTo>
                  <a:lnTo>
                    <a:pt x="740" y="417"/>
                  </a:lnTo>
                  <a:lnTo>
                    <a:pt x="743" y="415"/>
                  </a:lnTo>
                  <a:lnTo>
                    <a:pt x="745" y="413"/>
                  </a:lnTo>
                  <a:lnTo>
                    <a:pt x="745" y="413"/>
                  </a:lnTo>
                  <a:lnTo>
                    <a:pt x="745" y="409"/>
                  </a:lnTo>
                  <a:lnTo>
                    <a:pt x="743" y="408"/>
                  </a:lnTo>
                  <a:lnTo>
                    <a:pt x="743" y="408"/>
                  </a:lnTo>
                  <a:lnTo>
                    <a:pt x="754" y="397"/>
                  </a:lnTo>
                  <a:lnTo>
                    <a:pt x="760" y="391"/>
                  </a:lnTo>
                  <a:lnTo>
                    <a:pt x="765" y="388"/>
                  </a:lnTo>
                  <a:lnTo>
                    <a:pt x="765" y="388"/>
                  </a:lnTo>
                  <a:lnTo>
                    <a:pt x="774" y="386"/>
                  </a:lnTo>
                  <a:lnTo>
                    <a:pt x="785" y="384"/>
                  </a:lnTo>
                  <a:lnTo>
                    <a:pt x="785" y="384"/>
                  </a:lnTo>
                  <a:lnTo>
                    <a:pt x="785" y="380"/>
                  </a:lnTo>
                  <a:lnTo>
                    <a:pt x="785" y="377"/>
                  </a:lnTo>
                  <a:lnTo>
                    <a:pt x="787" y="373"/>
                  </a:lnTo>
                  <a:lnTo>
                    <a:pt x="787" y="371"/>
                  </a:lnTo>
                  <a:lnTo>
                    <a:pt x="787" y="371"/>
                  </a:lnTo>
                  <a:lnTo>
                    <a:pt x="776" y="371"/>
                  </a:lnTo>
                  <a:lnTo>
                    <a:pt x="765" y="371"/>
                  </a:lnTo>
                  <a:lnTo>
                    <a:pt x="765" y="371"/>
                  </a:lnTo>
                  <a:lnTo>
                    <a:pt x="760" y="368"/>
                  </a:lnTo>
                  <a:lnTo>
                    <a:pt x="754" y="366"/>
                  </a:lnTo>
                  <a:lnTo>
                    <a:pt x="749" y="366"/>
                  </a:lnTo>
                  <a:lnTo>
                    <a:pt x="749" y="366"/>
                  </a:lnTo>
                  <a:lnTo>
                    <a:pt x="745" y="368"/>
                  </a:lnTo>
                  <a:lnTo>
                    <a:pt x="742" y="371"/>
                  </a:lnTo>
                  <a:lnTo>
                    <a:pt x="736" y="379"/>
                  </a:lnTo>
                  <a:lnTo>
                    <a:pt x="736" y="379"/>
                  </a:lnTo>
                  <a:lnTo>
                    <a:pt x="729" y="380"/>
                  </a:lnTo>
                  <a:lnTo>
                    <a:pt x="723" y="380"/>
                  </a:lnTo>
                  <a:lnTo>
                    <a:pt x="723" y="380"/>
                  </a:lnTo>
                  <a:lnTo>
                    <a:pt x="714" y="362"/>
                  </a:lnTo>
                  <a:lnTo>
                    <a:pt x="703" y="344"/>
                  </a:lnTo>
                  <a:lnTo>
                    <a:pt x="703" y="344"/>
                  </a:lnTo>
                  <a:lnTo>
                    <a:pt x="707" y="342"/>
                  </a:lnTo>
                  <a:lnTo>
                    <a:pt x="707" y="340"/>
                  </a:lnTo>
                  <a:lnTo>
                    <a:pt x="707" y="338"/>
                  </a:lnTo>
                  <a:lnTo>
                    <a:pt x="709" y="337"/>
                  </a:lnTo>
                  <a:lnTo>
                    <a:pt x="709" y="337"/>
                  </a:lnTo>
                  <a:lnTo>
                    <a:pt x="713" y="337"/>
                  </a:lnTo>
                  <a:lnTo>
                    <a:pt x="718" y="337"/>
                  </a:lnTo>
                  <a:lnTo>
                    <a:pt x="722" y="337"/>
                  </a:lnTo>
                  <a:lnTo>
                    <a:pt x="727" y="337"/>
                  </a:lnTo>
                  <a:lnTo>
                    <a:pt x="727" y="337"/>
                  </a:lnTo>
                  <a:lnTo>
                    <a:pt x="729" y="331"/>
                  </a:lnTo>
                  <a:lnTo>
                    <a:pt x="731" y="324"/>
                  </a:lnTo>
                  <a:lnTo>
                    <a:pt x="731" y="324"/>
                  </a:lnTo>
                  <a:lnTo>
                    <a:pt x="734" y="322"/>
                  </a:lnTo>
                  <a:lnTo>
                    <a:pt x="740" y="320"/>
                  </a:lnTo>
                  <a:lnTo>
                    <a:pt x="743" y="320"/>
                  </a:lnTo>
                  <a:lnTo>
                    <a:pt x="749" y="317"/>
                  </a:lnTo>
                  <a:lnTo>
                    <a:pt x="749" y="317"/>
                  </a:lnTo>
                  <a:lnTo>
                    <a:pt x="756" y="306"/>
                  </a:lnTo>
                  <a:lnTo>
                    <a:pt x="764" y="293"/>
                  </a:lnTo>
                  <a:lnTo>
                    <a:pt x="764" y="293"/>
                  </a:lnTo>
                  <a:lnTo>
                    <a:pt x="776" y="297"/>
                  </a:lnTo>
                  <a:lnTo>
                    <a:pt x="780" y="298"/>
                  </a:lnTo>
                  <a:lnTo>
                    <a:pt x="782" y="300"/>
                  </a:lnTo>
                  <a:lnTo>
                    <a:pt x="778" y="306"/>
                  </a:lnTo>
                  <a:lnTo>
                    <a:pt x="773" y="317"/>
                  </a:lnTo>
                  <a:lnTo>
                    <a:pt x="773" y="317"/>
                  </a:lnTo>
                  <a:lnTo>
                    <a:pt x="767" y="329"/>
                  </a:lnTo>
                  <a:lnTo>
                    <a:pt x="767" y="333"/>
                  </a:lnTo>
                  <a:lnTo>
                    <a:pt x="767" y="335"/>
                  </a:lnTo>
                  <a:lnTo>
                    <a:pt x="769" y="335"/>
                  </a:lnTo>
                  <a:lnTo>
                    <a:pt x="773" y="331"/>
                  </a:lnTo>
                  <a:lnTo>
                    <a:pt x="773" y="331"/>
                  </a:lnTo>
                  <a:lnTo>
                    <a:pt x="769" y="338"/>
                  </a:lnTo>
                  <a:lnTo>
                    <a:pt x="769" y="344"/>
                  </a:lnTo>
                  <a:lnTo>
                    <a:pt x="769" y="344"/>
                  </a:lnTo>
                  <a:lnTo>
                    <a:pt x="771" y="344"/>
                  </a:lnTo>
                  <a:lnTo>
                    <a:pt x="771" y="344"/>
                  </a:lnTo>
                  <a:lnTo>
                    <a:pt x="778" y="338"/>
                  </a:lnTo>
                  <a:lnTo>
                    <a:pt x="787" y="328"/>
                  </a:lnTo>
                  <a:lnTo>
                    <a:pt x="798" y="320"/>
                  </a:lnTo>
                  <a:lnTo>
                    <a:pt x="804" y="317"/>
                  </a:lnTo>
                  <a:lnTo>
                    <a:pt x="809" y="317"/>
                  </a:lnTo>
                  <a:lnTo>
                    <a:pt x="809" y="317"/>
                  </a:lnTo>
                  <a:lnTo>
                    <a:pt x="813" y="320"/>
                  </a:lnTo>
                  <a:lnTo>
                    <a:pt x="816" y="322"/>
                  </a:lnTo>
                  <a:lnTo>
                    <a:pt x="820" y="320"/>
                  </a:lnTo>
                  <a:lnTo>
                    <a:pt x="827" y="307"/>
                  </a:lnTo>
                  <a:lnTo>
                    <a:pt x="833" y="302"/>
                  </a:lnTo>
                  <a:lnTo>
                    <a:pt x="840" y="291"/>
                  </a:lnTo>
                  <a:lnTo>
                    <a:pt x="844" y="284"/>
                  </a:lnTo>
                  <a:lnTo>
                    <a:pt x="855" y="277"/>
                  </a:lnTo>
                  <a:lnTo>
                    <a:pt x="853" y="267"/>
                  </a:lnTo>
                  <a:lnTo>
                    <a:pt x="860" y="264"/>
                  </a:lnTo>
                  <a:lnTo>
                    <a:pt x="864" y="271"/>
                  </a:lnTo>
                  <a:lnTo>
                    <a:pt x="871" y="273"/>
                  </a:lnTo>
                  <a:lnTo>
                    <a:pt x="880" y="275"/>
                  </a:lnTo>
                  <a:lnTo>
                    <a:pt x="880" y="267"/>
                  </a:lnTo>
                  <a:lnTo>
                    <a:pt x="878" y="264"/>
                  </a:lnTo>
                  <a:lnTo>
                    <a:pt x="884" y="258"/>
                  </a:lnTo>
                  <a:lnTo>
                    <a:pt x="893" y="258"/>
                  </a:lnTo>
                  <a:lnTo>
                    <a:pt x="897" y="256"/>
                  </a:lnTo>
                  <a:lnTo>
                    <a:pt x="895" y="253"/>
                  </a:lnTo>
                  <a:lnTo>
                    <a:pt x="904" y="249"/>
                  </a:lnTo>
                  <a:lnTo>
                    <a:pt x="904" y="238"/>
                  </a:lnTo>
                  <a:lnTo>
                    <a:pt x="915" y="253"/>
                  </a:lnTo>
                  <a:lnTo>
                    <a:pt x="918" y="247"/>
                  </a:lnTo>
                  <a:lnTo>
                    <a:pt x="917" y="240"/>
                  </a:lnTo>
                  <a:lnTo>
                    <a:pt x="920" y="238"/>
                  </a:lnTo>
                  <a:lnTo>
                    <a:pt x="922" y="231"/>
                  </a:lnTo>
                  <a:lnTo>
                    <a:pt x="920" y="218"/>
                  </a:lnTo>
                  <a:lnTo>
                    <a:pt x="922" y="211"/>
                  </a:lnTo>
                  <a:lnTo>
                    <a:pt x="922" y="204"/>
                  </a:lnTo>
                  <a:lnTo>
                    <a:pt x="928" y="200"/>
                  </a:lnTo>
                  <a:lnTo>
                    <a:pt x="931" y="198"/>
                  </a:lnTo>
                  <a:lnTo>
                    <a:pt x="931" y="198"/>
                  </a:lnTo>
                  <a:lnTo>
                    <a:pt x="929" y="195"/>
                  </a:lnTo>
                  <a:lnTo>
                    <a:pt x="929" y="193"/>
                  </a:lnTo>
                  <a:lnTo>
                    <a:pt x="931" y="193"/>
                  </a:lnTo>
                  <a:lnTo>
                    <a:pt x="931" y="193"/>
                  </a:lnTo>
                  <a:lnTo>
                    <a:pt x="937" y="195"/>
                  </a:lnTo>
                  <a:lnTo>
                    <a:pt x="938" y="198"/>
                  </a:lnTo>
                  <a:lnTo>
                    <a:pt x="938" y="198"/>
                  </a:lnTo>
                  <a:close/>
                  <a:moveTo>
                    <a:pt x="645" y="681"/>
                  </a:moveTo>
                  <a:lnTo>
                    <a:pt x="645" y="681"/>
                  </a:lnTo>
                  <a:lnTo>
                    <a:pt x="647" y="683"/>
                  </a:lnTo>
                  <a:lnTo>
                    <a:pt x="645" y="685"/>
                  </a:lnTo>
                  <a:lnTo>
                    <a:pt x="643" y="686"/>
                  </a:lnTo>
                  <a:lnTo>
                    <a:pt x="643" y="686"/>
                  </a:lnTo>
                  <a:lnTo>
                    <a:pt x="643" y="683"/>
                  </a:lnTo>
                  <a:lnTo>
                    <a:pt x="643" y="681"/>
                  </a:lnTo>
                  <a:lnTo>
                    <a:pt x="645" y="681"/>
                  </a:lnTo>
                  <a:lnTo>
                    <a:pt x="645" y="681"/>
                  </a:lnTo>
                  <a:close/>
                  <a:moveTo>
                    <a:pt x="592" y="741"/>
                  </a:moveTo>
                  <a:lnTo>
                    <a:pt x="592" y="741"/>
                  </a:lnTo>
                  <a:lnTo>
                    <a:pt x="585" y="743"/>
                  </a:lnTo>
                  <a:lnTo>
                    <a:pt x="578" y="747"/>
                  </a:lnTo>
                  <a:lnTo>
                    <a:pt x="563" y="757"/>
                  </a:lnTo>
                  <a:lnTo>
                    <a:pt x="563" y="757"/>
                  </a:lnTo>
                  <a:lnTo>
                    <a:pt x="565" y="767"/>
                  </a:lnTo>
                  <a:lnTo>
                    <a:pt x="569" y="774"/>
                  </a:lnTo>
                  <a:lnTo>
                    <a:pt x="570" y="777"/>
                  </a:lnTo>
                  <a:lnTo>
                    <a:pt x="574" y="779"/>
                  </a:lnTo>
                  <a:lnTo>
                    <a:pt x="578" y="779"/>
                  </a:lnTo>
                  <a:lnTo>
                    <a:pt x="585" y="779"/>
                  </a:lnTo>
                  <a:lnTo>
                    <a:pt x="585" y="779"/>
                  </a:lnTo>
                  <a:lnTo>
                    <a:pt x="589" y="777"/>
                  </a:lnTo>
                  <a:lnTo>
                    <a:pt x="592" y="776"/>
                  </a:lnTo>
                  <a:lnTo>
                    <a:pt x="596" y="768"/>
                  </a:lnTo>
                  <a:lnTo>
                    <a:pt x="600" y="759"/>
                  </a:lnTo>
                  <a:lnTo>
                    <a:pt x="601" y="750"/>
                  </a:lnTo>
                  <a:lnTo>
                    <a:pt x="601" y="750"/>
                  </a:lnTo>
                  <a:lnTo>
                    <a:pt x="603" y="750"/>
                  </a:lnTo>
                  <a:lnTo>
                    <a:pt x="605" y="750"/>
                  </a:lnTo>
                  <a:lnTo>
                    <a:pt x="607" y="747"/>
                  </a:lnTo>
                  <a:lnTo>
                    <a:pt x="605" y="743"/>
                  </a:lnTo>
                  <a:lnTo>
                    <a:pt x="603" y="741"/>
                  </a:lnTo>
                  <a:lnTo>
                    <a:pt x="598" y="741"/>
                  </a:lnTo>
                  <a:lnTo>
                    <a:pt x="592" y="741"/>
                  </a:lnTo>
                  <a:lnTo>
                    <a:pt x="592" y="74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23" name="Freeform 306">
              <a:extLst>
                <a:ext uri="{FF2B5EF4-FFF2-40B4-BE49-F238E27FC236}">
                  <a16:creationId xmlns:a16="http://schemas.microsoft.com/office/drawing/2014/main" id="{74514A67-66E1-4CCA-B10D-3E2E65F55D9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79080" y="4557567"/>
              <a:ext cx="235798" cy="1266486"/>
            </a:xfrm>
            <a:custGeom>
              <a:avLst/>
              <a:gdLst>
                <a:gd name="T0" fmla="*/ 79 w 159"/>
                <a:gd name="T1" fmla="*/ 122 h 854"/>
                <a:gd name="T2" fmla="*/ 70 w 159"/>
                <a:gd name="T3" fmla="*/ 233 h 854"/>
                <a:gd name="T4" fmla="*/ 70 w 159"/>
                <a:gd name="T5" fmla="*/ 324 h 854"/>
                <a:gd name="T6" fmla="*/ 46 w 159"/>
                <a:gd name="T7" fmla="*/ 388 h 854"/>
                <a:gd name="T8" fmla="*/ 39 w 159"/>
                <a:gd name="T9" fmla="*/ 440 h 854"/>
                <a:gd name="T10" fmla="*/ 49 w 159"/>
                <a:gd name="T11" fmla="*/ 521 h 854"/>
                <a:gd name="T12" fmla="*/ 42 w 159"/>
                <a:gd name="T13" fmla="*/ 584 h 854"/>
                <a:gd name="T14" fmla="*/ 26 w 159"/>
                <a:gd name="T15" fmla="*/ 628 h 854"/>
                <a:gd name="T16" fmla="*/ 8 w 159"/>
                <a:gd name="T17" fmla="*/ 628 h 854"/>
                <a:gd name="T18" fmla="*/ 28 w 159"/>
                <a:gd name="T19" fmla="*/ 644 h 854"/>
                <a:gd name="T20" fmla="*/ 24 w 159"/>
                <a:gd name="T21" fmla="*/ 699 h 854"/>
                <a:gd name="T22" fmla="*/ 17 w 159"/>
                <a:gd name="T23" fmla="*/ 714 h 854"/>
                <a:gd name="T24" fmla="*/ 0 w 159"/>
                <a:gd name="T25" fmla="*/ 679 h 854"/>
                <a:gd name="T26" fmla="*/ 9 w 159"/>
                <a:gd name="T27" fmla="*/ 716 h 854"/>
                <a:gd name="T28" fmla="*/ 17 w 159"/>
                <a:gd name="T29" fmla="*/ 726 h 854"/>
                <a:gd name="T30" fmla="*/ 15 w 159"/>
                <a:gd name="T31" fmla="*/ 752 h 854"/>
                <a:gd name="T32" fmla="*/ 29 w 159"/>
                <a:gd name="T33" fmla="*/ 734 h 854"/>
                <a:gd name="T34" fmla="*/ 24 w 159"/>
                <a:gd name="T35" fmla="*/ 757 h 854"/>
                <a:gd name="T36" fmla="*/ 11 w 159"/>
                <a:gd name="T37" fmla="*/ 776 h 854"/>
                <a:gd name="T38" fmla="*/ 28 w 159"/>
                <a:gd name="T39" fmla="*/ 772 h 854"/>
                <a:gd name="T40" fmla="*/ 42 w 159"/>
                <a:gd name="T41" fmla="*/ 756 h 854"/>
                <a:gd name="T42" fmla="*/ 42 w 159"/>
                <a:gd name="T43" fmla="*/ 770 h 854"/>
                <a:gd name="T44" fmla="*/ 35 w 159"/>
                <a:gd name="T45" fmla="*/ 788 h 854"/>
                <a:gd name="T46" fmla="*/ 51 w 159"/>
                <a:gd name="T47" fmla="*/ 808 h 854"/>
                <a:gd name="T48" fmla="*/ 53 w 159"/>
                <a:gd name="T49" fmla="*/ 792 h 854"/>
                <a:gd name="T50" fmla="*/ 70 w 159"/>
                <a:gd name="T51" fmla="*/ 814 h 854"/>
                <a:gd name="T52" fmla="*/ 71 w 159"/>
                <a:gd name="T53" fmla="*/ 830 h 854"/>
                <a:gd name="T54" fmla="*/ 84 w 159"/>
                <a:gd name="T55" fmla="*/ 838 h 854"/>
                <a:gd name="T56" fmla="*/ 110 w 159"/>
                <a:gd name="T57" fmla="*/ 841 h 854"/>
                <a:gd name="T58" fmla="*/ 128 w 159"/>
                <a:gd name="T59" fmla="*/ 839 h 854"/>
                <a:gd name="T60" fmla="*/ 108 w 159"/>
                <a:gd name="T61" fmla="*/ 827 h 854"/>
                <a:gd name="T62" fmla="*/ 110 w 159"/>
                <a:gd name="T63" fmla="*/ 767 h 854"/>
                <a:gd name="T64" fmla="*/ 48 w 159"/>
                <a:gd name="T65" fmla="*/ 732 h 854"/>
                <a:gd name="T66" fmla="*/ 39 w 159"/>
                <a:gd name="T67" fmla="*/ 703 h 854"/>
                <a:gd name="T68" fmla="*/ 49 w 159"/>
                <a:gd name="T69" fmla="*/ 657 h 854"/>
                <a:gd name="T70" fmla="*/ 55 w 159"/>
                <a:gd name="T71" fmla="*/ 608 h 854"/>
                <a:gd name="T72" fmla="*/ 64 w 159"/>
                <a:gd name="T73" fmla="*/ 583 h 854"/>
                <a:gd name="T74" fmla="*/ 57 w 159"/>
                <a:gd name="T75" fmla="*/ 539 h 854"/>
                <a:gd name="T76" fmla="*/ 53 w 159"/>
                <a:gd name="T77" fmla="*/ 488 h 854"/>
                <a:gd name="T78" fmla="*/ 70 w 159"/>
                <a:gd name="T79" fmla="*/ 440 h 854"/>
                <a:gd name="T80" fmla="*/ 75 w 159"/>
                <a:gd name="T81" fmla="*/ 400 h 854"/>
                <a:gd name="T82" fmla="*/ 88 w 159"/>
                <a:gd name="T83" fmla="*/ 342 h 854"/>
                <a:gd name="T84" fmla="*/ 93 w 159"/>
                <a:gd name="T85" fmla="*/ 275 h 854"/>
                <a:gd name="T86" fmla="*/ 110 w 159"/>
                <a:gd name="T87" fmla="*/ 215 h 854"/>
                <a:gd name="T88" fmla="*/ 113 w 159"/>
                <a:gd name="T89" fmla="*/ 151 h 854"/>
                <a:gd name="T90" fmla="*/ 133 w 159"/>
                <a:gd name="T91" fmla="*/ 116 h 854"/>
                <a:gd name="T92" fmla="*/ 111 w 159"/>
                <a:gd name="T93" fmla="*/ 52 h 854"/>
                <a:gd name="T94" fmla="*/ 80 w 159"/>
                <a:gd name="T95" fmla="*/ 9 h 854"/>
                <a:gd name="T96" fmla="*/ 68 w 159"/>
                <a:gd name="T97" fmla="*/ 834 h 854"/>
                <a:gd name="T98" fmla="*/ 0 w 159"/>
                <a:gd name="T99" fmla="*/ 730 h 854"/>
                <a:gd name="T100" fmla="*/ 66 w 159"/>
                <a:gd name="T101" fmla="*/ 781 h 854"/>
                <a:gd name="T102" fmla="*/ 51 w 159"/>
                <a:gd name="T103" fmla="*/ 787 h 854"/>
                <a:gd name="T104" fmla="*/ 84 w 159"/>
                <a:gd name="T105" fmla="*/ 777 h 854"/>
                <a:gd name="T106" fmla="*/ 80 w 159"/>
                <a:gd name="T107" fmla="*/ 810 h 854"/>
                <a:gd name="T108" fmla="*/ 77 w 159"/>
                <a:gd name="T109" fmla="*/ 819 h 854"/>
                <a:gd name="T110" fmla="*/ 18 w 159"/>
                <a:gd name="T111" fmla="*/ 606 h 854"/>
                <a:gd name="T112" fmla="*/ 24 w 159"/>
                <a:gd name="T113" fmla="*/ 610 h 854"/>
                <a:gd name="T114" fmla="*/ 24 w 159"/>
                <a:gd name="T115" fmla="*/ 584 h 854"/>
                <a:gd name="T116" fmla="*/ 39 w 159"/>
                <a:gd name="T117" fmla="*/ 552 h 8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59" h="854">
                  <a:moveTo>
                    <a:pt x="80" y="9"/>
                  </a:moveTo>
                  <a:lnTo>
                    <a:pt x="80" y="9"/>
                  </a:lnTo>
                  <a:lnTo>
                    <a:pt x="77" y="14"/>
                  </a:lnTo>
                  <a:lnTo>
                    <a:pt x="75" y="16"/>
                  </a:lnTo>
                  <a:lnTo>
                    <a:pt x="75" y="16"/>
                  </a:lnTo>
                  <a:lnTo>
                    <a:pt x="80" y="25"/>
                  </a:lnTo>
                  <a:lnTo>
                    <a:pt x="84" y="34"/>
                  </a:lnTo>
                  <a:lnTo>
                    <a:pt x="84" y="34"/>
                  </a:lnTo>
                  <a:lnTo>
                    <a:pt x="86" y="43"/>
                  </a:lnTo>
                  <a:lnTo>
                    <a:pt x="86" y="54"/>
                  </a:lnTo>
                  <a:lnTo>
                    <a:pt x="86" y="74"/>
                  </a:lnTo>
                  <a:lnTo>
                    <a:pt x="84" y="98"/>
                  </a:lnTo>
                  <a:lnTo>
                    <a:pt x="84" y="122"/>
                  </a:lnTo>
                  <a:lnTo>
                    <a:pt x="79" y="122"/>
                  </a:lnTo>
                  <a:lnTo>
                    <a:pt x="79" y="122"/>
                  </a:lnTo>
                  <a:lnTo>
                    <a:pt x="79" y="125"/>
                  </a:lnTo>
                  <a:lnTo>
                    <a:pt x="80" y="129"/>
                  </a:lnTo>
                  <a:lnTo>
                    <a:pt x="84" y="131"/>
                  </a:lnTo>
                  <a:lnTo>
                    <a:pt x="84" y="131"/>
                  </a:lnTo>
                  <a:lnTo>
                    <a:pt x="79" y="144"/>
                  </a:lnTo>
                  <a:lnTo>
                    <a:pt x="79" y="144"/>
                  </a:lnTo>
                  <a:lnTo>
                    <a:pt x="79" y="153"/>
                  </a:lnTo>
                  <a:lnTo>
                    <a:pt x="79" y="160"/>
                  </a:lnTo>
                  <a:lnTo>
                    <a:pt x="80" y="173"/>
                  </a:lnTo>
                  <a:lnTo>
                    <a:pt x="77" y="180"/>
                  </a:lnTo>
                  <a:lnTo>
                    <a:pt x="77" y="180"/>
                  </a:lnTo>
                  <a:lnTo>
                    <a:pt x="73" y="215"/>
                  </a:lnTo>
                  <a:lnTo>
                    <a:pt x="70" y="233"/>
                  </a:lnTo>
                  <a:lnTo>
                    <a:pt x="68" y="240"/>
                  </a:lnTo>
                  <a:lnTo>
                    <a:pt x="64" y="244"/>
                  </a:lnTo>
                  <a:lnTo>
                    <a:pt x="70" y="258"/>
                  </a:lnTo>
                  <a:lnTo>
                    <a:pt x="70" y="258"/>
                  </a:lnTo>
                  <a:lnTo>
                    <a:pt x="70" y="260"/>
                  </a:lnTo>
                  <a:lnTo>
                    <a:pt x="71" y="264"/>
                  </a:lnTo>
                  <a:lnTo>
                    <a:pt x="71" y="264"/>
                  </a:lnTo>
                  <a:lnTo>
                    <a:pt x="68" y="275"/>
                  </a:lnTo>
                  <a:lnTo>
                    <a:pt x="64" y="282"/>
                  </a:lnTo>
                  <a:lnTo>
                    <a:pt x="64" y="287"/>
                  </a:lnTo>
                  <a:lnTo>
                    <a:pt x="64" y="287"/>
                  </a:lnTo>
                  <a:lnTo>
                    <a:pt x="68" y="304"/>
                  </a:lnTo>
                  <a:lnTo>
                    <a:pt x="70" y="315"/>
                  </a:lnTo>
                  <a:lnTo>
                    <a:pt x="70" y="324"/>
                  </a:lnTo>
                  <a:lnTo>
                    <a:pt x="70" y="324"/>
                  </a:lnTo>
                  <a:lnTo>
                    <a:pt x="68" y="326"/>
                  </a:lnTo>
                  <a:lnTo>
                    <a:pt x="64" y="328"/>
                  </a:lnTo>
                  <a:lnTo>
                    <a:pt x="60" y="329"/>
                  </a:lnTo>
                  <a:lnTo>
                    <a:pt x="59" y="331"/>
                  </a:lnTo>
                  <a:lnTo>
                    <a:pt x="59" y="331"/>
                  </a:lnTo>
                  <a:lnTo>
                    <a:pt x="59" y="342"/>
                  </a:lnTo>
                  <a:lnTo>
                    <a:pt x="59" y="351"/>
                  </a:lnTo>
                  <a:lnTo>
                    <a:pt x="59" y="351"/>
                  </a:lnTo>
                  <a:lnTo>
                    <a:pt x="53" y="353"/>
                  </a:lnTo>
                  <a:lnTo>
                    <a:pt x="53" y="353"/>
                  </a:lnTo>
                  <a:lnTo>
                    <a:pt x="48" y="377"/>
                  </a:lnTo>
                  <a:lnTo>
                    <a:pt x="46" y="386"/>
                  </a:lnTo>
                  <a:lnTo>
                    <a:pt x="46" y="388"/>
                  </a:lnTo>
                  <a:lnTo>
                    <a:pt x="46" y="386"/>
                  </a:lnTo>
                  <a:lnTo>
                    <a:pt x="46" y="386"/>
                  </a:lnTo>
                  <a:lnTo>
                    <a:pt x="48" y="388"/>
                  </a:lnTo>
                  <a:lnTo>
                    <a:pt x="48" y="389"/>
                  </a:lnTo>
                  <a:lnTo>
                    <a:pt x="46" y="391"/>
                  </a:lnTo>
                  <a:lnTo>
                    <a:pt x="46" y="391"/>
                  </a:lnTo>
                  <a:lnTo>
                    <a:pt x="40" y="413"/>
                  </a:lnTo>
                  <a:lnTo>
                    <a:pt x="35" y="426"/>
                  </a:lnTo>
                  <a:lnTo>
                    <a:pt x="33" y="430"/>
                  </a:lnTo>
                  <a:lnTo>
                    <a:pt x="29" y="430"/>
                  </a:lnTo>
                  <a:lnTo>
                    <a:pt x="29" y="430"/>
                  </a:lnTo>
                  <a:lnTo>
                    <a:pt x="37" y="431"/>
                  </a:lnTo>
                  <a:lnTo>
                    <a:pt x="37" y="431"/>
                  </a:lnTo>
                  <a:lnTo>
                    <a:pt x="39" y="440"/>
                  </a:lnTo>
                  <a:lnTo>
                    <a:pt x="39" y="450"/>
                  </a:lnTo>
                  <a:lnTo>
                    <a:pt x="39" y="450"/>
                  </a:lnTo>
                  <a:lnTo>
                    <a:pt x="40" y="460"/>
                  </a:lnTo>
                  <a:lnTo>
                    <a:pt x="42" y="471"/>
                  </a:lnTo>
                  <a:lnTo>
                    <a:pt x="42" y="481"/>
                  </a:lnTo>
                  <a:lnTo>
                    <a:pt x="37" y="481"/>
                  </a:lnTo>
                  <a:lnTo>
                    <a:pt x="37" y="481"/>
                  </a:lnTo>
                  <a:lnTo>
                    <a:pt x="33" y="499"/>
                  </a:lnTo>
                  <a:lnTo>
                    <a:pt x="31" y="512"/>
                  </a:lnTo>
                  <a:lnTo>
                    <a:pt x="33" y="517"/>
                  </a:lnTo>
                  <a:lnTo>
                    <a:pt x="35" y="521"/>
                  </a:lnTo>
                  <a:lnTo>
                    <a:pt x="40" y="521"/>
                  </a:lnTo>
                  <a:lnTo>
                    <a:pt x="49" y="521"/>
                  </a:lnTo>
                  <a:lnTo>
                    <a:pt x="49" y="521"/>
                  </a:lnTo>
                  <a:lnTo>
                    <a:pt x="48" y="535"/>
                  </a:lnTo>
                  <a:lnTo>
                    <a:pt x="46" y="552"/>
                  </a:lnTo>
                  <a:lnTo>
                    <a:pt x="42" y="555"/>
                  </a:lnTo>
                  <a:lnTo>
                    <a:pt x="42" y="555"/>
                  </a:lnTo>
                  <a:lnTo>
                    <a:pt x="42" y="559"/>
                  </a:lnTo>
                  <a:lnTo>
                    <a:pt x="44" y="563"/>
                  </a:lnTo>
                  <a:lnTo>
                    <a:pt x="46" y="566"/>
                  </a:lnTo>
                  <a:lnTo>
                    <a:pt x="46" y="572"/>
                  </a:lnTo>
                  <a:lnTo>
                    <a:pt x="44" y="573"/>
                  </a:lnTo>
                  <a:lnTo>
                    <a:pt x="44" y="573"/>
                  </a:lnTo>
                  <a:lnTo>
                    <a:pt x="40" y="577"/>
                  </a:lnTo>
                  <a:lnTo>
                    <a:pt x="40" y="579"/>
                  </a:lnTo>
                  <a:lnTo>
                    <a:pt x="42" y="579"/>
                  </a:lnTo>
                  <a:lnTo>
                    <a:pt x="42" y="584"/>
                  </a:lnTo>
                  <a:lnTo>
                    <a:pt x="42" y="584"/>
                  </a:lnTo>
                  <a:lnTo>
                    <a:pt x="39" y="583"/>
                  </a:lnTo>
                  <a:lnTo>
                    <a:pt x="37" y="581"/>
                  </a:lnTo>
                  <a:lnTo>
                    <a:pt x="37" y="581"/>
                  </a:lnTo>
                  <a:lnTo>
                    <a:pt x="35" y="593"/>
                  </a:lnTo>
                  <a:lnTo>
                    <a:pt x="35" y="604"/>
                  </a:lnTo>
                  <a:lnTo>
                    <a:pt x="35" y="615"/>
                  </a:lnTo>
                  <a:lnTo>
                    <a:pt x="35" y="630"/>
                  </a:lnTo>
                  <a:lnTo>
                    <a:pt x="35" y="630"/>
                  </a:lnTo>
                  <a:lnTo>
                    <a:pt x="29" y="626"/>
                  </a:lnTo>
                  <a:lnTo>
                    <a:pt x="28" y="626"/>
                  </a:lnTo>
                  <a:lnTo>
                    <a:pt x="24" y="624"/>
                  </a:lnTo>
                  <a:lnTo>
                    <a:pt x="24" y="624"/>
                  </a:lnTo>
                  <a:lnTo>
                    <a:pt x="26" y="628"/>
                  </a:lnTo>
                  <a:lnTo>
                    <a:pt x="24" y="628"/>
                  </a:lnTo>
                  <a:lnTo>
                    <a:pt x="20" y="630"/>
                  </a:lnTo>
                  <a:lnTo>
                    <a:pt x="20" y="630"/>
                  </a:lnTo>
                  <a:lnTo>
                    <a:pt x="20" y="628"/>
                  </a:lnTo>
                  <a:lnTo>
                    <a:pt x="22" y="624"/>
                  </a:lnTo>
                  <a:lnTo>
                    <a:pt x="22" y="624"/>
                  </a:lnTo>
                  <a:lnTo>
                    <a:pt x="17" y="623"/>
                  </a:lnTo>
                  <a:lnTo>
                    <a:pt x="13" y="621"/>
                  </a:lnTo>
                  <a:lnTo>
                    <a:pt x="13" y="621"/>
                  </a:lnTo>
                  <a:lnTo>
                    <a:pt x="11" y="623"/>
                  </a:lnTo>
                  <a:lnTo>
                    <a:pt x="11" y="623"/>
                  </a:lnTo>
                  <a:lnTo>
                    <a:pt x="9" y="623"/>
                  </a:lnTo>
                  <a:lnTo>
                    <a:pt x="8" y="623"/>
                  </a:lnTo>
                  <a:lnTo>
                    <a:pt x="8" y="628"/>
                  </a:lnTo>
                  <a:lnTo>
                    <a:pt x="8" y="628"/>
                  </a:lnTo>
                  <a:lnTo>
                    <a:pt x="2" y="643"/>
                  </a:lnTo>
                  <a:lnTo>
                    <a:pt x="9" y="637"/>
                  </a:lnTo>
                  <a:lnTo>
                    <a:pt x="9" y="637"/>
                  </a:lnTo>
                  <a:lnTo>
                    <a:pt x="9" y="644"/>
                  </a:lnTo>
                  <a:lnTo>
                    <a:pt x="9" y="644"/>
                  </a:lnTo>
                  <a:lnTo>
                    <a:pt x="13" y="644"/>
                  </a:lnTo>
                  <a:lnTo>
                    <a:pt x="17" y="644"/>
                  </a:lnTo>
                  <a:lnTo>
                    <a:pt x="17" y="644"/>
                  </a:lnTo>
                  <a:lnTo>
                    <a:pt x="18" y="643"/>
                  </a:lnTo>
                  <a:lnTo>
                    <a:pt x="20" y="641"/>
                  </a:lnTo>
                  <a:lnTo>
                    <a:pt x="24" y="641"/>
                  </a:lnTo>
                  <a:lnTo>
                    <a:pt x="26" y="643"/>
                  </a:lnTo>
                  <a:lnTo>
                    <a:pt x="28" y="644"/>
                  </a:lnTo>
                  <a:lnTo>
                    <a:pt x="28" y="644"/>
                  </a:lnTo>
                  <a:lnTo>
                    <a:pt x="28" y="648"/>
                  </a:lnTo>
                  <a:lnTo>
                    <a:pt x="26" y="652"/>
                  </a:lnTo>
                  <a:lnTo>
                    <a:pt x="24" y="655"/>
                  </a:lnTo>
                  <a:lnTo>
                    <a:pt x="24" y="655"/>
                  </a:lnTo>
                  <a:lnTo>
                    <a:pt x="29" y="659"/>
                  </a:lnTo>
                  <a:lnTo>
                    <a:pt x="29" y="661"/>
                  </a:lnTo>
                  <a:lnTo>
                    <a:pt x="28" y="661"/>
                  </a:lnTo>
                  <a:lnTo>
                    <a:pt x="22" y="663"/>
                  </a:lnTo>
                  <a:lnTo>
                    <a:pt x="22" y="663"/>
                  </a:lnTo>
                  <a:lnTo>
                    <a:pt x="24" y="681"/>
                  </a:lnTo>
                  <a:lnTo>
                    <a:pt x="22" y="701"/>
                  </a:lnTo>
                  <a:lnTo>
                    <a:pt x="22" y="701"/>
                  </a:lnTo>
                  <a:lnTo>
                    <a:pt x="24" y="699"/>
                  </a:lnTo>
                  <a:lnTo>
                    <a:pt x="28" y="696"/>
                  </a:lnTo>
                  <a:lnTo>
                    <a:pt x="28" y="696"/>
                  </a:lnTo>
                  <a:lnTo>
                    <a:pt x="28" y="697"/>
                  </a:lnTo>
                  <a:lnTo>
                    <a:pt x="28" y="697"/>
                  </a:lnTo>
                  <a:lnTo>
                    <a:pt x="26" y="701"/>
                  </a:lnTo>
                  <a:lnTo>
                    <a:pt x="22" y="706"/>
                  </a:lnTo>
                  <a:lnTo>
                    <a:pt x="22" y="706"/>
                  </a:lnTo>
                  <a:lnTo>
                    <a:pt x="22" y="712"/>
                  </a:lnTo>
                  <a:lnTo>
                    <a:pt x="20" y="716"/>
                  </a:lnTo>
                  <a:lnTo>
                    <a:pt x="20" y="716"/>
                  </a:lnTo>
                  <a:lnTo>
                    <a:pt x="18" y="717"/>
                  </a:lnTo>
                  <a:lnTo>
                    <a:pt x="17" y="716"/>
                  </a:lnTo>
                  <a:lnTo>
                    <a:pt x="17" y="714"/>
                  </a:lnTo>
                  <a:lnTo>
                    <a:pt x="17" y="714"/>
                  </a:lnTo>
                  <a:lnTo>
                    <a:pt x="18" y="690"/>
                  </a:lnTo>
                  <a:lnTo>
                    <a:pt x="17" y="679"/>
                  </a:lnTo>
                  <a:lnTo>
                    <a:pt x="15" y="670"/>
                  </a:lnTo>
                  <a:lnTo>
                    <a:pt x="15" y="670"/>
                  </a:lnTo>
                  <a:lnTo>
                    <a:pt x="9" y="670"/>
                  </a:lnTo>
                  <a:lnTo>
                    <a:pt x="6" y="670"/>
                  </a:lnTo>
                  <a:lnTo>
                    <a:pt x="6" y="670"/>
                  </a:lnTo>
                  <a:lnTo>
                    <a:pt x="6" y="672"/>
                  </a:lnTo>
                  <a:lnTo>
                    <a:pt x="6" y="672"/>
                  </a:lnTo>
                  <a:lnTo>
                    <a:pt x="8" y="674"/>
                  </a:lnTo>
                  <a:lnTo>
                    <a:pt x="8" y="674"/>
                  </a:lnTo>
                  <a:lnTo>
                    <a:pt x="8" y="674"/>
                  </a:lnTo>
                  <a:lnTo>
                    <a:pt x="2" y="677"/>
                  </a:lnTo>
                  <a:lnTo>
                    <a:pt x="0" y="679"/>
                  </a:lnTo>
                  <a:lnTo>
                    <a:pt x="0" y="683"/>
                  </a:lnTo>
                  <a:lnTo>
                    <a:pt x="0" y="685"/>
                  </a:lnTo>
                  <a:lnTo>
                    <a:pt x="4" y="690"/>
                  </a:lnTo>
                  <a:lnTo>
                    <a:pt x="6" y="696"/>
                  </a:lnTo>
                  <a:lnTo>
                    <a:pt x="6" y="696"/>
                  </a:lnTo>
                  <a:lnTo>
                    <a:pt x="6" y="701"/>
                  </a:lnTo>
                  <a:lnTo>
                    <a:pt x="4" y="701"/>
                  </a:lnTo>
                  <a:lnTo>
                    <a:pt x="2" y="703"/>
                  </a:lnTo>
                  <a:lnTo>
                    <a:pt x="0" y="703"/>
                  </a:lnTo>
                  <a:lnTo>
                    <a:pt x="0" y="703"/>
                  </a:lnTo>
                  <a:lnTo>
                    <a:pt x="2" y="708"/>
                  </a:lnTo>
                  <a:lnTo>
                    <a:pt x="2" y="714"/>
                  </a:lnTo>
                  <a:lnTo>
                    <a:pt x="2" y="714"/>
                  </a:lnTo>
                  <a:lnTo>
                    <a:pt x="9" y="716"/>
                  </a:lnTo>
                  <a:lnTo>
                    <a:pt x="17" y="716"/>
                  </a:lnTo>
                  <a:lnTo>
                    <a:pt x="17" y="716"/>
                  </a:lnTo>
                  <a:lnTo>
                    <a:pt x="17" y="723"/>
                  </a:lnTo>
                  <a:lnTo>
                    <a:pt x="17" y="723"/>
                  </a:lnTo>
                  <a:lnTo>
                    <a:pt x="18" y="723"/>
                  </a:lnTo>
                  <a:lnTo>
                    <a:pt x="20" y="723"/>
                  </a:lnTo>
                  <a:lnTo>
                    <a:pt x="22" y="723"/>
                  </a:lnTo>
                  <a:lnTo>
                    <a:pt x="24" y="723"/>
                  </a:lnTo>
                  <a:lnTo>
                    <a:pt x="24" y="723"/>
                  </a:lnTo>
                  <a:lnTo>
                    <a:pt x="24" y="726"/>
                  </a:lnTo>
                  <a:lnTo>
                    <a:pt x="24" y="730"/>
                  </a:lnTo>
                  <a:lnTo>
                    <a:pt x="24" y="730"/>
                  </a:lnTo>
                  <a:lnTo>
                    <a:pt x="20" y="728"/>
                  </a:lnTo>
                  <a:lnTo>
                    <a:pt x="17" y="726"/>
                  </a:lnTo>
                  <a:lnTo>
                    <a:pt x="17" y="726"/>
                  </a:lnTo>
                  <a:lnTo>
                    <a:pt x="18" y="728"/>
                  </a:lnTo>
                  <a:lnTo>
                    <a:pt x="18" y="732"/>
                  </a:lnTo>
                  <a:lnTo>
                    <a:pt x="18" y="736"/>
                  </a:lnTo>
                  <a:lnTo>
                    <a:pt x="17" y="734"/>
                  </a:lnTo>
                  <a:lnTo>
                    <a:pt x="17" y="734"/>
                  </a:lnTo>
                  <a:lnTo>
                    <a:pt x="9" y="730"/>
                  </a:lnTo>
                  <a:lnTo>
                    <a:pt x="9" y="730"/>
                  </a:lnTo>
                  <a:lnTo>
                    <a:pt x="9" y="737"/>
                  </a:lnTo>
                  <a:lnTo>
                    <a:pt x="8" y="737"/>
                  </a:lnTo>
                  <a:lnTo>
                    <a:pt x="8" y="737"/>
                  </a:lnTo>
                  <a:lnTo>
                    <a:pt x="8" y="752"/>
                  </a:lnTo>
                  <a:lnTo>
                    <a:pt x="8" y="752"/>
                  </a:lnTo>
                  <a:lnTo>
                    <a:pt x="15" y="752"/>
                  </a:lnTo>
                  <a:lnTo>
                    <a:pt x="15" y="752"/>
                  </a:lnTo>
                  <a:lnTo>
                    <a:pt x="17" y="748"/>
                  </a:lnTo>
                  <a:lnTo>
                    <a:pt x="20" y="743"/>
                  </a:lnTo>
                  <a:lnTo>
                    <a:pt x="20" y="743"/>
                  </a:lnTo>
                  <a:lnTo>
                    <a:pt x="22" y="748"/>
                  </a:lnTo>
                  <a:lnTo>
                    <a:pt x="22" y="748"/>
                  </a:lnTo>
                  <a:lnTo>
                    <a:pt x="22" y="741"/>
                  </a:lnTo>
                  <a:lnTo>
                    <a:pt x="22" y="739"/>
                  </a:lnTo>
                  <a:lnTo>
                    <a:pt x="22" y="737"/>
                  </a:lnTo>
                  <a:lnTo>
                    <a:pt x="24" y="736"/>
                  </a:lnTo>
                  <a:lnTo>
                    <a:pt x="24" y="730"/>
                  </a:lnTo>
                  <a:lnTo>
                    <a:pt x="24" y="730"/>
                  </a:lnTo>
                  <a:lnTo>
                    <a:pt x="28" y="732"/>
                  </a:lnTo>
                  <a:lnTo>
                    <a:pt x="29" y="734"/>
                  </a:lnTo>
                  <a:lnTo>
                    <a:pt x="31" y="734"/>
                  </a:lnTo>
                  <a:lnTo>
                    <a:pt x="31" y="734"/>
                  </a:lnTo>
                  <a:lnTo>
                    <a:pt x="26" y="739"/>
                  </a:lnTo>
                  <a:lnTo>
                    <a:pt x="26" y="743"/>
                  </a:lnTo>
                  <a:lnTo>
                    <a:pt x="26" y="747"/>
                  </a:lnTo>
                  <a:lnTo>
                    <a:pt x="28" y="745"/>
                  </a:lnTo>
                  <a:lnTo>
                    <a:pt x="29" y="745"/>
                  </a:lnTo>
                  <a:lnTo>
                    <a:pt x="29" y="745"/>
                  </a:lnTo>
                  <a:lnTo>
                    <a:pt x="29" y="750"/>
                  </a:lnTo>
                  <a:lnTo>
                    <a:pt x="28" y="754"/>
                  </a:lnTo>
                  <a:lnTo>
                    <a:pt x="28" y="752"/>
                  </a:lnTo>
                  <a:lnTo>
                    <a:pt x="28" y="757"/>
                  </a:lnTo>
                  <a:lnTo>
                    <a:pt x="28" y="757"/>
                  </a:lnTo>
                  <a:lnTo>
                    <a:pt x="24" y="757"/>
                  </a:lnTo>
                  <a:lnTo>
                    <a:pt x="22" y="756"/>
                  </a:lnTo>
                  <a:lnTo>
                    <a:pt x="22" y="756"/>
                  </a:lnTo>
                  <a:lnTo>
                    <a:pt x="20" y="756"/>
                  </a:lnTo>
                  <a:lnTo>
                    <a:pt x="20" y="759"/>
                  </a:lnTo>
                  <a:lnTo>
                    <a:pt x="20" y="759"/>
                  </a:lnTo>
                  <a:lnTo>
                    <a:pt x="17" y="759"/>
                  </a:lnTo>
                  <a:lnTo>
                    <a:pt x="15" y="759"/>
                  </a:lnTo>
                  <a:lnTo>
                    <a:pt x="17" y="757"/>
                  </a:lnTo>
                  <a:lnTo>
                    <a:pt x="17" y="757"/>
                  </a:lnTo>
                  <a:lnTo>
                    <a:pt x="11" y="757"/>
                  </a:lnTo>
                  <a:lnTo>
                    <a:pt x="6" y="757"/>
                  </a:lnTo>
                  <a:lnTo>
                    <a:pt x="6" y="757"/>
                  </a:lnTo>
                  <a:lnTo>
                    <a:pt x="9" y="767"/>
                  </a:lnTo>
                  <a:lnTo>
                    <a:pt x="11" y="776"/>
                  </a:lnTo>
                  <a:lnTo>
                    <a:pt x="17" y="785"/>
                  </a:lnTo>
                  <a:lnTo>
                    <a:pt x="20" y="787"/>
                  </a:lnTo>
                  <a:lnTo>
                    <a:pt x="24" y="788"/>
                  </a:lnTo>
                  <a:lnTo>
                    <a:pt x="24" y="788"/>
                  </a:lnTo>
                  <a:lnTo>
                    <a:pt x="29" y="790"/>
                  </a:lnTo>
                  <a:lnTo>
                    <a:pt x="33" y="790"/>
                  </a:lnTo>
                  <a:lnTo>
                    <a:pt x="31" y="788"/>
                  </a:lnTo>
                  <a:lnTo>
                    <a:pt x="31" y="788"/>
                  </a:lnTo>
                  <a:lnTo>
                    <a:pt x="20" y="781"/>
                  </a:lnTo>
                  <a:lnTo>
                    <a:pt x="18" y="779"/>
                  </a:lnTo>
                  <a:lnTo>
                    <a:pt x="18" y="779"/>
                  </a:lnTo>
                  <a:lnTo>
                    <a:pt x="28" y="779"/>
                  </a:lnTo>
                  <a:lnTo>
                    <a:pt x="28" y="779"/>
                  </a:lnTo>
                  <a:lnTo>
                    <a:pt x="28" y="772"/>
                  </a:lnTo>
                  <a:lnTo>
                    <a:pt x="28" y="765"/>
                  </a:lnTo>
                  <a:lnTo>
                    <a:pt x="28" y="765"/>
                  </a:lnTo>
                  <a:lnTo>
                    <a:pt x="24" y="763"/>
                  </a:lnTo>
                  <a:lnTo>
                    <a:pt x="22" y="759"/>
                  </a:lnTo>
                  <a:lnTo>
                    <a:pt x="22" y="759"/>
                  </a:lnTo>
                  <a:lnTo>
                    <a:pt x="26" y="759"/>
                  </a:lnTo>
                  <a:lnTo>
                    <a:pt x="28" y="759"/>
                  </a:lnTo>
                  <a:lnTo>
                    <a:pt x="31" y="757"/>
                  </a:lnTo>
                  <a:lnTo>
                    <a:pt x="31" y="757"/>
                  </a:lnTo>
                  <a:lnTo>
                    <a:pt x="33" y="759"/>
                  </a:lnTo>
                  <a:lnTo>
                    <a:pt x="35" y="761"/>
                  </a:lnTo>
                  <a:lnTo>
                    <a:pt x="37" y="763"/>
                  </a:lnTo>
                  <a:lnTo>
                    <a:pt x="37" y="763"/>
                  </a:lnTo>
                  <a:lnTo>
                    <a:pt x="42" y="756"/>
                  </a:lnTo>
                  <a:lnTo>
                    <a:pt x="42" y="756"/>
                  </a:lnTo>
                  <a:lnTo>
                    <a:pt x="46" y="756"/>
                  </a:lnTo>
                  <a:lnTo>
                    <a:pt x="48" y="757"/>
                  </a:lnTo>
                  <a:lnTo>
                    <a:pt x="49" y="759"/>
                  </a:lnTo>
                  <a:lnTo>
                    <a:pt x="46" y="759"/>
                  </a:lnTo>
                  <a:lnTo>
                    <a:pt x="46" y="759"/>
                  </a:lnTo>
                  <a:lnTo>
                    <a:pt x="46" y="763"/>
                  </a:lnTo>
                  <a:lnTo>
                    <a:pt x="44" y="761"/>
                  </a:lnTo>
                  <a:lnTo>
                    <a:pt x="44" y="759"/>
                  </a:lnTo>
                  <a:lnTo>
                    <a:pt x="42" y="759"/>
                  </a:lnTo>
                  <a:lnTo>
                    <a:pt x="42" y="759"/>
                  </a:lnTo>
                  <a:lnTo>
                    <a:pt x="42" y="765"/>
                  </a:lnTo>
                  <a:lnTo>
                    <a:pt x="42" y="770"/>
                  </a:lnTo>
                  <a:lnTo>
                    <a:pt x="42" y="770"/>
                  </a:lnTo>
                  <a:lnTo>
                    <a:pt x="39" y="767"/>
                  </a:lnTo>
                  <a:lnTo>
                    <a:pt x="37" y="765"/>
                  </a:lnTo>
                  <a:lnTo>
                    <a:pt x="37" y="765"/>
                  </a:lnTo>
                  <a:lnTo>
                    <a:pt x="33" y="768"/>
                  </a:lnTo>
                  <a:lnTo>
                    <a:pt x="31" y="770"/>
                  </a:lnTo>
                  <a:lnTo>
                    <a:pt x="31" y="770"/>
                  </a:lnTo>
                  <a:lnTo>
                    <a:pt x="31" y="770"/>
                  </a:lnTo>
                  <a:lnTo>
                    <a:pt x="35" y="787"/>
                  </a:lnTo>
                  <a:lnTo>
                    <a:pt x="35" y="787"/>
                  </a:lnTo>
                  <a:lnTo>
                    <a:pt x="39" y="787"/>
                  </a:lnTo>
                  <a:lnTo>
                    <a:pt x="40" y="788"/>
                  </a:lnTo>
                  <a:lnTo>
                    <a:pt x="40" y="788"/>
                  </a:lnTo>
                  <a:lnTo>
                    <a:pt x="35" y="788"/>
                  </a:lnTo>
                  <a:lnTo>
                    <a:pt x="35" y="788"/>
                  </a:lnTo>
                  <a:lnTo>
                    <a:pt x="33" y="796"/>
                  </a:lnTo>
                  <a:lnTo>
                    <a:pt x="31" y="801"/>
                  </a:lnTo>
                  <a:lnTo>
                    <a:pt x="31" y="801"/>
                  </a:lnTo>
                  <a:lnTo>
                    <a:pt x="39" y="803"/>
                  </a:lnTo>
                  <a:lnTo>
                    <a:pt x="42" y="803"/>
                  </a:lnTo>
                  <a:lnTo>
                    <a:pt x="42" y="808"/>
                  </a:lnTo>
                  <a:lnTo>
                    <a:pt x="42" y="808"/>
                  </a:lnTo>
                  <a:lnTo>
                    <a:pt x="40" y="808"/>
                  </a:lnTo>
                  <a:lnTo>
                    <a:pt x="42" y="810"/>
                  </a:lnTo>
                  <a:lnTo>
                    <a:pt x="49" y="814"/>
                  </a:lnTo>
                  <a:lnTo>
                    <a:pt x="49" y="814"/>
                  </a:lnTo>
                  <a:lnTo>
                    <a:pt x="51" y="812"/>
                  </a:lnTo>
                  <a:lnTo>
                    <a:pt x="51" y="810"/>
                  </a:lnTo>
                  <a:lnTo>
                    <a:pt x="51" y="808"/>
                  </a:lnTo>
                  <a:lnTo>
                    <a:pt x="49" y="807"/>
                  </a:lnTo>
                  <a:lnTo>
                    <a:pt x="49" y="807"/>
                  </a:lnTo>
                  <a:lnTo>
                    <a:pt x="51" y="799"/>
                  </a:lnTo>
                  <a:lnTo>
                    <a:pt x="51" y="799"/>
                  </a:lnTo>
                  <a:lnTo>
                    <a:pt x="44" y="798"/>
                  </a:lnTo>
                  <a:lnTo>
                    <a:pt x="44" y="798"/>
                  </a:lnTo>
                  <a:lnTo>
                    <a:pt x="46" y="796"/>
                  </a:lnTo>
                  <a:lnTo>
                    <a:pt x="49" y="794"/>
                  </a:lnTo>
                  <a:lnTo>
                    <a:pt x="49" y="794"/>
                  </a:lnTo>
                  <a:lnTo>
                    <a:pt x="49" y="794"/>
                  </a:lnTo>
                  <a:lnTo>
                    <a:pt x="49" y="794"/>
                  </a:lnTo>
                  <a:lnTo>
                    <a:pt x="49" y="792"/>
                  </a:lnTo>
                  <a:lnTo>
                    <a:pt x="51" y="792"/>
                  </a:lnTo>
                  <a:lnTo>
                    <a:pt x="53" y="792"/>
                  </a:lnTo>
                  <a:lnTo>
                    <a:pt x="53" y="792"/>
                  </a:lnTo>
                  <a:lnTo>
                    <a:pt x="55" y="796"/>
                  </a:lnTo>
                  <a:lnTo>
                    <a:pt x="57" y="801"/>
                  </a:lnTo>
                  <a:lnTo>
                    <a:pt x="57" y="801"/>
                  </a:lnTo>
                  <a:lnTo>
                    <a:pt x="62" y="803"/>
                  </a:lnTo>
                  <a:lnTo>
                    <a:pt x="70" y="803"/>
                  </a:lnTo>
                  <a:lnTo>
                    <a:pt x="70" y="803"/>
                  </a:lnTo>
                  <a:lnTo>
                    <a:pt x="70" y="812"/>
                  </a:lnTo>
                  <a:lnTo>
                    <a:pt x="70" y="812"/>
                  </a:lnTo>
                  <a:lnTo>
                    <a:pt x="53" y="807"/>
                  </a:lnTo>
                  <a:lnTo>
                    <a:pt x="53" y="807"/>
                  </a:lnTo>
                  <a:lnTo>
                    <a:pt x="59" y="816"/>
                  </a:lnTo>
                  <a:lnTo>
                    <a:pt x="59" y="816"/>
                  </a:lnTo>
                  <a:lnTo>
                    <a:pt x="70" y="814"/>
                  </a:lnTo>
                  <a:lnTo>
                    <a:pt x="70" y="814"/>
                  </a:lnTo>
                  <a:lnTo>
                    <a:pt x="75" y="814"/>
                  </a:lnTo>
                  <a:lnTo>
                    <a:pt x="77" y="814"/>
                  </a:lnTo>
                  <a:lnTo>
                    <a:pt x="70" y="818"/>
                  </a:lnTo>
                  <a:lnTo>
                    <a:pt x="53" y="821"/>
                  </a:lnTo>
                  <a:lnTo>
                    <a:pt x="53" y="828"/>
                  </a:lnTo>
                  <a:lnTo>
                    <a:pt x="53" y="828"/>
                  </a:lnTo>
                  <a:lnTo>
                    <a:pt x="57" y="828"/>
                  </a:lnTo>
                  <a:lnTo>
                    <a:pt x="57" y="827"/>
                  </a:lnTo>
                  <a:lnTo>
                    <a:pt x="57" y="823"/>
                  </a:lnTo>
                  <a:lnTo>
                    <a:pt x="57" y="823"/>
                  </a:lnTo>
                  <a:lnTo>
                    <a:pt x="64" y="825"/>
                  </a:lnTo>
                  <a:lnTo>
                    <a:pt x="71" y="827"/>
                  </a:lnTo>
                  <a:lnTo>
                    <a:pt x="71" y="830"/>
                  </a:lnTo>
                  <a:lnTo>
                    <a:pt x="71" y="830"/>
                  </a:lnTo>
                  <a:lnTo>
                    <a:pt x="77" y="830"/>
                  </a:lnTo>
                  <a:lnTo>
                    <a:pt x="80" y="830"/>
                  </a:lnTo>
                  <a:lnTo>
                    <a:pt x="84" y="830"/>
                  </a:lnTo>
                  <a:lnTo>
                    <a:pt x="84" y="830"/>
                  </a:lnTo>
                  <a:lnTo>
                    <a:pt x="84" y="832"/>
                  </a:lnTo>
                  <a:lnTo>
                    <a:pt x="84" y="834"/>
                  </a:lnTo>
                  <a:lnTo>
                    <a:pt x="84" y="834"/>
                  </a:lnTo>
                  <a:lnTo>
                    <a:pt x="86" y="836"/>
                  </a:lnTo>
                  <a:lnTo>
                    <a:pt x="91" y="834"/>
                  </a:lnTo>
                  <a:lnTo>
                    <a:pt x="91" y="834"/>
                  </a:lnTo>
                  <a:lnTo>
                    <a:pt x="91" y="836"/>
                  </a:lnTo>
                  <a:lnTo>
                    <a:pt x="90" y="838"/>
                  </a:lnTo>
                  <a:lnTo>
                    <a:pt x="84" y="838"/>
                  </a:lnTo>
                  <a:lnTo>
                    <a:pt x="84" y="838"/>
                  </a:lnTo>
                  <a:lnTo>
                    <a:pt x="88" y="845"/>
                  </a:lnTo>
                  <a:lnTo>
                    <a:pt x="88" y="845"/>
                  </a:lnTo>
                  <a:lnTo>
                    <a:pt x="93" y="847"/>
                  </a:lnTo>
                  <a:lnTo>
                    <a:pt x="95" y="849"/>
                  </a:lnTo>
                  <a:lnTo>
                    <a:pt x="95" y="849"/>
                  </a:lnTo>
                  <a:lnTo>
                    <a:pt x="100" y="847"/>
                  </a:lnTo>
                  <a:lnTo>
                    <a:pt x="99" y="845"/>
                  </a:lnTo>
                  <a:lnTo>
                    <a:pt x="99" y="843"/>
                  </a:lnTo>
                  <a:lnTo>
                    <a:pt x="99" y="841"/>
                  </a:lnTo>
                  <a:lnTo>
                    <a:pt x="100" y="841"/>
                  </a:lnTo>
                  <a:lnTo>
                    <a:pt x="100" y="841"/>
                  </a:lnTo>
                  <a:lnTo>
                    <a:pt x="104" y="841"/>
                  </a:lnTo>
                  <a:lnTo>
                    <a:pt x="110" y="841"/>
                  </a:lnTo>
                  <a:lnTo>
                    <a:pt x="113" y="841"/>
                  </a:lnTo>
                  <a:lnTo>
                    <a:pt x="110" y="838"/>
                  </a:lnTo>
                  <a:lnTo>
                    <a:pt x="110" y="834"/>
                  </a:lnTo>
                  <a:lnTo>
                    <a:pt x="110" y="834"/>
                  </a:lnTo>
                  <a:lnTo>
                    <a:pt x="106" y="832"/>
                  </a:lnTo>
                  <a:lnTo>
                    <a:pt x="102" y="830"/>
                  </a:lnTo>
                  <a:lnTo>
                    <a:pt x="102" y="830"/>
                  </a:lnTo>
                  <a:lnTo>
                    <a:pt x="108" y="830"/>
                  </a:lnTo>
                  <a:lnTo>
                    <a:pt x="113" y="830"/>
                  </a:lnTo>
                  <a:lnTo>
                    <a:pt x="121" y="843"/>
                  </a:lnTo>
                  <a:lnTo>
                    <a:pt x="124" y="843"/>
                  </a:lnTo>
                  <a:lnTo>
                    <a:pt x="124" y="843"/>
                  </a:lnTo>
                  <a:lnTo>
                    <a:pt x="126" y="839"/>
                  </a:lnTo>
                  <a:lnTo>
                    <a:pt x="128" y="839"/>
                  </a:lnTo>
                  <a:lnTo>
                    <a:pt x="130" y="838"/>
                  </a:lnTo>
                  <a:lnTo>
                    <a:pt x="130" y="838"/>
                  </a:lnTo>
                  <a:lnTo>
                    <a:pt x="131" y="834"/>
                  </a:lnTo>
                  <a:lnTo>
                    <a:pt x="131" y="830"/>
                  </a:lnTo>
                  <a:lnTo>
                    <a:pt x="131" y="830"/>
                  </a:lnTo>
                  <a:lnTo>
                    <a:pt x="139" y="828"/>
                  </a:lnTo>
                  <a:lnTo>
                    <a:pt x="146" y="828"/>
                  </a:lnTo>
                  <a:lnTo>
                    <a:pt x="159" y="830"/>
                  </a:lnTo>
                  <a:lnTo>
                    <a:pt x="159" y="830"/>
                  </a:lnTo>
                  <a:lnTo>
                    <a:pt x="142" y="828"/>
                  </a:lnTo>
                  <a:lnTo>
                    <a:pt x="121" y="827"/>
                  </a:lnTo>
                  <a:lnTo>
                    <a:pt x="121" y="827"/>
                  </a:lnTo>
                  <a:lnTo>
                    <a:pt x="111" y="827"/>
                  </a:lnTo>
                  <a:lnTo>
                    <a:pt x="108" y="827"/>
                  </a:lnTo>
                  <a:lnTo>
                    <a:pt x="106" y="779"/>
                  </a:lnTo>
                  <a:lnTo>
                    <a:pt x="106" y="779"/>
                  </a:lnTo>
                  <a:lnTo>
                    <a:pt x="93" y="774"/>
                  </a:lnTo>
                  <a:lnTo>
                    <a:pt x="93" y="774"/>
                  </a:lnTo>
                  <a:lnTo>
                    <a:pt x="95" y="770"/>
                  </a:lnTo>
                  <a:lnTo>
                    <a:pt x="99" y="765"/>
                  </a:lnTo>
                  <a:lnTo>
                    <a:pt x="99" y="765"/>
                  </a:lnTo>
                  <a:lnTo>
                    <a:pt x="102" y="765"/>
                  </a:lnTo>
                  <a:lnTo>
                    <a:pt x="104" y="765"/>
                  </a:lnTo>
                  <a:lnTo>
                    <a:pt x="102" y="767"/>
                  </a:lnTo>
                  <a:lnTo>
                    <a:pt x="102" y="767"/>
                  </a:lnTo>
                  <a:lnTo>
                    <a:pt x="110" y="767"/>
                  </a:lnTo>
                  <a:lnTo>
                    <a:pt x="110" y="767"/>
                  </a:lnTo>
                  <a:lnTo>
                    <a:pt x="110" y="767"/>
                  </a:lnTo>
                  <a:lnTo>
                    <a:pt x="108" y="763"/>
                  </a:lnTo>
                  <a:lnTo>
                    <a:pt x="108" y="763"/>
                  </a:lnTo>
                  <a:lnTo>
                    <a:pt x="82" y="761"/>
                  </a:lnTo>
                  <a:lnTo>
                    <a:pt x="82" y="761"/>
                  </a:lnTo>
                  <a:lnTo>
                    <a:pt x="60" y="763"/>
                  </a:lnTo>
                  <a:lnTo>
                    <a:pt x="60" y="763"/>
                  </a:lnTo>
                  <a:lnTo>
                    <a:pt x="55" y="756"/>
                  </a:lnTo>
                  <a:lnTo>
                    <a:pt x="48" y="747"/>
                  </a:lnTo>
                  <a:lnTo>
                    <a:pt x="48" y="747"/>
                  </a:lnTo>
                  <a:lnTo>
                    <a:pt x="44" y="739"/>
                  </a:lnTo>
                  <a:lnTo>
                    <a:pt x="44" y="736"/>
                  </a:lnTo>
                  <a:lnTo>
                    <a:pt x="46" y="734"/>
                  </a:lnTo>
                  <a:lnTo>
                    <a:pt x="46" y="734"/>
                  </a:lnTo>
                  <a:lnTo>
                    <a:pt x="48" y="732"/>
                  </a:lnTo>
                  <a:lnTo>
                    <a:pt x="48" y="728"/>
                  </a:lnTo>
                  <a:lnTo>
                    <a:pt x="46" y="723"/>
                  </a:lnTo>
                  <a:lnTo>
                    <a:pt x="46" y="723"/>
                  </a:lnTo>
                  <a:lnTo>
                    <a:pt x="44" y="721"/>
                  </a:lnTo>
                  <a:lnTo>
                    <a:pt x="42" y="723"/>
                  </a:lnTo>
                  <a:lnTo>
                    <a:pt x="40" y="725"/>
                  </a:lnTo>
                  <a:lnTo>
                    <a:pt x="39" y="725"/>
                  </a:lnTo>
                  <a:lnTo>
                    <a:pt x="39" y="725"/>
                  </a:lnTo>
                  <a:lnTo>
                    <a:pt x="35" y="725"/>
                  </a:lnTo>
                  <a:lnTo>
                    <a:pt x="35" y="721"/>
                  </a:lnTo>
                  <a:lnTo>
                    <a:pt x="33" y="714"/>
                  </a:lnTo>
                  <a:lnTo>
                    <a:pt x="33" y="714"/>
                  </a:lnTo>
                  <a:lnTo>
                    <a:pt x="35" y="708"/>
                  </a:lnTo>
                  <a:lnTo>
                    <a:pt x="39" y="703"/>
                  </a:lnTo>
                  <a:lnTo>
                    <a:pt x="39" y="703"/>
                  </a:lnTo>
                  <a:lnTo>
                    <a:pt x="39" y="696"/>
                  </a:lnTo>
                  <a:lnTo>
                    <a:pt x="37" y="688"/>
                  </a:lnTo>
                  <a:lnTo>
                    <a:pt x="37" y="688"/>
                  </a:lnTo>
                  <a:lnTo>
                    <a:pt x="37" y="683"/>
                  </a:lnTo>
                  <a:lnTo>
                    <a:pt x="39" y="681"/>
                  </a:lnTo>
                  <a:lnTo>
                    <a:pt x="48" y="677"/>
                  </a:lnTo>
                  <a:lnTo>
                    <a:pt x="48" y="677"/>
                  </a:lnTo>
                  <a:lnTo>
                    <a:pt x="49" y="675"/>
                  </a:lnTo>
                  <a:lnTo>
                    <a:pt x="49" y="672"/>
                  </a:lnTo>
                  <a:lnTo>
                    <a:pt x="49" y="666"/>
                  </a:lnTo>
                  <a:lnTo>
                    <a:pt x="49" y="666"/>
                  </a:lnTo>
                  <a:lnTo>
                    <a:pt x="49" y="659"/>
                  </a:lnTo>
                  <a:lnTo>
                    <a:pt x="49" y="657"/>
                  </a:lnTo>
                  <a:lnTo>
                    <a:pt x="51" y="654"/>
                  </a:lnTo>
                  <a:lnTo>
                    <a:pt x="51" y="654"/>
                  </a:lnTo>
                  <a:lnTo>
                    <a:pt x="55" y="648"/>
                  </a:lnTo>
                  <a:lnTo>
                    <a:pt x="55" y="648"/>
                  </a:lnTo>
                  <a:lnTo>
                    <a:pt x="57" y="646"/>
                  </a:lnTo>
                  <a:lnTo>
                    <a:pt x="57" y="641"/>
                  </a:lnTo>
                  <a:lnTo>
                    <a:pt x="57" y="641"/>
                  </a:lnTo>
                  <a:lnTo>
                    <a:pt x="57" y="635"/>
                  </a:lnTo>
                  <a:lnTo>
                    <a:pt x="59" y="626"/>
                  </a:lnTo>
                  <a:lnTo>
                    <a:pt x="59" y="626"/>
                  </a:lnTo>
                  <a:lnTo>
                    <a:pt x="59" y="621"/>
                  </a:lnTo>
                  <a:lnTo>
                    <a:pt x="57" y="615"/>
                  </a:lnTo>
                  <a:lnTo>
                    <a:pt x="57" y="615"/>
                  </a:lnTo>
                  <a:lnTo>
                    <a:pt x="55" y="608"/>
                  </a:lnTo>
                  <a:lnTo>
                    <a:pt x="55" y="606"/>
                  </a:lnTo>
                  <a:lnTo>
                    <a:pt x="57" y="604"/>
                  </a:lnTo>
                  <a:lnTo>
                    <a:pt x="57" y="604"/>
                  </a:lnTo>
                  <a:lnTo>
                    <a:pt x="57" y="604"/>
                  </a:lnTo>
                  <a:lnTo>
                    <a:pt x="59" y="601"/>
                  </a:lnTo>
                  <a:lnTo>
                    <a:pt x="59" y="599"/>
                  </a:lnTo>
                  <a:lnTo>
                    <a:pt x="62" y="599"/>
                  </a:lnTo>
                  <a:lnTo>
                    <a:pt x="62" y="599"/>
                  </a:lnTo>
                  <a:lnTo>
                    <a:pt x="62" y="597"/>
                  </a:lnTo>
                  <a:lnTo>
                    <a:pt x="62" y="595"/>
                  </a:lnTo>
                  <a:lnTo>
                    <a:pt x="60" y="592"/>
                  </a:lnTo>
                  <a:lnTo>
                    <a:pt x="60" y="592"/>
                  </a:lnTo>
                  <a:lnTo>
                    <a:pt x="60" y="586"/>
                  </a:lnTo>
                  <a:lnTo>
                    <a:pt x="64" y="583"/>
                  </a:lnTo>
                  <a:lnTo>
                    <a:pt x="64" y="583"/>
                  </a:lnTo>
                  <a:lnTo>
                    <a:pt x="64" y="579"/>
                  </a:lnTo>
                  <a:lnTo>
                    <a:pt x="64" y="577"/>
                  </a:lnTo>
                  <a:lnTo>
                    <a:pt x="62" y="570"/>
                  </a:lnTo>
                  <a:lnTo>
                    <a:pt x="62" y="570"/>
                  </a:lnTo>
                  <a:lnTo>
                    <a:pt x="60" y="564"/>
                  </a:lnTo>
                  <a:lnTo>
                    <a:pt x="60" y="559"/>
                  </a:lnTo>
                  <a:lnTo>
                    <a:pt x="60" y="559"/>
                  </a:lnTo>
                  <a:lnTo>
                    <a:pt x="60" y="557"/>
                  </a:lnTo>
                  <a:lnTo>
                    <a:pt x="59" y="553"/>
                  </a:lnTo>
                  <a:lnTo>
                    <a:pt x="55" y="548"/>
                  </a:lnTo>
                  <a:lnTo>
                    <a:pt x="55" y="548"/>
                  </a:lnTo>
                  <a:lnTo>
                    <a:pt x="55" y="544"/>
                  </a:lnTo>
                  <a:lnTo>
                    <a:pt x="57" y="539"/>
                  </a:lnTo>
                  <a:lnTo>
                    <a:pt x="59" y="535"/>
                  </a:lnTo>
                  <a:lnTo>
                    <a:pt x="60" y="530"/>
                  </a:lnTo>
                  <a:lnTo>
                    <a:pt x="60" y="530"/>
                  </a:lnTo>
                  <a:lnTo>
                    <a:pt x="60" y="515"/>
                  </a:lnTo>
                  <a:lnTo>
                    <a:pt x="60" y="515"/>
                  </a:lnTo>
                  <a:lnTo>
                    <a:pt x="60" y="512"/>
                  </a:lnTo>
                  <a:lnTo>
                    <a:pt x="57" y="510"/>
                  </a:lnTo>
                  <a:lnTo>
                    <a:pt x="57" y="510"/>
                  </a:lnTo>
                  <a:lnTo>
                    <a:pt x="55" y="508"/>
                  </a:lnTo>
                  <a:lnTo>
                    <a:pt x="55" y="504"/>
                  </a:lnTo>
                  <a:lnTo>
                    <a:pt x="55" y="495"/>
                  </a:lnTo>
                  <a:lnTo>
                    <a:pt x="55" y="495"/>
                  </a:lnTo>
                  <a:lnTo>
                    <a:pt x="55" y="491"/>
                  </a:lnTo>
                  <a:lnTo>
                    <a:pt x="53" y="488"/>
                  </a:lnTo>
                  <a:lnTo>
                    <a:pt x="51" y="484"/>
                  </a:lnTo>
                  <a:lnTo>
                    <a:pt x="53" y="481"/>
                  </a:lnTo>
                  <a:lnTo>
                    <a:pt x="53" y="481"/>
                  </a:lnTo>
                  <a:lnTo>
                    <a:pt x="59" y="475"/>
                  </a:lnTo>
                  <a:lnTo>
                    <a:pt x="59" y="470"/>
                  </a:lnTo>
                  <a:lnTo>
                    <a:pt x="59" y="470"/>
                  </a:lnTo>
                  <a:lnTo>
                    <a:pt x="60" y="457"/>
                  </a:lnTo>
                  <a:lnTo>
                    <a:pt x="62" y="450"/>
                  </a:lnTo>
                  <a:lnTo>
                    <a:pt x="64" y="444"/>
                  </a:lnTo>
                  <a:lnTo>
                    <a:pt x="64" y="444"/>
                  </a:lnTo>
                  <a:lnTo>
                    <a:pt x="68" y="442"/>
                  </a:lnTo>
                  <a:lnTo>
                    <a:pt x="68" y="442"/>
                  </a:lnTo>
                  <a:lnTo>
                    <a:pt x="70" y="442"/>
                  </a:lnTo>
                  <a:lnTo>
                    <a:pt x="70" y="440"/>
                  </a:lnTo>
                  <a:lnTo>
                    <a:pt x="70" y="440"/>
                  </a:lnTo>
                  <a:lnTo>
                    <a:pt x="68" y="437"/>
                  </a:lnTo>
                  <a:lnTo>
                    <a:pt x="68" y="433"/>
                  </a:lnTo>
                  <a:lnTo>
                    <a:pt x="66" y="430"/>
                  </a:lnTo>
                  <a:lnTo>
                    <a:pt x="66" y="428"/>
                  </a:lnTo>
                  <a:lnTo>
                    <a:pt x="66" y="428"/>
                  </a:lnTo>
                  <a:lnTo>
                    <a:pt x="66" y="419"/>
                  </a:lnTo>
                  <a:lnTo>
                    <a:pt x="66" y="411"/>
                  </a:lnTo>
                  <a:lnTo>
                    <a:pt x="66" y="411"/>
                  </a:lnTo>
                  <a:lnTo>
                    <a:pt x="68" y="408"/>
                  </a:lnTo>
                  <a:lnTo>
                    <a:pt x="70" y="404"/>
                  </a:lnTo>
                  <a:lnTo>
                    <a:pt x="73" y="400"/>
                  </a:lnTo>
                  <a:lnTo>
                    <a:pt x="73" y="400"/>
                  </a:lnTo>
                  <a:lnTo>
                    <a:pt x="75" y="400"/>
                  </a:lnTo>
                  <a:lnTo>
                    <a:pt x="79" y="399"/>
                  </a:lnTo>
                  <a:lnTo>
                    <a:pt x="80" y="397"/>
                  </a:lnTo>
                  <a:lnTo>
                    <a:pt x="80" y="397"/>
                  </a:lnTo>
                  <a:lnTo>
                    <a:pt x="80" y="391"/>
                  </a:lnTo>
                  <a:lnTo>
                    <a:pt x="79" y="386"/>
                  </a:lnTo>
                  <a:lnTo>
                    <a:pt x="79" y="386"/>
                  </a:lnTo>
                  <a:lnTo>
                    <a:pt x="79" y="380"/>
                  </a:lnTo>
                  <a:lnTo>
                    <a:pt x="80" y="373"/>
                  </a:lnTo>
                  <a:lnTo>
                    <a:pt x="80" y="373"/>
                  </a:lnTo>
                  <a:lnTo>
                    <a:pt x="84" y="362"/>
                  </a:lnTo>
                  <a:lnTo>
                    <a:pt x="86" y="357"/>
                  </a:lnTo>
                  <a:lnTo>
                    <a:pt x="86" y="349"/>
                  </a:lnTo>
                  <a:lnTo>
                    <a:pt x="86" y="349"/>
                  </a:lnTo>
                  <a:lnTo>
                    <a:pt x="88" y="342"/>
                  </a:lnTo>
                  <a:lnTo>
                    <a:pt x="86" y="335"/>
                  </a:lnTo>
                  <a:lnTo>
                    <a:pt x="86" y="335"/>
                  </a:lnTo>
                  <a:lnTo>
                    <a:pt x="86" y="328"/>
                  </a:lnTo>
                  <a:lnTo>
                    <a:pt x="88" y="322"/>
                  </a:lnTo>
                  <a:lnTo>
                    <a:pt x="88" y="322"/>
                  </a:lnTo>
                  <a:lnTo>
                    <a:pt x="90" y="318"/>
                  </a:lnTo>
                  <a:lnTo>
                    <a:pt x="90" y="315"/>
                  </a:lnTo>
                  <a:lnTo>
                    <a:pt x="90" y="307"/>
                  </a:lnTo>
                  <a:lnTo>
                    <a:pt x="90" y="307"/>
                  </a:lnTo>
                  <a:lnTo>
                    <a:pt x="90" y="298"/>
                  </a:lnTo>
                  <a:lnTo>
                    <a:pt x="90" y="289"/>
                  </a:lnTo>
                  <a:lnTo>
                    <a:pt x="90" y="289"/>
                  </a:lnTo>
                  <a:lnTo>
                    <a:pt x="91" y="280"/>
                  </a:lnTo>
                  <a:lnTo>
                    <a:pt x="93" y="275"/>
                  </a:lnTo>
                  <a:lnTo>
                    <a:pt x="93" y="275"/>
                  </a:lnTo>
                  <a:lnTo>
                    <a:pt x="95" y="271"/>
                  </a:lnTo>
                  <a:lnTo>
                    <a:pt x="95" y="267"/>
                  </a:lnTo>
                  <a:lnTo>
                    <a:pt x="93" y="260"/>
                  </a:lnTo>
                  <a:lnTo>
                    <a:pt x="93" y="260"/>
                  </a:lnTo>
                  <a:lnTo>
                    <a:pt x="95" y="249"/>
                  </a:lnTo>
                  <a:lnTo>
                    <a:pt x="97" y="236"/>
                  </a:lnTo>
                  <a:lnTo>
                    <a:pt x="97" y="236"/>
                  </a:lnTo>
                  <a:lnTo>
                    <a:pt x="97" y="231"/>
                  </a:lnTo>
                  <a:lnTo>
                    <a:pt x="100" y="227"/>
                  </a:lnTo>
                  <a:lnTo>
                    <a:pt x="102" y="225"/>
                  </a:lnTo>
                  <a:lnTo>
                    <a:pt x="106" y="222"/>
                  </a:lnTo>
                  <a:lnTo>
                    <a:pt x="106" y="222"/>
                  </a:lnTo>
                  <a:lnTo>
                    <a:pt x="110" y="215"/>
                  </a:lnTo>
                  <a:lnTo>
                    <a:pt x="111" y="207"/>
                  </a:lnTo>
                  <a:lnTo>
                    <a:pt x="111" y="207"/>
                  </a:lnTo>
                  <a:lnTo>
                    <a:pt x="115" y="200"/>
                  </a:lnTo>
                  <a:lnTo>
                    <a:pt x="115" y="195"/>
                  </a:lnTo>
                  <a:lnTo>
                    <a:pt x="115" y="195"/>
                  </a:lnTo>
                  <a:lnTo>
                    <a:pt x="113" y="187"/>
                  </a:lnTo>
                  <a:lnTo>
                    <a:pt x="113" y="185"/>
                  </a:lnTo>
                  <a:lnTo>
                    <a:pt x="115" y="184"/>
                  </a:lnTo>
                  <a:lnTo>
                    <a:pt x="115" y="184"/>
                  </a:lnTo>
                  <a:lnTo>
                    <a:pt x="117" y="180"/>
                  </a:lnTo>
                  <a:lnTo>
                    <a:pt x="117" y="178"/>
                  </a:lnTo>
                  <a:lnTo>
                    <a:pt x="113" y="171"/>
                  </a:lnTo>
                  <a:lnTo>
                    <a:pt x="113" y="171"/>
                  </a:lnTo>
                  <a:lnTo>
                    <a:pt x="113" y="151"/>
                  </a:lnTo>
                  <a:lnTo>
                    <a:pt x="113" y="151"/>
                  </a:lnTo>
                  <a:lnTo>
                    <a:pt x="115" y="149"/>
                  </a:lnTo>
                  <a:lnTo>
                    <a:pt x="119" y="147"/>
                  </a:lnTo>
                  <a:lnTo>
                    <a:pt x="122" y="145"/>
                  </a:lnTo>
                  <a:lnTo>
                    <a:pt x="124" y="142"/>
                  </a:lnTo>
                  <a:lnTo>
                    <a:pt x="124" y="142"/>
                  </a:lnTo>
                  <a:lnTo>
                    <a:pt x="126" y="138"/>
                  </a:lnTo>
                  <a:lnTo>
                    <a:pt x="130" y="136"/>
                  </a:lnTo>
                  <a:lnTo>
                    <a:pt x="133" y="134"/>
                  </a:lnTo>
                  <a:lnTo>
                    <a:pt x="135" y="133"/>
                  </a:lnTo>
                  <a:lnTo>
                    <a:pt x="135" y="133"/>
                  </a:lnTo>
                  <a:lnTo>
                    <a:pt x="137" y="123"/>
                  </a:lnTo>
                  <a:lnTo>
                    <a:pt x="135" y="118"/>
                  </a:lnTo>
                  <a:lnTo>
                    <a:pt x="133" y="116"/>
                  </a:lnTo>
                  <a:lnTo>
                    <a:pt x="133" y="116"/>
                  </a:lnTo>
                  <a:lnTo>
                    <a:pt x="130" y="113"/>
                  </a:lnTo>
                  <a:lnTo>
                    <a:pt x="128" y="107"/>
                  </a:lnTo>
                  <a:lnTo>
                    <a:pt x="130" y="102"/>
                  </a:lnTo>
                  <a:lnTo>
                    <a:pt x="121" y="98"/>
                  </a:lnTo>
                  <a:lnTo>
                    <a:pt x="119" y="83"/>
                  </a:lnTo>
                  <a:lnTo>
                    <a:pt x="119" y="83"/>
                  </a:lnTo>
                  <a:lnTo>
                    <a:pt x="119" y="76"/>
                  </a:lnTo>
                  <a:lnTo>
                    <a:pt x="119" y="71"/>
                  </a:lnTo>
                  <a:lnTo>
                    <a:pt x="117" y="67"/>
                  </a:lnTo>
                  <a:lnTo>
                    <a:pt x="117" y="67"/>
                  </a:lnTo>
                  <a:lnTo>
                    <a:pt x="113" y="60"/>
                  </a:lnTo>
                  <a:lnTo>
                    <a:pt x="111" y="52"/>
                  </a:lnTo>
                  <a:lnTo>
                    <a:pt x="111" y="52"/>
                  </a:lnTo>
                  <a:lnTo>
                    <a:pt x="110" y="43"/>
                  </a:lnTo>
                  <a:lnTo>
                    <a:pt x="108" y="38"/>
                  </a:lnTo>
                  <a:lnTo>
                    <a:pt x="108" y="38"/>
                  </a:lnTo>
                  <a:lnTo>
                    <a:pt x="106" y="32"/>
                  </a:lnTo>
                  <a:lnTo>
                    <a:pt x="100" y="27"/>
                  </a:lnTo>
                  <a:lnTo>
                    <a:pt x="100" y="27"/>
                  </a:lnTo>
                  <a:lnTo>
                    <a:pt x="97" y="23"/>
                  </a:lnTo>
                  <a:lnTo>
                    <a:pt x="95" y="18"/>
                  </a:lnTo>
                  <a:lnTo>
                    <a:pt x="93" y="11"/>
                  </a:lnTo>
                  <a:lnTo>
                    <a:pt x="90" y="0"/>
                  </a:lnTo>
                  <a:lnTo>
                    <a:pt x="90" y="0"/>
                  </a:lnTo>
                  <a:lnTo>
                    <a:pt x="86" y="3"/>
                  </a:lnTo>
                  <a:lnTo>
                    <a:pt x="82" y="5"/>
                  </a:lnTo>
                  <a:lnTo>
                    <a:pt x="80" y="9"/>
                  </a:lnTo>
                  <a:lnTo>
                    <a:pt x="80" y="9"/>
                  </a:lnTo>
                  <a:close/>
                  <a:moveTo>
                    <a:pt x="108" y="845"/>
                  </a:moveTo>
                  <a:lnTo>
                    <a:pt x="108" y="845"/>
                  </a:lnTo>
                  <a:lnTo>
                    <a:pt x="110" y="852"/>
                  </a:lnTo>
                  <a:lnTo>
                    <a:pt x="110" y="852"/>
                  </a:lnTo>
                  <a:lnTo>
                    <a:pt x="115" y="854"/>
                  </a:lnTo>
                  <a:lnTo>
                    <a:pt x="115" y="852"/>
                  </a:lnTo>
                  <a:lnTo>
                    <a:pt x="113" y="849"/>
                  </a:lnTo>
                  <a:lnTo>
                    <a:pt x="108" y="845"/>
                  </a:lnTo>
                  <a:lnTo>
                    <a:pt x="108" y="845"/>
                  </a:lnTo>
                  <a:close/>
                  <a:moveTo>
                    <a:pt x="70" y="834"/>
                  </a:moveTo>
                  <a:lnTo>
                    <a:pt x="70" y="834"/>
                  </a:lnTo>
                  <a:lnTo>
                    <a:pt x="68" y="834"/>
                  </a:lnTo>
                  <a:lnTo>
                    <a:pt x="68" y="834"/>
                  </a:lnTo>
                  <a:lnTo>
                    <a:pt x="70" y="836"/>
                  </a:lnTo>
                  <a:lnTo>
                    <a:pt x="77" y="838"/>
                  </a:lnTo>
                  <a:lnTo>
                    <a:pt x="77" y="838"/>
                  </a:lnTo>
                  <a:lnTo>
                    <a:pt x="77" y="836"/>
                  </a:lnTo>
                  <a:lnTo>
                    <a:pt x="75" y="834"/>
                  </a:lnTo>
                  <a:lnTo>
                    <a:pt x="70" y="834"/>
                  </a:lnTo>
                  <a:lnTo>
                    <a:pt x="70" y="834"/>
                  </a:lnTo>
                  <a:close/>
                  <a:moveTo>
                    <a:pt x="0" y="730"/>
                  </a:moveTo>
                  <a:lnTo>
                    <a:pt x="2" y="736"/>
                  </a:lnTo>
                  <a:lnTo>
                    <a:pt x="2" y="736"/>
                  </a:lnTo>
                  <a:lnTo>
                    <a:pt x="6" y="736"/>
                  </a:lnTo>
                  <a:lnTo>
                    <a:pt x="6" y="734"/>
                  </a:lnTo>
                  <a:lnTo>
                    <a:pt x="0" y="730"/>
                  </a:lnTo>
                  <a:lnTo>
                    <a:pt x="0" y="730"/>
                  </a:lnTo>
                  <a:close/>
                  <a:moveTo>
                    <a:pt x="6" y="719"/>
                  </a:moveTo>
                  <a:lnTo>
                    <a:pt x="6" y="728"/>
                  </a:lnTo>
                  <a:lnTo>
                    <a:pt x="6" y="728"/>
                  </a:lnTo>
                  <a:lnTo>
                    <a:pt x="11" y="726"/>
                  </a:lnTo>
                  <a:lnTo>
                    <a:pt x="13" y="723"/>
                  </a:lnTo>
                  <a:lnTo>
                    <a:pt x="11" y="719"/>
                  </a:lnTo>
                  <a:lnTo>
                    <a:pt x="6" y="719"/>
                  </a:lnTo>
                  <a:lnTo>
                    <a:pt x="6" y="719"/>
                  </a:lnTo>
                  <a:close/>
                  <a:moveTo>
                    <a:pt x="64" y="779"/>
                  </a:moveTo>
                  <a:lnTo>
                    <a:pt x="64" y="779"/>
                  </a:lnTo>
                  <a:lnTo>
                    <a:pt x="66" y="779"/>
                  </a:lnTo>
                  <a:lnTo>
                    <a:pt x="66" y="779"/>
                  </a:lnTo>
                  <a:lnTo>
                    <a:pt x="66" y="781"/>
                  </a:lnTo>
                  <a:lnTo>
                    <a:pt x="66" y="781"/>
                  </a:lnTo>
                  <a:lnTo>
                    <a:pt x="66" y="781"/>
                  </a:lnTo>
                  <a:lnTo>
                    <a:pt x="66" y="785"/>
                  </a:lnTo>
                  <a:lnTo>
                    <a:pt x="64" y="788"/>
                  </a:lnTo>
                  <a:lnTo>
                    <a:pt x="62" y="792"/>
                  </a:lnTo>
                  <a:lnTo>
                    <a:pt x="62" y="792"/>
                  </a:lnTo>
                  <a:lnTo>
                    <a:pt x="60" y="792"/>
                  </a:lnTo>
                  <a:lnTo>
                    <a:pt x="60" y="790"/>
                  </a:lnTo>
                  <a:lnTo>
                    <a:pt x="60" y="787"/>
                  </a:lnTo>
                  <a:lnTo>
                    <a:pt x="62" y="783"/>
                  </a:lnTo>
                  <a:lnTo>
                    <a:pt x="64" y="779"/>
                  </a:lnTo>
                  <a:lnTo>
                    <a:pt x="64" y="779"/>
                  </a:lnTo>
                  <a:close/>
                  <a:moveTo>
                    <a:pt x="49" y="779"/>
                  </a:moveTo>
                  <a:lnTo>
                    <a:pt x="51" y="787"/>
                  </a:lnTo>
                  <a:lnTo>
                    <a:pt x="51" y="787"/>
                  </a:lnTo>
                  <a:lnTo>
                    <a:pt x="46" y="785"/>
                  </a:lnTo>
                  <a:lnTo>
                    <a:pt x="44" y="783"/>
                  </a:lnTo>
                  <a:lnTo>
                    <a:pt x="46" y="781"/>
                  </a:lnTo>
                  <a:lnTo>
                    <a:pt x="49" y="779"/>
                  </a:lnTo>
                  <a:lnTo>
                    <a:pt x="49" y="779"/>
                  </a:lnTo>
                  <a:close/>
                  <a:moveTo>
                    <a:pt x="79" y="774"/>
                  </a:moveTo>
                  <a:lnTo>
                    <a:pt x="79" y="774"/>
                  </a:lnTo>
                  <a:lnTo>
                    <a:pt x="93" y="774"/>
                  </a:lnTo>
                  <a:lnTo>
                    <a:pt x="91" y="779"/>
                  </a:lnTo>
                  <a:lnTo>
                    <a:pt x="91" y="779"/>
                  </a:lnTo>
                  <a:lnTo>
                    <a:pt x="88" y="779"/>
                  </a:lnTo>
                  <a:lnTo>
                    <a:pt x="86" y="779"/>
                  </a:lnTo>
                  <a:lnTo>
                    <a:pt x="84" y="777"/>
                  </a:lnTo>
                  <a:lnTo>
                    <a:pt x="84" y="777"/>
                  </a:lnTo>
                  <a:lnTo>
                    <a:pt x="82" y="777"/>
                  </a:lnTo>
                  <a:lnTo>
                    <a:pt x="80" y="779"/>
                  </a:lnTo>
                  <a:lnTo>
                    <a:pt x="77" y="779"/>
                  </a:lnTo>
                  <a:lnTo>
                    <a:pt x="77" y="779"/>
                  </a:lnTo>
                  <a:lnTo>
                    <a:pt x="79" y="796"/>
                  </a:lnTo>
                  <a:lnTo>
                    <a:pt x="79" y="796"/>
                  </a:lnTo>
                  <a:lnTo>
                    <a:pt x="84" y="794"/>
                  </a:lnTo>
                  <a:lnTo>
                    <a:pt x="88" y="794"/>
                  </a:lnTo>
                  <a:lnTo>
                    <a:pt x="88" y="799"/>
                  </a:lnTo>
                  <a:lnTo>
                    <a:pt x="88" y="799"/>
                  </a:lnTo>
                  <a:lnTo>
                    <a:pt x="79" y="801"/>
                  </a:lnTo>
                  <a:lnTo>
                    <a:pt x="79" y="801"/>
                  </a:lnTo>
                  <a:lnTo>
                    <a:pt x="80" y="807"/>
                  </a:lnTo>
                  <a:lnTo>
                    <a:pt x="80" y="810"/>
                  </a:lnTo>
                  <a:lnTo>
                    <a:pt x="80" y="812"/>
                  </a:lnTo>
                  <a:lnTo>
                    <a:pt x="80" y="812"/>
                  </a:lnTo>
                  <a:lnTo>
                    <a:pt x="84" y="810"/>
                  </a:lnTo>
                  <a:lnTo>
                    <a:pt x="88" y="812"/>
                  </a:lnTo>
                  <a:lnTo>
                    <a:pt x="88" y="812"/>
                  </a:lnTo>
                  <a:lnTo>
                    <a:pt x="82" y="816"/>
                  </a:lnTo>
                  <a:lnTo>
                    <a:pt x="80" y="818"/>
                  </a:lnTo>
                  <a:lnTo>
                    <a:pt x="86" y="818"/>
                  </a:lnTo>
                  <a:lnTo>
                    <a:pt x="90" y="816"/>
                  </a:lnTo>
                  <a:lnTo>
                    <a:pt x="80" y="821"/>
                  </a:lnTo>
                  <a:lnTo>
                    <a:pt x="80" y="821"/>
                  </a:lnTo>
                  <a:lnTo>
                    <a:pt x="77" y="821"/>
                  </a:lnTo>
                  <a:lnTo>
                    <a:pt x="75" y="819"/>
                  </a:lnTo>
                  <a:lnTo>
                    <a:pt x="77" y="819"/>
                  </a:lnTo>
                  <a:lnTo>
                    <a:pt x="77" y="819"/>
                  </a:lnTo>
                  <a:lnTo>
                    <a:pt x="77" y="803"/>
                  </a:lnTo>
                  <a:lnTo>
                    <a:pt x="77" y="803"/>
                  </a:lnTo>
                  <a:lnTo>
                    <a:pt x="73" y="803"/>
                  </a:lnTo>
                  <a:lnTo>
                    <a:pt x="70" y="803"/>
                  </a:lnTo>
                  <a:lnTo>
                    <a:pt x="70" y="803"/>
                  </a:lnTo>
                  <a:lnTo>
                    <a:pt x="70" y="790"/>
                  </a:lnTo>
                  <a:lnTo>
                    <a:pt x="73" y="777"/>
                  </a:lnTo>
                  <a:lnTo>
                    <a:pt x="79" y="774"/>
                  </a:lnTo>
                  <a:close/>
                  <a:moveTo>
                    <a:pt x="28" y="595"/>
                  </a:moveTo>
                  <a:lnTo>
                    <a:pt x="28" y="595"/>
                  </a:lnTo>
                  <a:lnTo>
                    <a:pt x="22" y="599"/>
                  </a:lnTo>
                  <a:lnTo>
                    <a:pt x="18" y="603"/>
                  </a:lnTo>
                  <a:lnTo>
                    <a:pt x="18" y="606"/>
                  </a:lnTo>
                  <a:lnTo>
                    <a:pt x="18" y="608"/>
                  </a:lnTo>
                  <a:lnTo>
                    <a:pt x="20" y="610"/>
                  </a:lnTo>
                  <a:lnTo>
                    <a:pt x="24" y="610"/>
                  </a:lnTo>
                  <a:lnTo>
                    <a:pt x="24" y="610"/>
                  </a:lnTo>
                  <a:lnTo>
                    <a:pt x="20" y="617"/>
                  </a:lnTo>
                  <a:lnTo>
                    <a:pt x="17" y="621"/>
                  </a:lnTo>
                  <a:lnTo>
                    <a:pt x="18" y="621"/>
                  </a:lnTo>
                  <a:lnTo>
                    <a:pt x="20" y="621"/>
                  </a:lnTo>
                  <a:lnTo>
                    <a:pt x="20" y="621"/>
                  </a:lnTo>
                  <a:lnTo>
                    <a:pt x="29" y="614"/>
                  </a:lnTo>
                  <a:lnTo>
                    <a:pt x="31" y="608"/>
                  </a:lnTo>
                  <a:lnTo>
                    <a:pt x="29" y="608"/>
                  </a:lnTo>
                  <a:lnTo>
                    <a:pt x="24" y="610"/>
                  </a:lnTo>
                  <a:lnTo>
                    <a:pt x="24" y="610"/>
                  </a:lnTo>
                  <a:lnTo>
                    <a:pt x="26" y="610"/>
                  </a:lnTo>
                  <a:lnTo>
                    <a:pt x="26" y="606"/>
                  </a:lnTo>
                  <a:lnTo>
                    <a:pt x="26" y="604"/>
                  </a:lnTo>
                  <a:lnTo>
                    <a:pt x="29" y="606"/>
                  </a:lnTo>
                  <a:lnTo>
                    <a:pt x="29" y="606"/>
                  </a:lnTo>
                  <a:lnTo>
                    <a:pt x="31" y="603"/>
                  </a:lnTo>
                  <a:lnTo>
                    <a:pt x="31" y="601"/>
                  </a:lnTo>
                  <a:lnTo>
                    <a:pt x="31" y="601"/>
                  </a:lnTo>
                  <a:lnTo>
                    <a:pt x="29" y="599"/>
                  </a:lnTo>
                  <a:lnTo>
                    <a:pt x="28" y="595"/>
                  </a:lnTo>
                  <a:lnTo>
                    <a:pt x="28" y="595"/>
                  </a:lnTo>
                  <a:close/>
                  <a:moveTo>
                    <a:pt x="22" y="579"/>
                  </a:moveTo>
                  <a:lnTo>
                    <a:pt x="24" y="584"/>
                  </a:lnTo>
                  <a:lnTo>
                    <a:pt x="24" y="584"/>
                  </a:lnTo>
                  <a:lnTo>
                    <a:pt x="26" y="581"/>
                  </a:lnTo>
                  <a:lnTo>
                    <a:pt x="24" y="579"/>
                  </a:lnTo>
                  <a:lnTo>
                    <a:pt x="22" y="579"/>
                  </a:lnTo>
                  <a:lnTo>
                    <a:pt x="22" y="579"/>
                  </a:lnTo>
                  <a:close/>
                  <a:moveTo>
                    <a:pt x="28" y="524"/>
                  </a:moveTo>
                  <a:lnTo>
                    <a:pt x="28" y="524"/>
                  </a:lnTo>
                  <a:lnTo>
                    <a:pt x="26" y="542"/>
                  </a:lnTo>
                  <a:lnTo>
                    <a:pt x="24" y="559"/>
                  </a:lnTo>
                  <a:lnTo>
                    <a:pt x="24" y="559"/>
                  </a:lnTo>
                  <a:lnTo>
                    <a:pt x="31" y="563"/>
                  </a:lnTo>
                  <a:lnTo>
                    <a:pt x="31" y="563"/>
                  </a:lnTo>
                  <a:lnTo>
                    <a:pt x="37" y="557"/>
                  </a:lnTo>
                  <a:lnTo>
                    <a:pt x="39" y="552"/>
                  </a:lnTo>
                  <a:lnTo>
                    <a:pt x="39" y="552"/>
                  </a:lnTo>
                  <a:lnTo>
                    <a:pt x="40" y="548"/>
                  </a:lnTo>
                  <a:lnTo>
                    <a:pt x="39" y="546"/>
                  </a:lnTo>
                  <a:lnTo>
                    <a:pt x="35" y="542"/>
                  </a:lnTo>
                  <a:lnTo>
                    <a:pt x="35" y="542"/>
                  </a:lnTo>
                  <a:lnTo>
                    <a:pt x="39" y="524"/>
                  </a:lnTo>
                  <a:lnTo>
                    <a:pt x="39" y="524"/>
                  </a:lnTo>
                  <a:lnTo>
                    <a:pt x="31" y="526"/>
                  </a:lnTo>
                  <a:lnTo>
                    <a:pt x="28" y="524"/>
                  </a:lnTo>
                  <a:lnTo>
                    <a:pt x="28" y="52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24" name="Freeform 307">
              <a:extLst>
                <a:ext uri="{FF2B5EF4-FFF2-40B4-BE49-F238E27FC236}">
                  <a16:creationId xmlns:a16="http://schemas.microsoft.com/office/drawing/2014/main" id="{EB938269-C417-4070-8BDE-CFF5004F8D2E}"/>
                </a:ext>
              </a:extLst>
            </p:cNvPr>
            <p:cNvSpPr>
              <a:spLocks/>
            </p:cNvSpPr>
            <p:nvPr/>
          </p:nvSpPr>
          <p:spPr bwMode="auto">
            <a:xfrm>
              <a:off x="5884947" y="3351885"/>
              <a:ext cx="246179" cy="480493"/>
            </a:xfrm>
            <a:custGeom>
              <a:avLst/>
              <a:gdLst>
                <a:gd name="T0" fmla="*/ 2 w 166"/>
                <a:gd name="T1" fmla="*/ 186 h 324"/>
                <a:gd name="T2" fmla="*/ 5 w 166"/>
                <a:gd name="T3" fmla="*/ 195 h 324"/>
                <a:gd name="T4" fmla="*/ 13 w 166"/>
                <a:gd name="T5" fmla="*/ 197 h 324"/>
                <a:gd name="T6" fmla="*/ 23 w 166"/>
                <a:gd name="T7" fmla="*/ 197 h 324"/>
                <a:gd name="T8" fmla="*/ 18 w 166"/>
                <a:gd name="T9" fmla="*/ 204 h 324"/>
                <a:gd name="T10" fmla="*/ 7 w 166"/>
                <a:gd name="T11" fmla="*/ 204 h 324"/>
                <a:gd name="T12" fmla="*/ 20 w 166"/>
                <a:gd name="T13" fmla="*/ 219 h 324"/>
                <a:gd name="T14" fmla="*/ 22 w 166"/>
                <a:gd name="T15" fmla="*/ 224 h 324"/>
                <a:gd name="T16" fmla="*/ 23 w 166"/>
                <a:gd name="T17" fmla="*/ 233 h 324"/>
                <a:gd name="T18" fmla="*/ 23 w 166"/>
                <a:gd name="T19" fmla="*/ 239 h 324"/>
                <a:gd name="T20" fmla="*/ 22 w 166"/>
                <a:gd name="T21" fmla="*/ 244 h 324"/>
                <a:gd name="T22" fmla="*/ 25 w 166"/>
                <a:gd name="T23" fmla="*/ 259 h 324"/>
                <a:gd name="T24" fmla="*/ 25 w 166"/>
                <a:gd name="T25" fmla="*/ 268 h 324"/>
                <a:gd name="T26" fmla="*/ 29 w 166"/>
                <a:gd name="T27" fmla="*/ 275 h 324"/>
                <a:gd name="T28" fmla="*/ 9 w 166"/>
                <a:gd name="T29" fmla="*/ 275 h 324"/>
                <a:gd name="T30" fmla="*/ 5 w 166"/>
                <a:gd name="T31" fmla="*/ 284 h 324"/>
                <a:gd name="T32" fmla="*/ 11 w 166"/>
                <a:gd name="T33" fmla="*/ 293 h 324"/>
                <a:gd name="T34" fmla="*/ 20 w 166"/>
                <a:gd name="T35" fmla="*/ 302 h 324"/>
                <a:gd name="T36" fmla="*/ 18 w 166"/>
                <a:gd name="T37" fmla="*/ 324 h 324"/>
                <a:gd name="T38" fmla="*/ 36 w 166"/>
                <a:gd name="T39" fmla="*/ 317 h 324"/>
                <a:gd name="T40" fmla="*/ 44 w 166"/>
                <a:gd name="T41" fmla="*/ 321 h 324"/>
                <a:gd name="T42" fmla="*/ 62 w 166"/>
                <a:gd name="T43" fmla="*/ 317 h 324"/>
                <a:gd name="T44" fmla="*/ 74 w 166"/>
                <a:gd name="T45" fmla="*/ 308 h 324"/>
                <a:gd name="T46" fmla="*/ 82 w 166"/>
                <a:gd name="T47" fmla="*/ 304 h 324"/>
                <a:gd name="T48" fmla="*/ 87 w 166"/>
                <a:gd name="T49" fmla="*/ 301 h 324"/>
                <a:gd name="T50" fmla="*/ 82 w 166"/>
                <a:gd name="T51" fmla="*/ 295 h 324"/>
                <a:gd name="T52" fmla="*/ 84 w 166"/>
                <a:gd name="T53" fmla="*/ 292 h 324"/>
                <a:gd name="T54" fmla="*/ 96 w 166"/>
                <a:gd name="T55" fmla="*/ 286 h 324"/>
                <a:gd name="T56" fmla="*/ 105 w 166"/>
                <a:gd name="T57" fmla="*/ 281 h 324"/>
                <a:gd name="T58" fmla="*/ 113 w 166"/>
                <a:gd name="T59" fmla="*/ 279 h 324"/>
                <a:gd name="T60" fmla="*/ 116 w 166"/>
                <a:gd name="T61" fmla="*/ 272 h 324"/>
                <a:gd name="T62" fmla="*/ 129 w 166"/>
                <a:gd name="T63" fmla="*/ 266 h 324"/>
                <a:gd name="T64" fmla="*/ 133 w 166"/>
                <a:gd name="T65" fmla="*/ 257 h 324"/>
                <a:gd name="T66" fmla="*/ 138 w 166"/>
                <a:gd name="T67" fmla="*/ 255 h 324"/>
                <a:gd name="T68" fmla="*/ 138 w 166"/>
                <a:gd name="T69" fmla="*/ 248 h 324"/>
                <a:gd name="T70" fmla="*/ 135 w 166"/>
                <a:gd name="T71" fmla="*/ 241 h 324"/>
                <a:gd name="T72" fmla="*/ 135 w 166"/>
                <a:gd name="T73" fmla="*/ 233 h 324"/>
                <a:gd name="T74" fmla="*/ 135 w 166"/>
                <a:gd name="T75" fmla="*/ 230 h 324"/>
                <a:gd name="T76" fmla="*/ 138 w 166"/>
                <a:gd name="T77" fmla="*/ 222 h 324"/>
                <a:gd name="T78" fmla="*/ 135 w 166"/>
                <a:gd name="T79" fmla="*/ 217 h 324"/>
                <a:gd name="T80" fmla="*/ 126 w 166"/>
                <a:gd name="T81" fmla="*/ 217 h 324"/>
                <a:gd name="T82" fmla="*/ 124 w 166"/>
                <a:gd name="T83" fmla="*/ 215 h 324"/>
                <a:gd name="T84" fmla="*/ 126 w 166"/>
                <a:gd name="T85" fmla="*/ 208 h 324"/>
                <a:gd name="T86" fmla="*/ 129 w 166"/>
                <a:gd name="T87" fmla="*/ 200 h 324"/>
                <a:gd name="T88" fmla="*/ 135 w 166"/>
                <a:gd name="T89" fmla="*/ 195 h 324"/>
                <a:gd name="T90" fmla="*/ 138 w 166"/>
                <a:gd name="T91" fmla="*/ 182 h 324"/>
                <a:gd name="T92" fmla="*/ 140 w 166"/>
                <a:gd name="T93" fmla="*/ 177 h 324"/>
                <a:gd name="T94" fmla="*/ 146 w 166"/>
                <a:gd name="T95" fmla="*/ 170 h 324"/>
                <a:gd name="T96" fmla="*/ 144 w 166"/>
                <a:gd name="T97" fmla="*/ 166 h 324"/>
                <a:gd name="T98" fmla="*/ 147 w 166"/>
                <a:gd name="T99" fmla="*/ 157 h 324"/>
                <a:gd name="T100" fmla="*/ 155 w 166"/>
                <a:gd name="T101" fmla="*/ 157 h 324"/>
                <a:gd name="T102" fmla="*/ 162 w 166"/>
                <a:gd name="T103" fmla="*/ 157 h 324"/>
                <a:gd name="T104" fmla="*/ 29 w 166"/>
                <a:gd name="T105" fmla="*/ 0 h 324"/>
                <a:gd name="T106" fmla="*/ 22 w 166"/>
                <a:gd name="T107" fmla="*/ 51 h 324"/>
                <a:gd name="T108" fmla="*/ 29 w 166"/>
                <a:gd name="T109" fmla="*/ 66 h 324"/>
                <a:gd name="T110" fmla="*/ 27 w 166"/>
                <a:gd name="T111" fmla="*/ 71 h 324"/>
                <a:gd name="T112" fmla="*/ 23 w 166"/>
                <a:gd name="T113" fmla="*/ 84 h 324"/>
                <a:gd name="T114" fmla="*/ 0 w 166"/>
                <a:gd name="T115" fmla="*/ 171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6" h="324">
                  <a:moveTo>
                    <a:pt x="0" y="186"/>
                  </a:moveTo>
                  <a:lnTo>
                    <a:pt x="0" y="186"/>
                  </a:lnTo>
                  <a:lnTo>
                    <a:pt x="2" y="186"/>
                  </a:lnTo>
                  <a:lnTo>
                    <a:pt x="2" y="186"/>
                  </a:lnTo>
                  <a:lnTo>
                    <a:pt x="5" y="191"/>
                  </a:lnTo>
                  <a:lnTo>
                    <a:pt x="5" y="195"/>
                  </a:lnTo>
                  <a:lnTo>
                    <a:pt x="9" y="197"/>
                  </a:lnTo>
                  <a:lnTo>
                    <a:pt x="9" y="197"/>
                  </a:lnTo>
                  <a:lnTo>
                    <a:pt x="13" y="197"/>
                  </a:lnTo>
                  <a:lnTo>
                    <a:pt x="14" y="197"/>
                  </a:lnTo>
                  <a:lnTo>
                    <a:pt x="23" y="197"/>
                  </a:lnTo>
                  <a:lnTo>
                    <a:pt x="23" y="197"/>
                  </a:lnTo>
                  <a:lnTo>
                    <a:pt x="25" y="200"/>
                  </a:lnTo>
                  <a:lnTo>
                    <a:pt x="23" y="204"/>
                  </a:lnTo>
                  <a:lnTo>
                    <a:pt x="18" y="204"/>
                  </a:lnTo>
                  <a:lnTo>
                    <a:pt x="18" y="204"/>
                  </a:lnTo>
                  <a:lnTo>
                    <a:pt x="7" y="204"/>
                  </a:lnTo>
                  <a:lnTo>
                    <a:pt x="7" y="204"/>
                  </a:lnTo>
                  <a:lnTo>
                    <a:pt x="20" y="217"/>
                  </a:lnTo>
                  <a:lnTo>
                    <a:pt x="20" y="217"/>
                  </a:lnTo>
                  <a:lnTo>
                    <a:pt x="20" y="219"/>
                  </a:lnTo>
                  <a:lnTo>
                    <a:pt x="20" y="221"/>
                  </a:lnTo>
                  <a:lnTo>
                    <a:pt x="20" y="222"/>
                  </a:lnTo>
                  <a:lnTo>
                    <a:pt x="22" y="224"/>
                  </a:lnTo>
                  <a:lnTo>
                    <a:pt x="22" y="224"/>
                  </a:lnTo>
                  <a:lnTo>
                    <a:pt x="23" y="230"/>
                  </a:lnTo>
                  <a:lnTo>
                    <a:pt x="23" y="233"/>
                  </a:lnTo>
                  <a:lnTo>
                    <a:pt x="23" y="233"/>
                  </a:lnTo>
                  <a:lnTo>
                    <a:pt x="23" y="239"/>
                  </a:lnTo>
                  <a:lnTo>
                    <a:pt x="23" y="239"/>
                  </a:lnTo>
                  <a:lnTo>
                    <a:pt x="22" y="241"/>
                  </a:lnTo>
                  <a:lnTo>
                    <a:pt x="22" y="244"/>
                  </a:lnTo>
                  <a:lnTo>
                    <a:pt x="22" y="244"/>
                  </a:lnTo>
                  <a:lnTo>
                    <a:pt x="22" y="251"/>
                  </a:lnTo>
                  <a:lnTo>
                    <a:pt x="25" y="259"/>
                  </a:lnTo>
                  <a:lnTo>
                    <a:pt x="25" y="259"/>
                  </a:lnTo>
                  <a:lnTo>
                    <a:pt x="25" y="262"/>
                  </a:lnTo>
                  <a:lnTo>
                    <a:pt x="25" y="268"/>
                  </a:lnTo>
                  <a:lnTo>
                    <a:pt x="25" y="268"/>
                  </a:lnTo>
                  <a:lnTo>
                    <a:pt x="27" y="273"/>
                  </a:lnTo>
                  <a:lnTo>
                    <a:pt x="29" y="275"/>
                  </a:lnTo>
                  <a:lnTo>
                    <a:pt x="29" y="275"/>
                  </a:lnTo>
                  <a:lnTo>
                    <a:pt x="20" y="275"/>
                  </a:lnTo>
                  <a:lnTo>
                    <a:pt x="13" y="275"/>
                  </a:lnTo>
                  <a:lnTo>
                    <a:pt x="9" y="275"/>
                  </a:lnTo>
                  <a:lnTo>
                    <a:pt x="9" y="275"/>
                  </a:lnTo>
                  <a:lnTo>
                    <a:pt x="5" y="281"/>
                  </a:lnTo>
                  <a:lnTo>
                    <a:pt x="5" y="284"/>
                  </a:lnTo>
                  <a:lnTo>
                    <a:pt x="5" y="286"/>
                  </a:lnTo>
                  <a:lnTo>
                    <a:pt x="5" y="286"/>
                  </a:lnTo>
                  <a:lnTo>
                    <a:pt x="11" y="293"/>
                  </a:lnTo>
                  <a:lnTo>
                    <a:pt x="18" y="299"/>
                  </a:lnTo>
                  <a:lnTo>
                    <a:pt x="18" y="299"/>
                  </a:lnTo>
                  <a:lnTo>
                    <a:pt x="20" y="302"/>
                  </a:lnTo>
                  <a:lnTo>
                    <a:pt x="20" y="308"/>
                  </a:lnTo>
                  <a:lnTo>
                    <a:pt x="22" y="315"/>
                  </a:lnTo>
                  <a:lnTo>
                    <a:pt x="18" y="324"/>
                  </a:lnTo>
                  <a:lnTo>
                    <a:pt x="23" y="324"/>
                  </a:lnTo>
                  <a:lnTo>
                    <a:pt x="31" y="324"/>
                  </a:lnTo>
                  <a:lnTo>
                    <a:pt x="36" y="317"/>
                  </a:lnTo>
                  <a:lnTo>
                    <a:pt x="36" y="317"/>
                  </a:lnTo>
                  <a:lnTo>
                    <a:pt x="38" y="319"/>
                  </a:lnTo>
                  <a:lnTo>
                    <a:pt x="44" y="321"/>
                  </a:lnTo>
                  <a:lnTo>
                    <a:pt x="44" y="321"/>
                  </a:lnTo>
                  <a:lnTo>
                    <a:pt x="53" y="319"/>
                  </a:lnTo>
                  <a:lnTo>
                    <a:pt x="62" y="317"/>
                  </a:lnTo>
                  <a:lnTo>
                    <a:pt x="62" y="317"/>
                  </a:lnTo>
                  <a:lnTo>
                    <a:pt x="69" y="315"/>
                  </a:lnTo>
                  <a:lnTo>
                    <a:pt x="74" y="308"/>
                  </a:lnTo>
                  <a:lnTo>
                    <a:pt x="74" y="308"/>
                  </a:lnTo>
                  <a:lnTo>
                    <a:pt x="78" y="306"/>
                  </a:lnTo>
                  <a:lnTo>
                    <a:pt x="82" y="304"/>
                  </a:lnTo>
                  <a:lnTo>
                    <a:pt x="87" y="301"/>
                  </a:lnTo>
                  <a:lnTo>
                    <a:pt x="87" y="301"/>
                  </a:lnTo>
                  <a:lnTo>
                    <a:pt x="87" y="301"/>
                  </a:lnTo>
                  <a:lnTo>
                    <a:pt x="87" y="299"/>
                  </a:lnTo>
                  <a:lnTo>
                    <a:pt x="85" y="297"/>
                  </a:lnTo>
                  <a:lnTo>
                    <a:pt x="82" y="295"/>
                  </a:lnTo>
                  <a:lnTo>
                    <a:pt x="82" y="293"/>
                  </a:lnTo>
                  <a:lnTo>
                    <a:pt x="84" y="292"/>
                  </a:lnTo>
                  <a:lnTo>
                    <a:pt x="84" y="292"/>
                  </a:lnTo>
                  <a:lnTo>
                    <a:pt x="87" y="288"/>
                  </a:lnTo>
                  <a:lnTo>
                    <a:pt x="93" y="288"/>
                  </a:lnTo>
                  <a:lnTo>
                    <a:pt x="96" y="286"/>
                  </a:lnTo>
                  <a:lnTo>
                    <a:pt x="102" y="284"/>
                  </a:lnTo>
                  <a:lnTo>
                    <a:pt x="102" y="284"/>
                  </a:lnTo>
                  <a:lnTo>
                    <a:pt x="105" y="281"/>
                  </a:lnTo>
                  <a:lnTo>
                    <a:pt x="111" y="281"/>
                  </a:lnTo>
                  <a:lnTo>
                    <a:pt x="111" y="281"/>
                  </a:lnTo>
                  <a:lnTo>
                    <a:pt x="113" y="279"/>
                  </a:lnTo>
                  <a:lnTo>
                    <a:pt x="115" y="277"/>
                  </a:lnTo>
                  <a:lnTo>
                    <a:pt x="116" y="272"/>
                  </a:lnTo>
                  <a:lnTo>
                    <a:pt x="116" y="272"/>
                  </a:lnTo>
                  <a:lnTo>
                    <a:pt x="126" y="268"/>
                  </a:lnTo>
                  <a:lnTo>
                    <a:pt x="126" y="268"/>
                  </a:lnTo>
                  <a:lnTo>
                    <a:pt x="129" y="266"/>
                  </a:lnTo>
                  <a:lnTo>
                    <a:pt x="131" y="261"/>
                  </a:lnTo>
                  <a:lnTo>
                    <a:pt x="131" y="261"/>
                  </a:lnTo>
                  <a:lnTo>
                    <a:pt x="133" y="257"/>
                  </a:lnTo>
                  <a:lnTo>
                    <a:pt x="135" y="255"/>
                  </a:lnTo>
                  <a:lnTo>
                    <a:pt x="138" y="255"/>
                  </a:lnTo>
                  <a:lnTo>
                    <a:pt x="138" y="255"/>
                  </a:lnTo>
                  <a:lnTo>
                    <a:pt x="140" y="251"/>
                  </a:lnTo>
                  <a:lnTo>
                    <a:pt x="138" y="250"/>
                  </a:lnTo>
                  <a:lnTo>
                    <a:pt x="138" y="248"/>
                  </a:lnTo>
                  <a:lnTo>
                    <a:pt x="138" y="248"/>
                  </a:lnTo>
                  <a:lnTo>
                    <a:pt x="135" y="244"/>
                  </a:lnTo>
                  <a:lnTo>
                    <a:pt x="135" y="241"/>
                  </a:lnTo>
                  <a:lnTo>
                    <a:pt x="135" y="241"/>
                  </a:lnTo>
                  <a:lnTo>
                    <a:pt x="136" y="235"/>
                  </a:lnTo>
                  <a:lnTo>
                    <a:pt x="135" y="233"/>
                  </a:lnTo>
                  <a:lnTo>
                    <a:pt x="135" y="233"/>
                  </a:lnTo>
                  <a:lnTo>
                    <a:pt x="135" y="230"/>
                  </a:lnTo>
                  <a:lnTo>
                    <a:pt x="135" y="230"/>
                  </a:lnTo>
                  <a:lnTo>
                    <a:pt x="135" y="226"/>
                  </a:lnTo>
                  <a:lnTo>
                    <a:pt x="136" y="224"/>
                  </a:lnTo>
                  <a:lnTo>
                    <a:pt x="138" y="222"/>
                  </a:lnTo>
                  <a:lnTo>
                    <a:pt x="138" y="221"/>
                  </a:lnTo>
                  <a:lnTo>
                    <a:pt x="138" y="221"/>
                  </a:lnTo>
                  <a:lnTo>
                    <a:pt x="135" y="217"/>
                  </a:lnTo>
                  <a:lnTo>
                    <a:pt x="131" y="215"/>
                  </a:lnTo>
                  <a:lnTo>
                    <a:pt x="131" y="215"/>
                  </a:lnTo>
                  <a:lnTo>
                    <a:pt x="126" y="217"/>
                  </a:lnTo>
                  <a:lnTo>
                    <a:pt x="124" y="217"/>
                  </a:lnTo>
                  <a:lnTo>
                    <a:pt x="124" y="215"/>
                  </a:lnTo>
                  <a:lnTo>
                    <a:pt x="124" y="215"/>
                  </a:lnTo>
                  <a:lnTo>
                    <a:pt x="124" y="211"/>
                  </a:lnTo>
                  <a:lnTo>
                    <a:pt x="126" y="208"/>
                  </a:lnTo>
                  <a:lnTo>
                    <a:pt x="126" y="208"/>
                  </a:lnTo>
                  <a:lnTo>
                    <a:pt x="129" y="206"/>
                  </a:lnTo>
                  <a:lnTo>
                    <a:pt x="129" y="200"/>
                  </a:lnTo>
                  <a:lnTo>
                    <a:pt x="129" y="200"/>
                  </a:lnTo>
                  <a:lnTo>
                    <a:pt x="131" y="197"/>
                  </a:lnTo>
                  <a:lnTo>
                    <a:pt x="135" y="195"/>
                  </a:lnTo>
                  <a:lnTo>
                    <a:pt x="135" y="195"/>
                  </a:lnTo>
                  <a:lnTo>
                    <a:pt x="136" y="193"/>
                  </a:lnTo>
                  <a:lnTo>
                    <a:pt x="136" y="190"/>
                  </a:lnTo>
                  <a:lnTo>
                    <a:pt x="138" y="182"/>
                  </a:lnTo>
                  <a:lnTo>
                    <a:pt x="138" y="182"/>
                  </a:lnTo>
                  <a:lnTo>
                    <a:pt x="138" y="179"/>
                  </a:lnTo>
                  <a:lnTo>
                    <a:pt x="140" y="177"/>
                  </a:lnTo>
                  <a:lnTo>
                    <a:pt x="140" y="177"/>
                  </a:lnTo>
                  <a:lnTo>
                    <a:pt x="144" y="173"/>
                  </a:lnTo>
                  <a:lnTo>
                    <a:pt x="146" y="170"/>
                  </a:lnTo>
                  <a:lnTo>
                    <a:pt x="144" y="168"/>
                  </a:lnTo>
                  <a:lnTo>
                    <a:pt x="144" y="168"/>
                  </a:lnTo>
                  <a:lnTo>
                    <a:pt x="144" y="166"/>
                  </a:lnTo>
                  <a:lnTo>
                    <a:pt x="144" y="162"/>
                  </a:lnTo>
                  <a:lnTo>
                    <a:pt x="147" y="157"/>
                  </a:lnTo>
                  <a:lnTo>
                    <a:pt x="147" y="157"/>
                  </a:lnTo>
                  <a:lnTo>
                    <a:pt x="149" y="155"/>
                  </a:lnTo>
                  <a:lnTo>
                    <a:pt x="151" y="155"/>
                  </a:lnTo>
                  <a:lnTo>
                    <a:pt x="155" y="157"/>
                  </a:lnTo>
                  <a:lnTo>
                    <a:pt x="155" y="157"/>
                  </a:lnTo>
                  <a:lnTo>
                    <a:pt x="158" y="157"/>
                  </a:lnTo>
                  <a:lnTo>
                    <a:pt x="162" y="157"/>
                  </a:lnTo>
                  <a:lnTo>
                    <a:pt x="166" y="157"/>
                  </a:lnTo>
                  <a:lnTo>
                    <a:pt x="166" y="82"/>
                  </a:lnTo>
                  <a:lnTo>
                    <a:pt x="29" y="0"/>
                  </a:lnTo>
                  <a:lnTo>
                    <a:pt x="13" y="11"/>
                  </a:lnTo>
                  <a:lnTo>
                    <a:pt x="22" y="51"/>
                  </a:lnTo>
                  <a:lnTo>
                    <a:pt x="22" y="51"/>
                  </a:lnTo>
                  <a:lnTo>
                    <a:pt x="27" y="58"/>
                  </a:lnTo>
                  <a:lnTo>
                    <a:pt x="29" y="64"/>
                  </a:lnTo>
                  <a:lnTo>
                    <a:pt x="29" y="66"/>
                  </a:lnTo>
                  <a:lnTo>
                    <a:pt x="29" y="67"/>
                  </a:lnTo>
                  <a:lnTo>
                    <a:pt x="29" y="67"/>
                  </a:lnTo>
                  <a:lnTo>
                    <a:pt x="27" y="71"/>
                  </a:lnTo>
                  <a:lnTo>
                    <a:pt x="25" y="75"/>
                  </a:lnTo>
                  <a:lnTo>
                    <a:pt x="23" y="84"/>
                  </a:lnTo>
                  <a:lnTo>
                    <a:pt x="23" y="84"/>
                  </a:lnTo>
                  <a:lnTo>
                    <a:pt x="23" y="120"/>
                  </a:lnTo>
                  <a:lnTo>
                    <a:pt x="23" y="151"/>
                  </a:lnTo>
                  <a:lnTo>
                    <a:pt x="0" y="171"/>
                  </a:lnTo>
                  <a:lnTo>
                    <a:pt x="0" y="18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25" name="Freeform 308">
              <a:extLst>
                <a:ext uri="{FF2B5EF4-FFF2-40B4-BE49-F238E27FC236}">
                  <a16:creationId xmlns:a16="http://schemas.microsoft.com/office/drawing/2014/main" id="{024BFF62-0F78-432D-B24F-38B61BCB1B5F}"/>
                </a:ext>
              </a:extLst>
            </p:cNvPr>
            <p:cNvSpPr>
              <a:spLocks/>
            </p:cNvSpPr>
            <p:nvPr/>
          </p:nvSpPr>
          <p:spPr bwMode="auto">
            <a:xfrm>
              <a:off x="5887913" y="3730051"/>
              <a:ext cx="312914" cy="229866"/>
            </a:xfrm>
            <a:custGeom>
              <a:avLst/>
              <a:gdLst>
                <a:gd name="T0" fmla="*/ 74 w 211"/>
                <a:gd name="T1" fmla="*/ 126 h 155"/>
                <a:gd name="T2" fmla="*/ 82 w 211"/>
                <a:gd name="T3" fmla="*/ 117 h 155"/>
                <a:gd name="T4" fmla="*/ 83 w 211"/>
                <a:gd name="T5" fmla="*/ 111 h 155"/>
                <a:gd name="T6" fmla="*/ 89 w 211"/>
                <a:gd name="T7" fmla="*/ 108 h 155"/>
                <a:gd name="T8" fmla="*/ 100 w 211"/>
                <a:gd name="T9" fmla="*/ 109 h 155"/>
                <a:gd name="T10" fmla="*/ 111 w 211"/>
                <a:gd name="T11" fmla="*/ 119 h 155"/>
                <a:gd name="T12" fmla="*/ 125 w 211"/>
                <a:gd name="T13" fmla="*/ 120 h 155"/>
                <a:gd name="T14" fmla="*/ 134 w 211"/>
                <a:gd name="T15" fmla="*/ 122 h 155"/>
                <a:gd name="T16" fmla="*/ 145 w 211"/>
                <a:gd name="T17" fmla="*/ 119 h 155"/>
                <a:gd name="T18" fmla="*/ 147 w 211"/>
                <a:gd name="T19" fmla="*/ 115 h 155"/>
                <a:gd name="T20" fmla="*/ 154 w 211"/>
                <a:gd name="T21" fmla="*/ 119 h 155"/>
                <a:gd name="T22" fmla="*/ 167 w 211"/>
                <a:gd name="T23" fmla="*/ 117 h 155"/>
                <a:gd name="T24" fmla="*/ 167 w 211"/>
                <a:gd name="T25" fmla="*/ 111 h 155"/>
                <a:gd name="T26" fmla="*/ 173 w 211"/>
                <a:gd name="T27" fmla="*/ 111 h 155"/>
                <a:gd name="T28" fmla="*/ 176 w 211"/>
                <a:gd name="T29" fmla="*/ 111 h 155"/>
                <a:gd name="T30" fmla="*/ 184 w 211"/>
                <a:gd name="T31" fmla="*/ 106 h 155"/>
                <a:gd name="T32" fmla="*/ 196 w 211"/>
                <a:gd name="T33" fmla="*/ 106 h 155"/>
                <a:gd name="T34" fmla="*/ 200 w 211"/>
                <a:gd name="T35" fmla="*/ 108 h 155"/>
                <a:gd name="T36" fmla="*/ 211 w 211"/>
                <a:gd name="T37" fmla="*/ 108 h 155"/>
                <a:gd name="T38" fmla="*/ 209 w 211"/>
                <a:gd name="T39" fmla="*/ 102 h 155"/>
                <a:gd name="T40" fmla="*/ 206 w 211"/>
                <a:gd name="T41" fmla="*/ 99 h 155"/>
                <a:gd name="T42" fmla="*/ 206 w 211"/>
                <a:gd name="T43" fmla="*/ 89 h 155"/>
                <a:gd name="T44" fmla="*/ 195 w 211"/>
                <a:gd name="T45" fmla="*/ 80 h 155"/>
                <a:gd name="T46" fmla="*/ 187 w 211"/>
                <a:gd name="T47" fmla="*/ 69 h 155"/>
                <a:gd name="T48" fmla="*/ 182 w 211"/>
                <a:gd name="T49" fmla="*/ 68 h 155"/>
                <a:gd name="T50" fmla="*/ 175 w 211"/>
                <a:gd name="T51" fmla="*/ 62 h 155"/>
                <a:gd name="T52" fmla="*/ 165 w 211"/>
                <a:gd name="T53" fmla="*/ 58 h 155"/>
                <a:gd name="T54" fmla="*/ 162 w 211"/>
                <a:gd name="T55" fmla="*/ 57 h 155"/>
                <a:gd name="T56" fmla="*/ 154 w 211"/>
                <a:gd name="T57" fmla="*/ 46 h 155"/>
                <a:gd name="T58" fmla="*/ 153 w 211"/>
                <a:gd name="T59" fmla="*/ 38 h 155"/>
                <a:gd name="T60" fmla="*/ 149 w 211"/>
                <a:gd name="T61" fmla="*/ 27 h 155"/>
                <a:gd name="T62" fmla="*/ 147 w 211"/>
                <a:gd name="T63" fmla="*/ 20 h 155"/>
                <a:gd name="T64" fmla="*/ 136 w 211"/>
                <a:gd name="T65" fmla="*/ 0 h 155"/>
                <a:gd name="T66" fmla="*/ 131 w 211"/>
                <a:gd name="T67" fmla="*/ 2 h 155"/>
                <a:gd name="T68" fmla="*/ 127 w 211"/>
                <a:gd name="T69" fmla="*/ 11 h 155"/>
                <a:gd name="T70" fmla="*/ 114 w 211"/>
                <a:gd name="T71" fmla="*/ 17 h 155"/>
                <a:gd name="T72" fmla="*/ 111 w 211"/>
                <a:gd name="T73" fmla="*/ 24 h 155"/>
                <a:gd name="T74" fmla="*/ 103 w 211"/>
                <a:gd name="T75" fmla="*/ 26 h 155"/>
                <a:gd name="T76" fmla="*/ 94 w 211"/>
                <a:gd name="T77" fmla="*/ 31 h 155"/>
                <a:gd name="T78" fmla="*/ 82 w 211"/>
                <a:gd name="T79" fmla="*/ 37 h 155"/>
                <a:gd name="T80" fmla="*/ 80 w 211"/>
                <a:gd name="T81" fmla="*/ 40 h 155"/>
                <a:gd name="T82" fmla="*/ 85 w 211"/>
                <a:gd name="T83" fmla="*/ 46 h 155"/>
                <a:gd name="T84" fmla="*/ 80 w 211"/>
                <a:gd name="T85" fmla="*/ 49 h 155"/>
                <a:gd name="T86" fmla="*/ 72 w 211"/>
                <a:gd name="T87" fmla="*/ 53 h 155"/>
                <a:gd name="T88" fmla="*/ 60 w 211"/>
                <a:gd name="T89" fmla="*/ 62 h 155"/>
                <a:gd name="T90" fmla="*/ 42 w 211"/>
                <a:gd name="T91" fmla="*/ 66 h 155"/>
                <a:gd name="T92" fmla="*/ 29 w 211"/>
                <a:gd name="T93" fmla="*/ 69 h 155"/>
                <a:gd name="T94" fmla="*/ 16 w 211"/>
                <a:gd name="T95" fmla="*/ 69 h 155"/>
                <a:gd name="T96" fmla="*/ 5 w 211"/>
                <a:gd name="T97" fmla="*/ 91 h 155"/>
                <a:gd name="T98" fmla="*/ 0 w 211"/>
                <a:gd name="T99" fmla="*/ 97 h 155"/>
                <a:gd name="T100" fmla="*/ 5 w 211"/>
                <a:gd name="T101" fmla="*/ 100 h 155"/>
                <a:gd name="T102" fmla="*/ 11 w 211"/>
                <a:gd name="T103" fmla="*/ 113 h 155"/>
                <a:gd name="T104" fmla="*/ 16 w 211"/>
                <a:gd name="T105" fmla="*/ 126 h 155"/>
                <a:gd name="T106" fmla="*/ 27 w 211"/>
                <a:gd name="T107" fmla="*/ 137 h 155"/>
                <a:gd name="T108" fmla="*/ 36 w 211"/>
                <a:gd name="T109" fmla="*/ 151 h 155"/>
                <a:gd name="T110" fmla="*/ 43 w 211"/>
                <a:gd name="T111" fmla="*/ 155 h 155"/>
                <a:gd name="T112" fmla="*/ 49 w 211"/>
                <a:gd name="T113" fmla="*/ 150 h 155"/>
                <a:gd name="T114" fmla="*/ 54 w 211"/>
                <a:gd name="T115" fmla="*/ 144 h 155"/>
                <a:gd name="T116" fmla="*/ 60 w 211"/>
                <a:gd name="T117" fmla="*/ 144 h 155"/>
                <a:gd name="T118" fmla="*/ 72 w 211"/>
                <a:gd name="T119" fmla="*/ 142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11" h="155">
                  <a:moveTo>
                    <a:pt x="72" y="142"/>
                  </a:moveTo>
                  <a:lnTo>
                    <a:pt x="74" y="126"/>
                  </a:lnTo>
                  <a:lnTo>
                    <a:pt x="74" y="126"/>
                  </a:lnTo>
                  <a:lnTo>
                    <a:pt x="78" y="124"/>
                  </a:lnTo>
                  <a:lnTo>
                    <a:pt x="82" y="120"/>
                  </a:lnTo>
                  <a:lnTo>
                    <a:pt x="82" y="117"/>
                  </a:lnTo>
                  <a:lnTo>
                    <a:pt x="82" y="117"/>
                  </a:lnTo>
                  <a:lnTo>
                    <a:pt x="83" y="113"/>
                  </a:lnTo>
                  <a:lnTo>
                    <a:pt x="83" y="111"/>
                  </a:lnTo>
                  <a:lnTo>
                    <a:pt x="87" y="109"/>
                  </a:lnTo>
                  <a:lnTo>
                    <a:pt x="89" y="108"/>
                  </a:lnTo>
                  <a:lnTo>
                    <a:pt x="89" y="108"/>
                  </a:lnTo>
                  <a:lnTo>
                    <a:pt x="94" y="108"/>
                  </a:lnTo>
                  <a:lnTo>
                    <a:pt x="96" y="108"/>
                  </a:lnTo>
                  <a:lnTo>
                    <a:pt x="100" y="109"/>
                  </a:lnTo>
                  <a:lnTo>
                    <a:pt x="100" y="109"/>
                  </a:lnTo>
                  <a:lnTo>
                    <a:pt x="107" y="113"/>
                  </a:lnTo>
                  <a:lnTo>
                    <a:pt x="111" y="119"/>
                  </a:lnTo>
                  <a:lnTo>
                    <a:pt x="111" y="119"/>
                  </a:lnTo>
                  <a:lnTo>
                    <a:pt x="118" y="120"/>
                  </a:lnTo>
                  <a:lnTo>
                    <a:pt x="125" y="120"/>
                  </a:lnTo>
                  <a:lnTo>
                    <a:pt x="125" y="120"/>
                  </a:lnTo>
                  <a:lnTo>
                    <a:pt x="134" y="122"/>
                  </a:lnTo>
                  <a:lnTo>
                    <a:pt x="134" y="122"/>
                  </a:lnTo>
                  <a:lnTo>
                    <a:pt x="145" y="124"/>
                  </a:lnTo>
                  <a:lnTo>
                    <a:pt x="145" y="124"/>
                  </a:lnTo>
                  <a:lnTo>
                    <a:pt x="145" y="119"/>
                  </a:lnTo>
                  <a:lnTo>
                    <a:pt x="145" y="115"/>
                  </a:lnTo>
                  <a:lnTo>
                    <a:pt x="147" y="115"/>
                  </a:lnTo>
                  <a:lnTo>
                    <a:pt x="147" y="115"/>
                  </a:lnTo>
                  <a:lnTo>
                    <a:pt x="151" y="115"/>
                  </a:lnTo>
                  <a:lnTo>
                    <a:pt x="153" y="117"/>
                  </a:lnTo>
                  <a:lnTo>
                    <a:pt x="154" y="119"/>
                  </a:lnTo>
                  <a:lnTo>
                    <a:pt x="158" y="119"/>
                  </a:lnTo>
                  <a:lnTo>
                    <a:pt x="158" y="119"/>
                  </a:lnTo>
                  <a:lnTo>
                    <a:pt x="167" y="117"/>
                  </a:lnTo>
                  <a:lnTo>
                    <a:pt x="167" y="117"/>
                  </a:lnTo>
                  <a:lnTo>
                    <a:pt x="167" y="113"/>
                  </a:lnTo>
                  <a:lnTo>
                    <a:pt x="167" y="111"/>
                  </a:lnTo>
                  <a:lnTo>
                    <a:pt x="171" y="109"/>
                  </a:lnTo>
                  <a:lnTo>
                    <a:pt x="171" y="109"/>
                  </a:lnTo>
                  <a:lnTo>
                    <a:pt x="173" y="111"/>
                  </a:lnTo>
                  <a:lnTo>
                    <a:pt x="173" y="113"/>
                  </a:lnTo>
                  <a:lnTo>
                    <a:pt x="175" y="113"/>
                  </a:lnTo>
                  <a:lnTo>
                    <a:pt x="176" y="111"/>
                  </a:lnTo>
                  <a:lnTo>
                    <a:pt x="176" y="111"/>
                  </a:lnTo>
                  <a:lnTo>
                    <a:pt x="180" y="108"/>
                  </a:lnTo>
                  <a:lnTo>
                    <a:pt x="184" y="106"/>
                  </a:lnTo>
                  <a:lnTo>
                    <a:pt x="184" y="106"/>
                  </a:lnTo>
                  <a:lnTo>
                    <a:pt x="196" y="106"/>
                  </a:lnTo>
                  <a:lnTo>
                    <a:pt x="196" y="106"/>
                  </a:lnTo>
                  <a:lnTo>
                    <a:pt x="200" y="106"/>
                  </a:lnTo>
                  <a:lnTo>
                    <a:pt x="200" y="108"/>
                  </a:lnTo>
                  <a:lnTo>
                    <a:pt x="200" y="108"/>
                  </a:lnTo>
                  <a:lnTo>
                    <a:pt x="202" y="108"/>
                  </a:lnTo>
                  <a:lnTo>
                    <a:pt x="202" y="108"/>
                  </a:lnTo>
                  <a:lnTo>
                    <a:pt x="211" y="108"/>
                  </a:lnTo>
                  <a:lnTo>
                    <a:pt x="211" y="108"/>
                  </a:lnTo>
                  <a:lnTo>
                    <a:pt x="211" y="104"/>
                  </a:lnTo>
                  <a:lnTo>
                    <a:pt x="209" y="102"/>
                  </a:lnTo>
                  <a:lnTo>
                    <a:pt x="207" y="100"/>
                  </a:lnTo>
                  <a:lnTo>
                    <a:pt x="207" y="100"/>
                  </a:lnTo>
                  <a:lnTo>
                    <a:pt x="206" y="99"/>
                  </a:lnTo>
                  <a:lnTo>
                    <a:pt x="206" y="97"/>
                  </a:lnTo>
                  <a:lnTo>
                    <a:pt x="206" y="89"/>
                  </a:lnTo>
                  <a:lnTo>
                    <a:pt x="206" y="89"/>
                  </a:lnTo>
                  <a:lnTo>
                    <a:pt x="202" y="84"/>
                  </a:lnTo>
                  <a:lnTo>
                    <a:pt x="195" y="80"/>
                  </a:lnTo>
                  <a:lnTo>
                    <a:pt x="195" y="80"/>
                  </a:lnTo>
                  <a:lnTo>
                    <a:pt x="191" y="78"/>
                  </a:lnTo>
                  <a:lnTo>
                    <a:pt x="189" y="77"/>
                  </a:lnTo>
                  <a:lnTo>
                    <a:pt x="187" y="69"/>
                  </a:lnTo>
                  <a:lnTo>
                    <a:pt x="187" y="69"/>
                  </a:lnTo>
                  <a:lnTo>
                    <a:pt x="185" y="68"/>
                  </a:lnTo>
                  <a:lnTo>
                    <a:pt x="182" y="68"/>
                  </a:lnTo>
                  <a:lnTo>
                    <a:pt x="182" y="68"/>
                  </a:lnTo>
                  <a:lnTo>
                    <a:pt x="176" y="66"/>
                  </a:lnTo>
                  <a:lnTo>
                    <a:pt x="175" y="62"/>
                  </a:lnTo>
                  <a:lnTo>
                    <a:pt x="175" y="62"/>
                  </a:lnTo>
                  <a:lnTo>
                    <a:pt x="171" y="60"/>
                  </a:lnTo>
                  <a:lnTo>
                    <a:pt x="165" y="58"/>
                  </a:lnTo>
                  <a:lnTo>
                    <a:pt x="165" y="58"/>
                  </a:lnTo>
                  <a:lnTo>
                    <a:pt x="164" y="58"/>
                  </a:lnTo>
                  <a:lnTo>
                    <a:pt x="162" y="57"/>
                  </a:lnTo>
                  <a:lnTo>
                    <a:pt x="160" y="53"/>
                  </a:lnTo>
                  <a:lnTo>
                    <a:pt x="160" y="53"/>
                  </a:lnTo>
                  <a:lnTo>
                    <a:pt x="154" y="46"/>
                  </a:lnTo>
                  <a:lnTo>
                    <a:pt x="153" y="42"/>
                  </a:lnTo>
                  <a:lnTo>
                    <a:pt x="153" y="38"/>
                  </a:lnTo>
                  <a:lnTo>
                    <a:pt x="153" y="38"/>
                  </a:lnTo>
                  <a:lnTo>
                    <a:pt x="153" y="31"/>
                  </a:lnTo>
                  <a:lnTo>
                    <a:pt x="149" y="27"/>
                  </a:lnTo>
                  <a:lnTo>
                    <a:pt x="149" y="27"/>
                  </a:lnTo>
                  <a:lnTo>
                    <a:pt x="145" y="24"/>
                  </a:lnTo>
                  <a:lnTo>
                    <a:pt x="147" y="20"/>
                  </a:lnTo>
                  <a:lnTo>
                    <a:pt x="147" y="20"/>
                  </a:lnTo>
                  <a:lnTo>
                    <a:pt x="147" y="13"/>
                  </a:lnTo>
                  <a:lnTo>
                    <a:pt x="147" y="9"/>
                  </a:lnTo>
                  <a:lnTo>
                    <a:pt x="136" y="0"/>
                  </a:lnTo>
                  <a:lnTo>
                    <a:pt x="136" y="0"/>
                  </a:lnTo>
                  <a:lnTo>
                    <a:pt x="133" y="0"/>
                  </a:lnTo>
                  <a:lnTo>
                    <a:pt x="131" y="2"/>
                  </a:lnTo>
                  <a:lnTo>
                    <a:pt x="129" y="6"/>
                  </a:lnTo>
                  <a:lnTo>
                    <a:pt x="129" y="6"/>
                  </a:lnTo>
                  <a:lnTo>
                    <a:pt x="127" y="11"/>
                  </a:lnTo>
                  <a:lnTo>
                    <a:pt x="124" y="13"/>
                  </a:lnTo>
                  <a:lnTo>
                    <a:pt x="124" y="13"/>
                  </a:lnTo>
                  <a:lnTo>
                    <a:pt x="114" y="17"/>
                  </a:lnTo>
                  <a:lnTo>
                    <a:pt x="114" y="17"/>
                  </a:lnTo>
                  <a:lnTo>
                    <a:pt x="113" y="22"/>
                  </a:lnTo>
                  <a:lnTo>
                    <a:pt x="111" y="24"/>
                  </a:lnTo>
                  <a:lnTo>
                    <a:pt x="109" y="26"/>
                  </a:lnTo>
                  <a:lnTo>
                    <a:pt x="109" y="26"/>
                  </a:lnTo>
                  <a:lnTo>
                    <a:pt x="103" y="26"/>
                  </a:lnTo>
                  <a:lnTo>
                    <a:pt x="100" y="29"/>
                  </a:lnTo>
                  <a:lnTo>
                    <a:pt x="100" y="29"/>
                  </a:lnTo>
                  <a:lnTo>
                    <a:pt x="94" y="31"/>
                  </a:lnTo>
                  <a:lnTo>
                    <a:pt x="91" y="33"/>
                  </a:lnTo>
                  <a:lnTo>
                    <a:pt x="85" y="33"/>
                  </a:lnTo>
                  <a:lnTo>
                    <a:pt x="82" y="37"/>
                  </a:lnTo>
                  <a:lnTo>
                    <a:pt x="82" y="37"/>
                  </a:lnTo>
                  <a:lnTo>
                    <a:pt x="80" y="38"/>
                  </a:lnTo>
                  <a:lnTo>
                    <a:pt x="80" y="40"/>
                  </a:lnTo>
                  <a:lnTo>
                    <a:pt x="83" y="42"/>
                  </a:lnTo>
                  <a:lnTo>
                    <a:pt x="85" y="44"/>
                  </a:lnTo>
                  <a:lnTo>
                    <a:pt x="85" y="46"/>
                  </a:lnTo>
                  <a:lnTo>
                    <a:pt x="85" y="46"/>
                  </a:lnTo>
                  <a:lnTo>
                    <a:pt x="85" y="46"/>
                  </a:lnTo>
                  <a:lnTo>
                    <a:pt x="80" y="49"/>
                  </a:lnTo>
                  <a:lnTo>
                    <a:pt x="76" y="51"/>
                  </a:lnTo>
                  <a:lnTo>
                    <a:pt x="72" y="53"/>
                  </a:lnTo>
                  <a:lnTo>
                    <a:pt x="72" y="53"/>
                  </a:lnTo>
                  <a:lnTo>
                    <a:pt x="67" y="60"/>
                  </a:lnTo>
                  <a:lnTo>
                    <a:pt x="60" y="62"/>
                  </a:lnTo>
                  <a:lnTo>
                    <a:pt x="60" y="62"/>
                  </a:lnTo>
                  <a:lnTo>
                    <a:pt x="51" y="64"/>
                  </a:lnTo>
                  <a:lnTo>
                    <a:pt x="42" y="66"/>
                  </a:lnTo>
                  <a:lnTo>
                    <a:pt x="42" y="66"/>
                  </a:lnTo>
                  <a:lnTo>
                    <a:pt x="36" y="64"/>
                  </a:lnTo>
                  <a:lnTo>
                    <a:pt x="34" y="62"/>
                  </a:lnTo>
                  <a:lnTo>
                    <a:pt x="29" y="69"/>
                  </a:lnTo>
                  <a:lnTo>
                    <a:pt x="21" y="69"/>
                  </a:lnTo>
                  <a:lnTo>
                    <a:pt x="16" y="69"/>
                  </a:lnTo>
                  <a:lnTo>
                    <a:pt x="16" y="69"/>
                  </a:lnTo>
                  <a:lnTo>
                    <a:pt x="12" y="78"/>
                  </a:lnTo>
                  <a:lnTo>
                    <a:pt x="9" y="86"/>
                  </a:lnTo>
                  <a:lnTo>
                    <a:pt x="5" y="91"/>
                  </a:lnTo>
                  <a:lnTo>
                    <a:pt x="5" y="91"/>
                  </a:lnTo>
                  <a:lnTo>
                    <a:pt x="0" y="95"/>
                  </a:lnTo>
                  <a:lnTo>
                    <a:pt x="0" y="97"/>
                  </a:lnTo>
                  <a:lnTo>
                    <a:pt x="1" y="97"/>
                  </a:lnTo>
                  <a:lnTo>
                    <a:pt x="1" y="97"/>
                  </a:lnTo>
                  <a:lnTo>
                    <a:pt x="5" y="100"/>
                  </a:lnTo>
                  <a:lnTo>
                    <a:pt x="7" y="104"/>
                  </a:lnTo>
                  <a:lnTo>
                    <a:pt x="7" y="104"/>
                  </a:lnTo>
                  <a:lnTo>
                    <a:pt x="11" y="113"/>
                  </a:lnTo>
                  <a:lnTo>
                    <a:pt x="14" y="120"/>
                  </a:lnTo>
                  <a:lnTo>
                    <a:pt x="14" y="120"/>
                  </a:lnTo>
                  <a:lnTo>
                    <a:pt x="16" y="126"/>
                  </a:lnTo>
                  <a:lnTo>
                    <a:pt x="21" y="133"/>
                  </a:lnTo>
                  <a:lnTo>
                    <a:pt x="21" y="133"/>
                  </a:lnTo>
                  <a:lnTo>
                    <a:pt x="27" y="137"/>
                  </a:lnTo>
                  <a:lnTo>
                    <a:pt x="31" y="142"/>
                  </a:lnTo>
                  <a:lnTo>
                    <a:pt x="31" y="142"/>
                  </a:lnTo>
                  <a:lnTo>
                    <a:pt x="36" y="151"/>
                  </a:lnTo>
                  <a:lnTo>
                    <a:pt x="42" y="155"/>
                  </a:lnTo>
                  <a:lnTo>
                    <a:pt x="42" y="155"/>
                  </a:lnTo>
                  <a:lnTo>
                    <a:pt x="43" y="155"/>
                  </a:lnTo>
                  <a:lnTo>
                    <a:pt x="47" y="153"/>
                  </a:lnTo>
                  <a:lnTo>
                    <a:pt x="49" y="150"/>
                  </a:lnTo>
                  <a:lnTo>
                    <a:pt x="49" y="150"/>
                  </a:lnTo>
                  <a:lnTo>
                    <a:pt x="51" y="146"/>
                  </a:lnTo>
                  <a:lnTo>
                    <a:pt x="54" y="144"/>
                  </a:lnTo>
                  <a:lnTo>
                    <a:pt x="54" y="144"/>
                  </a:lnTo>
                  <a:lnTo>
                    <a:pt x="56" y="144"/>
                  </a:lnTo>
                  <a:lnTo>
                    <a:pt x="58" y="144"/>
                  </a:lnTo>
                  <a:lnTo>
                    <a:pt x="60" y="144"/>
                  </a:lnTo>
                  <a:lnTo>
                    <a:pt x="62" y="144"/>
                  </a:lnTo>
                  <a:lnTo>
                    <a:pt x="62" y="144"/>
                  </a:lnTo>
                  <a:lnTo>
                    <a:pt x="72" y="142"/>
                  </a:lnTo>
                  <a:lnTo>
                    <a:pt x="72" y="14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26" name="Freeform 309">
              <a:extLst>
                <a:ext uri="{FF2B5EF4-FFF2-40B4-BE49-F238E27FC236}">
                  <a16:creationId xmlns:a16="http://schemas.microsoft.com/office/drawing/2014/main" id="{A80CBFCB-33B9-4E8E-B28B-9AC3076110A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26373" y="1507028"/>
              <a:ext cx="2117731" cy="1259071"/>
            </a:xfrm>
            <a:custGeom>
              <a:avLst/>
              <a:gdLst>
                <a:gd name="T0" fmla="*/ 1204 w 1428"/>
                <a:gd name="T1" fmla="*/ 774 h 849"/>
                <a:gd name="T2" fmla="*/ 1291 w 1428"/>
                <a:gd name="T3" fmla="*/ 763 h 849"/>
                <a:gd name="T4" fmla="*/ 1302 w 1428"/>
                <a:gd name="T5" fmla="*/ 734 h 849"/>
                <a:gd name="T6" fmla="*/ 1250 w 1428"/>
                <a:gd name="T7" fmla="*/ 685 h 849"/>
                <a:gd name="T8" fmla="*/ 238 w 1428"/>
                <a:gd name="T9" fmla="*/ 645 h 849"/>
                <a:gd name="T10" fmla="*/ 1319 w 1428"/>
                <a:gd name="T11" fmla="*/ 694 h 849"/>
                <a:gd name="T12" fmla="*/ 1406 w 1428"/>
                <a:gd name="T13" fmla="*/ 719 h 849"/>
                <a:gd name="T14" fmla="*/ 1417 w 1428"/>
                <a:gd name="T15" fmla="*/ 698 h 849"/>
                <a:gd name="T16" fmla="*/ 1353 w 1428"/>
                <a:gd name="T17" fmla="*/ 650 h 849"/>
                <a:gd name="T18" fmla="*/ 1229 w 1428"/>
                <a:gd name="T19" fmla="*/ 575 h 849"/>
                <a:gd name="T20" fmla="*/ 668 w 1428"/>
                <a:gd name="T21" fmla="*/ 614 h 849"/>
                <a:gd name="T22" fmla="*/ 654 w 1428"/>
                <a:gd name="T23" fmla="*/ 614 h 849"/>
                <a:gd name="T24" fmla="*/ 154 w 1428"/>
                <a:gd name="T25" fmla="*/ 575 h 849"/>
                <a:gd name="T26" fmla="*/ 703 w 1428"/>
                <a:gd name="T27" fmla="*/ 619 h 849"/>
                <a:gd name="T28" fmla="*/ 980 w 1428"/>
                <a:gd name="T29" fmla="*/ 506 h 849"/>
                <a:gd name="T30" fmla="*/ 984 w 1428"/>
                <a:gd name="T31" fmla="*/ 501 h 849"/>
                <a:gd name="T32" fmla="*/ 490 w 1428"/>
                <a:gd name="T33" fmla="*/ 450 h 849"/>
                <a:gd name="T34" fmla="*/ 907 w 1428"/>
                <a:gd name="T35" fmla="*/ 344 h 849"/>
                <a:gd name="T36" fmla="*/ 497 w 1428"/>
                <a:gd name="T37" fmla="*/ 331 h 849"/>
                <a:gd name="T38" fmla="*/ 426 w 1428"/>
                <a:gd name="T39" fmla="*/ 351 h 849"/>
                <a:gd name="T40" fmla="*/ 366 w 1428"/>
                <a:gd name="T41" fmla="*/ 279 h 849"/>
                <a:gd name="T42" fmla="*/ 953 w 1428"/>
                <a:gd name="T43" fmla="*/ 310 h 849"/>
                <a:gd name="T44" fmla="*/ 340 w 1428"/>
                <a:gd name="T45" fmla="*/ 220 h 849"/>
                <a:gd name="T46" fmla="*/ 324 w 1428"/>
                <a:gd name="T47" fmla="*/ 286 h 849"/>
                <a:gd name="T48" fmla="*/ 282 w 1428"/>
                <a:gd name="T49" fmla="*/ 237 h 849"/>
                <a:gd name="T50" fmla="*/ 898 w 1428"/>
                <a:gd name="T51" fmla="*/ 716 h 849"/>
                <a:gd name="T52" fmla="*/ 942 w 1428"/>
                <a:gd name="T53" fmla="*/ 825 h 849"/>
                <a:gd name="T54" fmla="*/ 1035 w 1428"/>
                <a:gd name="T55" fmla="*/ 801 h 849"/>
                <a:gd name="T56" fmla="*/ 1178 w 1428"/>
                <a:gd name="T57" fmla="*/ 767 h 849"/>
                <a:gd name="T58" fmla="*/ 1204 w 1428"/>
                <a:gd name="T59" fmla="*/ 792 h 849"/>
                <a:gd name="T60" fmla="*/ 1240 w 1428"/>
                <a:gd name="T61" fmla="*/ 765 h 849"/>
                <a:gd name="T62" fmla="*/ 1219 w 1428"/>
                <a:gd name="T63" fmla="*/ 712 h 849"/>
                <a:gd name="T64" fmla="*/ 1162 w 1428"/>
                <a:gd name="T65" fmla="*/ 690 h 849"/>
                <a:gd name="T66" fmla="*/ 1306 w 1428"/>
                <a:gd name="T67" fmla="*/ 643 h 849"/>
                <a:gd name="T68" fmla="*/ 1321 w 1428"/>
                <a:gd name="T69" fmla="*/ 566 h 849"/>
                <a:gd name="T70" fmla="*/ 1262 w 1428"/>
                <a:gd name="T71" fmla="*/ 499 h 849"/>
                <a:gd name="T72" fmla="*/ 1202 w 1428"/>
                <a:gd name="T73" fmla="*/ 428 h 849"/>
                <a:gd name="T74" fmla="*/ 1133 w 1428"/>
                <a:gd name="T75" fmla="*/ 377 h 849"/>
                <a:gd name="T76" fmla="*/ 1005 w 1428"/>
                <a:gd name="T77" fmla="*/ 384 h 849"/>
                <a:gd name="T78" fmla="*/ 1035 w 1428"/>
                <a:gd name="T79" fmla="*/ 514 h 849"/>
                <a:gd name="T80" fmla="*/ 942 w 1428"/>
                <a:gd name="T81" fmla="*/ 550 h 849"/>
                <a:gd name="T82" fmla="*/ 738 w 1428"/>
                <a:gd name="T83" fmla="*/ 426 h 849"/>
                <a:gd name="T84" fmla="*/ 799 w 1428"/>
                <a:gd name="T85" fmla="*/ 342 h 849"/>
                <a:gd name="T86" fmla="*/ 825 w 1428"/>
                <a:gd name="T87" fmla="*/ 264 h 849"/>
                <a:gd name="T88" fmla="*/ 969 w 1428"/>
                <a:gd name="T89" fmla="*/ 220 h 849"/>
                <a:gd name="T90" fmla="*/ 896 w 1428"/>
                <a:gd name="T91" fmla="*/ 171 h 849"/>
                <a:gd name="T92" fmla="*/ 818 w 1428"/>
                <a:gd name="T93" fmla="*/ 186 h 849"/>
                <a:gd name="T94" fmla="*/ 768 w 1428"/>
                <a:gd name="T95" fmla="*/ 93 h 849"/>
                <a:gd name="T96" fmla="*/ 730 w 1428"/>
                <a:gd name="T97" fmla="*/ 27 h 849"/>
                <a:gd name="T98" fmla="*/ 734 w 1428"/>
                <a:gd name="T99" fmla="*/ 133 h 849"/>
                <a:gd name="T100" fmla="*/ 719 w 1428"/>
                <a:gd name="T101" fmla="*/ 220 h 849"/>
                <a:gd name="T102" fmla="*/ 590 w 1428"/>
                <a:gd name="T103" fmla="*/ 186 h 849"/>
                <a:gd name="T104" fmla="*/ 526 w 1428"/>
                <a:gd name="T105" fmla="*/ 228 h 849"/>
                <a:gd name="T106" fmla="*/ 430 w 1428"/>
                <a:gd name="T107" fmla="*/ 175 h 849"/>
                <a:gd name="T108" fmla="*/ 242 w 1428"/>
                <a:gd name="T109" fmla="*/ 129 h 849"/>
                <a:gd name="T110" fmla="*/ 149 w 1428"/>
                <a:gd name="T111" fmla="*/ 142 h 849"/>
                <a:gd name="T112" fmla="*/ 89 w 1428"/>
                <a:gd name="T113" fmla="*/ 155 h 849"/>
                <a:gd name="T114" fmla="*/ 40 w 1428"/>
                <a:gd name="T115" fmla="*/ 397 h 849"/>
                <a:gd name="T116" fmla="*/ 171 w 1428"/>
                <a:gd name="T117" fmla="*/ 495 h 849"/>
                <a:gd name="T118" fmla="*/ 194 w 1428"/>
                <a:gd name="T119" fmla="*/ 596 h 849"/>
                <a:gd name="T120" fmla="*/ 255 w 1428"/>
                <a:gd name="T121" fmla="*/ 674 h 849"/>
                <a:gd name="T122" fmla="*/ 300 w 1428"/>
                <a:gd name="T123" fmla="*/ 668 h 8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428" h="849">
                  <a:moveTo>
                    <a:pt x="555" y="171"/>
                  </a:moveTo>
                  <a:lnTo>
                    <a:pt x="555" y="171"/>
                  </a:lnTo>
                  <a:lnTo>
                    <a:pt x="561" y="177"/>
                  </a:lnTo>
                  <a:lnTo>
                    <a:pt x="563" y="178"/>
                  </a:lnTo>
                  <a:lnTo>
                    <a:pt x="561" y="180"/>
                  </a:lnTo>
                  <a:lnTo>
                    <a:pt x="555" y="178"/>
                  </a:lnTo>
                  <a:lnTo>
                    <a:pt x="555" y="178"/>
                  </a:lnTo>
                  <a:lnTo>
                    <a:pt x="553" y="175"/>
                  </a:lnTo>
                  <a:lnTo>
                    <a:pt x="553" y="171"/>
                  </a:lnTo>
                  <a:lnTo>
                    <a:pt x="555" y="171"/>
                  </a:lnTo>
                  <a:lnTo>
                    <a:pt x="555" y="171"/>
                  </a:lnTo>
                  <a:close/>
                  <a:moveTo>
                    <a:pt x="745" y="47"/>
                  </a:moveTo>
                  <a:lnTo>
                    <a:pt x="745" y="47"/>
                  </a:lnTo>
                  <a:lnTo>
                    <a:pt x="748" y="47"/>
                  </a:lnTo>
                  <a:lnTo>
                    <a:pt x="748" y="49"/>
                  </a:lnTo>
                  <a:lnTo>
                    <a:pt x="747" y="51"/>
                  </a:lnTo>
                  <a:lnTo>
                    <a:pt x="747" y="51"/>
                  </a:lnTo>
                  <a:lnTo>
                    <a:pt x="741" y="49"/>
                  </a:lnTo>
                  <a:lnTo>
                    <a:pt x="741" y="47"/>
                  </a:lnTo>
                  <a:lnTo>
                    <a:pt x="745" y="47"/>
                  </a:lnTo>
                  <a:lnTo>
                    <a:pt x="745" y="47"/>
                  </a:lnTo>
                  <a:close/>
                  <a:moveTo>
                    <a:pt x="1392" y="714"/>
                  </a:moveTo>
                  <a:lnTo>
                    <a:pt x="1392" y="714"/>
                  </a:lnTo>
                  <a:lnTo>
                    <a:pt x="1392" y="718"/>
                  </a:lnTo>
                  <a:lnTo>
                    <a:pt x="1390" y="721"/>
                  </a:lnTo>
                  <a:lnTo>
                    <a:pt x="1390" y="721"/>
                  </a:lnTo>
                  <a:lnTo>
                    <a:pt x="1388" y="721"/>
                  </a:lnTo>
                  <a:lnTo>
                    <a:pt x="1388" y="719"/>
                  </a:lnTo>
                  <a:lnTo>
                    <a:pt x="1392" y="714"/>
                  </a:lnTo>
                  <a:lnTo>
                    <a:pt x="1392" y="714"/>
                  </a:lnTo>
                  <a:close/>
                  <a:moveTo>
                    <a:pt x="991" y="792"/>
                  </a:moveTo>
                  <a:lnTo>
                    <a:pt x="991" y="792"/>
                  </a:lnTo>
                  <a:lnTo>
                    <a:pt x="991" y="800"/>
                  </a:lnTo>
                  <a:lnTo>
                    <a:pt x="991" y="800"/>
                  </a:lnTo>
                  <a:lnTo>
                    <a:pt x="987" y="800"/>
                  </a:lnTo>
                  <a:lnTo>
                    <a:pt x="987" y="798"/>
                  </a:lnTo>
                  <a:lnTo>
                    <a:pt x="987" y="794"/>
                  </a:lnTo>
                  <a:lnTo>
                    <a:pt x="991" y="792"/>
                  </a:lnTo>
                  <a:lnTo>
                    <a:pt x="991" y="792"/>
                  </a:lnTo>
                  <a:close/>
                  <a:moveTo>
                    <a:pt x="954" y="778"/>
                  </a:moveTo>
                  <a:lnTo>
                    <a:pt x="956" y="783"/>
                  </a:lnTo>
                  <a:lnTo>
                    <a:pt x="956" y="783"/>
                  </a:lnTo>
                  <a:lnTo>
                    <a:pt x="956" y="778"/>
                  </a:lnTo>
                  <a:lnTo>
                    <a:pt x="956" y="778"/>
                  </a:lnTo>
                  <a:lnTo>
                    <a:pt x="954" y="778"/>
                  </a:lnTo>
                  <a:lnTo>
                    <a:pt x="954" y="778"/>
                  </a:lnTo>
                  <a:close/>
                  <a:moveTo>
                    <a:pt x="1204" y="770"/>
                  </a:moveTo>
                  <a:lnTo>
                    <a:pt x="1204" y="770"/>
                  </a:lnTo>
                  <a:lnTo>
                    <a:pt x="1204" y="772"/>
                  </a:lnTo>
                  <a:lnTo>
                    <a:pt x="1204" y="774"/>
                  </a:lnTo>
                  <a:lnTo>
                    <a:pt x="1202" y="776"/>
                  </a:lnTo>
                  <a:lnTo>
                    <a:pt x="1202" y="776"/>
                  </a:lnTo>
                  <a:lnTo>
                    <a:pt x="1200" y="770"/>
                  </a:lnTo>
                  <a:lnTo>
                    <a:pt x="1202" y="770"/>
                  </a:lnTo>
                  <a:lnTo>
                    <a:pt x="1204" y="770"/>
                  </a:lnTo>
                  <a:lnTo>
                    <a:pt x="1204" y="770"/>
                  </a:lnTo>
                  <a:close/>
                  <a:moveTo>
                    <a:pt x="1071" y="770"/>
                  </a:moveTo>
                  <a:lnTo>
                    <a:pt x="1071" y="770"/>
                  </a:lnTo>
                  <a:lnTo>
                    <a:pt x="1075" y="772"/>
                  </a:lnTo>
                  <a:lnTo>
                    <a:pt x="1078" y="774"/>
                  </a:lnTo>
                  <a:lnTo>
                    <a:pt x="1076" y="778"/>
                  </a:lnTo>
                  <a:lnTo>
                    <a:pt x="1071" y="778"/>
                  </a:lnTo>
                  <a:lnTo>
                    <a:pt x="1071" y="778"/>
                  </a:lnTo>
                  <a:lnTo>
                    <a:pt x="1069" y="774"/>
                  </a:lnTo>
                  <a:lnTo>
                    <a:pt x="1069" y="770"/>
                  </a:lnTo>
                  <a:lnTo>
                    <a:pt x="1071" y="770"/>
                  </a:lnTo>
                  <a:lnTo>
                    <a:pt x="1071" y="770"/>
                  </a:lnTo>
                  <a:close/>
                  <a:moveTo>
                    <a:pt x="931" y="763"/>
                  </a:moveTo>
                  <a:lnTo>
                    <a:pt x="931" y="763"/>
                  </a:lnTo>
                  <a:lnTo>
                    <a:pt x="936" y="767"/>
                  </a:lnTo>
                  <a:lnTo>
                    <a:pt x="942" y="770"/>
                  </a:lnTo>
                  <a:lnTo>
                    <a:pt x="942" y="770"/>
                  </a:lnTo>
                  <a:lnTo>
                    <a:pt x="949" y="770"/>
                  </a:lnTo>
                  <a:lnTo>
                    <a:pt x="951" y="769"/>
                  </a:lnTo>
                  <a:lnTo>
                    <a:pt x="951" y="769"/>
                  </a:lnTo>
                  <a:lnTo>
                    <a:pt x="947" y="765"/>
                  </a:lnTo>
                  <a:lnTo>
                    <a:pt x="942" y="763"/>
                  </a:lnTo>
                  <a:lnTo>
                    <a:pt x="942" y="763"/>
                  </a:lnTo>
                  <a:lnTo>
                    <a:pt x="936" y="763"/>
                  </a:lnTo>
                  <a:lnTo>
                    <a:pt x="931" y="763"/>
                  </a:lnTo>
                  <a:lnTo>
                    <a:pt x="931" y="763"/>
                  </a:lnTo>
                  <a:close/>
                  <a:moveTo>
                    <a:pt x="1302" y="752"/>
                  </a:moveTo>
                  <a:lnTo>
                    <a:pt x="1302" y="752"/>
                  </a:lnTo>
                  <a:lnTo>
                    <a:pt x="1304" y="754"/>
                  </a:lnTo>
                  <a:lnTo>
                    <a:pt x="1306" y="758"/>
                  </a:lnTo>
                  <a:lnTo>
                    <a:pt x="1304" y="759"/>
                  </a:lnTo>
                  <a:lnTo>
                    <a:pt x="1302" y="759"/>
                  </a:lnTo>
                  <a:lnTo>
                    <a:pt x="1302" y="759"/>
                  </a:lnTo>
                  <a:lnTo>
                    <a:pt x="1304" y="759"/>
                  </a:lnTo>
                  <a:lnTo>
                    <a:pt x="1306" y="761"/>
                  </a:lnTo>
                  <a:lnTo>
                    <a:pt x="1306" y="763"/>
                  </a:lnTo>
                  <a:lnTo>
                    <a:pt x="1302" y="763"/>
                  </a:lnTo>
                  <a:lnTo>
                    <a:pt x="1299" y="770"/>
                  </a:lnTo>
                  <a:lnTo>
                    <a:pt x="1299" y="770"/>
                  </a:lnTo>
                  <a:lnTo>
                    <a:pt x="1286" y="772"/>
                  </a:lnTo>
                  <a:lnTo>
                    <a:pt x="1282" y="772"/>
                  </a:lnTo>
                  <a:lnTo>
                    <a:pt x="1290" y="767"/>
                  </a:lnTo>
                  <a:lnTo>
                    <a:pt x="1290" y="767"/>
                  </a:lnTo>
                  <a:lnTo>
                    <a:pt x="1291" y="767"/>
                  </a:lnTo>
                  <a:lnTo>
                    <a:pt x="1291" y="763"/>
                  </a:lnTo>
                  <a:lnTo>
                    <a:pt x="1291" y="758"/>
                  </a:lnTo>
                  <a:lnTo>
                    <a:pt x="1291" y="758"/>
                  </a:lnTo>
                  <a:lnTo>
                    <a:pt x="1297" y="756"/>
                  </a:lnTo>
                  <a:lnTo>
                    <a:pt x="1302" y="752"/>
                  </a:lnTo>
                  <a:lnTo>
                    <a:pt x="1302" y="752"/>
                  </a:lnTo>
                  <a:close/>
                  <a:moveTo>
                    <a:pt x="978" y="745"/>
                  </a:moveTo>
                  <a:lnTo>
                    <a:pt x="978" y="745"/>
                  </a:lnTo>
                  <a:lnTo>
                    <a:pt x="982" y="747"/>
                  </a:lnTo>
                  <a:lnTo>
                    <a:pt x="984" y="749"/>
                  </a:lnTo>
                  <a:lnTo>
                    <a:pt x="982" y="752"/>
                  </a:lnTo>
                  <a:lnTo>
                    <a:pt x="982" y="752"/>
                  </a:lnTo>
                  <a:lnTo>
                    <a:pt x="973" y="750"/>
                  </a:lnTo>
                  <a:lnTo>
                    <a:pt x="971" y="750"/>
                  </a:lnTo>
                  <a:lnTo>
                    <a:pt x="974" y="749"/>
                  </a:lnTo>
                  <a:lnTo>
                    <a:pt x="974" y="749"/>
                  </a:lnTo>
                  <a:lnTo>
                    <a:pt x="976" y="747"/>
                  </a:lnTo>
                  <a:lnTo>
                    <a:pt x="978" y="745"/>
                  </a:lnTo>
                  <a:lnTo>
                    <a:pt x="978" y="745"/>
                  </a:lnTo>
                  <a:close/>
                  <a:moveTo>
                    <a:pt x="1233" y="736"/>
                  </a:moveTo>
                  <a:lnTo>
                    <a:pt x="1233" y="741"/>
                  </a:lnTo>
                  <a:lnTo>
                    <a:pt x="1233" y="741"/>
                  </a:lnTo>
                  <a:lnTo>
                    <a:pt x="1231" y="739"/>
                  </a:lnTo>
                  <a:lnTo>
                    <a:pt x="1231" y="741"/>
                  </a:lnTo>
                  <a:lnTo>
                    <a:pt x="1231" y="743"/>
                  </a:lnTo>
                  <a:lnTo>
                    <a:pt x="1231" y="743"/>
                  </a:lnTo>
                  <a:lnTo>
                    <a:pt x="1228" y="743"/>
                  </a:lnTo>
                  <a:lnTo>
                    <a:pt x="1229" y="745"/>
                  </a:lnTo>
                  <a:lnTo>
                    <a:pt x="1233" y="750"/>
                  </a:lnTo>
                  <a:lnTo>
                    <a:pt x="1235" y="752"/>
                  </a:lnTo>
                  <a:lnTo>
                    <a:pt x="1235" y="752"/>
                  </a:lnTo>
                  <a:lnTo>
                    <a:pt x="1240" y="754"/>
                  </a:lnTo>
                  <a:lnTo>
                    <a:pt x="1246" y="754"/>
                  </a:lnTo>
                  <a:lnTo>
                    <a:pt x="1251" y="752"/>
                  </a:lnTo>
                  <a:lnTo>
                    <a:pt x="1255" y="752"/>
                  </a:lnTo>
                  <a:lnTo>
                    <a:pt x="1255" y="752"/>
                  </a:lnTo>
                  <a:lnTo>
                    <a:pt x="1255" y="759"/>
                  </a:lnTo>
                  <a:lnTo>
                    <a:pt x="1255" y="759"/>
                  </a:lnTo>
                  <a:lnTo>
                    <a:pt x="1259" y="759"/>
                  </a:lnTo>
                  <a:lnTo>
                    <a:pt x="1262" y="759"/>
                  </a:lnTo>
                  <a:lnTo>
                    <a:pt x="1262" y="759"/>
                  </a:lnTo>
                  <a:lnTo>
                    <a:pt x="1260" y="756"/>
                  </a:lnTo>
                  <a:lnTo>
                    <a:pt x="1260" y="750"/>
                  </a:lnTo>
                  <a:lnTo>
                    <a:pt x="1260" y="750"/>
                  </a:lnTo>
                  <a:lnTo>
                    <a:pt x="1248" y="750"/>
                  </a:lnTo>
                  <a:lnTo>
                    <a:pt x="1240" y="749"/>
                  </a:lnTo>
                  <a:lnTo>
                    <a:pt x="1237" y="747"/>
                  </a:lnTo>
                  <a:lnTo>
                    <a:pt x="1235" y="745"/>
                  </a:lnTo>
                  <a:lnTo>
                    <a:pt x="1233" y="736"/>
                  </a:lnTo>
                  <a:lnTo>
                    <a:pt x="1233" y="736"/>
                  </a:lnTo>
                  <a:close/>
                  <a:moveTo>
                    <a:pt x="1302" y="734"/>
                  </a:moveTo>
                  <a:lnTo>
                    <a:pt x="1297" y="738"/>
                  </a:lnTo>
                  <a:lnTo>
                    <a:pt x="1297" y="738"/>
                  </a:lnTo>
                  <a:lnTo>
                    <a:pt x="1293" y="739"/>
                  </a:lnTo>
                  <a:lnTo>
                    <a:pt x="1291" y="738"/>
                  </a:lnTo>
                  <a:lnTo>
                    <a:pt x="1286" y="736"/>
                  </a:lnTo>
                  <a:lnTo>
                    <a:pt x="1286" y="736"/>
                  </a:lnTo>
                  <a:lnTo>
                    <a:pt x="1281" y="750"/>
                  </a:lnTo>
                  <a:lnTo>
                    <a:pt x="1275" y="770"/>
                  </a:lnTo>
                  <a:lnTo>
                    <a:pt x="1284" y="772"/>
                  </a:lnTo>
                  <a:lnTo>
                    <a:pt x="1284" y="772"/>
                  </a:lnTo>
                  <a:lnTo>
                    <a:pt x="1282" y="767"/>
                  </a:lnTo>
                  <a:lnTo>
                    <a:pt x="1282" y="765"/>
                  </a:lnTo>
                  <a:lnTo>
                    <a:pt x="1282" y="759"/>
                  </a:lnTo>
                  <a:lnTo>
                    <a:pt x="1282" y="759"/>
                  </a:lnTo>
                  <a:lnTo>
                    <a:pt x="1286" y="758"/>
                  </a:lnTo>
                  <a:lnTo>
                    <a:pt x="1290" y="756"/>
                  </a:lnTo>
                  <a:lnTo>
                    <a:pt x="1290" y="756"/>
                  </a:lnTo>
                  <a:lnTo>
                    <a:pt x="1288" y="750"/>
                  </a:lnTo>
                  <a:lnTo>
                    <a:pt x="1288" y="747"/>
                  </a:lnTo>
                  <a:lnTo>
                    <a:pt x="1290" y="743"/>
                  </a:lnTo>
                  <a:lnTo>
                    <a:pt x="1290" y="743"/>
                  </a:lnTo>
                  <a:lnTo>
                    <a:pt x="1299" y="738"/>
                  </a:lnTo>
                  <a:lnTo>
                    <a:pt x="1304" y="734"/>
                  </a:lnTo>
                  <a:lnTo>
                    <a:pt x="1304" y="734"/>
                  </a:lnTo>
                  <a:lnTo>
                    <a:pt x="1302" y="734"/>
                  </a:lnTo>
                  <a:lnTo>
                    <a:pt x="1302" y="734"/>
                  </a:lnTo>
                  <a:close/>
                  <a:moveTo>
                    <a:pt x="1368" y="730"/>
                  </a:moveTo>
                  <a:lnTo>
                    <a:pt x="1368" y="730"/>
                  </a:lnTo>
                  <a:lnTo>
                    <a:pt x="1370" y="741"/>
                  </a:lnTo>
                  <a:lnTo>
                    <a:pt x="1370" y="741"/>
                  </a:lnTo>
                  <a:lnTo>
                    <a:pt x="1372" y="739"/>
                  </a:lnTo>
                  <a:lnTo>
                    <a:pt x="1373" y="738"/>
                  </a:lnTo>
                  <a:lnTo>
                    <a:pt x="1372" y="734"/>
                  </a:lnTo>
                  <a:lnTo>
                    <a:pt x="1368" y="730"/>
                  </a:lnTo>
                  <a:lnTo>
                    <a:pt x="1368" y="730"/>
                  </a:lnTo>
                  <a:close/>
                  <a:moveTo>
                    <a:pt x="1271" y="716"/>
                  </a:moveTo>
                  <a:lnTo>
                    <a:pt x="1271" y="716"/>
                  </a:lnTo>
                  <a:lnTo>
                    <a:pt x="1270" y="721"/>
                  </a:lnTo>
                  <a:lnTo>
                    <a:pt x="1268" y="723"/>
                  </a:lnTo>
                  <a:lnTo>
                    <a:pt x="1270" y="723"/>
                  </a:lnTo>
                  <a:lnTo>
                    <a:pt x="1270" y="723"/>
                  </a:lnTo>
                  <a:lnTo>
                    <a:pt x="1273" y="719"/>
                  </a:lnTo>
                  <a:lnTo>
                    <a:pt x="1273" y="716"/>
                  </a:lnTo>
                  <a:lnTo>
                    <a:pt x="1271" y="716"/>
                  </a:lnTo>
                  <a:lnTo>
                    <a:pt x="1271" y="716"/>
                  </a:lnTo>
                  <a:close/>
                  <a:moveTo>
                    <a:pt x="1226" y="665"/>
                  </a:moveTo>
                  <a:lnTo>
                    <a:pt x="1226" y="670"/>
                  </a:lnTo>
                  <a:lnTo>
                    <a:pt x="1226" y="670"/>
                  </a:lnTo>
                  <a:lnTo>
                    <a:pt x="1242" y="679"/>
                  </a:lnTo>
                  <a:lnTo>
                    <a:pt x="1250" y="685"/>
                  </a:lnTo>
                  <a:lnTo>
                    <a:pt x="1260" y="687"/>
                  </a:lnTo>
                  <a:lnTo>
                    <a:pt x="1260" y="687"/>
                  </a:lnTo>
                  <a:lnTo>
                    <a:pt x="1266" y="688"/>
                  </a:lnTo>
                  <a:lnTo>
                    <a:pt x="1268" y="688"/>
                  </a:lnTo>
                  <a:lnTo>
                    <a:pt x="1264" y="685"/>
                  </a:lnTo>
                  <a:lnTo>
                    <a:pt x="1264" y="685"/>
                  </a:lnTo>
                  <a:lnTo>
                    <a:pt x="1255" y="678"/>
                  </a:lnTo>
                  <a:lnTo>
                    <a:pt x="1248" y="672"/>
                  </a:lnTo>
                  <a:lnTo>
                    <a:pt x="1239" y="668"/>
                  </a:lnTo>
                  <a:lnTo>
                    <a:pt x="1226" y="665"/>
                  </a:lnTo>
                  <a:lnTo>
                    <a:pt x="1226" y="665"/>
                  </a:lnTo>
                  <a:close/>
                  <a:moveTo>
                    <a:pt x="280" y="665"/>
                  </a:moveTo>
                  <a:lnTo>
                    <a:pt x="280" y="665"/>
                  </a:lnTo>
                  <a:lnTo>
                    <a:pt x="282" y="672"/>
                  </a:lnTo>
                  <a:lnTo>
                    <a:pt x="282" y="672"/>
                  </a:lnTo>
                  <a:lnTo>
                    <a:pt x="286" y="676"/>
                  </a:lnTo>
                  <a:lnTo>
                    <a:pt x="286" y="674"/>
                  </a:lnTo>
                  <a:lnTo>
                    <a:pt x="280" y="665"/>
                  </a:lnTo>
                  <a:lnTo>
                    <a:pt x="280" y="665"/>
                  </a:lnTo>
                  <a:close/>
                  <a:moveTo>
                    <a:pt x="845" y="652"/>
                  </a:moveTo>
                  <a:lnTo>
                    <a:pt x="845" y="652"/>
                  </a:lnTo>
                  <a:lnTo>
                    <a:pt x="856" y="665"/>
                  </a:lnTo>
                  <a:lnTo>
                    <a:pt x="858" y="667"/>
                  </a:lnTo>
                  <a:lnTo>
                    <a:pt x="858" y="670"/>
                  </a:lnTo>
                  <a:lnTo>
                    <a:pt x="856" y="672"/>
                  </a:lnTo>
                  <a:lnTo>
                    <a:pt x="852" y="672"/>
                  </a:lnTo>
                  <a:lnTo>
                    <a:pt x="852" y="672"/>
                  </a:lnTo>
                  <a:lnTo>
                    <a:pt x="847" y="672"/>
                  </a:lnTo>
                  <a:lnTo>
                    <a:pt x="843" y="670"/>
                  </a:lnTo>
                  <a:lnTo>
                    <a:pt x="845" y="667"/>
                  </a:lnTo>
                  <a:lnTo>
                    <a:pt x="845" y="667"/>
                  </a:lnTo>
                  <a:lnTo>
                    <a:pt x="843" y="667"/>
                  </a:lnTo>
                  <a:lnTo>
                    <a:pt x="841" y="668"/>
                  </a:lnTo>
                  <a:lnTo>
                    <a:pt x="840" y="668"/>
                  </a:lnTo>
                  <a:lnTo>
                    <a:pt x="838" y="667"/>
                  </a:lnTo>
                  <a:lnTo>
                    <a:pt x="838" y="667"/>
                  </a:lnTo>
                  <a:lnTo>
                    <a:pt x="838" y="661"/>
                  </a:lnTo>
                  <a:lnTo>
                    <a:pt x="840" y="656"/>
                  </a:lnTo>
                  <a:lnTo>
                    <a:pt x="845" y="652"/>
                  </a:lnTo>
                  <a:close/>
                  <a:moveTo>
                    <a:pt x="238" y="645"/>
                  </a:moveTo>
                  <a:lnTo>
                    <a:pt x="247" y="645"/>
                  </a:lnTo>
                  <a:lnTo>
                    <a:pt x="246" y="652"/>
                  </a:lnTo>
                  <a:lnTo>
                    <a:pt x="246" y="652"/>
                  </a:lnTo>
                  <a:lnTo>
                    <a:pt x="231" y="652"/>
                  </a:lnTo>
                  <a:lnTo>
                    <a:pt x="231" y="652"/>
                  </a:lnTo>
                  <a:lnTo>
                    <a:pt x="229" y="650"/>
                  </a:lnTo>
                  <a:lnTo>
                    <a:pt x="227" y="648"/>
                  </a:lnTo>
                  <a:lnTo>
                    <a:pt x="227" y="648"/>
                  </a:lnTo>
                  <a:lnTo>
                    <a:pt x="238" y="645"/>
                  </a:lnTo>
                  <a:lnTo>
                    <a:pt x="238" y="645"/>
                  </a:lnTo>
                  <a:close/>
                  <a:moveTo>
                    <a:pt x="1098" y="630"/>
                  </a:moveTo>
                  <a:lnTo>
                    <a:pt x="1098" y="630"/>
                  </a:lnTo>
                  <a:lnTo>
                    <a:pt x="1102" y="630"/>
                  </a:lnTo>
                  <a:lnTo>
                    <a:pt x="1100" y="630"/>
                  </a:lnTo>
                  <a:lnTo>
                    <a:pt x="1100" y="632"/>
                  </a:lnTo>
                  <a:lnTo>
                    <a:pt x="1100" y="634"/>
                  </a:lnTo>
                  <a:lnTo>
                    <a:pt x="1100" y="634"/>
                  </a:lnTo>
                  <a:lnTo>
                    <a:pt x="1095" y="643"/>
                  </a:lnTo>
                  <a:lnTo>
                    <a:pt x="1091" y="647"/>
                  </a:lnTo>
                  <a:lnTo>
                    <a:pt x="1086" y="650"/>
                  </a:lnTo>
                  <a:lnTo>
                    <a:pt x="1086" y="650"/>
                  </a:lnTo>
                  <a:lnTo>
                    <a:pt x="1082" y="652"/>
                  </a:lnTo>
                  <a:lnTo>
                    <a:pt x="1080" y="650"/>
                  </a:lnTo>
                  <a:lnTo>
                    <a:pt x="1084" y="643"/>
                  </a:lnTo>
                  <a:lnTo>
                    <a:pt x="1093" y="636"/>
                  </a:lnTo>
                  <a:lnTo>
                    <a:pt x="1098" y="630"/>
                  </a:lnTo>
                  <a:lnTo>
                    <a:pt x="1098" y="630"/>
                  </a:lnTo>
                  <a:close/>
                  <a:moveTo>
                    <a:pt x="1357" y="621"/>
                  </a:moveTo>
                  <a:lnTo>
                    <a:pt x="1357" y="621"/>
                  </a:lnTo>
                  <a:lnTo>
                    <a:pt x="1353" y="625"/>
                  </a:lnTo>
                  <a:lnTo>
                    <a:pt x="1350" y="630"/>
                  </a:lnTo>
                  <a:lnTo>
                    <a:pt x="1348" y="636"/>
                  </a:lnTo>
                  <a:lnTo>
                    <a:pt x="1348" y="636"/>
                  </a:lnTo>
                  <a:lnTo>
                    <a:pt x="1341" y="636"/>
                  </a:lnTo>
                  <a:lnTo>
                    <a:pt x="1341" y="636"/>
                  </a:lnTo>
                  <a:lnTo>
                    <a:pt x="1341" y="641"/>
                  </a:lnTo>
                  <a:lnTo>
                    <a:pt x="1341" y="648"/>
                  </a:lnTo>
                  <a:lnTo>
                    <a:pt x="1341" y="648"/>
                  </a:lnTo>
                  <a:lnTo>
                    <a:pt x="1339" y="657"/>
                  </a:lnTo>
                  <a:lnTo>
                    <a:pt x="1335" y="665"/>
                  </a:lnTo>
                  <a:lnTo>
                    <a:pt x="1328" y="679"/>
                  </a:lnTo>
                  <a:lnTo>
                    <a:pt x="1328" y="679"/>
                  </a:lnTo>
                  <a:lnTo>
                    <a:pt x="1335" y="679"/>
                  </a:lnTo>
                  <a:lnTo>
                    <a:pt x="1335" y="679"/>
                  </a:lnTo>
                  <a:lnTo>
                    <a:pt x="1335" y="683"/>
                  </a:lnTo>
                  <a:lnTo>
                    <a:pt x="1335" y="685"/>
                  </a:lnTo>
                  <a:lnTo>
                    <a:pt x="1333" y="685"/>
                  </a:lnTo>
                  <a:lnTo>
                    <a:pt x="1333" y="690"/>
                  </a:lnTo>
                  <a:lnTo>
                    <a:pt x="1333" y="690"/>
                  </a:lnTo>
                  <a:lnTo>
                    <a:pt x="1332" y="688"/>
                  </a:lnTo>
                  <a:lnTo>
                    <a:pt x="1330" y="687"/>
                  </a:lnTo>
                  <a:lnTo>
                    <a:pt x="1328" y="685"/>
                  </a:lnTo>
                  <a:lnTo>
                    <a:pt x="1324" y="685"/>
                  </a:lnTo>
                  <a:lnTo>
                    <a:pt x="1324" y="687"/>
                  </a:lnTo>
                  <a:lnTo>
                    <a:pt x="1322" y="694"/>
                  </a:lnTo>
                  <a:lnTo>
                    <a:pt x="1322" y="694"/>
                  </a:lnTo>
                  <a:lnTo>
                    <a:pt x="1321" y="692"/>
                  </a:lnTo>
                  <a:lnTo>
                    <a:pt x="1319" y="692"/>
                  </a:lnTo>
                  <a:lnTo>
                    <a:pt x="1319" y="692"/>
                  </a:lnTo>
                  <a:lnTo>
                    <a:pt x="1319" y="694"/>
                  </a:lnTo>
                  <a:lnTo>
                    <a:pt x="1319" y="694"/>
                  </a:lnTo>
                  <a:lnTo>
                    <a:pt x="1317" y="694"/>
                  </a:lnTo>
                  <a:lnTo>
                    <a:pt x="1321" y="699"/>
                  </a:lnTo>
                  <a:lnTo>
                    <a:pt x="1321" y="699"/>
                  </a:lnTo>
                  <a:lnTo>
                    <a:pt x="1311" y="712"/>
                  </a:lnTo>
                  <a:lnTo>
                    <a:pt x="1310" y="714"/>
                  </a:lnTo>
                  <a:lnTo>
                    <a:pt x="1310" y="718"/>
                  </a:lnTo>
                  <a:lnTo>
                    <a:pt x="1310" y="719"/>
                  </a:lnTo>
                  <a:lnTo>
                    <a:pt x="1313" y="721"/>
                  </a:lnTo>
                  <a:lnTo>
                    <a:pt x="1313" y="721"/>
                  </a:lnTo>
                  <a:lnTo>
                    <a:pt x="1319" y="719"/>
                  </a:lnTo>
                  <a:lnTo>
                    <a:pt x="1321" y="716"/>
                  </a:lnTo>
                  <a:lnTo>
                    <a:pt x="1321" y="716"/>
                  </a:lnTo>
                  <a:lnTo>
                    <a:pt x="1328" y="716"/>
                  </a:lnTo>
                  <a:lnTo>
                    <a:pt x="1335" y="718"/>
                  </a:lnTo>
                  <a:lnTo>
                    <a:pt x="1348" y="719"/>
                  </a:lnTo>
                  <a:lnTo>
                    <a:pt x="1348" y="719"/>
                  </a:lnTo>
                  <a:lnTo>
                    <a:pt x="1352" y="718"/>
                  </a:lnTo>
                  <a:lnTo>
                    <a:pt x="1353" y="716"/>
                  </a:lnTo>
                  <a:lnTo>
                    <a:pt x="1355" y="714"/>
                  </a:lnTo>
                  <a:lnTo>
                    <a:pt x="1357" y="714"/>
                  </a:lnTo>
                  <a:lnTo>
                    <a:pt x="1357" y="714"/>
                  </a:lnTo>
                  <a:lnTo>
                    <a:pt x="1357" y="718"/>
                  </a:lnTo>
                  <a:lnTo>
                    <a:pt x="1359" y="719"/>
                  </a:lnTo>
                  <a:lnTo>
                    <a:pt x="1361" y="719"/>
                  </a:lnTo>
                  <a:lnTo>
                    <a:pt x="1375" y="714"/>
                  </a:lnTo>
                  <a:lnTo>
                    <a:pt x="1375" y="714"/>
                  </a:lnTo>
                  <a:lnTo>
                    <a:pt x="1381" y="714"/>
                  </a:lnTo>
                  <a:lnTo>
                    <a:pt x="1381" y="716"/>
                  </a:lnTo>
                  <a:lnTo>
                    <a:pt x="1379" y="718"/>
                  </a:lnTo>
                  <a:lnTo>
                    <a:pt x="1379" y="721"/>
                  </a:lnTo>
                  <a:lnTo>
                    <a:pt x="1379" y="721"/>
                  </a:lnTo>
                  <a:lnTo>
                    <a:pt x="1384" y="723"/>
                  </a:lnTo>
                  <a:lnTo>
                    <a:pt x="1384" y="725"/>
                  </a:lnTo>
                  <a:lnTo>
                    <a:pt x="1383" y="729"/>
                  </a:lnTo>
                  <a:lnTo>
                    <a:pt x="1383" y="729"/>
                  </a:lnTo>
                  <a:lnTo>
                    <a:pt x="1381" y="730"/>
                  </a:lnTo>
                  <a:lnTo>
                    <a:pt x="1377" y="730"/>
                  </a:lnTo>
                  <a:lnTo>
                    <a:pt x="1377" y="730"/>
                  </a:lnTo>
                  <a:lnTo>
                    <a:pt x="1379" y="732"/>
                  </a:lnTo>
                  <a:lnTo>
                    <a:pt x="1381" y="734"/>
                  </a:lnTo>
                  <a:lnTo>
                    <a:pt x="1381" y="736"/>
                  </a:lnTo>
                  <a:lnTo>
                    <a:pt x="1384" y="734"/>
                  </a:lnTo>
                  <a:lnTo>
                    <a:pt x="1384" y="734"/>
                  </a:lnTo>
                  <a:lnTo>
                    <a:pt x="1392" y="725"/>
                  </a:lnTo>
                  <a:lnTo>
                    <a:pt x="1399" y="714"/>
                  </a:lnTo>
                  <a:lnTo>
                    <a:pt x="1399" y="714"/>
                  </a:lnTo>
                  <a:lnTo>
                    <a:pt x="1403" y="718"/>
                  </a:lnTo>
                  <a:lnTo>
                    <a:pt x="1406" y="719"/>
                  </a:lnTo>
                  <a:lnTo>
                    <a:pt x="1406" y="719"/>
                  </a:lnTo>
                  <a:lnTo>
                    <a:pt x="1406" y="723"/>
                  </a:lnTo>
                  <a:lnTo>
                    <a:pt x="1406" y="727"/>
                  </a:lnTo>
                  <a:lnTo>
                    <a:pt x="1404" y="727"/>
                  </a:lnTo>
                  <a:lnTo>
                    <a:pt x="1404" y="727"/>
                  </a:lnTo>
                  <a:lnTo>
                    <a:pt x="1403" y="729"/>
                  </a:lnTo>
                  <a:lnTo>
                    <a:pt x="1404" y="730"/>
                  </a:lnTo>
                  <a:lnTo>
                    <a:pt x="1406" y="736"/>
                  </a:lnTo>
                  <a:lnTo>
                    <a:pt x="1406" y="736"/>
                  </a:lnTo>
                  <a:lnTo>
                    <a:pt x="1408" y="734"/>
                  </a:lnTo>
                  <a:lnTo>
                    <a:pt x="1408" y="732"/>
                  </a:lnTo>
                  <a:lnTo>
                    <a:pt x="1410" y="729"/>
                  </a:lnTo>
                  <a:lnTo>
                    <a:pt x="1414" y="729"/>
                  </a:lnTo>
                  <a:lnTo>
                    <a:pt x="1414" y="729"/>
                  </a:lnTo>
                  <a:lnTo>
                    <a:pt x="1414" y="736"/>
                  </a:lnTo>
                  <a:lnTo>
                    <a:pt x="1421" y="738"/>
                  </a:lnTo>
                  <a:lnTo>
                    <a:pt x="1421" y="738"/>
                  </a:lnTo>
                  <a:lnTo>
                    <a:pt x="1424" y="729"/>
                  </a:lnTo>
                  <a:lnTo>
                    <a:pt x="1424" y="729"/>
                  </a:lnTo>
                  <a:lnTo>
                    <a:pt x="1426" y="719"/>
                  </a:lnTo>
                  <a:lnTo>
                    <a:pt x="1426" y="716"/>
                  </a:lnTo>
                  <a:lnTo>
                    <a:pt x="1424" y="716"/>
                  </a:lnTo>
                  <a:lnTo>
                    <a:pt x="1424" y="719"/>
                  </a:lnTo>
                  <a:lnTo>
                    <a:pt x="1424" y="723"/>
                  </a:lnTo>
                  <a:lnTo>
                    <a:pt x="1424" y="723"/>
                  </a:lnTo>
                  <a:lnTo>
                    <a:pt x="1419" y="723"/>
                  </a:lnTo>
                  <a:lnTo>
                    <a:pt x="1419" y="719"/>
                  </a:lnTo>
                  <a:lnTo>
                    <a:pt x="1421" y="716"/>
                  </a:lnTo>
                  <a:lnTo>
                    <a:pt x="1424" y="714"/>
                  </a:lnTo>
                  <a:lnTo>
                    <a:pt x="1424" y="714"/>
                  </a:lnTo>
                  <a:lnTo>
                    <a:pt x="1426" y="712"/>
                  </a:lnTo>
                  <a:lnTo>
                    <a:pt x="1428" y="710"/>
                  </a:lnTo>
                  <a:lnTo>
                    <a:pt x="1426" y="708"/>
                  </a:lnTo>
                  <a:lnTo>
                    <a:pt x="1424" y="708"/>
                  </a:lnTo>
                  <a:lnTo>
                    <a:pt x="1421" y="708"/>
                  </a:lnTo>
                  <a:lnTo>
                    <a:pt x="1419" y="710"/>
                  </a:lnTo>
                  <a:lnTo>
                    <a:pt x="1417" y="714"/>
                  </a:lnTo>
                  <a:lnTo>
                    <a:pt x="1417" y="714"/>
                  </a:lnTo>
                  <a:lnTo>
                    <a:pt x="1417" y="718"/>
                  </a:lnTo>
                  <a:lnTo>
                    <a:pt x="1417" y="721"/>
                  </a:lnTo>
                  <a:lnTo>
                    <a:pt x="1417" y="721"/>
                  </a:lnTo>
                  <a:lnTo>
                    <a:pt x="1410" y="719"/>
                  </a:lnTo>
                  <a:lnTo>
                    <a:pt x="1408" y="718"/>
                  </a:lnTo>
                  <a:lnTo>
                    <a:pt x="1410" y="716"/>
                  </a:lnTo>
                  <a:lnTo>
                    <a:pt x="1414" y="714"/>
                  </a:lnTo>
                  <a:lnTo>
                    <a:pt x="1414" y="714"/>
                  </a:lnTo>
                  <a:lnTo>
                    <a:pt x="1410" y="707"/>
                  </a:lnTo>
                  <a:lnTo>
                    <a:pt x="1410" y="707"/>
                  </a:lnTo>
                  <a:lnTo>
                    <a:pt x="1414" y="701"/>
                  </a:lnTo>
                  <a:lnTo>
                    <a:pt x="1417" y="698"/>
                  </a:lnTo>
                  <a:lnTo>
                    <a:pt x="1417" y="698"/>
                  </a:lnTo>
                  <a:lnTo>
                    <a:pt x="1406" y="699"/>
                  </a:lnTo>
                  <a:lnTo>
                    <a:pt x="1406" y="699"/>
                  </a:lnTo>
                  <a:lnTo>
                    <a:pt x="1399" y="701"/>
                  </a:lnTo>
                  <a:lnTo>
                    <a:pt x="1403" y="694"/>
                  </a:lnTo>
                  <a:lnTo>
                    <a:pt x="1403" y="694"/>
                  </a:lnTo>
                  <a:lnTo>
                    <a:pt x="1399" y="696"/>
                  </a:lnTo>
                  <a:lnTo>
                    <a:pt x="1397" y="698"/>
                  </a:lnTo>
                  <a:lnTo>
                    <a:pt x="1397" y="698"/>
                  </a:lnTo>
                  <a:lnTo>
                    <a:pt x="1397" y="696"/>
                  </a:lnTo>
                  <a:lnTo>
                    <a:pt x="1395" y="692"/>
                  </a:lnTo>
                  <a:lnTo>
                    <a:pt x="1392" y="690"/>
                  </a:lnTo>
                  <a:lnTo>
                    <a:pt x="1397" y="690"/>
                  </a:lnTo>
                  <a:lnTo>
                    <a:pt x="1397" y="690"/>
                  </a:lnTo>
                  <a:lnTo>
                    <a:pt x="1397" y="685"/>
                  </a:lnTo>
                  <a:lnTo>
                    <a:pt x="1397" y="681"/>
                  </a:lnTo>
                  <a:lnTo>
                    <a:pt x="1397" y="678"/>
                  </a:lnTo>
                  <a:lnTo>
                    <a:pt x="1395" y="674"/>
                  </a:lnTo>
                  <a:lnTo>
                    <a:pt x="1395" y="674"/>
                  </a:lnTo>
                  <a:lnTo>
                    <a:pt x="1392" y="674"/>
                  </a:lnTo>
                  <a:lnTo>
                    <a:pt x="1392" y="676"/>
                  </a:lnTo>
                  <a:lnTo>
                    <a:pt x="1392" y="679"/>
                  </a:lnTo>
                  <a:lnTo>
                    <a:pt x="1392" y="679"/>
                  </a:lnTo>
                  <a:lnTo>
                    <a:pt x="1388" y="679"/>
                  </a:lnTo>
                  <a:lnTo>
                    <a:pt x="1386" y="678"/>
                  </a:lnTo>
                  <a:lnTo>
                    <a:pt x="1384" y="676"/>
                  </a:lnTo>
                  <a:lnTo>
                    <a:pt x="1383" y="674"/>
                  </a:lnTo>
                  <a:lnTo>
                    <a:pt x="1383" y="674"/>
                  </a:lnTo>
                  <a:lnTo>
                    <a:pt x="1377" y="676"/>
                  </a:lnTo>
                  <a:lnTo>
                    <a:pt x="1377" y="678"/>
                  </a:lnTo>
                  <a:lnTo>
                    <a:pt x="1379" y="681"/>
                  </a:lnTo>
                  <a:lnTo>
                    <a:pt x="1377" y="681"/>
                  </a:lnTo>
                  <a:lnTo>
                    <a:pt x="1375" y="681"/>
                  </a:lnTo>
                  <a:lnTo>
                    <a:pt x="1375" y="681"/>
                  </a:lnTo>
                  <a:lnTo>
                    <a:pt x="1366" y="679"/>
                  </a:lnTo>
                  <a:lnTo>
                    <a:pt x="1357" y="678"/>
                  </a:lnTo>
                  <a:lnTo>
                    <a:pt x="1357" y="678"/>
                  </a:lnTo>
                  <a:lnTo>
                    <a:pt x="1363" y="674"/>
                  </a:lnTo>
                  <a:lnTo>
                    <a:pt x="1366" y="670"/>
                  </a:lnTo>
                  <a:lnTo>
                    <a:pt x="1366" y="668"/>
                  </a:lnTo>
                  <a:lnTo>
                    <a:pt x="1364" y="667"/>
                  </a:lnTo>
                  <a:lnTo>
                    <a:pt x="1357" y="665"/>
                  </a:lnTo>
                  <a:lnTo>
                    <a:pt x="1357" y="659"/>
                  </a:lnTo>
                  <a:lnTo>
                    <a:pt x="1357" y="659"/>
                  </a:lnTo>
                  <a:lnTo>
                    <a:pt x="1348" y="672"/>
                  </a:lnTo>
                  <a:lnTo>
                    <a:pt x="1348" y="672"/>
                  </a:lnTo>
                  <a:lnTo>
                    <a:pt x="1348" y="663"/>
                  </a:lnTo>
                  <a:lnTo>
                    <a:pt x="1348" y="657"/>
                  </a:lnTo>
                  <a:lnTo>
                    <a:pt x="1350" y="652"/>
                  </a:lnTo>
                  <a:lnTo>
                    <a:pt x="1350" y="652"/>
                  </a:lnTo>
                  <a:lnTo>
                    <a:pt x="1353" y="650"/>
                  </a:lnTo>
                  <a:lnTo>
                    <a:pt x="1357" y="648"/>
                  </a:lnTo>
                  <a:lnTo>
                    <a:pt x="1357" y="648"/>
                  </a:lnTo>
                  <a:lnTo>
                    <a:pt x="1357" y="641"/>
                  </a:lnTo>
                  <a:lnTo>
                    <a:pt x="1355" y="637"/>
                  </a:lnTo>
                  <a:lnTo>
                    <a:pt x="1355" y="637"/>
                  </a:lnTo>
                  <a:lnTo>
                    <a:pt x="1361" y="637"/>
                  </a:lnTo>
                  <a:lnTo>
                    <a:pt x="1364" y="636"/>
                  </a:lnTo>
                  <a:lnTo>
                    <a:pt x="1361" y="628"/>
                  </a:lnTo>
                  <a:lnTo>
                    <a:pt x="1364" y="628"/>
                  </a:lnTo>
                  <a:lnTo>
                    <a:pt x="1364" y="628"/>
                  </a:lnTo>
                  <a:lnTo>
                    <a:pt x="1368" y="623"/>
                  </a:lnTo>
                  <a:lnTo>
                    <a:pt x="1368" y="623"/>
                  </a:lnTo>
                  <a:lnTo>
                    <a:pt x="1363" y="623"/>
                  </a:lnTo>
                  <a:lnTo>
                    <a:pt x="1363" y="623"/>
                  </a:lnTo>
                  <a:lnTo>
                    <a:pt x="1361" y="623"/>
                  </a:lnTo>
                  <a:lnTo>
                    <a:pt x="1361" y="621"/>
                  </a:lnTo>
                  <a:lnTo>
                    <a:pt x="1359" y="621"/>
                  </a:lnTo>
                  <a:lnTo>
                    <a:pt x="1357" y="621"/>
                  </a:lnTo>
                  <a:lnTo>
                    <a:pt x="1357" y="621"/>
                  </a:lnTo>
                  <a:close/>
                  <a:moveTo>
                    <a:pt x="1149" y="581"/>
                  </a:moveTo>
                  <a:lnTo>
                    <a:pt x="1149" y="581"/>
                  </a:lnTo>
                  <a:lnTo>
                    <a:pt x="1151" y="581"/>
                  </a:lnTo>
                  <a:lnTo>
                    <a:pt x="1153" y="583"/>
                  </a:lnTo>
                  <a:lnTo>
                    <a:pt x="1153" y="586"/>
                  </a:lnTo>
                  <a:lnTo>
                    <a:pt x="1151" y="592"/>
                  </a:lnTo>
                  <a:lnTo>
                    <a:pt x="1146" y="597"/>
                  </a:lnTo>
                  <a:lnTo>
                    <a:pt x="1146" y="597"/>
                  </a:lnTo>
                  <a:lnTo>
                    <a:pt x="1142" y="597"/>
                  </a:lnTo>
                  <a:lnTo>
                    <a:pt x="1142" y="597"/>
                  </a:lnTo>
                  <a:lnTo>
                    <a:pt x="1144" y="596"/>
                  </a:lnTo>
                  <a:lnTo>
                    <a:pt x="1142" y="594"/>
                  </a:lnTo>
                  <a:lnTo>
                    <a:pt x="1142" y="594"/>
                  </a:lnTo>
                  <a:lnTo>
                    <a:pt x="1144" y="588"/>
                  </a:lnTo>
                  <a:lnTo>
                    <a:pt x="1146" y="585"/>
                  </a:lnTo>
                  <a:lnTo>
                    <a:pt x="1149" y="581"/>
                  </a:lnTo>
                  <a:lnTo>
                    <a:pt x="1149" y="581"/>
                  </a:lnTo>
                  <a:close/>
                  <a:moveTo>
                    <a:pt x="1231" y="574"/>
                  </a:moveTo>
                  <a:lnTo>
                    <a:pt x="1231" y="574"/>
                  </a:lnTo>
                  <a:lnTo>
                    <a:pt x="1235" y="577"/>
                  </a:lnTo>
                  <a:lnTo>
                    <a:pt x="1237" y="581"/>
                  </a:lnTo>
                  <a:lnTo>
                    <a:pt x="1237" y="585"/>
                  </a:lnTo>
                  <a:lnTo>
                    <a:pt x="1235" y="585"/>
                  </a:lnTo>
                  <a:lnTo>
                    <a:pt x="1235" y="585"/>
                  </a:lnTo>
                  <a:lnTo>
                    <a:pt x="1235" y="585"/>
                  </a:lnTo>
                  <a:lnTo>
                    <a:pt x="1235" y="586"/>
                  </a:lnTo>
                  <a:lnTo>
                    <a:pt x="1235" y="588"/>
                  </a:lnTo>
                  <a:lnTo>
                    <a:pt x="1233" y="586"/>
                  </a:lnTo>
                  <a:lnTo>
                    <a:pt x="1233" y="586"/>
                  </a:lnTo>
                  <a:lnTo>
                    <a:pt x="1229" y="579"/>
                  </a:lnTo>
                  <a:lnTo>
                    <a:pt x="1229" y="575"/>
                  </a:lnTo>
                  <a:lnTo>
                    <a:pt x="1229" y="574"/>
                  </a:lnTo>
                  <a:lnTo>
                    <a:pt x="1231" y="574"/>
                  </a:lnTo>
                  <a:lnTo>
                    <a:pt x="1231" y="574"/>
                  </a:lnTo>
                  <a:close/>
                  <a:moveTo>
                    <a:pt x="1164" y="555"/>
                  </a:moveTo>
                  <a:lnTo>
                    <a:pt x="1164" y="555"/>
                  </a:lnTo>
                  <a:lnTo>
                    <a:pt x="1168" y="555"/>
                  </a:lnTo>
                  <a:lnTo>
                    <a:pt x="1168" y="559"/>
                  </a:lnTo>
                  <a:lnTo>
                    <a:pt x="1164" y="565"/>
                  </a:lnTo>
                  <a:lnTo>
                    <a:pt x="1164" y="565"/>
                  </a:lnTo>
                  <a:lnTo>
                    <a:pt x="1160" y="565"/>
                  </a:lnTo>
                  <a:lnTo>
                    <a:pt x="1158" y="565"/>
                  </a:lnTo>
                  <a:lnTo>
                    <a:pt x="1158" y="563"/>
                  </a:lnTo>
                  <a:lnTo>
                    <a:pt x="1158" y="561"/>
                  </a:lnTo>
                  <a:lnTo>
                    <a:pt x="1160" y="557"/>
                  </a:lnTo>
                  <a:lnTo>
                    <a:pt x="1164" y="555"/>
                  </a:lnTo>
                  <a:lnTo>
                    <a:pt x="1164" y="555"/>
                  </a:lnTo>
                  <a:close/>
                  <a:moveTo>
                    <a:pt x="1162" y="391"/>
                  </a:moveTo>
                  <a:lnTo>
                    <a:pt x="1164" y="395"/>
                  </a:lnTo>
                  <a:lnTo>
                    <a:pt x="1164" y="395"/>
                  </a:lnTo>
                  <a:lnTo>
                    <a:pt x="1168" y="395"/>
                  </a:lnTo>
                  <a:lnTo>
                    <a:pt x="1168" y="395"/>
                  </a:lnTo>
                  <a:lnTo>
                    <a:pt x="1162" y="391"/>
                  </a:lnTo>
                  <a:lnTo>
                    <a:pt x="1162" y="391"/>
                  </a:lnTo>
                  <a:close/>
                  <a:moveTo>
                    <a:pt x="1211" y="371"/>
                  </a:moveTo>
                  <a:lnTo>
                    <a:pt x="1211" y="377"/>
                  </a:lnTo>
                  <a:lnTo>
                    <a:pt x="1211" y="377"/>
                  </a:lnTo>
                  <a:lnTo>
                    <a:pt x="1217" y="375"/>
                  </a:lnTo>
                  <a:lnTo>
                    <a:pt x="1219" y="373"/>
                  </a:lnTo>
                  <a:lnTo>
                    <a:pt x="1217" y="371"/>
                  </a:lnTo>
                  <a:lnTo>
                    <a:pt x="1211" y="371"/>
                  </a:lnTo>
                  <a:lnTo>
                    <a:pt x="1211" y="371"/>
                  </a:lnTo>
                  <a:close/>
                  <a:moveTo>
                    <a:pt x="989" y="169"/>
                  </a:moveTo>
                  <a:lnTo>
                    <a:pt x="989" y="177"/>
                  </a:lnTo>
                  <a:lnTo>
                    <a:pt x="989" y="177"/>
                  </a:lnTo>
                  <a:lnTo>
                    <a:pt x="994" y="175"/>
                  </a:lnTo>
                  <a:lnTo>
                    <a:pt x="996" y="173"/>
                  </a:lnTo>
                  <a:lnTo>
                    <a:pt x="989" y="169"/>
                  </a:lnTo>
                  <a:lnTo>
                    <a:pt x="989" y="169"/>
                  </a:lnTo>
                  <a:close/>
                  <a:moveTo>
                    <a:pt x="213" y="619"/>
                  </a:moveTo>
                  <a:lnTo>
                    <a:pt x="213" y="619"/>
                  </a:lnTo>
                  <a:lnTo>
                    <a:pt x="213" y="619"/>
                  </a:lnTo>
                  <a:lnTo>
                    <a:pt x="213" y="621"/>
                  </a:lnTo>
                  <a:lnTo>
                    <a:pt x="216" y="623"/>
                  </a:lnTo>
                  <a:lnTo>
                    <a:pt x="216" y="623"/>
                  </a:lnTo>
                  <a:lnTo>
                    <a:pt x="218" y="621"/>
                  </a:lnTo>
                  <a:lnTo>
                    <a:pt x="218" y="619"/>
                  </a:lnTo>
                  <a:lnTo>
                    <a:pt x="213" y="619"/>
                  </a:lnTo>
                  <a:lnTo>
                    <a:pt x="213" y="619"/>
                  </a:lnTo>
                  <a:close/>
                  <a:moveTo>
                    <a:pt x="668" y="614"/>
                  </a:moveTo>
                  <a:lnTo>
                    <a:pt x="668" y="614"/>
                  </a:lnTo>
                  <a:lnTo>
                    <a:pt x="674" y="619"/>
                  </a:lnTo>
                  <a:lnTo>
                    <a:pt x="681" y="630"/>
                  </a:lnTo>
                  <a:lnTo>
                    <a:pt x="690" y="650"/>
                  </a:lnTo>
                  <a:lnTo>
                    <a:pt x="690" y="650"/>
                  </a:lnTo>
                  <a:lnTo>
                    <a:pt x="683" y="656"/>
                  </a:lnTo>
                  <a:lnTo>
                    <a:pt x="683" y="656"/>
                  </a:lnTo>
                  <a:lnTo>
                    <a:pt x="681" y="647"/>
                  </a:lnTo>
                  <a:lnTo>
                    <a:pt x="677" y="636"/>
                  </a:lnTo>
                  <a:lnTo>
                    <a:pt x="677" y="636"/>
                  </a:lnTo>
                  <a:lnTo>
                    <a:pt x="668" y="628"/>
                  </a:lnTo>
                  <a:lnTo>
                    <a:pt x="668" y="628"/>
                  </a:lnTo>
                  <a:lnTo>
                    <a:pt x="666" y="621"/>
                  </a:lnTo>
                  <a:lnTo>
                    <a:pt x="666" y="616"/>
                  </a:lnTo>
                  <a:lnTo>
                    <a:pt x="666" y="616"/>
                  </a:lnTo>
                  <a:lnTo>
                    <a:pt x="666" y="616"/>
                  </a:lnTo>
                  <a:lnTo>
                    <a:pt x="666" y="614"/>
                  </a:lnTo>
                  <a:lnTo>
                    <a:pt x="666" y="612"/>
                  </a:lnTo>
                  <a:lnTo>
                    <a:pt x="668" y="614"/>
                  </a:lnTo>
                  <a:lnTo>
                    <a:pt x="668" y="614"/>
                  </a:lnTo>
                  <a:close/>
                  <a:moveTo>
                    <a:pt x="953" y="588"/>
                  </a:moveTo>
                  <a:lnTo>
                    <a:pt x="953" y="597"/>
                  </a:lnTo>
                  <a:lnTo>
                    <a:pt x="953" y="597"/>
                  </a:lnTo>
                  <a:lnTo>
                    <a:pt x="958" y="597"/>
                  </a:lnTo>
                  <a:lnTo>
                    <a:pt x="967" y="599"/>
                  </a:lnTo>
                  <a:lnTo>
                    <a:pt x="967" y="599"/>
                  </a:lnTo>
                  <a:lnTo>
                    <a:pt x="965" y="597"/>
                  </a:lnTo>
                  <a:lnTo>
                    <a:pt x="965" y="596"/>
                  </a:lnTo>
                  <a:lnTo>
                    <a:pt x="965" y="594"/>
                  </a:lnTo>
                  <a:lnTo>
                    <a:pt x="962" y="594"/>
                  </a:lnTo>
                  <a:lnTo>
                    <a:pt x="962" y="594"/>
                  </a:lnTo>
                  <a:lnTo>
                    <a:pt x="960" y="588"/>
                  </a:lnTo>
                  <a:lnTo>
                    <a:pt x="960" y="588"/>
                  </a:lnTo>
                  <a:lnTo>
                    <a:pt x="956" y="590"/>
                  </a:lnTo>
                  <a:lnTo>
                    <a:pt x="953" y="588"/>
                  </a:lnTo>
                  <a:lnTo>
                    <a:pt x="953" y="588"/>
                  </a:lnTo>
                  <a:close/>
                  <a:moveTo>
                    <a:pt x="656" y="577"/>
                  </a:moveTo>
                  <a:lnTo>
                    <a:pt x="656" y="577"/>
                  </a:lnTo>
                  <a:lnTo>
                    <a:pt x="657" y="583"/>
                  </a:lnTo>
                  <a:lnTo>
                    <a:pt x="657" y="585"/>
                  </a:lnTo>
                  <a:lnTo>
                    <a:pt x="663" y="588"/>
                  </a:lnTo>
                  <a:lnTo>
                    <a:pt x="663" y="588"/>
                  </a:lnTo>
                  <a:lnTo>
                    <a:pt x="663" y="594"/>
                  </a:lnTo>
                  <a:lnTo>
                    <a:pt x="663" y="597"/>
                  </a:lnTo>
                  <a:lnTo>
                    <a:pt x="661" y="597"/>
                  </a:lnTo>
                  <a:lnTo>
                    <a:pt x="661" y="597"/>
                  </a:lnTo>
                  <a:lnTo>
                    <a:pt x="661" y="616"/>
                  </a:lnTo>
                  <a:lnTo>
                    <a:pt x="661" y="616"/>
                  </a:lnTo>
                  <a:lnTo>
                    <a:pt x="657" y="614"/>
                  </a:lnTo>
                  <a:lnTo>
                    <a:pt x="654" y="614"/>
                  </a:lnTo>
                  <a:lnTo>
                    <a:pt x="654" y="614"/>
                  </a:lnTo>
                  <a:lnTo>
                    <a:pt x="654" y="610"/>
                  </a:lnTo>
                  <a:lnTo>
                    <a:pt x="656" y="603"/>
                  </a:lnTo>
                  <a:lnTo>
                    <a:pt x="654" y="592"/>
                  </a:lnTo>
                  <a:lnTo>
                    <a:pt x="645" y="585"/>
                  </a:lnTo>
                  <a:lnTo>
                    <a:pt x="645" y="585"/>
                  </a:lnTo>
                  <a:lnTo>
                    <a:pt x="648" y="585"/>
                  </a:lnTo>
                  <a:lnTo>
                    <a:pt x="654" y="585"/>
                  </a:lnTo>
                  <a:lnTo>
                    <a:pt x="654" y="585"/>
                  </a:lnTo>
                  <a:lnTo>
                    <a:pt x="654" y="581"/>
                  </a:lnTo>
                  <a:lnTo>
                    <a:pt x="654" y="579"/>
                  </a:lnTo>
                  <a:lnTo>
                    <a:pt x="656" y="577"/>
                  </a:lnTo>
                  <a:lnTo>
                    <a:pt x="656" y="577"/>
                  </a:lnTo>
                  <a:close/>
                  <a:moveTo>
                    <a:pt x="184" y="574"/>
                  </a:moveTo>
                  <a:lnTo>
                    <a:pt x="184" y="574"/>
                  </a:lnTo>
                  <a:lnTo>
                    <a:pt x="182" y="575"/>
                  </a:lnTo>
                  <a:lnTo>
                    <a:pt x="182" y="577"/>
                  </a:lnTo>
                  <a:lnTo>
                    <a:pt x="184" y="579"/>
                  </a:lnTo>
                  <a:lnTo>
                    <a:pt x="187" y="579"/>
                  </a:lnTo>
                  <a:lnTo>
                    <a:pt x="187" y="579"/>
                  </a:lnTo>
                  <a:lnTo>
                    <a:pt x="187" y="575"/>
                  </a:lnTo>
                  <a:lnTo>
                    <a:pt x="185" y="574"/>
                  </a:lnTo>
                  <a:lnTo>
                    <a:pt x="184" y="574"/>
                  </a:lnTo>
                  <a:lnTo>
                    <a:pt x="184" y="574"/>
                  </a:lnTo>
                  <a:close/>
                  <a:moveTo>
                    <a:pt x="142" y="572"/>
                  </a:moveTo>
                  <a:lnTo>
                    <a:pt x="142" y="572"/>
                  </a:lnTo>
                  <a:lnTo>
                    <a:pt x="143" y="585"/>
                  </a:lnTo>
                  <a:lnTo>
                    <a:pt x="147" y="597"/>
                  </a:lnTo>
                  <a:lnTo>
                    <a:pt x="147" y="597"/>
                  </a:lnTo>
                  <a:lnTo>
                    <a:pt x="153" y="594"/>
                  </a:lnTo>
                  <a:lnTo>
                    <a:pt x="160" y="592"/>
                  </a:lnTo>
                  <a:lnTo>
                    <a:pt x="160" y="592"/>
                  </a:lnTo>
                  <a:lnTo>
                    <a:pt x="156" y="597"/>
                  </a:lnTo>
                  <a:lnTo>
                    <a:pt x="154" y="599"/>
                  </a:lnTo>
                  <a:lnTo>
                    <a:pt x="154" y="603"/>
                  </a:lnTo>
                  <a:lnTo>
                    <a:pt x="158" y="608"/>
                  </a:lnTo>
                  <a:lnTo>
                    <a:pt x="158" y="608"/>
                  </a:lnTo>
                  <a:lnTo>
                    <a:pt x="162" y="614"/>
                  </a:lnTo>
                  <a:lnTo>
                    <a:pt x="167" y="616"/>
                  </a:lnTo>
                  <a:lnTo>
                    <a:pt x="169" y="619"/>
                  </a:lnTo>
                  <a:lnTo>
                    <a:pt x="169" y="619"/>
                  </a:lnTo>
                  <a:lnTo>
                    <a:pt x="167" y="605"/>
                  </a:lnTo>
                  <a:lnTo>
                    <a:pt x="167" y="599"/>
                  </a:lnTo>
                  <a:lnTo>
                    <a:pt x="165" y="594"/>
                  </a:lnTo>
                  <a:lnTo>
                    <a:pt x="160" y="592"/>
                  </a:lnTo>
                  <a:lnTo>
                    <a:pt x="160" y="592"/>
                  </a:lnTo>
                  <a:lnTo>
                    <a:pt x="160" y="586"/>
                  </a:lnTo>
                  <a:lnTo>
                    <a:pt x="160" y="581"/>
                  </a:lnTo>
                  <a:lnTo>
                    <a:pt x="162" y="572"/>
                  </a:lnTo>
                  <a:lnTo>
                    <a:pt x="162" y="572"/>
                  </a:lnTo>
                  <a:lnTo>
                    <a:pt x="154" y="575"/>
                  </a:lnTo>
                  <a:lnTo>
                    <a:pt x="147" y="577"/>
                  </a:lnTo>
                  <a:lnTo>
                    <a:pt x="147" y="577"/>
                  </a:lnTo>
                  <a:lnTo>
                    <a:pt x="147" y="575"/>
                  </a:lnTo>
                  <a:lnTo>
                    <a:pt x="145" y="574"/>
                  </a:lnTo>
                  <a:lnTo>
                    <a:pt x="142" y="572"/>
                  </a:lnTo>
                  <a:lnTo>
                    <a:pt x="142" y="572"/>
                  </a:lnTo>
                  <a:close/>
                  <a:moveTo>
                    <a:pt x="685" y="552"/>
                  </a:moveTo>
                  <a:lnTo>
                    <a:pt x="685" y="552"/>
                  </a:lnTo>
                  <a:lnTo>
                    <a:pt x="686" y="555"/>
                  </a:lnTo>
                  <a:lnTo>
                    <a:pt x="686" y="557"/>
                  </a:lnTo>
                  <a:lnTo>
                    <a:pt x="688" y="555"/>
                  </a:lnTo>
                  <a:lnTo>
                    <a:pt x="690" y="557"/>
                  </a:lnTo>
                  <a:lnTo>
                    <a:pt x="690" y="557"/>
                  </a:lnTo>
                  <a:lnTo>
                    <a:pt x="688" y="563"/>
                  </a:lnTo>
                  <a:lnTo>
                    <a:pt x="688" y="572"/>
                  </a:lnTo>
                  <a:lnTo>
                    <a:pt x="688" y="572"/>
                  </a:lnTo>
                  <a:lnTo>
                    <a:pt x="690" y="577"/>
                  </a:lnTo>
                  <a:lnTo>
                    <a:pt x="696" y="585"/>
                  </a:lnTo>
                  <a:lnTo>
                    <a:pt x="703" y="597"/>
                  </a:lnTo>
                  <a:lnTo>
                    <a:pt x="703" y="597"/>
                  </a:lnTo>
                  <a:lnTo>
                    <a:pt x="703" y="601"/>
                  </a:lnTo>
                  <a:lnTo>
                    <a:pt x="703" y="606"/>
                  </a:lnTo>
                  <a:lnTo>
                    <a:pt x="703" y="606"/>
                  </a:lnTo>
                  <a:lnTo>
                    <a:pt x="708" y="616"/>
                  </a:lnTo>
                  <a:lnTo>
                    <a:pt x="712" y="621"/>
                  </a:lnTo>
                  <a:lnTo>
                    <a:pt x="714" y="623"/>
                  </a:lnTo>
                  <a:lnTo>
                    <a:pt x="714" y="623"/>
                  </a:lnTo>
                  <a:lnTo>
                    <a:pt x="719" y="623"/>
                  </a:lnTo>
                  <a:lnTo>
                    <a:pt x="721" y="623"/>
                  </a:lnTo>
                  <a:lnTo>
                    <a:pt x="721" y="623"/>
                  </a:lnTo>
                  <a:lnTo>
                    <a:pt x="719" y="626"/>
                  </a:lnTo>
                  <a:lnTo>
                    <a:pt x="717" y="628"/>
                  </a:lnTo>
                  <a:lnTo>
                    <a:pt x="717" y="628"/>
                  </a:lnTo>
                  <a:lnTo>
                    <a:pt x="716" y="634"/>
                  </a:lnTo>
                  <a:lnTo>
                    <a:pt x="717" y="637"/>
                  </a:lnTo>
                  <a:lnTo>
                    <a:pt x="719" y="645"/>
                  </a:lnTo>
                  <a:lnTo>
                    <a:pt x="719" y="645"/>
                  </a:lnTo>
                  <a:lnTo>
                    <a:pt x="717" y="643"/>
                  </a:lnTo>
                  <a:lnTo>
                    <a:pt x="714" y="643"/>
                  </a:lnTo>
                  <a:lnTo>
                    <a:pt x="714" y="643"/>
                  </a:lnTo>
                  <a:lnTo>
                    <a:pt x="714" y="647"/>
                  </a:lnTo>
                  <a:lnTo>
                    <a:pt x="712" y="648"/>
                  </a:lnTo>
                  <a:lnTo>
                    <a:pt x="707" y="648"/>
                  </a:lnTo>
                  <a:lnTo>
                    <a:pt x="707" y="648"/>
                  </a:lnTo>
                  <a:lnTo>
                    <a:pt x="707" y="643"/>
                  </a:lnTo>
                  <a:lnTo>
                    <a:pt x="707" y="636"/>
                  </a:lnTo>
                  <a:lnTo>
                    <a:pt x="707" y="623"/>
                  </a:lnTo>
                  <a:lnTo>
                    <a:pt x="707" y="623"/>
                  </a:lnTo>
                  <a:lnTo>
                    <a:pt x="705" y="621"/>
                  </a:lnTo>
                  <a:lnTo>
                    <a:pt x="703" y="619"/>
                  </a:lnTo>
                  <a:lnTo>
                    <a:pt x="703" y="616"/>
                  </a:lnTo>
                  <a:lnTo>
                    <a:pt x="703" y="616"/>
                  </a:lnTo>
                  <a:lnTo>
                    <a:pt x="697" y="616"/>
                  </a:lnTo>
                  <a:lnTo>
                    <a:pt x="692" y="616"/>
                  </a:lnTo>
                  <a:lnTo>
                    <a:pt x="692" y="616"/>
                  </a:lnTo>
                  <a:lnTo>
                    <a:pt x="694" y="610"/>
                  </a:lnTo>
                  <a:lnTo>
                    <a:pt x="696" y="605"/>
                  </a:lnTo>
                  <a:lnTo>
                    <a:pt x="696" y="605"/>
                  </a:lnTo>
                  <a:lnTo>
                    <a:pt x="692" y="601"/>
                  </a:lnTo>
                  <a:lnTo>
                    <a:pt x="690" y="603"/>
                  </a:lnTo>
                  <a:lnTo>
                    <a:pt x="690" y="605"/>
                  </a:lnTo>
                  <a:lnTo>
                    <a:pt x="688" y="606"/>
                  </a:lnTo>
                  <a:lnTo>
                    <a:pt x="688" y="601"/>
                  </a:lnTo>
                  <a:lnTo>
                    <a:pt x="688" y="601"/>
                  </a:lnTo>
                  <a:lnTo>
                    <a:pt x="685" y="599"/>
                  </a:lnTo>
                  <a:lnTo>
                    <a:pt x="681" y="596"/>
                  </a:lnTo>
                  <a:lnTo>
                    <a:pt x="674" y="592"/>
                  </a:lnTo>
                  <a:lnTo>
                    <a:pt x="674" y="592"/>
                  </a:lnTo>
                  <a:lnTo>
                    <a:pt x="676" y="581"/>
                  </a:lnTo>
                  <a:lnTo>
                    <a:pt x="676" y="581"/>
                  </a:lnTo>
                  <a:lnTo>
                    <a:pt x="668" y="581"/>
                  </a:lnTo>
                  <a:lnTo>
                    <a:pt x="668" y="581"/>
                  </a:lnTo>
                  <a:lnTo>
                    <a:pt x="668" y="579"/>
                  </a:lnTo>
                  <a:lnTo>
                    <a:pt x="666" y="579"/>
                  </a:lnTo>
                  <a:lnTo>
                    <a:pt x="666" y="577"/>
                  </a:lnTo>
                  <a:lnTo>
                    <a:pt x="666" y="574"/>
                  </a:lnTo>
                  <a:lnTo>
                    <a:pt x="666" y="574"/>
                  </a:lnTo>
                  <a:lnTo>
                    <a:pt x="676" y="559"/>
                  </a:lnTo>
                  <a:lnTo>
                    <a:pt x="676" y="559"/>
                  </a:lnTo>
                  <a:lnTo>
                    <a:pt x="679" y="563"/>
                  </a:lnTo>
                  <a:lnTo>
                    <a:pt x="681" y="563"/>
                  </a:lnTo>
                  <a:lnTo>
                    <a:pt x="683" y="563"/>
                  </a:lnTo>
                  <a:lnTo>
                    <a:pt x="683" y="563"/>
                  </a:lnTo>
                  <a:lnTo>
                    <a:pt x="685" y="561"/>
                  </a:lnTo>
                  <a:lnTo>
                    <a:pt x="685" y="557"/>
                  </a:lnTo>
                  <a:lnTo>
                    <a:pt x="685" y="555"/>
                  </a:lnTo>
                  <a:lnTo>
                    <a:pt x="685" y="552"/>
                  </a:lnTo>
                  <a:lnTo>
                    <a:pt x="685" y="552"/>
                  </a:lnTo>
                  <a:close/>
                  <a:moveTo>
                    <a:pt x="1086" y="514"/>
                  </a:moveTo>
                  <a:lnTo>
                    <a:pt x="1086" y="514"/>
                  </a:lnTo>
                  <a:lnTo>
                    <a:pt x="1086" y="517"/>
                  </a:lnTo>
                  <a:lnTo>
                    <a:pt x="1084" y="521"/>
                  </a:lnTo>
                  <a:lnTo>
                    <a:pt x="1084" y="521"/>
                  </a:lnTo>
                  <a:lnTo>
                    <a:pt x="1082" y="521"/>
                  </a:lnTo>
                  <a:lnTo>
                    <a:pt x="1082" y="519"/>
                  </a:lnTo>
                  <a:lnTo>
                    <a:pt x="1086" y="514"/>
                  </a:lnTo>
                  <a:lnTo>
                    <a:pt x="1086" y="514"/>
                  </a:lnTo>
                  <a:close/>
                  <a:moveTo>
                    <a:pt x="982" y="504"/>
                  </a:moveTo>
                  <a:lnTo>
                    <a:pt x="982" y="504"/>
                  </a:lnTo>
                  <a:lnTo>
                    <a:pt x="980" y="506"/>
                  </a:lnTo>
                  <a:lnTo>
                    <a:pt x="980" y="508"/>
                  </a:lnTo>
                  <a:lnTo>
                    <a:pt x="982" y="508"/>
                  </a:lnTo>
                  <a:lnTo>
                    <a:pt x="982" y="508"/>
                  </a:lnTo>
                  <a:lnTo>
                    <a:pt x="984" y="504"/>
                  </a:lnTo>
                  <a:lnTo>
                    <a:pt x="984" y="503"/>
                  </a:lnTo>
                  <a:lnTo>
                    <a:pt x="982" y="504"/>
                  </a:lnTo>
                  <a:lnTo>
                    <a:pt x="982" y="504"/>
                  </a:lnTo>
                  <a:close/>
                  <a:moveTo>
                    <a:pt x="1064" y="501"/>
                  </a:moveTo>
                  <a:lnTo>
                    <a:pt x="1064" y="501"/>
                  </a:lnTo>
                  <a:lnTo>
                    <a:pt x="1069" y="503"/>
                  </a:lnTo>
                  <a:lnTo>
                    <a:pt x="1071" y="506"/>
                  </a:lnTo>
                  <a:lnTo>
                    <a:pt x="1069" y="508"/>
                  </a:lnTo>
                  <a:lnTo>
                    <a:pt x="1062" y="508"/>
                  </a:lnTo>
                  <a:lnTo>
                    <a:pt x="1062" y="508"/>
                  </a:lnTo>
                  <a:lnTo>
                    <a:pt x="1062" y="503"/>
                  </a:lnTo>
                  <a:lnTo>
                    <a:pt x="1062" y="501"/>
                  </a:lnTo>
                  <a:lnTo>
                    <a:pt x="1064" y="501"/>
                  </a:lnTo>
                  <a:lnTo>
                    <a:pt x="1064" y="501"/>
                  </a:lnTo>
                  <a:close/>
                  <a:moveTo>
                    <a:pt x="604" y="501"/>
                  </a:moveTo>
                  <a:lnTo>
                    <a:pt x="604" y="501"/>
                  </a:lnTo>
                  <a:lnTo>
                    <a:pt x="608" y="503"/>
                  </a:lnTo>
                  <a:lnTo>
                    <a:pt x="606" y="503"/>
                  </a:lnTo>
                  <a:lnTo>
                    <a:pt x="603" y="506"/>
                  </a:lnTo>
                  <a:lnTo>
                    <a:pt x="603" y="506"/>
                  </a:lnTo>
                  <a:lnTo>
                    <a:pt x="603" y="503"/>
                  </a:lnTo>
                  <a:lnTo>
                    <a:pt x="603" y="501"/>
                  </a:lnTo>
                  <a:lnTo>
                    <a:pt x="604" y="501"/>
                  </a:lnTo>
                  <a:lnTo>
                    <a:pt x="604" y="501"/>
                  </a:lnTo>
                  <a:close/>
                  <a:moveTo>
                    <a:pt x="989" y="499"/>
                  </a:moveTo>
                  <a:lnTo>
                    <a:pt x="989" y="499"/>
                  </a:lnTo>
                  <a:lnTo>
                    <a:pt x="989" y="514"/>
                  </a:lnTo>
                  <a:lnTo>
                    <a:pt x="989" y="514"/>
                  </a:lnTo>
                  <a:lnTo>
                    <a:pt x="985" y="514"/>
                  </a:lnTo>
                  <a:lnTo>
                    <a:pt x="987" y="514"/>
                  </a:lnTo>
                  <a:lnTo>
                    <a:pt x="991" y="515"/>
                  </a:lnTo>
                  <a:lnTo>
                    <a:pt x="991" y="515"/>
                  </a:lnTo>
                  <a:lnTo>
                    <a:pt x="991" y="512"/>
                  </a:lnTo>
                  <a:lnTo>
                    <a:pt x="993" y="508"/>
                  </a:lnTo>
                  <a:lnTo>
                    <a:pt x="993" y="508"/>
                  </a:lnTo>
                  <a:lnTo>
                    <a:pt x="991" y="501"/>
                  </a:lnTo>
                  <a:lnTo>
                    <a:pt x="989" y="497"/>
                  </a:lnTo>
                  <a:lnTo>
                    <a:pt x="989" y="497"/>
                  </a:lnTo>
                  <a:lnTo>
                    <a:pt x="989" y="499"/>
                  </a:lnTo>
                  <a:lnTo>
                    <a:pt x="989" y="499"/>
                  </a:lnTo>
                  <a:close/>
                  <a:moveTo>
                    <a:pt x="984" y="494"/>
                  </a:moveTo>
                  <a:lnTo>
                    <a:pt x="984" y="494"/>
                  </a:lnTo>
                  <a:lnTo>
                    <a:pt x="980" y="499"/>
                  </a:lnTo>
                  <a:lnTo>
                    <a:pt x="980" y="501"/>
                  </a:lnTo>
                  <a:lnTo>
                    <a:pt x="984" y="501"/>
                  </a:lnTo>
                  <a:lnTo>
                    <a:pt x="984" y="501"/>
                  </a:lnTo>
                  <a:lnTo>
                    <a:pt x="985" y="495"/>
                  </a:lnTo>
                  <a:lnTo>
                    <a:pt x="985" y="494"/>
                  </a:lnTo>
                  <a:lnTo>
                    <a:pt x="984" y="494"/>
                  </a:lnTo>
                  <a:lnTo>
                    <a:pt x="984" y="494"/>
                  </a:lnTo>
                  <a:close/>
                  <a:moveTo>
                    <a:pt x="625" y="459"/>
                  </a:moveTo>
                  <a:lnTo>
                    <a:pt x="625" y="459"/>
                  </a:lnTo>
                  <a:lnTo>
                    <a:pt x="632" y="463"/>
                  </a:lnTo>
                  <a:lnTo>
                    <a:pt x="632" y="463"/>
                  </a:lnTo>
                  <a:lnTo>
                    <a:pt x="628" y="479"/>
                  </a:lnTo>
                  <a:lnTo>
                    <a:pt x="621" y="495"/>
                  </a:lnTo>
                  <a:lnTo>
                    <a:pt x="621" y="495"/>
                  </a:lnTo>
                  <a:lnTo>
                    <a:pt x="614" y="495"/>
                  </a:lnTo>
                  <a:lnTo>
                    <a:pt x="614" y="495"/>
                  </a:lnTo>
                  <a:lnTo>
                    <a:pt x="614" y="488"/>
                  </a:lnTo>
                  <a:lnTo>
                    <a:pt x="612" y="481"/>
                  </a:lnTo>
                  <a:lnTo>
                    <a:pt x="612" y="481"/>
                  </a:lnTo>
                  <a:lnTo>
                    <a:pt x="612" y="479"/>
                  </a:lnTo>
                  <a:lnTo>
                    <a:pt x="614" y="472"/>
                  </a:lnTo>
                  <a:lnTo>
                    <a:pt x="614" y="472"/>
                  </a:lnTo>
                  <a:lnTo>
                    <a:pt x="619" y="466"/>
                  </a:lnTo>
                  <a:lnTo>
                    <a:pt x="625" y="459"/>
                  </a:lnTo>
                  <a:lnTo>
                    <a:pt x="625" y="459"/>
                  </a:lnTo>
                  <a:close/>
                  <a:moveTo>
                    <a:pt x="612" y="444"/>
                  </a:moveTo>
                  <a:lnTo>
                    <a:pt x="612" y="444"/>
                  </a:lnTo>
                  <a:lnTo>
                    <a:pt x="614" y="450"/>
                  </a:lnTo>
                  <a:lnTo>
                    <a:pt x="614" y="453"/>
                  </a:lnTo>
                  <a:lnTo>
                    <a:pt x="612" y="457"/>
                  </a:lnTo>
                  <a:lnTo>
                    <a:pt x="604" y="457"/>
                  </a:lnTo>
                  <a:lnTo>
                    <a:pt x="604" y="457"/>
                  </a:lnTo>
                  <a:lnTo>
                    <a:pt x="604" y="450"/>
                  </a:lnTo>
                  <a:lnTo>
                    <a:pt x="604" y="450"/>
                  </a:lnTo>
                  <a:lnTo>
                    <a:pt x="612" y="444"/>
                  </a:lnTo>
                  <a:lnTo>
                    <a:pt x="612" y="444"/>
                  </a:lnTo>
                  <a:close/>
                  <a:moveTo>
                    <a:pt x="510" y="415"/>
                  </a:moveTo>
                  <a:lnTo>
                    <a:pt x="510" y="415"/>
                  </a:lnTo>
                  <a:lnTo>
                    <a:pt x="512" y="417"/>
                  </a:lnTo>
                  <a:lnTo>
                    <a:pt x="512" y="419"/>
                  </a:lnTo>
                  <a:lnTo>
                    <a:pt x="513" y="421"/>
                  </a:lnTo>
                  <a:lnTo>
                    <a:pt x="513" y="421"/>
                  </a:lnTo>
                  <a:lnTo>
                    <a:pt x="519" y="421"/>
                  </a:lnTo>
                  <a:lnTo>
                    <a:pt x="522" y="419"/>
                  </a:lnTo>
                  <a:lnTo>
                    <a:pt x="526" y="415"/>
                  </a:lnTo>
                  <a:lnTo>
                    <a:pt x="526" y="415"/>
                  </a:lnTo>
                  <a:lnTo>
                    <a:pt x="546" y="419"/>
                  </a:lnTo>
                  <a:lnTo>
                    <a:pt x="546" y="419"/>
                  </a:lnTo>
                  <a:lnTo>
                    <a:pt x="530" y="422"/>
                  </a:lnTo>
                  <a:lnTo>
                    <a:pt x="517" y="430"/>
                  </a:lnTo>
                  <a:lnTo>
                    <a:pt x="492" y="448"/>
                  </a:lnTo>
                  <a:lnTo>
                    <a:pt x="492" y="448"/>
                  </a:lnTo>
                  <a:lnTo>
                    <a:pt x="490" y="450"/>
                  </a:lnTo>
                  <a:lnTo>
                    <a:pt x="490" y="455"/>
                  </a:lnTo>
                  <a:lnTo>
                    <a:pt x="490" y="455"/>
                  </a:lnTo>
                  <a:lnTo>
                    <a:pt x="484" y="453"/>
                  </a:lnTo>
                  <a:lnTo>
                    <a:pt x="481" y="455"/>
                  </a:lnTo>
                  <a:lnTo>
                    <a:pt x="481" y="455"/>
                  </a:lnTo>
                  <a:lnTo>
                    <a:pt x="475" y="448"/>
                  </a:lnTo>
                  <a:lnTo>
                    <a:pt x="481" y="448"/>
                  </a:lnTo>
                  <a:lnTo>
                    <a:pt x="481" y="448"/>
                  </a:lnTo>
                  <a:lnTo>
                    <a:pt x="510" y="415"/>
                  </a:lnTo>
                  <a:lnTo>
                    <a:pt x="510" y="415"/>
                  </a:lnTo>
                  <a:close/>
                  <a:moveTo>
                    <a:pt x="982" y="351"/>
                  </a:moveTo>
                  <a:lnTo>
                    <a:pt x="982" y="351"/>
                  </a:lnTo>
                  <a:lnTo>
                    <a:pt x="978" y="357"/>
                  </a:lnTo>
                  <a:lnTo>
                    <a:pt x="976" y="359"/>
                  </a:lnTo>
                  <a:lnTo>
                    <a:pt x="976" y="359"/>
                  </a:lnTo>
                  <a:lnTo>
                    <a:pt x="976" y="366"/>
                  </a:lnTo>
                  <a:lnTo>
                    <a:pt x="978" y="368"/>
                  </a:lnTo>
                  <a:lnTo>
                    <a:pt x="980" y="366"/>
                  </a:lnTo>
                  <a:lnTo>
                    <a:pt x="984" y="362"/>
                  </a:lnTo>
                  <a:lnTo>
                    <a:pt x="985" y="359"/>
                  </a:lnTo>
                  <a:lnTo>
                    <a:pt x="987" y="355"/>
                  </a:lnTo>
                  <a:lnTo>
                    <a:pt x="985" y="351"/>
                  </a:lnTo>
                  <a:lnTo>
                    <a:pt x="982" y="351"/>
                  </a:lnTo>
                  <a:lnTo>
                    <a:pt x="982" y="351"/>
                  </a:lnTo>
                  <a:close/>
                  <a:moveTo>
                    <a:pt x="1011" y="337"/>
                  </a:moveTo>
                  <a:lnTo>
                    <a:pt x="1013" y="342"/>
                  </a:lnTo>
                  <a:lnTo>
                    <a:pt x="1013" y="342"/>
                  </a:lnTo>
                  <a:lnTo>
                    <a:pt x="1016" y="342"/>
                  </a:lnTo>
                  <a:lnTo>
                    <a:pt x="1014" y="340"/>
                  </a:lnTo>
                  <a:lnTo>
                    <a:pt x="1011" y="337"/>
                  </a:lnTo>
                  <a:lnTo>
                    <a:pt x="1011" y="337"/>
                  </a:lnTo>
                  <a:close/>
                  <a:moveTo>
                    <a:pt x="1025" y="335"/>
                  </a:moveTo>
                  <a:lnTo>
                    <a:pt x="1025" y="335"/>
                  </a:lnTo>
                  <a:lnTo>
                    <a:pt x="1027" y="342"/>
                  </a:lnTo>
                  <a:lnTo>
                    <a:pt x="1027" y="342"/>
                  </a:lnTo>
                  <a:lnTo>
                    <a:pt x="1031" y="342"/>
                  </a:lnTo>
                  <a:lnTo>
                    <a:pt x="1031" y="339"/>
                  </a:lnTo>
                  <a:lnTo>
                    <a:pt x="1029" y="337"/>
                  </a:lnTo>
                  <a:lnTo>
                    <a:pt x="1025" y="335"/>
                  </a:lnTo>
                  <a:lnTo>
                    <a:pt x="1025" y="335"/>
                  </a:lnTo>
                  <a:close/>
                  <a:moveTo>
                    <a:pt x="932" y="330"/>
                  </a:moveTo>
                  <a:lnTo>
                    <a:pt x="932" y="330"/>
                  </a:lnTo>
                  <a:lnTo>
                    <a:pt x="929" y="333"/>
                  </a:lnTo>
                  <a:lnTo>
                    <a:pt x="927" y="337"/>
                  </a:lnTo>
                  <a:lnTo>
                    <a:pt x="927" y="337"/>
                  </a:lnTo>
                  <a:lnTo>
                    <a:pt x="923" y="340"/>
                  </a:lnTo>
                  <a:lnTo>
                    <a:pt x="918" y="340"/>
                  </a:lnTo>
                  <a:lnTo>
                    <a:pt x="912" y="342"/>
                  </a:lnTo>
                  <a:lnTo>
                    <a:pt x="907" y="344"/>
                  </a:lnTo>
                  <a:lnTo>
                    <a:pt x="907" y="344"/>
                  </a:lnTo>
                  <a:lnTo>
                    <a:pt x="905" y="348"/>
                  </a:lnTo>
                  <a:lnTo>
                    <a:pt x="903" y="351"/>
                  </a:lnTo>
                  <a:lnTo>
                    <a:pt x="907" y="351"/>
                  </a:lnTo>
                  <a:lnTo>
                    <a:pt x="907" y="351"/>
                  </a:lnTo>
                  <a:lnTo>
                    <a:pt x="909" y="353"/>
                  </a:lnTo>
                  <a:lnTo>
                    <a:pt x="911" y="355"/>
                  </a:lnTo>
                  <a:lnTo>
                    <a:pt x="912" y="355"/>
                  </a:lnTo>
                  <a:lnTo>
                    <a:pt x="912" y="355"/>
                  </a:lnTo>
                  <a:lnTo>
                    <a:pt x="916" y="348"/>
                  </a:lnTo>
                  <a:lnTo>
                    <a:pt x="916" y="348"/>
                  </a:lnTo>
                  <a:lnTo>
                    <a:pt x="918" y="346"/>
                  </a:lnTo>
                  <a:lnTo>
                    <a:pt x="922" y="348"/>
                  </a:lnTo>
                  <a:lnTo>
                    <a:pt x="925" y="348"/>
                  </a:lnTo>
                  <a:lnTo>
                    <a:pt x="927" y="348"/>
                  </a:lnTo>
                  <a:lnTo>
                    <a:pt x="927" y="348"/>
                  </a:lnTo>
                  <a:lnTo>
                    <a:pt x="929" y="342"/>
                  </a:lnTo>
                  <a:lnTo>
                    <a:pt x="931" y="337"/>
                  </a:lnTo>
                  <a:lnTo>
                    <a:pt x="931" y="337"/>
                  </a:lnTo>
                  <a:lnTo>
                    <a:pt x="934" y="337"/>
                  </a:lnTo>
                  <a:lnTo>
                    <a:pt x="938" y="335"/>
                  </a:lnTo>
                  <a:lnTo>
                    <a:pt x="938" y="335"/>
                  </a:lnTo>
                  <a:lnTo>
                    <a:pt x="936" y="333"/>
                  </a:lnTo>
                  <a:lnTo>
                    <a:pt x="934" y="331"/>
                  </a:lnTo>
                  <a:lnTo>
                    <a:pt x="934" y="330"/>
                  </a:lnTo>
                  <a:lnTo>
                    <a:pt x="932" y="330"/>
                  </a:lnTo>
                  <a:close/>
                  <a:moveTo>
                    <a:pt x="411" y="320"/>
                  </a:moveTo>
                  <a:lnTo>
                    <a:pt x="411" y="320"/>
                  </a:lnTo>
                  <a:lnTo>
                    <a:pt x="420" y="324"/>
                  </a:lnTo>
                  <a:lnTo>
                    <a:pt x="426" y="330"/>
                  </a:lnTo>
                  <a:lnTo>
                    <a:pt x="430" y="337"/>
                  </a:lnTo>
                  <a:lnTo>
                    <a:pt x="433" y="344"/>
                  </a:lnTo>
                  <a:lnTo>
                    <a:pt x="433" y="344"/>
                  </a:lnTo>
                  <a:lnTo>
                    <a:pt x="448" y="346"/>
                  </a:lnTo>
                  <a:lnTo>
                    <a:pt x="457" y="346"/>
                  </a:lnTo>
                  <a:lnTo>
                    <a:pt x="462" y="344"/>
                  </a:lnTo>
                  <a:lnTo>
                    <a:pt x="462" y="344"/>
                  </a:lnTo>
                  <a:lnTo>
                    <a:pt x="468" y="340"/>
                  </a:lnTo>
                  <a:lnTo>
                    <a:pt x="473" y="333"/>
                  </a:lnTo>
                  <a:lnTo>
                    <a:pt x="479" y="328"/>
                  </a:lnTo>
                  <a:lnTo>
                    <a:pt x="484" y="322"/>
                  </a:lnTo>
                  <a:lnTo>
                    <a:pt x="484" y="322"/>
                  </a:lnTo>
                  <a:lnTo>
                    <a:pt x="490" y="320"/>
                  </a:lnTo>
                  <a:lnTo>
                    <a:pt x="495" y="320"/>
                  </a:lnTo>
                  <a:lnTo>
                    <a:pt x="506" y="320"/>
                  </a:lnTo>
                  <a:lnTo>
                    <a:pt x="506" y="320"/>
                  </a:lnTo>
                  <a:lnTo>
                    <a:pt x="504" y="322"/>
                  </a:lnTo>
                  <a:lnTo>
                    <a:pt x="502" y="326"/>
                  </a:lnTo>
                  <a:lnTo>
                    <a:pt x="504" y="330"/>
                  </a:lnTo>
                  <a:lnTo>
                    <a:pt x="504" y="330"/>
                  </a:lnTo>
                  <a:lnTo>
                    <a:pt x="497" y="331"/>
                  </a:lnTo>
                  <a:lnTo>
                    <a:pt x="492" y="335"/>
                  </a:lnTo>
                  <a:lnTo>
                    <a:pt x="492" y="335"/>
                  </a:lnTo>
                  <a:lnTo>
                    <a:pt x="492" y="339"/>
                  </a:lnTo>
                  <a:lnTo>
                    <a:pt x="490" y="342"/>
                  </a:lnTo>
                  <a:lnTo>
                    <a:pt x="490" y="342"/>
                  </a:lnTo>
                  <a:lnTo>
                    <a:pt x="486" y="344"/>
                  </a:lnTo>
                  <a:lnTo>
                    <a:pt x="481" y="346"/>
                  </a:lnTo>
                  <a:lnTo>
                    <a:pt x="477" y="348"/>
                  </a:lnTo>
                  <a:lnTo>
                    <a:pt x="473" y="350"/>
                  </a:lnTo>
                  <a:lnTo>
                    <a:pt x="473" y="355"/>
                  </a:lnTo>
                  <a:lnTo>
                    <a:pt x="473" y="355"/>
                  </a:lnTo>
                  <a:lnTo>
                    <a:pt x="464" y="361"/>
                  </a:lnTo>
                  <a:lnTo>
                    <a:pt x="455" y="370"/>
                  </a:lnTo>
                  <a:lnTo>
                    <a:pt x="455" y="370"/>
                  </a:lnTo>
                  <a:lnTo>
                    <a:pt x="450" y="366"/>
                  </a:lnTo>
                  <a:lnTo>
                    <a:pt x="444" y="364"/>
                  </a:lnTo>
                  <a:lnTo>
                    <a:pt x="444" y="364"/>
                  </a:lnTo>
                  <a:lnTo>
                    <a:pt x="440" y="370"/>
                  </a:lnTo>
                  <a:lnTo>
                    <a:pt x="439" y="377"/>
                  </a:lnTo>
                  <a:lnTo>
                    <a:pt x="439" y="377"/>
                  </a:lnTo>
                  <a:lnTo>
                    <a:pt x="431" y="379"/>
                  </a:lnTo>
                  <a:lnTo>
                    <a:pt x="420" y="382"/>
                  </a:lnTo>
                  <a:lnTo>
                    <a:pt x="410" y="384"/>
                  </a:lnTo>
                  <a:lnTo>
                    <a:pt x="402" y="384"/>
                  </a:lnTo>
                  <a:lnTo>
                    <a:pt x="402" y="384"/>
                  </a:lnTo>
                  <a:lnTo>
                    <a:pt x="400" y="382"/>
                  </a:lnTo>
                  <a:lnTo>
                    <a:pt x="399" y="379"/>
                  </a:lnTo>
                  <a:lnTo>
                    <a:pt x="397" y="373"/>
                  </a:lnTo>
                  <a:lnTo>
                    <a:pt x="397" y="373"/>
                  </a:lnTo>
                  <a:lnTo>
                    <a:pt x="393" y="373"/>
                  </a:lnTo>
                  <a:lnTo>
                    <a:pt x="389" y="373"/>
                  </a:lnTo>
                  <a:lnTo>
                    <a:pt x="386" y="373"/>
                  </a:lnTo>
                  <a:lnTo>
                    <a:pt x="382" y="371"/>
                  </a:lnTo>
                  <a:lnTo>
                    <a:pt x="382" y="371"/>
                  </a:lnTo>
                  <a:lnTo>
                    <a:pt x="380" y="368"/>
                  </a:lnTo>
                  <a:lnTo>
                    <a:pt x="377" y="364"/>
                  </a:lnTo>
                  <a:lnTo>
                    <a:pt x="377" y="364"/>
                  </a:lnTo>
                  <a:lnTo>
                    <a:pt x="389" y="366"/>
                  </a:lnTo>
                  <a:lnTo>
                    <a:pt x="395" y="366"/>
                  </a:lnTo>
                  <a:lnTo>
                    <a:pt x="402" y="364"/>
                  </a:lnTo>
                  <a:lnTo>
                    <a:pt x="402" y="364"/>
                  </a:lnTo>
                  <a:lnTo>
                    <a:pt x="406" y="361"/>
                  </a:lnTo>
                  <a:lnTo>
                    <a:pt x="410" y="357"/>
                  </a:lnTo>
                  <a:lnTo>
                    <a:pt x="413" y="351"/>
                  </a:lnTo>
                  <a:lnTo>
                    <a:pt x="417" y="350"/>
                  </a:lnTo>
                  <a:lnTo>
                    <a:pt x="417" y="350"/>
                  </a:lnTo>
                  <a:lnTo>
                    <a:pt x="419" y="350"/>
                  </a:lnTo>
                  <a:lnTo>
                    <a:pt x="420" y="351"/>
                  </a:lnTo>
                  <a:lnTo>
                    <a:pt x="422" y="351"/>
                  </a:lnTo>
                  <a:lnTo>
                    <a:pt x="426" y="351"/>
                  </a:lnTo>
                  <a:lnTo>
                    <a:pt x="426" y="351"/>
                  </a:lnTo>
                  <a:lnTo>
                    <a:pt x="415" y="333"/>
                  </a:lnTo>
                  <a:lnTo>
                    <a:pt x="411" y="324"/>
                  </a:lnTo>
                  <a:lnTo>
                    <a:pt x="410" y="320"/>
                  </a:lnTo>
                  <a:lnTo>
                    <a:pt x="411" y="320"/>
                  </a:lnTo>
                  <a:lnTo>
                    <a:pt x="411" y="320"/>
                  </a:lnTo>
                  <a:close/>
                  <a:moveTo>
                    <a:pt x="346" y="310"/>
                  </a:moveTo>
                  <a:lnTo>
                    <a:pt x="346" y="310"/>
                  </a:lnTo>
                  <a:lnTo>
                    <a:pt x="351" y="313"/>
                  </a:lnTo>
                  <a:lnTo>
                    <a:pt x="358" y="317"/>
                  </a:lnTo>
                  <a:lnTo>
                    <a:pt x="358" y="317"/>
                  </a:lnTo>
                  <a:lnTo>
                    <a:pt x="373" y="320"/>
                  </a:lnTo>
                  <a:lnTo>
                    <a:pt x="373" y="322"/>
                  </a:lnTo>
                  <a:lnTo>
                    <a:pt x="369" y="320"/>
                  </a:lnTo>
                  <a:lnTo>
                    <a:pt x="369" y="320"/>
                  </a:lnTo>
                  <a:lnTo>
                    <a:pt x="351" y="324"/>
                  </a:lnTo>
                  <a:lnTo>
                    <a:pt x="331" y="322"/>
                  </a:lnTo>
                  <a:lnTo>
                    <a:pt x="331" y="317"/>
                  </a:lnTo>
                  <a:lnTo>
                    <a:pt x="331" y="317"/>
                  </a:lnTo>
                  <a:lnTo>
                    <a:pt x="337" y="317"/>
                  </a:lnTo>
                  <a:lnTo>
                    <a:pt x="340" y="315"/>
                  </a:lnTo>
                  <a:lnTo>
                    <a:pt x="340" y="315"/>
                  </a:lnTo>
                  <a:lnTo>
                    <a:pt x="342" y="313"/>
                  </a:lnTo>
                  <a:lnTo>
                    <a:pt x="344" y="311"/>
                  </a:lnTo>
                  <a:lnTo>
                    <a:pt x="346" y="310"/>
                  </a:lnTo>
                  <a:lnTo>
                    <a:pt x="346" y="310"/>
                  </a:lnTo>
                  <a:close/>
                  <a:moveTo>
                    <a:pt x="641" y="293"/>
                  </a:moveTo>
                  <a:lnTo>
                    <a:pt x="645" y="293"/>
                  </a:lnTo>
                  <a:lnTo>
                    <a:pt x="645" y="293"/>
                  </a:lnTo>
                  <a:lnTo>
                    <a:pt x="646" y="295"/>
                  </a:lnTo>
                  <a:lnTo>
                    <a:pt x="648" y="297"/>
                  </a:lnTo>
                  <a:lnTo>
                    <a:pt x="652" y="300"/>
                  </a:lnTo>
                  <a:lnTo>
                    <a:pt x="652" y="300"/>
                  </a:lnTo>
                  <a:lnTo>
                    <a:pt x="641" y="313"/>
                  </a:lnTo>
                  <a:lnTo>
                    <a:pt x="641" y="313"/>
                  </a:lnTo>
                  <a:lnTo>
                    <a:pt x="634" y="310"/>
                  </a:lnTo>
                  <a:lnTo>
                    <a:pt x="634" y="310"/>
                  </a:lnTo>
                  <a:lnTo>
                    <a:pt x="634" y="306"/>
                  </a:lnTo>
                  <a:lnTo>
                    <a:pt x="632" y="300"/>
                  </a:lnTo>
                  <a:lnTo>
                    <a:pt x="632" y="300"/>
                  </a:lnTo>
                  <a:lnTo>
                    <a:pt x="637" y="297"/>
                  </a:lnTo>
                  <a:lnTo>
                    <a:pt x="641" y="293"/>
                  </a:lnTo>
                  <a:lnTo>
                    <a:pt x="641" y="293"/>
                  </a:lnTo>
                  <a:close/>
                  <a:moveTo>
                    <a:pt x="366" y="273"/>
                  </a:moveTo>
                  <a:lnTo>
                    <a:pt x="366" y="273"/>
                  </a:lnTo>
                  <a:lnTo>
                    <a:pt x="368" y="275"/>
                  </a:lnTo>
                  <a:lnTo>
                    <a:pt x="368" y="277"/>
                  </a:lnTo>
                  <a:lnTo>
                    <a:pt x="368" y="279"/>
                  </a:lnTo>
                  <a:lnTo>
                    <a:pt x="366" y="279"/>
                  </a:lnTo>
                  <a:lnTo>
                    <a:pt x="366" y="279"/>
                  </a:lnTo>
                  <a:lnTo>
                    <a:pt x="362" y="275"/>
                  </a:lnTo>
                  <a:lnTo>
                    <a:pt x="362" y="273"/>
                  </a:lnTo>
                  <a:lnTo>
                    <a:pt x="366" y="273"/>
                  </a:lnTo>
                  <a:lnTo>
                    <a:pt x="366" y="273"/>
                  </a:lnTo>
                  <a:close/>
                  <a:moveTo>
                    <a:pt x="885" y="264"/>
                  </a:moveTo>
                  <a:lnTo>
                    <a:pt x="885" y="264"/>
                  </a:lnTo>
                  <a:lnTo>
                    <a:pt x="885" y="282"/>
                  </a:lnTo>
                  <a:lnTo>
                    <a:pt x="885" y="302"/>
                  </a:lnTo>
                  <a:lnTo>
                    <a:pt x="885" y="302"/>
                  </a:lnTo>
                  <a:lnTo>
                    <a:pt x="880" y="306"/>
                  </a:lnTo>
                  <a:lnTo>
                    <a:pt x="871" y="308"/>
                  </a:lnTo>
                  <a:lnTo>
                    <a:pt x="871" y="308"/>
                  </a:lnTo>
                  <a:lnTo>
                    <a:pt x="872" y="315"/>
                  </a:lnTo>
                  <a:lnTo>
                    <a:pt x="871" y="320"/>
                  </a:lnTo>
                  <a:lnTo>
                    <a:pt x="871" y="320"/>
                  </a:lnTo>
                  <a:lnTo>
                    <a:pt x="876" y="319"/>
                  </a:lnTo>
                  <a:lnTo>
                    <a:pt x="878" y="317"/>
                  </a:lnTo>
                  <a:lnTo>
                    <a:pt x="878" y="317"/>
                  </a:lnTo>
                  <a:lnTo>
                    <a:pt x="885" y="317"/>
                  </a:lnTo>
                  <a:lnTo>
                    <a:pt x="885" y="317"/>
                  </a:lnTo>
                  <a:lnTo>
                    <a:pt x="885" y="324"/>
                  </a:lnTo>
                  <a:lnTo>
                    <a:pt x="885" y="330"/>
                  </a:lnTo>
                  <a:lnTo>
                    <a:pt x="885" y="330"/>
                  </a:lnTo>
                  <a:lnTo>
                    <a:pt x="889" y="330"/>
                  </a:lnTo>
                  <a:lnTo>
                    <a:pt x="892" y="330"/>
                  </a:lnTo>
                  <a:lnTo>
                    <a:pt x="896" y="330"/>
                  </a:lnTo>
                  <a:lnTo>
                    <a:pt x="898" y="330"/>
                  </a:lnTo>
                  <a:lnTo>
                    <a:pt x="898" y="330"/>
                  </a:lnTo>
                  <a:lnTo>
                    <a:pt x="902" y="324"/>
                  </a:lnTo>
                  <a:lnTo>
                    <a:pt x="905" y="317"/>
                  </a:lnTo>
                  <a:lnTo>
                    <a:pt x="905" y="317"/>
                  </a:lnTo>
                  <a:lnTo>
                    <a:pt x="905" y="311"/>
                  </a:lnTo>
                  <a:lnTo>
                    <a:pt x="905" y="304"/>
                  </a:lnTo>
                  <a:lnTo>
                    <a:pt x="907" y="300"/>
                  </a:lnTo>
                  <a:lnTo>
                    <a:pt x="909" y="297"/>
                  </a:lnTo>
                  <a:lnTo>
                    <a:pt x="912" y="297"/>
                  </a:lnTo>
                  <a:lnTo>
                    <a:pt x="918" y="295"/>
                  </a:lnTo>
                  <a:lnTo>
                    <a:pt x="918" y="295"/>
                  </a:lnTo>
                  <a:lnTo>
                    <a:pt x="918" y="297"/>
                  </a:lnTo>
                  <a:lnTo>
                    <a:pt x="920" y="299"/>
                  </a:lnTo>
                  <a:lnTo>
                    <a:pt x="920" y="302"/>
                  </a:lnTo>
                  <a:lnTo>
                    <a:pt x="920" y="302"/>
                  </a:lnTo>
                  <a:lnTo>
                    <a:pt x="922" y="304"/>
                  </a:lnTo>
                  <a:lnTo>
                    <a:pt x="922" y="306"/>
                  </a:lnTo>
                  <a:lnTo>
                    <a:pt x="918" y="313"/>
                  </a:lnTo>
                  <a:lnTo>
                    <a:pt x="918" y="313"/>
                  </a:lnTo>
                  <a:lnTo>
                    <a:pt x="947" y="320"/>
                  </a:lnTo>
                  <a:lnTo>
                    <a:pt x="947" y="320"/>
                  </a:lnTo>
                  <a:lnTo>
                    <a:pt x="949" y="315"/>
                  </a:lnTo>
                  <a:lnTo>
                    <a:pt x="953" y="310"/>
                  </a:lnTo>
                  <a:lnTo>
                    <a:pt x="947" y="302"/>
                  </a:lnTo>
                  <a:lnTo>
                    <a:pt x="947" y="302"/>
                  </a:lnTo>
                  <a:lnTo>
                    <a:pt x="942" y="306"/>
                  </a:lnTo>
                  <a:lnTo>
                    <a:pt x="934" y="308"/>
                  </a:lnTo>
                  <a:lnTo>
                    <a:pt x="934" y="302"/>
                  </a:lnTo>
                  <a:lnTo>
                    <a:pt x="934" y="302"/>
                  </a:lnTo>
                  <a:lnTo>
                    <a:pt x="929" y="295"/>
                  </a:lnTo>
                  <a:lnTo>
                    <a:pt x="920" y="284"/>
                  </a:lnTo>
                  <a:lnTo>
                    <a:pt x="914" y="279"/>
                  </a:lnTo>
                  <a:lnTo>
                    <a:pt x="909" y="275"/>
                  </a:lnTo>
                  <a:lnTo>
                    <a:pt x="903" y="273"/>
                  </a:lnTo>
                  <a:lnTo>
                    <a:pt x="898" y="273"/>
                  </a:lnTo>
                  <a:lnTo>
                    <a:pt x="898" y="273"/>
                  </a:lnTo>
                  <a:lnTo>
                    <a:pt x="896" y="277"/>
                  </a:lnTo>
                  <a:lnTo>
                    <a:pt x="894" y="279"/>
                  </a:lnTo>
                  <a:lnTo>
                    <a:pt x="892" y="279"/>
                  </a:lnTo>
                  <a:lnTo>
                    <a:pt x="892" y="279"/>
                  </a:lnTo>
                  <a:lnTo>
                    <a:pt x="892" y="273"/>
                  </a:lnTo>
                  <a:lnTo>
                    <a:pt x="892" y="269"/>
                  </a:lnTo>
                  <a:lnTo>
                    <a:pt x="896" y="266"/>
                  </a:lnTo>
                  <a:lnTo>
                    <a:pt x="896" y="266"/>
                  </a:lnTo>
                  <a:lnTo>
                    <a:pt x="885" y="264"/>
                  </a:lnTo>
                  <a:lnTo>
                    <a:pt x="885" y="264"/>
                  </a:lnTo>
                  <a:close/>
                  <a:moveTo>
                    <a:pt x="891" y="257"/>
                  </a:moveTo>
                  <a:lnTo>
                    <a:pt x="896" y="264"/>
                  </a:lnTo>
                  <a:lnTo>
                    <a:pt x="896" y="264"/>
                  </a:lnTo>
                  <a:lnTo>
                    <a:pt x="898" y="264"/>
                  </a:lnTo>
                  <a:lnTo>
                    <a:pt x="898" y="262"/>
                  </a:lnTo>
                  <a:lnTo>
                    <a:pt x="898" y="257"/>
                  </a:lnTo>
                  <a:lnTo>
                    <a:pt x="898" y="257"/>
                  </a:lnTo>
                  <a:lnTo>
                    <a:pt x="891" y="257"/>
                  </a:lnTo>
                  <a:lnTo>
                    <a:pt x="891" y="257"/>
                  </a:lnTo>
                  <a:close/>
                  <a:moveTo>
                    <a:pt x="903" y="229"/>
                  </a:moveTo>
                  <a:lnTo>
                    <a:pt x="903" y="229"/>
                  </a:lnTo>
                  <a:lnTo>
                    <a:pt x="907" y="231"/>
                  </a:lnTo>
                  <a:lnTo>
                    <a:pt x="909" y="235"/>
                  </a:lnTo>
                  <a:lnTo>
                    <a:pt x="907" y="238"/>
                  </a:lnTo>
                  <a:lnTo>
                    <a:pt x="905" y="238"/>
                  </a:lnTo>
                  <a:lnTo>
                    <a:pt x="903" y="240"/>
                  </a:lnTo>
                  <a:lnTo>
                    <a:pt x="903" y="235"/>
                  </a:lnTo>
                  <a:lnTo>
                    <a:pt x="903" y="235"/>
                  </a:lnTo>
                  <a:lnTo>
                    <a:pt x="898" y="237"/>
                  </a:lnTo>
                  <a:lnTo>
                    <a:pt x="896" y="237"/>
                  </a:lnTo>
                  <a:lnTo>
                    <a:pt x="898" y="235"/>
                  </a:lnTo>
                  <a:lnTo>
                    <a:pt x="898" y="235"/>
                  </a:lnTo>
                  <a:lnTo>
                    <a:pt x="900" y="231"/>
                  </a:lnTo>
                  <a:lnTo>
                    <a:pt x="902" y="229"/>
                  </a:lnTo>
                  <a:lnTo>
                    <a:pt x="903" y="229"/>
                  </a:lnTo>
                  <a:lnTo>
                    <a:pt x="903" y="229"/>
                  </a:lnTo>
                  <a:close/>
                  <a:moveTo>
                    <a:pt x="340" y="220"/>
                  </a:moveTo>
                  <a:lnTo>
                    <a:pt x="340" y="220"/>
                  </a:lnTo>
                  <a:lnTo>
                    <a:pt x="351" y="220"/>
                  </a:lnTo>
                  <a:lnTo>
                    <a:pt x="366" y="224"/>
                  </a:lnTo>
                  <a:lnTo>
                    <a:pt x="360" y="229"/>
                  </a:lnTo>
                  <a:lnTo>
                    <a:pt x="360" y="229"/>
                  </a:lnTo>
                  <a:lnTo>
                    <a:pt x="357" y="229"/>
                  </a:lnTo>
                  <a:lnTo>
                    <a:pt x="357" y="229"/>
                  </a:lnTo>
                  <a:lnTo>
                    <a:pt x="355" y="228"/>
                  </a:lnTo>
                  <a:lnTo>
                    <a:pt x="353" y="228"/>
                  </a:lnTo>
                  <a:lnTo>
                    <a:pt x="353" y="228"/>
                  </a:lnTo>
                  <a:lnTo>
                    <a:pt x="342" y="233"/>
                  </a:lnTo>
                  <a:lnTo>
                    <a:pt x="342" y="233"/>
                  </a:lnTo>
                  <a:lnTo>
                    <a:pt x="348" y="235"/>
                  </a:lnTo>
                  <a:lnTo>
                    <a:pt x="351" y="237"/>
                  </a:lnTo>
                  <a:lnTo>
                    <a:pt x="351" y="237"/>
                  </a:lnTo>
                  <a:lnTo>
                    <a:pt x="364" y="240"/>
                  </a:lnTo>
                  <a:lnTo>
                    <a:pt x="371" y="242"/>
                  </a:lnTo>
                  <a:lnTo>
                    <a:pt x="377" y="242"/>
                  </a:lnTo>
                  <a:lnTo>
                    <a:pt x="377" y="242"/>
                  </a:lnTo>
                  <a:lnTo>
                    <a:pt x="379" y="240"/>
                  </a:lnTo>
                  <a:lnTo>
                    <a:pt x="380" y="238"/>
                  </a:lnTo>
                  <a:lnTo>
                    <a:pt x="382" y="237"/>
                  </a:lnTo>
                  <a:lnTo>
                    <a:pt x="382" y="237"/>
                  </a:lnTo>
                  <a:lnTo>
                    <a:pt x="384" y="240"/>
                  </a:lnTo>
                  <a:lnTo>
                    <a:pt x="384" y="244"/>
                  </a:lnTo>
                  <a:lnTo>
                    <a:pt x="384" y="248"/>
                  </a:lnTo>
                  <a:lnTo>
                    <a:pt x="384" y="248"/>
                  </a:lnTo>
                  <a:lnTo>
                    <a:pt x="380" y="251"/>
                  </a:lnTo>
                  <a:lnTo>
                    <a:pt x="377" y="255"/>
                  </a:lnTo>
                  <a:lnTo>
                    <a:pt x="377" y="255"/>
                  </a:lnTo>
                  <a:lnTo>
                    <a:pt x="379" y="259"/>
                  </a:lnTo>
                  <a:lnTo>
                    <a:pt x="382" y="262"/>
                  </a:lnTo>
                  <a:lnTo>
                    <a:pt x="382" y="262"/>
                  </a:lnTo>
                  <a:lnTo>
                    <a:pt x="368" y="262"/>
                  </a:lnTo>
                  <a:lnTo>
                    <a:pt x="353" y="262"/>
                  </a:lnTo>
                  <a:lnTo>
                    <a:pt x="353" y="262"/>
                  </a:lnTo>
                  <a:lnTo>
                    <a:pt x="353" y="269"/>
                  </a:lnTo>
                  <a:lnTo>
                    <a:pt x="353" y="269"/>
                  </a:lnTo>
                  <a:lnTo>
                    <a:pt x="362" y="273"/>
                  </a:lnTo>
                  <a:lnTo>
                    <a:pt x="362" y="273"/>
                  </a:lnTo>
                  <a:lnTo>
                    <a:pt x="348" y="275"/>
                  </a:lnTo>
                  <a:lnTo>
                    <a:pt x="342" y="277"/>
                  </a:lnTo>
                  <a:lnTo>
                    <a:pt x="335" y="279"/>
                  </a:lnTo>
                  <a:lnTo>
                    <a:pt x="335" y="279"/>
                  </a:lnTo>
                  <a:lnTo>
                    <a:pt x="331" y="284"/>
                  </a:lnTo>
                  <a:lnTo>
                    <a:pt x="328" y="288"/>
                  </a:lnTo>
                  <a:lnTo>
                    <a:pt x="328" y="288"/>
                  </a:lnTo>
                  <a:lnTo>
                    <a:pt x="326" y="289"/>
                  </a:lnTo>
                  <a:lnTo>
                    <a:pt x="324" y="288"/>
                  </a:lnTo>
                  <a:lnTo>
                    <a:pt x="324" y="286"/>
                  </a:lnTo>
                  <a:lnTo>
                    <a:pt x="324" y="286"/>
                  </a:lnTo>
                  <a:lnTo>
                    <a:pt x="331" y="279"/>
                  </a:lnTo>
                  <a:lnTo>
                    <a:pt x="335" y="273"/>
                  </a:lnTo>
                  <a:lnTo>
                    <a:pt x="338" y="271"/>
                  </a:lnTo>
                  <a:lnTo>
                    <a:pt x="338" y="271"/>
                  </a:lnTo>
                  <a:lnTo>
                    <a:pt x="344" y="271"/>
                  </a:lnTo>
                  <a:lnTo>
                    <a:pt x="348" y="271"/>
                  </a:lnTo>
                  <a:lnTo>
                    <a:pt x="348" y="271"/>
                  </a:lnTo>
                  <a:lnTo>
                    <a:pt x="344" y="269"/>
                  </a:lnTo>
                  <a:lnTo>
                    <a:pt x="344" y="268"/>
                  </a:lnTo>
                  <a:lnTo>
                    <a:pt x="342" y="266"/>
                  </a:lnTo>
                  <a:lnTo>
                    <a:pt x="342" y="266"/>
                  </a:lnTo>
                  <a:lnTo>
                    <a:pt x="340" y="268"/>
                  </a:lnTo>
                  <a:lnTo>
                    <a:pt x="337" y="266"/>
                  </a:lnTo>
                  <a:lnTo>
                    <a:pt x="333" y="266"/>
                  </a:lnTo>
                  <a:lnTo>
                    <a:pt x="331" y="266"/>
                  </a:lnTo>
                  <a:lnTo>
                    <a:pt x="328" y="271"/>
                  </a:lnTo>
                  <a:lnTo>
                    <a:pt x="328" y="271"/>
                  </a:lnTo>
                  <a:lnTo>
                    <a:pt x="320" y="279"/>
                  </a:lnTo>
                  <a:lnTo>
                    <a:pt x="318" y="284"/>
                  </a:lnTo>
                  <a:lnTo>
                    <a:pt x="313" y="284"/>
                  </a:lnTo>
                  <a:lnTo>
                    <a:pt x="302" y="280"/>
                  </a:lnTo>
                  <a:lnTo>
                    <a:pt x="302" y="280"/>
                  </a:lnTo>
                  <a:lnTo>
                    <a:pt x="297" y="273"/>
                  </a:lnTo>
                  <a:lnTo>
                    <a:pt x="302" y="273"/>
                  </a:lnTo>
                  <a:lnTo>
                    <a:pt x="302" y="273"/>
                  </a:lnTo>
                  <a:lnTo>
                    <a:pt x="302" y="271"/>
                  </a:lnTo>
                  <a:lnTo>
                    <a:pt x="300" y="269"/>
                  </a:lnTo>
                  <a:lnTo>
                    <a:pt x="300" y="268"/>
                  </a:lnTo>
                  <a:lnTo>
                    <a:pt x="298" y="266"/>
                  </a:lnTo>
                  <a:lnTo>
                    <a:pt x="309" y="255"/>
                  </a:lnTo>
                  <a:lnTo>
                    <a:pt x="309" y="255"/>
                  </a:lnTo>
                  <a:lnTo>
                    <a:pt x="306" y="251"/>
                  </a:lnTo>
                  <a:lnTo>
                    <a:pt x="304" y="249"/>
                  </a:lnTo>
                  <a:lnTo>
                    <a:pt x="304" y="249"/>
                  </a:lnTo>
                  <a:lnTo>
                    <a:pt x="302" y="248"/>
                  </a:lnTo>
                  <a:lnTo>
                    <a:pt x="306" y="248"/>
                  </a:lnTo>
                  <a:lnTo>
                    <a:pt x="317" y="249"/>
                  </a:lnTo>
                  <a:lnTo>
                    <a:pt x="317" y="249"/>
                  </a:lnTo>
                  <a:lnTo>
                    <a:pt x="324" y="249"/>
                  </a:lnTo>
                  <a:lnTo>
                    <a:pt x="324" y="249"/>
                  </a:lnTo>
                  <a:lnTo>
                    <a:pt x="318" y="242"/>
                  </a:lnTo>
                  <a:lnTo>
                    <a:pt x="313" y="237"/>
                  </a:lnTo>
                  <a:lnTo>
                    <a:pt x="313" y="237"/>
                  </a:lnTo>
                  <a:lnTo>
                    <a:pt x="302" y="235"/>
                  </a:lnTo>
                  <a:lnTo>
                    <a:pt x="291" y="235"/>
                  </a:lnTo>
                  <a:lnTo>
                    <a:pt x="291" y="235"/>
                  </a:lnTo>
                  <a:lnTo>
                    <a:pt x="287" y="235"/>
                  </a:lnTo>
                  <a:lnTo>
                    <a:pt x="282" y="237"/>
                  </a:lnTo>
                  <a:lnTo>
                    <a:pt x="282" y="237"/>
                  </a:lnTo>
                  <a:lnTo>
                    <a:pt x="282" y="229"/>
                  </a:lnTo>
                  <a:lnTo>
                    <a:pt x="282" y="229"/>
                  </a:lnTo>
                  <a:lnTo>
                    <a:pt x="287" y="229"/>
                  </a:lnTo>
                  <a:lnTo>
                    <a:pt x="295" y="229"/>
                  </a:lnTo>
                  <a:lnTo>
                    <a:pt x="300" y="229"/>
                  </a:lnTo>
                  <a:lnTo>
                    <a:pt x="309" y="229"/>
                  </a:lnTo>
                  <a:lnTo>
                    <a:pt x="309" y="229"/>
                  </a:lnTo>
                  <a:lnTo>
                    <a:pt x="317" y="228"/>
                  </a:lnTo>
                  <a:lnTo>
                    <a:pt x="324" y="224"/>
                  </a:lnTo>
                  <a:lnTo>
                    <a:pt x="333" y="222"/>
                  </a:lnTo>
                  <a:lnTo>
                    <a:pt x="340" y="220"/>
                  </a:lnTo>
                  <a:lnTo>
                    <a:pt x="340" y="220"/>
                  </a:lnTo>
                  <a:close/>
                  <a:moveTo>
                    <a:pt x="871" y="202"/>
                  </a:moveTo>
                  <a:lnTo>
                    <a:pt x="874" y="207"/>
                  </a:lnTo>
                  <a:lnTo>
                    <a:pt x="874" y="207"/>
                  </a:lnTo>
                  <a:lnTo>
                    <a:pt x="874" y="204"/>
                  </a:lnTo>
                  <a:lnTo>
                    <a:pt x="874" y="204"/>
                  </a:lnTo>
                  <a:lnTo>
                    <a:pt x="871" y="202"/>
                  </a:lnTo>
                  <a:lnTo>
                    <a:pt x="871" y="202"/>
                  </a:lnTo>
                  <a:close/>
                  <a:moveTo>
                    <a:pt x="829" y="710"/>
                  </a:moveTo>
                  <a:lnTo>
                    <a:pt x="829" y="710"/>
                  </a:lnTo>
                  <a:lnTo>
                    <a:pt x="830" y="705"/>
                  </a:lnTo>
                  <a:lnTo>
                    <a:pt x="832" y="699"/>
                  </a:lnTo>
                  <a:lnTo>
                    <a:pt x="832" y="699"/>
                  </a:lnTo>
                  <a:lnTo>
                    <a:pt x="836" y="698"/>
                  </a:lnTo>
                  <a:lnTo>
                    <a:pt x="840" y="698"/>
                  </a:lnTo>
                  <a:lnTo>
                    <a:pt x="841" y="698"/>
                  </a:lnTo>
                  <a:lnTo>
                    <a:pt x="845" y="694"/>
                  </a:lnTo>
                  <a:lnTo>
                    <a:pt x="845" y="690"/>
                  </a:lnTo>
                  <a:lnTo>
                    <a:pt x="845" y="690"/>
                  </a:lnTo>
                  <a:lnTo>
                    <a:pt x="847" y="694"/>
                  </a:lnTo>
                  <a:lnTo>
                    <a:pt x="847" y="696"/>
                  </a:lnTo>
                  <a:lnTo>
                    <a:pt x="849" y="698"/>
                  </a:lnTo>
                  <a:lnTo>
                    <a:pt x="849" y="698"/>
                  </a:lnTo>
                  <a:lnTo>
                    <a:pt x="849" y="690"/>
                  </a:lnTo>
                  <a:lnTo>
                    <a:pt x="849" y="688"/>
                  </a:lnTo>
                  <a:lnTo>
                    <a:pt x="852" y="687"/>
                  </a:lnTo>
                  <a:lnTo>
                    <a:pt x="852" y="687"/>
                  </a:lnTo>
                  <a:lnTo>
                    <a:pt x="856" y="687"/>
                  </a:lnTo>
                  <a:lnTo>
                    <a:pt x="861" y="688"/>
                  </a:lnTo>
                  <a:lnTo>
                    <a:pt x="874" y="690"/>
                  </a:lnTo>
                  <a:lnTo>
                    <a:pt x="874" y="690"/>
                  </a:lnTo>
                  <a:lnTo>
                    <a:pt x="878" y="703"/>
                  </a:lnTo>
                  <a:lnTo>
                    <a:pt x="881" y="708"/>
                  </a:lnTo>
                  <a:lnTo>
                    <a:pt x="885" y="712"/>
                  </a:lnTo>
                  <a:lnTo>
                    <a:pt x="885" y="712"/>
                  </a:lnTo>
                  <a:lnTo>
                    <a:pt x="892" y="712"/>
                  </a:lnTo>
                  <a:lnTo>
                    <a:pt x="898" y="712"/>
                  </a:lnTo>
                  <a:lnTo>
                    <a:pt x="898" y="712"/>
                  </a:lnTo>
                  <a:lnTo>
                    <a:pt x="898" y="716"/>
                  </a:lnTo>
                  <a:lnTo>
                    <a:pt x="898" y="721"/>
                  </a:lnTo>
                  <a:lnTo>
                    <a:pt x="898" y="721"/>
                  </a:lnTo>
                  <a:lnTo>
                    <a:pt x="902" y="723"/>
                  </a:lnTo>
                  <a:lnTo>
                    <a:pt x="905" y="723"/>
                  </a:lnTo>
                  <a:lnTo>
                    <a:pt x="905" y="723"/>
                  </a:lnTo>
                  <a:lnTo>
                    <a:pt x="905" y="729"/>
                  </a:lnTo>
                  <a:lnTo>
                    <a:pt x="905" y="734"/>
                  </a:lnTo>
                  <a:lnTo>
                    <a:pt x="905" y="739"/>
                  </a:lnTo>
                  <a:lnTo>
                    <a:pt x="907" y="745"/>
                  </a:lnTo>
                  <a:lnTo>
                    <a:pt x="907" y="745"/>
                  </a:lnTo>
                  <a:lnTo>
                    <a:pt x="911" y="745"/>
                  </a:lnTo>
                  <a:lnTo>
                    <a:pt x="916" y="745"/>
                  </a:lnTo>
                  <a:lnTo>
                    <a:pt x="916" y="750"/>
                  </a:lnTo>
                  <a:lnTo>
                    <a:pt x="916" y="750"/>
                  </a:lnTo>
                  <a:lnTo>
                    <a:pt x="938" y="754"/>
                  </a:lnTo>
                  <a:lnTo>
                    <a:pt x="960" y="759"/>
                  </a:lnTo>
                  <a:lnTo>
                    <a:pt x="960" y="759"/>
                  </a:lnTo>
                  <a:lnTo>
                    <a:pt x="958" y="759"/>
                  </a:lnTo>
                  <a:lnTo>
                    <a:pt x="962" y="758"/>
                  </a:lnTo>
                  <a:lnTo>
                    <a:pt x="967" y="758"/>
                  </a:lnTo>
                  <a:lnTo>
                    <a:pt x="967" y="758"/>
                  </a:lnTo>
                  <a:lnTo>
                    <a:pt x="971" y="765"/>
                  </a:lnTo>
                  <a:lnTo>
                    <a:pt x="978" y="767"/>
                  </a:lnTo>
                  <a:lnTo>
                    <a:pt x="978" y="767"/>
                  </a:lnTo>
                  <a:lnTo>
                    <a:pt x="980" y="770"/>
                  </a:lnTo>
                  <a:lnTo>
                    <a:pt x="978" y="774"/>
                  </a:lnTo>
                  <a:lnTo>
                    <a:pt x="978" y="780"/>
                  </a:lnTo>
                  <a:lnTo>
                    <a:pt x="978" y="780"/>
                  </a:lnTo>
                  <a:lnTo>
                    <a:pt x="982" y="783"/>
                  </a:lnTo>
                  <a:lnTo>
                    <a:pt x="985" y="787"/>
                  </a:lnTo>
                  <a:lnTo>
                    <a:pt x="978" y="787"/>
                  </a:lnTo>
                  <a:lnTo>
                    <a:pt x="978" y="787"/>
                  </a:lnTo>
                  <a:lnTo>
                    <a:pt x="978" y="792"/>
                  </a:lnTo>
                  <a:lnTo>
                    <a:pt x="978" y="798"/>
                  </a:lnTo>
                  <a:lnTo>
                    <a:pt x="978" y="798"/>
                  </a:lnTo>
                  <a:lnTo>
                    <a:pt x="974" y="794"/>
                  </a:lnTo>
                  <a:lnTo>
                    <a:pt x="971" y="794"/>
                  </a:lnTo>
                  <a:lnTo>
                    <a:pt x="971" y="792"/>
                  </a:lnTo>
                  <a:lnTo>
                    <a:pt x="971" y="792"/>
                  </a:lnTo>
                  <a:lnTo>
                    <a:pt x="971" y="792"/>
                  </a:lnTo>
                  <a:lnTo>
                    <a:pt x="965" y="790"/>
                  </a:lnTo>
                  <a:lnTo>
                    <a:pt x="960" y="787"/>
                  </a:lnTo>
                  <a:lnTo>
                    <a:pt x="960" y="787"/>
                  </a:lnTo>
                  <a:lnTo>
                    <a:pt x="954" y="794"/>
                  </a:lnTo>
                  <a:lnTo>
                    <a:pt x="951" y="801"/>
                  </a:lnTo>
                  <a:lnTo>
                    <a:pt x="949" y="809"/>
                  </a:lnTo>
                  <a:lnTo>
                    <a:pt x="949" y="821"/>
                  </a:lnTo>
                  <a:lnTo>
                    <a:pt x="949" y="821"/>
                  </a:lnTo>
                  <a:lnTo>
                    <a:pt x="943" y="823"/>
                  </a:lnTo>
                  <a:lnTo>
                    <a:pt x="942" y="825"/>
                  </a:lnTo>
                  <a:lnTo>
                    <a:pt x="940" y="827"/>
                  </a:lnTo>
                  <a:lnTo>
                    <a:pt x="940" y="827"/>
                  </a:lnTo>
                  <a:lnTo>
                    <a:pt x="938" y="829"/>
                  </a:lnTo>
                  <a:lnTo>
                    <a:pt x="938" y="834"/>
                  </a:lnTo>
                  <a:lnTo>
                    <a:pt x="938" y="834"/>
                  </a:lnTo>
                  <a:lnTo>
                    <a:pt x="936" y="838"/>
                  </a:lnTo>
                  <a:lnTo>
                    <a:pt x="932" y="841"/>
                  </a:lnTo>
                  <a:lnTo>
                    <a:pt x="932" y="841"/>
                  </a:lnTo>
                  <a:lnTo>
                    <a:pt x="934" y="843"/>
                  </a:lnTo>
                  <a:lnTo>
                    <a:pt x="934" y="847"/>
                  </a:lnTo>
                  <a:lnTo>
                    <a:pt x="934" y="849"/>
                  </a:lnTo>
                  <a:lnTo>
                    <a:pt x="940" y="849"/>
                  </a:lnTo>
                  <a:lnTo>
                    <a:pt x="940" y="849"/>
                  </a:lnTo>
                  <a:lnTo>
                    <a:pt x="943" y="845"/>
                  </a:lnTo>
                  <a:lnTo>
                    <a:pt x="945" y="845"/>
                  </a:lnTo>
                  <a:lnTo>
                    <a:pt x="945" y="843"/>
                  </a:lnTo>
                  <a:lnTo>
                    <a:pt x="945" y="843"/>
                  </a:lnTo>
                  <a:lnTo>
                    <a:pt x="962" y="831"/>
                  </a:lnTo>
                  <a:lnTo>
                    <a:pt x="962" y="831"/>
                  </a:lnTo>
                  <a:lnTo>
                    <a:pt x="967" y="831"/>
                  </a:lnTo>
                  <a:lnTo>
                    <a:pt x="971" y="831"/>
                  </a:lnTo>
                  <a:lnTo>
                    <a:pt x="974" y="827"/>
                  </a:lnTo>
                  <a:lnTo>
                    <a:pt x="974" y="827"/>
                  </a:lnTo>
                  <a:lnTo>
                    <a:pt x="982" y="827"/>
                  </a:lnTo>
                  <a:lnTo>
                    <a:pt x="989" y="827"/>
                  </a:lnTo>
                  <a:lnTo>
                    <a:pt x="989" y="821"/>
                  </a:lnTo>
                  <a:lnTo>
                    <a:pt x="989" y="821"/>
                  </a:lnTo>
                  <a:lnTo>
                    <a:pt x="980" y="820"/>
                  </a:lnTo>
                  <a:lnTo>
                    <a:pt x="980" y="820"/>
                  </a:lnTo>
                  <a:lnTo>
                    <a:pt x="985" y="816"/>
                  </a:lnTo>
                  <a:lnTo>
                    <a:pt x="985" y="816"/>
                  </a:lnTo>
                  <a:lnTo>
                    <a:pt x="989" y="812"/>
                  </a:lnTo>
                  <a:lnTo>
                    <a:pt x="993" y="809"/>
                  </a:lnTo>
                  <a:lnTo>
                    <a:pt x="993" y="809"/>
                  </a:lnTo>
                  <a:lnTo>
                    <a:pt x="1002" y="809"/>
                  </a:lnTo>
                  <a:lnTo>
                    <a:pt x="1009" y="809"/>
                  </a:lnTo>
                  <a:lnTo>
                    <a:pt x="1024" y="812"/>
                  </a:lnTo>
                  <a:lnTo>
                    <a:pt x="1024" y="812"/>
                  </a:lnTo>
                  <a:lnTo>
                    <a:pt x="1024" y="810"/>
                  </a:lnTo>
                  <a:lnTo>
                    <a:pt x="1025" y="809"/>
                  </a:lnTo>
                  <a:lnTo>
                    <a:pt x="1027" y="807"/>
                  </a:lnTo>
                  <a:lnTo>
                    <a:pt x="1027" y="807"/>
                  </a:lnTo>
                  <a:lnTo>
                    <a:pt x="1022" y="805"/>
                  </a:lnTo>
                  <a:lnTo>
                    <a:pt x="1016" y="805"/>
                  </a:lnTo>
                  <a:lnTo>
                    <a:pt x="1016" y="805"/>
                  </a:lnTo>
                  <a:lnTo>
                    <a:pt x="1013" y="800"/>
                  </a:lnTo>
                  <a:lnTo>
                    <a:pt x="1013" y="800"/>
                  </a:lnTo>
                  <a:lnTo>
                    <a:pt x="1024" y="801"/>
                  </a:lnTo>
                  <a:lnTo>
                    <a:pt x="1029" y="803"/>
                  </a:lnTo>
                  <a:lnTo>
                    <a:pt x="1035" y="801"/>
                  </a:lnTo>
                  <a:lnTo>
                    <a:pt x="1035" y="801"/>
                  </a:lnTo>
                  <a:lnTo>
                    <a:pt x="1038" y="800"/>
                  </a:lnTo>
                  <a:lnTo>
                    <a:pt x="1042" y="796"/>
                  </a:lnTo>
                  <a:lnTo>
                    <a:pt x="1042" y="796"/>
                  </a:lnTo>
                  <a:lnTo>
                    <a:pt x="1044" y="792"/>
                  </a:lnTo>
                  <a:lnTo>
                    <a:pt x="1047" y="789"/>
                  </a:lnTo>
                  <a:lnTo>
                    <a:pt x="1055" y="783"/>
                  </a:lnTo>
                  <a:lnTo>
                    <a:pt x="1055" y="783"/>
                  </a:lnTo>
                  <a:lnTo>
                    <a:pt x="1067" y="778"/>
                  </a:lnTo>
                  <a:lnTo>
                    <a:pt x="1069" y="778"/>
                  </a:lnTo>
                  <a:lnTo>
                    <a:pt x="1073" y="780"/>
                  </a:lnTo>
                  <a:lnTo>
                    <a:pt x="1073" y="780"/>
                  </a:lnTo>
                  <a:lnTo>
                    <a:pt x="1082" y="780"/>
                  </a:lnTo>
                  <a:lnTo>
                    <a:pt x="1096" y="776"/>
                  </a:lnTo>
                  <a:lnTo>
                    <a:pt x="1118" y="774"/>
                  </a:lnTo>
                  <a:lnTo>
                    <a:pt x="1118" y="774"/>
                  </a:lnTo>
                  <a:lnTo>
                    <a:pt x="1120" y="770"/>
                  </a:lnTo>
                  <a:lnTo>
                    <a:pt x="1124" y="767"/>
                  </a:lnTo>
                  <a:lnTo>
                    <a:pt x="1124" y="767"/>
                  </a:lnTo>
                  <a:lnTo>
                    <a:pt x="1133" y="761"/>
                  </a:lnTo>
                  <a:lnTo>
                    <a:pt x="1137" y="756"/>
                  </a:lnTo>
                  <a:lnTo>
                    <a:pt x="1138" y="752"/>
                  </a:lnTo>
                  <a:lnTo>
                    <a:pt x="1138" y="752"/>
                  </a:lnTo>
                  <a:lnTo>
                    <a:pt x="1138" y="750"/>
                  </a:lnTo>
                  <a:lnTo>
                    <a:pt x="1140" y="747"/>
                  </a:lnTo>
                  <a:lnTo>
                    <a:pt x="1142" y="741"/>
                  </a:lnTo>
                  <a:lnTo>
                    <a:pt x="1146" y="732"/>
                  </a:lnTo>
                  <a:lnTo>
                    <a:pt x="1146" y="732"/>
                  </a:lnTo>
                  <a:lnTo>
                    <a:pt x="1149" y="730"/>
                  </a:lnTo>
                  <a:lnTo>
                    <a:pt x="1151" y="730"/>
                  </a:lnTo>
                  <a:lnTo>
                    <a:pt x="1153" y="734"/>
                  </a:lnTo>
                  <a:lnTo>
                    <a:pt x="1153" y="734"/>
                  </a:lnTo>
                  <a:lnTo>
                    <a:pt x="1153" y="736"/>
                  </a:lnTo>
                  <a:lnTo>
                    <a:pt x="1155" y="734"/>
                  </a:lnTo>
                  <a:lnTo>
                    <a:pt x="1157" y="730"/>
                  </a:lnTo>
                  <a:lnTo>
                    <a:pt x="1158" y="730"/>
                  </a:lnTo>
                  <a:lnTo>
                    <a:pt x="1162" y="730"/>
                  </a:lnTo>
                  <a:lnTo>
                    <a:pt x="1162" y="730"/>
                  </a:lnTo>
                  <a:lnTo>
                    <a:pt x="1166" y="732"/>
                  </a:lnTo>
                  <a:lnTo>
                    <a:pt x="1169" y="734"/>
                  </a:lnTo>
                  <a:lnTo>
                    <a:pt x="1171" y="738"/>
                  </a:lnTo>
                  <a:lnTo>
                    <a:pt x="1171" y="743"/>
                  </a:lnTo>
                  <a:lnTo>
                    <a:pt x="1171" y="743"/>
                  </a:lnTo>
                  <a:lnTo>
                    <a:pt x="1171" y="758"/>
                  </a:lnTo>
                  <a:lnTo>
                    <a:pt x="1171" y="765"/>
                  </a:lnTo>
                  <a:lnTo>
                    <a:pt x="1171" y="765"/>
                  </a:lnTo>
                  <a:lnTo>
                    <a:pt x="1175" y="765"/>
                  </a:lnTo>
                  <a:lnTo>
                    <a:pt x="1177" y="765"/>
                  </a:lnTo>
                  <a:lnTo>
                    <a:pt x="1178" y="767"/>
                  </a:lnTo>
                  <a:lnTo>
                    <a:pt x="1178" y="767"/>
                  </a:lnTo>
                  <a:lnTo>
                    <a:pt x="1177" y="774"/>
                  </a:lnTo>
                  <a:lnTo>
                    <a:pt x="1178" y="776"/>
                  </a:lnTo>
                  <a:lnTo>
                    <a:pt x="1178" y="778"/>
                  </a:lnTo>
                  <a:lnTo>
                    <a:pt x="1178" y="778"/>
                  </a:lnTo>
                  <a:lnTo>
                    <a:pt x="1180" y="778"/>
                  </a:lnTo>
                  <a:lnTo>
                    <a:pt x="1180" y="778"/>
                  </a:lnTo>
                  <a:lnTo>
                    <a:pt x="1178" y="780"/>
                  </a:lnTo>
                  <a:lnTo>
                    <a:pt x="1178" y="780"/>
                  </a:lnTo>
                  <a:lnTo>
                    <a:pt x="1186" y="785"/>
                  </a:lnTo>
                  <a:lnTo>
                    <a:pt x="1186" y="785"/>
                  </a:lnTo>
                  <a:lnTo>
                    <a:pt x="1191" y="785"/>
                  </a:lnTo>
                  <a:lnTo>
                    <a:pt x="1195" y="783"/>
                  </a:lnTo>
                  <a:lnTo>
                    <a:pt x="1202" y="783"/>
                  </a:lnTo>
                  <a:lnTo>
                    <a:pt x="1202" y="783"/>
                  </a:lnTo>
                  <a:lnTo>
                    <a:pt x="1199" y="780"/>
                  </a:lnTo>
                  <a:lnTo>
                    <a:pt x="1199" y="776"/>
                  </a:lnTo>
                  <a:lnTo>
                    <a:pt x="1199" y="776"/>
                  </a:lnTo>
                  <a:lnTo>
                    <a:pt x="1199" y="776"/>
                  </a:lnTo>
                  <a:lnTo>
                    <a:pt x="1200" y="776"/>
                  </a:lnTo>
                  <a:lnTo>
                    <a:pt x="1202" y="776"/>
                  </a:lnTo>
                  <a:lnTo>
                    <a:pt x="1204" y="780"/>
                  </a:lnTo>
                  <a:lnTo>
                    <a:pt x="1204" y="780"/>
                  </a:lnTo>
                  <a:lnTo>
                    <a:pt x="1213" y="770"/>
                  </a:lnTo>
                  <a:lnTo>
                    <a:pt x="1220" y="759"/>
                  </a:lnTo>
                  <a:lnTo>
                    <a:pt x="1220" y="763"/>
                  </a:lnTo>
                  <a:lnTo>
                    <a:pt x="1220" y="763"/>
                  </a:lnTo>
                  <a:lnTo>
                    <a:pt x="1222" y="761"/>
                  </a:lnTo>
                  <a:lnTo>
                    <a:pt x="1224" y="763"/>
                  </a:lnTo>
                  <a:lnTo>
                    <a:pt x="1226" y="765"/>
                  </a:lnTo>
                  <a:lnTo>
                    <a:pt x="1220" y="765"/>
                  </a:lnTo>
                  <a:lnTo>
                    <a:pt x="1220" y="765"/>
                  </a:lnTo>
                  <a:lnTo>
                    <a:pt x="1220" y="772"/>
                  </a:lnTo>
                  <a:lnTo>
                    <a:pt x="1219" y="778"/>
                  </a:lnTo>
                  <a:lnTo>
                    <a:pt x="1219" y="778"/>
                  </a:lnTo>
                  <a:lnTo>
                    <a:pt x="1239" y="772"/>
                  </a:lnTo>
                  <a:lnTo>
                    <a:pt x="1239" y="772"/>
                  </a:lnTo>
                  <a:lnTo>
                    <a:pt x="1240" y="774"/>
                  </a:lnTo>
                  <a:lnTo>
                    <a:pt x="1242" y="776"/>
                  </a:lnTo>
                  <a:lnTo>
                    <a:pt x="1240" y="778"/>
                  </a:lnTo>
                  <a:lnTo>
                    <a:pt x="1240" y="778"/>
                  </a:lnTo>
                  <a:lnTo>
                    <a:pt x="1239" y="778"/>
                  </a:lnTo>
                  <a:lnTo>
                    <a:pt x="1237" y="780"/>
                  </a:lnTo>
                  <a:lnTo>
                    <a:pt x="1235" y="785"/>
                  </a:lnTo>
                  <a:lnTo>
                    <a:pt x="1235" y="785"/>
                  </a:lnTo>
                  <a:lnTo>
                    <a:pt x="1228" y="783"/>
                  </a:lnTo>
                  <a:lnTo>
                    <a:pt x="1222" y="783"/>
                  </a:lnTo>
                  <a:lnTo>
                    <a:pt x="1211" y="787"/>
                  </a:lnTo>
                  <a:lnTo>
                    <a:pt x="1211" y="792"/>
                  </a:lnTo>
                  <a:lnTo>
                    <a:pt x="1211" y="792"/>
                  </a:lnTo>
                  <a:lnTo>
                    <a:pt x="1204" y="792"/>
                  </a:lnTo>
                  <a:lnTo>
                    <a:pt x="1204" y="792"/>
                  </a:lnTo>
                  <a:lnTo>
                    <a:pt x="1199" y="800"/>
                  </a:lnTo>
                  <a:lnTo>
                    <a:pt x="1197" y="805"/>
                  </a:lnTo>
                  <a:lnTo>
                    <a:pt x="1195" y="807"/>
                  </a:lnTo>
                  <a:lnTo>
                    <a:pt x="1197" y="809"/>
                  </a:lnTo>
                  <a:lnTo>
                    <a:pt x="1206" y="814"/>
                  </a:lnTo>
                  <a:lnTo>
                    <a:pt x="1209" y="820"/>
                  </a:lnTo>
                  <a:lnTo>
                    <a:pt x="1209" y="820"/>
                  </a:lnTo>
                  <a:lnTo>
                    <a:pt x="1211" y="820"/>
                  </a:lnTo>
                  <a:lnTo>
                    <a:pt x="1213" y="818"/>
                  </a:lnTo>
                  <a:lnTo>
                    <a:pt x="1213" y="816"/>
                  </a:lnTo>
                  <a:lnTo>
                    <a:pt x="1217" y="816"/>
                  </a:lnTo>
                  <a:lnTo>
                    <a:pt x="1217" y="816"/>
                  </a:lnTo>
                  <a:lnTo>
                    <a:pt x="1217" y="820"/>
                  </a:lnTo>
                  <a:lnTo>
                    <a:pt x="1217" y="820"/>
                  </a:lnTo>
                  <a:lnTo>
                    <a:pt x="1219" y="821"/>
                  </a:lnTo>
                  <a:lnTo>
                    <a:pt x="1228" y="814"/>
                  </a:lnTo>
                  <a:lnTo>
                    <a:pt x="1228" y="814"/>
                  </a:lnTo>
                  <a:lnTo>
                    <a:pt x="1229" y="810"/>
                  </a:lnTo>
                  <a:lnTo>
                    <a:pt x="1229" y="807"/>
                  </a:lnTo>
                  <a:lnTo>
                    <a:pt x="1229" y="805"/>
                  </a:lnTo>
                  <a:lnTo>
                    <a:pt x="1231" y="801"/>
                  </a:lnTo>
                  <a:lnTo>
                    <a:pt x="1231" y="801"/>
                  </a:lnTo>
                  <a:lnTo>
                    <a:pt x="1235" y="800"/>
                  </a:lnTo>
                  <a:lnTo>
                    <a:pt x="1235" y="800"/>
                  </a:lnTo>
                  <a:lnTo>
                    <a:pt x="1237" y="801"/>
                  </a:lnTo>
                  <a:lnTo>
                    <a:pt x="1240" y="801"/>
                  </a:lnTo>
                  <a:lnTo>
                    <a:pt x="1240" y="801"/>
                  </a:lnTo>
                  <a:lnTo>
                    <a:pt x="1240" y="798"/>
                  </a:lnTo>
                  <a:lnTo>
                    <a:pt x="1242" y="794"/>
                  </a:lnTo>
                  <a:lnTo>
                    <a:pt x="1242" y="794"/>
                  </a:lnTo>
                  <a:lnTo>
                    <a:pt x="1250" y="794"/>
                  </a:lnTo>
                  <a:lnTo>
                    <a:pt x="1255" y="794"/>
                  </a:lnTo>
                  <a:lnTo>
                    <a:pt x="1255" y="792"/>
                  </a:lnTo>
                  <a:lnTo>
                    <a:pt x="1255" y="792"/>
                  </a:lnTo>
                  <a:lnTo>
                    <a:pt x="1264" y="789"/>
                  </a:lnTo>
                  <a:lnTo>
                    <a:pt x="1268" y="785"/>
                  </a:lnTo>
                  <a:lnTo>
                    <a:pt x="1270" y="783"/>
                  </a:lnTo>
                  <a:lnTo>
                    <a:pt x="1270" y="778"/>
                  </a:lnTo>
                  <a:lnTo>
                    <a:pt x="1275" y="778"/>
                  </a:lnTo>
                  <a:lnTo>
                    <a:pt x="1275" y="778"/>
                  </a:lnTo>
                  <a:lnTo>
                    <a:pt x="1271" y="770"/>
                  </a:lnTo>
                  <a:lnTo>
                    <a:pt x="1270" y="763"/>
                  </a:lnTo>
                  <a:lnTo>
                    <a:pt x="1270" y="763"/>
                  </a:lnTo>
                  <a:lnTo>
                    <a:pt x="1260" y="770"/>
                  </a:lnTo>
                  <a:lnTo>
                    <a:pt x="1255" y="772"/>
                  </a:lnTo>
                  <a:lnTo>
                    <a:pt x="1248" y="770"/>
                  </a:lnTo>
                  <a:lnTo>
                    <a:pt x="1242" y="765"/>
                  </a:lnTo>
                  <a:lnTo>
                    <a:pt x="1242" y="765"/>
                  </a:lnTo>
                  <a:lnTo>
                    <a:pt x="1240" y="765"/>
                  </a:lnTo>
                  <a:lnTo>
                    <a:pt x="1239" y="767"/>
                  </a:lnTo>
                  <a:lnTo>
                    <a:pt x="1237" y="767"/>
                  </a:lnTo>
                  <a:lnTo>
                    <a:pt x="1235" y="767"/>
                  </a:lnTo>
                  <a:lnTo>
                    <a:pt x="1235" y="767"/>
                  </a:lnTo>
                  <a:lnTo>
                    <a:pt x="1235" y="765"/>
                  </a:lnTo>
                  <a:lnTo>
                    <a:pt x="1233" y="763"/>
                  </a:lnTo>
                  <a:lnTo>
                    <a:pt x="1239" y="763"/>
                  </a:lnTo>
                  <a:lnTo>
                    <a:pt x="1239" y="763"/>
                  </a:lnTo>
                  <a:lnTo>
                    <a:pt x="1239" y="759"/>
                  </a:lnTo>
                  <a:lnTo>
                    <a:pt x="1240" y="758"/>
                  </a:lnTo>
                  <a:lnTo>
                    <a:pt x="1240" y="758"/>
                  </a:lnTo>
                  <a:lnTo>
                    <a:pt x="1224" y="752"/>
                  </a:lnTo>
                  <a:lnTo>
                    <a:pt x="1224" y="752"/>
                  </a:lnTo>
                  <a:lnTo>
                    <a:pt x="1224" y="747"/>
                  </a:lnTo>
                  <a:lnTo>
                    <a:pt x="1224" y="743"/>
                  </a:lnTo>
                  <a:lnTo>
                    <a:pt x="1224" y="741"/>
                  </a:lnTo>
                  <a:lnTo>
                    <a:pt x="1224" y="741"/>
                  </a:lnTo>
                  <a:lnTo>
                    <a:pt x="1226" y="741"/>
                  </a:lnTo>
                  <a:lnTo>
                    <a:pt x="1226" y="739"/>
                  </a:lnTo>
                  <a:lnTo>
                    <a:pt x="1226" y="736"/>
                  </a:lnTo>
                  <a:lnTo>
                    <a:pt x="1226" y="736"/>
                  </a:lnTo>
                  <a:lnTo>
                    <a:pt x="1222" y="738"/>
                  </a:lnTo>
                  <a:lnTo>
                    <a:pt x="1220" y="738"/>
                  </a:lnTo>
                  <a:lnTo>
                    <a:pt x="1220" y="738"/>
                  </a:lnTo>
                  <a:lnTo>
                    <a:pt x="1219" y="738"/>
                  </a:lnTo>
                  <a:lnTo>
                    <a:pt x="1219" y="738"/>
                  </a:lnTo>
                  <a:lnTo>
                    <a:pt x="1220" y="732"/>
                  </a:lnTo>
                  <a:lnTo>
                    <a:pt x="1222" y="729"/>
                  </a:lnTo>
                  <a:lnTo>
                    <a:pt x="1220" y="729"/>
                  </a:lnTo>
                  <a:lnTo>
                    <a:pt x="1224" y="723"/>
                  </a:lnTo>
                  <a:lnTo>
                    <a:pt x="1224" y="723"/>
                  </a:lnTo>
                  <a:lnTo>
                    <a:pt x="1224" y="719"/>
                  </a:lnTo>
                  <a:lnTo>
                    <a:pt x="1224" y="718"/>
                  </a:lnTo>
                  <a:lnTo>
                    <a:pt x="1224" y="716"/>
                  </a:lnTo>
                  <a:lnTo>
                    <a:pt x="1224" y="716"/>
                  </a:lnTo>
                  <a:lnTo>
                    <a:pt x="1209" y="718"/>
                  </a:lnTo>
                  <a:lnTo>
                    <a:pt x="1202" y="719"/>
                  </a:lnTo>
                  <a:lnTo>
                    <a:pt x="1204" y="719"/>
                  </a:lnTo>
                  <a:lnTo>
                    <a:pt x="1204" y="719"/>
                  </a:lnTo>
                  <a:lnTo>
                    <a:pt x="1199" y="708"/>
                  </a:lnTo>
                  <a:lnTo>
                    <a:pt x="1199" y="708"/>
                  </a:lnTo>
                  <a:lnTo>
                    <a:pt x="1202" y="710"/>
                  </a:lnTo>
                  <a:lnTo>
                    <a:pt x="1204" y="708"/>
                  </a:lnTo>
                  <a:lnTo>
                    <a:pt x="1204" y="707"/>
                  </a:lnTo>
                  <a:lnTo>
                    <a:pt x="1206" y="707"/>
                  </a:lnTo>
                  <a:lnTo>
                    <a:pt x="1211" y="714"/>
                  </a:lnTo>
                  <a:lnTo>
                    <a:pt x="1211" y="714"/>
                  </a:lnTo>
                  <a:lnTo>
                    <a:pt x="1213" y="712"/>
                  </a:lnTo>
                  <a:lnTo>
                    <a:pt x="1219" y="712"/>
                  </a:lnTo>
                  <a:lnTo>
                    <a:pt x="1219" y="712"/>
                  </a:lnTo>
                  <a:lnTo>
                    <a:pt x="1219" y="707"/>
                  </a:lnTo>
                  <a:lnTo>
                    <a:pt x="1220" y="701"/>
                  </a:lnTo>
                  <a:lnTo>
                    <a:pt x="1220" y="701"/>
                  </a:lnTo>
                  <a:lnTo>
                    <a:pt x="1228" y="701"/>
                  </a:lnTo>
                  <a:lnTo>
                    <a:pt x="1228" y="701"/>
                  </a:lnTo>
                  <a:lnTo>
                    <a:pt x="1229" y="699"/>
                  </a:lnTo>
                  <a:lnTo>
                    <a:pt x="1228" y="696"/>
                  </a:lnTo>
                  <a:lnTo>
                    <a:pt x="1228" y="692"/>
                  </a:lnTo>
                  <a:lnTo>
                    <a:pt x="1228" y="690"/>
                  </a:lnTo>
                  <a:lnTo>
                    <a:pt x="1228" y="690"/>
                  </a:lnTo>
                  <a:lnTo>
                    <a:pt x="1229" y="690"/>
                  </a:lnTo>
                  <a:lnTo>
                    <a:pt x="1231" y="690"/>
                  </a:lnTo>
                  <a:lnTo>
                    <a:pt x="1233" y="687"/>
                  </a:lnTo>
                  <a:lnTo>
                    <a:pt x="1233" y="687"/>
                  </a:lnTo>
                  <a:lnTo>
                    <a:pt x="1228" y="685"/>
                  </a:lnTo>
                  <a:lnTo>
                    <a:pt x="1226" y="683"/>
                  </a:lnTo>
                  <a:lnTo>
                    <a:pt x="1226" y="679"/>
                  </a:lnTo>
                  <a:lnTo>
                    <a:pt x="1226" y="678"/>
                  </a:lnTo>
                  <a:lnTo>
                    <a:pt x="1226" y="678"/>
                  </a:lnTo>
                  <a:lnTo>
                    <a:pt x="1217" y="676"/>
                  </a:lnTo>
                  <a:lnTo>
                    <a:pt x="1209" y="676"/>
                  </a:lnTo>
                  <a:lnTo>
                    <a:pt x="1193" y="679"/>
                  </a:lnTo>
                  <a:lnTo>
                    <a:pt x="1193" y="679"/>
                  </a:lnTo>
                  <a:lnTo>
                    <a:pt x="1184" y="685"/>
                  </a:lnTo>
                  <a:lnTo>
                    <a:pt x="1184" y="685"/>
                  </a:lnTo>
                  <a:lnTo>
                    <a:pt x="1168" y="694"/>
                  </a:lnTo>
                  <a:lnTo>
                    <a:pt x="1155" y="707"/>
                  </a:lnTo>
                  <a:lnTo>
                    <a:pt x="1142" y="719"/>
                  </a:lnTo>
                  <a:lnTo>
                    <a:pt x="1131" y="734"/>
                  </a:lnTo>
                  <a:lnTo>
                    <a:pt x="1131" y="734"/>
                  </a:lnTo>
                  <a:lnTo>
                    <a:pt x="1138" y="721"/>
                  </a:lnTo>
                  <a:lnTo>
                    <a:pt x="1138" y="721"/>
                  </a:lnTo>
                  <a:lnTo>
                    <a:pt x="1142" y="708"/>
                  </a:lnTo>
                  <a:lnTo>
                    <a:pt x="1142" y="708"/>
                  </a:lnTo>
                  <a:lnTo>
                    <a:pt x="1138" y="708"/>
                  </a:lnTo>
                  <a:lnTo>
                    <a:pt x="1137" y="708"/>
                  </a:lnTo>
                  <a:lnTo>
                    <a:pt x="1138" y="707"/>
                  </a:lnTo>
                  <a:lnTo>
                    <a:pt x="1138" y="707"/>
                  </a:lnTo>
                  <a:lnTo>
                    <a:pt x="1138" y="705"/>
                  </a:lnTo>
                  <a:lnTo>
                    <a:pt x="1140" y="705"/>
                  </a:lnTo>
                  <a:lnTo>
                    <a:pt x="1146" y="705"/>
                  </a:lnTo>
                  <a:lnTo>
                    <a:pt x="1146" y="705"/>
                  </a:lnTo>
                  <a:lnTo>
                    <a:pt x="1147" y="701"/>
                  </a:lnTo>
                  <a:lnTo>
                    <a:pt x="1149" y="698"/>
                  </a:lnTo>
                  <a:lnTo>
                    <a:pt x="1153" y="692"/>
                  </a:lnTo>
                  <a:lnTo>
                    <a:pt x="1155" y="690"/>
                  </a:lnTo>
                  <a:lnTo>
                    <a:pt x="1155" y="690"/>
                  </a:lnTo>
                  <a:lnTo>
                    <a:pt x="1158" y="688"/>
                  </a:lnTo>
                  <a:lnTo>
                    <a:pt x="1162" y="690"/>
                  </a:lnTo>
                  <a:lnTo>
                    <a:pt x="1162" y="690"/>
                  </a:lnTo>
                  <a:lnTo>
                    <a:pt x="1162" y="685"/>
                  </a:lnTo>
                  <a:lnTo>
                    <a:pt x="1162" y="681"/>
                  </a:lnTo>
                  <a:lnTo>
                    <a:pt x="1162" y="681"/>
                  </a:lnTo>
                  <a:lnTo>
                    <a:pt x="1164" y="681"/>
                  </a:lnTo>
                  <a:lnTo>
                    <a:pt x="1166" y="681"/>
                  </a:lnTo>
                  <a:lnTo>
                    <a:pt x="1169" y="681"/>
                  </a:lnTo>
                  <a:lnTo>
                    <a:pt x="1182" y="667"/>
                  </a:lnTo>
                  <a:lnTo>
                    <a:pt x="1182" y="667"/>
                  </a:lnTo>
                  <a:lnTo>
                    <a:pt x="1186" y="663"/>
                  </a:lnTo>
                  <a:lnTo>
                    <a:pt x="1186" y="663"/>
                  </a:lnTo>
                  <a:lnTo>
                    <a:pt x="1189" y="659"/>
                  </a:lnTo>
                  <a:lnTo>
                    <a:pt x="1193" y="656"/>
                  </a:lnTo>
                  <a:lnTo>
                    <a:pt x="1193" y="656"/>
                  </a:lnTo>
                  <a:lnTo>
                    <a:pt x="1209" y="654"/>
                  </a:lnTo>
                  <a:lnTo>
                    <a:pt x="1224" y="654"/>
                  </a:lnTo>
                  <a:lnTo>
                    <a:pt x="1237" y="656"/>
                  </a:lnTo>
                  <a:lnTo>
                    <a:pt x="1248" y="656"/>
                  </a:lnTo>
                  <a:lnTo>
                    <a:pt x="1248" y="656"/>
                  </a:lnTo>
                  <a:lnTo>
                    <a:pt x="1250" y="654"/>
                  </a:lnTo>
                  <a:lnTo>
                    <a:pt x="1251" y="652"/>
                  </a:lnTo>
                  <a:lnTo>
                    <a:pt x="1253" y="650"/>
                  </a:lnTo>
                  <a:lnTo>
                    <a:pt x="1257" y="650"/>
                  </a:lnTo>
                  <a:lnTo>
                    <a:pt x="1257" y="650"/>
                  </a:lnTo>
                  <a:lnTo>
                    <a:pt x="1259" y="652"/>
                  </a:lnTo>
                  <a:lnTo>
                    <a:pt x="1260" y="654"/>
                  </a:lnTo>
                  <a:lnTo>
                    <a:pt x="1260" y="656"/>
                  </a:lnTo>
                  <a:lnTo>
                    <a:pt x="1264" y="656"/>
                  </a:lnTo>
                  <a:lnTo>
                    <a:pt x="1264" y="656"/>
                  </a:lnTo>
                  <a:lnTo>
                    <a:pt x="1266" y="652"/>
                  </a:lnTo>
                  <a:lnTo>
                    <a:pt x="1268" y="650"/>
                  </a:lnTo>
                  <a:lnTo>
                    <a:pt x="1270" y="650"/>
                  </a:lnTo>
                  <a:lnTo>
                    <a:pt x="1270" y="650"/>
                  </a:lnTo>
                  <a:lnTo>
                    <a:pt x="1275" y="657"/>
                  </a:lnTo>
                  <a:lnTo>
                    <a:pt x="1275" y="657"/>
                  </a:lnTo>
                  <a:lnTo>
                    <a:pt x="1282" y="657"/>
                  </a:lnTo>
                  <a:lnTo>
                    <a:pt x="1282" y="652"/>
                  </a:lnTo>
                  <a:lnTo>
                    <a:pt x="1282" y="652"/>
                  </a:lnTo>
                  <a:lnTo>
                    <a:pt x="1286" y="652"/>
                  </a:lnTo>
                  <a:lnTo>
                    <a:pt x="1288" y="654"/>
                  </a:lnTo>
                  <a:lnTo>
                    <a:pt x="1290" y="656"/>
                  </a:lnTo>
                  <a:lnTo>
                    <a:pt x="1295" y="656"/>
                  </a:lnTo>
                  <a:lnTo>
                    <a:pt x="1295" y="650"/>
                  </a:lnTo>
                  <a:lnTo>
                    <a:pt x="1295" y="650"/>
                  </a:lnTo>
                  <a:lnTo>
                    <a:pt x="1299" y="650"/>
                  </a:lnTo>
                  <a:lnTo>
                    <a:pt x="1304" y="650"/>
                  </a:lnTo>
                  <a:lnTo>
                    <a:pt x="1304" y="650"/>
                  </a:lnTo>
                  <a:lnTo>
                    <a:pt x="1306" y="648"/>
                  </a:lnTo>
                  <a:lnTo>
                    <a:pt x="1306" y="647"/>
                  </a:lnTo>
                  <a:lnTo>
                    <a:pt x="1306" y="643"/>
                  </a:lnTo>
                  <a:lnTo>
                    <a:pt x="1306" y="643"/>
                  </a:lnTo>
                  <a:lnTo>
                    <a:pt x="1310" y="641"/>
                  </a:lnTo>
                  <a:lnTo>
                    <a:pt x="1313" y="641"/>
                  </a:lnTo>
                  <a:lnTo>
                    <a:pt x="1317" y="639"/>
                  </a:lnTo>
                  <a:lnTo>
                    <a:pt x="1319" y="637"/>
                  </a:lnTo>
                  <a:lnTo>
                    <a:pt x="1319" y="637"/>
                  </a:lnTo>
                  <a:lnTo>
                    <a:pt x="1319" y="632"/>
                  </a:lnTo>
                  <a:lnTo>
                    <a:pt x="1319" y="626"/>
                  </a:lnTo>
                  <a:lnTo>
                    <a:pt x="1321" y="623"/>
                  </a:lnTo>
                  <a:lnTo>
                    <a:pt x="1321" y="623"/>
                  </a:lnTo>
                  <a:lnTo>
                    <a:pt x="1332" y="619"/>
                  </a:lnTo>
                  <a:lnTo>
                    <a:pt x="1342" y="616"/>
                  </a:lnTo>
                  <a:lnTo>
                    <a:pt x="1342" y="616"/>
                  </a:lnTo>
                  <a:lnTo>
                    <a:pt x="1342" y="617"/>
                  </a:lnTo>
                  <a:lnTo>
                    <a:pt x="1344" y="617"/>
                  </a:lnTo>
                  <a:lnTo>
                    <a:pt x="1348" y="619"/>
                  </a:lnTo>
                  <a:lnTo>
                    <a:pt x="1348" y="619"/>
                  </a:lnTo>
                  <a:lnTo>
                    <a:pt x="1359" y="610"/>
                  </a:lnTo>
                  <a:lnTo>
                    <a:pt x="1368" y="601"/>
                  </a:lnTo>
                  <a:lnTo>
                    <a:pt x="1364" y="577"/>
                  </a:lnTo>
                  <a:lnTo>
                    <a:pt x="1364" y="577"/>
                  </a:lnTo>
                  <a:lnTo>
                    <a:pt x="1364" y="577"/>
                  </a:lnTo>
                  <a:lnTo>
                    <a:pt x="1363" y="577"/>
                  </a:lnTo>
                  <a:lnTo>
                    <a:pt x="1361" y="579"/>
                  </a:lnTo>
                  <a:lnTo>
                    <a:pt x="1357" y="579"/>
                  </a:lnTo>
                  <a:lnTo>
                    <a:pt x="1357" y="579"/>
                  </a:lnTo>
                  <a:lnTo>
                    <a:pt x="1353" y="575"/>
                  </a:lnTo>
                  <a:lnTo>
                    <a:pt x="1348" y="572"/>
                  </a:lnTo>
                  <a:lnTo>
                    <a:pt x="1342" y="568"/>
                  </a:lnTo>
                  <a:lnTo>
                    <a:pt x="1337" y="566"/>
                  </a:lnTo>
                  <a:lnTo>
                    <a:pt x="1332" y="566"/>
                  </a:lnTo>
                  <a:lnTo>
                    <a:pt x="1332" y="566"/>
                  </a:lnTo>
                  <a:lnTo>
                    <a:pt x="1332" y="570"/>
                  </a:lnTo>
                  <a:lnTo>
                    <a:pt x="1333" y="572"/>
                  </a:lnTo>
                  <a:lnTo>
                    <a:pt x="1333" y="572"/>
                  </a:lnTo>
                  <a:lnTo>
                    <a:pt x="1326" y="574"/>
                  </a:lnTo>
                  <a:lnTo>
                    <a:pt x="1321" y="574"/>
                  </a:lnTo>
                  <a:lnTo>
                    <a:pt x="1321" y="574"/>
                  </a:lnTo>
                  <a:lnTo>
                    <a:pt x="1299" y="585"/>
                  </a:lnTo>
                  <a:lnTo>
                    <a:pt x="1299" y="588"/>
                  </a:lnTo>
                  <a:lnTo>
                    <a:pt x="1299" y="588"/>
                  </a:lnTo>
                  <a:lnTo>
                    <a:pt x="1295" y="588"/>
                  </a:lnTo>
                  <a:lnTo>
                    <a:pt x="1293" y="586"/>
                  </a:lnTo>
                  <a:lnTo>
                    <a:pt x="1293" y="583"/>
                  </a:lnTo>
                  <a:lnTo>
                    <a:pt x="1291" y="579"/>
                  </a:lnTo>
                  <a:lnTo>
                    <a:pt x="1291" y="579"/>
                  </a:lnTo>
                  <a:lnTo>
                    <a:pt x="1299" y="579"/>
                  </a:lnTo>
                  <a:lnTo>
                    <a:pt x="1306" y="579"/>
                  </a:lnTo>
                  <a:lnTo>
                    <a:pt x="1306" y="579"/>
                  </a:lnTo>
                  <a:lnTo>
                    <a:pt x="1313" y="574"/>
                  </a:lnTo>
                  <a:lnTo>
                    <a:pt x="1321" y="566"/>
                  </a:lnTo>
                  <a:lnTo>
                    <a:pt x="1321" y="566"/>
                  </a:lnTo>
                  <a:lnTo>
                    <a:pt x="1324" y="566"/>
                  </a:lnTo>
                  <a:lnTo>
                    <a:pt x="1328" y="566"/>
                  </a:lnTo>
                  <a:lnTo>
                    <a:pt x="1332" y="566"/>
                  </a:lnTo>
                  <a:lnTo>
                    <a:pt x="1335" y="565"/>
                  </a:lnTo>
                  <a:lnTo>
                    <a:pt x="1335" y="565"/>
                  </a:lnTo>
                  <a:lnTo>
                    <a:pt x="1339" y="559"/>
                  </a:lnTo>
                  <a:lnTo>
                    <a:pt x="1342" y="555"/>
                  </a:lnTo>
                  <a:lnTo>
                    <a:pt x="1342" y="555"/>
                  </a:lnTo>
                  <a:lnTo>
                    <a:pt x="1335" y="557"/>
                  </a:lnTo>
                  <a:lnTo>
                    <a:pt x="1333" y="552"/>
                  </a:lnTo>
                  <a:lnTo>
                    <a:pt x="1333" y="552"/>
                  </a:lnTo>
                  <a:lnTo>
                    <a:pt x="1335" y="552"/>
                  </a:lnTo>
                  <a:lnTo>
                    <a:pt x="1335" y="550"/>
                  </a:lnTo>
                  <a:lnTo>
                    <a:pt x="1332" y="548"/>
                  </a:lnTo>
                  <a:lnTo>
                    <a:pt x="1332" y="548"/>
                  </a:lnTo>
                  <a:lnTo>
                    <a:pt x="1332" y="550"/>
                  </a:lnTo>
                  <a:lnTo>
                    <a:pt x="1330" y="552"/>
                  </a:lnTo>
                  <a:lnTo>
                    <a:pt x="1326" y="552"/>
                  </a:lnTo>
                  <a:lnTo>
                    <a:pt x="1326" y="552"/>
                  </a:lnTo>
                  <a:lnTo>
                    <a:pt x="1322" y="550"/>
                  </a:lnTo>
                  <a:lnTo>
                    <a:pt x="1321" y="548"/>
                  </a:lnTo>
                  <a:lnTo>
                    <a:pt x="1321" y="545"/>
                  </a:lnTo>
                  <a:lnTo>
                    <a:pt x="1319" y="541"/>
                  </a:lnTo>
                  <a:lnTo>
                    <a:pt x="1319" y="541"/>
                  </a:lnTo>
                  <a:lnTo>
                    <a:pt x="1311" y="543"/>
                  </a:lnTo>
                  <a:lnTo>
                    <a:pt x="1306" y="543"/>
                  </a:lnTo>
                  <a:lnTo>
                    <a:pt x="1291" y="541"/>
                  </a:lnTo>
                  <a:lnTo>
                    <a:pt x="1291" y="541"/>
                  </a:lnTo>
                  <a:lnTo>
                    <a:pt x="1291" y="537"/>
                  </a:lnTo>
                  <a:lnTo>
                    <a:pt x="1293" y="535"/>
                  </a:lnTo>
                  <a:lnTo>
                    <a:pt x="1293" y="532"/>
                  </a:lnTo>
                  <a:lnTo>
                    <a:pt x="1291" y="528"/>
                  </a:lnTo>
                  <a:lnTo>
                    <a:pt x="1290" y="528"/>
                  </a:lnTo>
                  <a:lnTo>
                    <a:pt x="1290" y="528"/>
                  </a:lnTo>
                  <a:lnTo>
                    <a:pt x="1286" y="524"/>
                  </a:lnTo>
                  <a:lnTo>
                    <a:pt x="1282" y="521"/>
                  </a:lnTo>
                  <a:lnTo>
                    <a:pt x="1282" y="521"/>
                  </a:lnTo>
                  <a:lnTo>
                    <a:pt x="1275" y="521"/>
                  </a:lnTo>
                  <a:lnTo>
                    <a:pt x="1270" y="508"/>
                  </a:lnTo>
                  <a:lnTo>
                    <a:pt x="1270" y="508"/>
                  </a:lnTo>
                  <a:lnTo>
                    <a:pt x="1268" y="510"/>
                  </a:lnTo>
                  <a:lnTo>
                    <a:pt x="1264" y="512"/>
                  </a:lnTo>
                  <a:lnTo>
                    <a:pt x="1264" y="512"/>
                  </a:lnTo>
                  <a:lnTo>
                    <a:pt x="1268" y="501"/>
                  </a:lnTo>
                  <a:lnTo>
                    <a:pt x="1268" y="501"/>
                  </a:lnTo>
                  <a:lnTo>
                    <a:pt x="1264" y="501"/>
                  </a:lnTo>
                  <a:lnTo>
                    <a:pt x="1264" y="501"/>
                  </a:lnTo>
                  <a:lnTo>
                    <a:pt x="1262" y="499"/>
                  </a:lnTo>
                  <a:lnTo>
                    <a:pt x="1262" y="499"/>
                  </a:lnTo>
                  <a:lnTo>
                    <a:pt x="1279" y="499"/>
                  </a:lnTo>
                  <a:lnTo>
                    <a:pt x="1279" y="499"/>
                  </a:lnTo>
                  <a:lnTo>
                    <a:pt x="1279" y="492"/>
                  </a:lnTo>
                  <a:lnTo>
                    <a:pt x="1279" y="492"/>
                  </a:lnTo>
                  <a:lnTo>
                    <a:pt x="1268" y="486"/>
                  </a:lnTo>
                  <a:lnTo>
                    <a:pt x="1268" y="486"/>
                  </a:lnTo>
                  <a:lnTo>
                    <a:pt x="1268" y="481"/>
                  </a:lnTo>
                  <a:lnTo>
                    <a:pt x="1268" y="473"/>
                  </a:lnTo>
                  <a:lnTo>
                    <a:pt x="1264" y="473"/>
                  </a:lnTo>
                  <a:lnTo>
                    <a:pt x="1264" y="473"/>
                  </a:lnTo>
                  <a:lnTo>
                    <a:pt x="1262" y="473"/>
                  </a:lnTo>
                  <a:lnTo>
                    <a:pt x="1259" y="470"/>
                  </a:lnTo>
                  <a:lnTo>
                    <a:pt x="1255" y="464"/>
                  </a:lnTo>
                  <a:lnTo>
                    <a:pt x="1255" y="464"/>
                  </a:lnTo>
                  <a:lnTo>
                    <a:pt x="1257" y="457"/>
                  </a:lnTo>
                  <a:lnTo>
                    <a:pt x="1257" y="457"/>
                  </a:lnTo>
                  <a:lnTo>
                    <a:pt x="1240" y="457"/>
                  </a:lnTo>
                  <a:lnTo>
                    <a:pt x="1240" y="457"/>
                  </a:lnTo>
                  <a:lnTo>
                    <a:pt x="1253" y="450"/>
                  </a:lnTo>
                  <a:lnTo>
                    <a:pt x="1253" y="450"/>
                  </a:lnTo>
                  <a:lnTo>
                    <a:pt x="1246" y="435"/>
                  </a:lnTo>
                  <a:lnTo>
                    <a:pt x="1246" y="435"/>
                  </a:lnTo>
                  <a:lnTo>
                    <a:pt x="1240" y="435"/>
                  </a:lnTo>
                  <a:lnTo>
                    <a:pt x="1235" y="435"/>
                  </a:lnTo>
                  <a:lnTo>
                    <a:pt x="1235" y="435"/>
                  </a:lnTo>
                  <a:lnTo>
                    <a:pt x="1235" y="433"/>
                  </a:lnTo>
                  <a:lnTo>
                    <a:pt x="1235" y="433"/>
                  </a:lnTo>
                  <a:lnTo>
                    <a:pt x="1235" y="432"/>
                  </a:lnTo>
                  <a:lnTo>
                    <a:pt x="1233" y="430"/>
                  </a:lnTo>
                  <a:lnTo>
                    <a:pt x="1233" y="422"/>
                  </a:lnTo>
                  <a:lnTo>
                    <a:pt x="1233" y="422"/>
                  </a:lnTo>
                  <a:lnTo>
                    <a:pt x="1233" y="419"/>
                  </a:lnTo>
                  <a:lnTo>
                    <a:pt x="1233" y="412"/>
                  </a:lnTo>
                  <a:lnTo>
                    <a:pt x="1228" y="408"/>
                  </a:lnTo>
                  <a:lnTo>
                    <a:pt x="1228" y="408"/>
                  </a:lnTo>
                  <a:lnTo>
                    <a:pt x="1228" y="404"/>
                  </a:lnTo>
                  <a:lnTo>
                    <a:pt x="1229" y="402"/>
                  </a:lnTo>
                  <a:lnTo>
                    <a:pt x="1231" y="399"/>
                  </a:lnTo>
                  <a:lnTo>
                    <a:pt x="1231" y="399"/>
                  </a:lnTo>
                  <a:lnTo>
                    <a:pt x="1224" y="399"/>
                  </a:lnTo>
                  <a:lnTo>
                    <a:pt x="1224" y="399"/>
                  </a:lnTo>
                  <a:lnTo>
                    <a:pt x="1215" y="415"/>
                  </a:lnTo>
                  <a:lnTo>
                    <a:pt x="1211" y="430"/>
                  </a:lnTo>
                  <a:lnTo>
                    <a:pt x="1211" y="430"/>
                  </a:lnTo>
                  <a:lnTo>
                    <a:pt x="1209" y="430"/>
                  </a:lnTo>
                  <a:lnTo>
                    <a:pt x="1208" y="428"/>
                  </a:lnTo>
                  <a:lnTo>
                    <a:pt x="1209" y="422"/>
                  </a:lnTo>
                  <a:lnTo>
                    <a:pt x="1209" y="422"/>
                  </a:lnTo>
                  <a:lnTo>
                    <a:pt x="1204" y="426"/>
                  </a:lnTo>
                  <a:lnTo>
                    <a:pt x="1202" y="428"/>
                  </a:lnTo>
                  <a:lnTo>
                    <a:pt x="1202" y="428"/>
                  </a:lnTo>
                  <a:lnTo>
                    <a:pt x="1202" y="432"/>
                  </a:lnTo>
                  <a:lnTo>
                    <a:pt x="1202" y="435"/>
                  </a:lnTo>
                  <a:lnTo>
                    <a:pt x="1202" y="435"/>
                  </a:lnTo>
                  <a:lnTo>
                    <a:pt x="1199" y="433"/>
                  </a:lnTo>
                  <a:lnTo>
                    <a:pt x="1197" y="433"/>
                  </a:lnTo>
                  <a:lnTo>
                    <a:pt x="1197" y="433"/>
                  </a:lnTo>
                  <a:lnTo>
                    <a:pt x="1195" y="435"/>
                  </a:lnTo>
                  <a:lnTo>
                    <a:pt x="1195" y="437"/>
                  </a:lnTo>
                  <a:lnTo>
                    <a:pt x="1193" y="443"/>
                  </a:lnTo>
                  <a:lnTo>
                    <a:pt x="1193" y="443"/>
                  </a:lnTo>
                  <a:lnTo>
                    <a:pt x="1188" y="446"/>
                  </a:lnTo>
                  <a:lnTo>
                    <a:pt x="1182" y="450"/>
                  </a:lnTo>
                  <a:lnTo>
                    <a:pt x="1182" y="450"/>
                  </a:lnTo>
                  <a:lnTo>
                    <a:pt x="1171" y="441"/>
                  </a:lnTo>
                  <a:lnTo>
                    <a:pt x="1171" y="441"/>
                  </a:lnTo>
                  <a:lnTo>
                    <a:pt x="1169" y="444"/>
                  </a:lnTo>
                  <a:lnTo>
                    <a:pt x="1168" y="444"/>
                  </a:lnTo>
                  <a:lnTo>
                    <a:pt x="1164" y="444"/>
                  </a:lnTo>
                  <a:lnTo>
                    <a:pt x="1164" y="444"/>
                  </a:lnTo>
                  <a:lnTo>
                    <a:pt x="1162" y="433"/>
                  </a:lnTo>
                  <a:lnTo>
                    <a:pt x="1162" y="433"/>
                  </a:lnTo>
                  <a:lnTo>
                    <a:pt x="1151" y="432"/>
                  </a:lnTo>
                  <a:lnTo>
                    <a:pt x="1151" y="432"/>
                  </a:lnTo>
                  <a:lnTo>
                    <a:pt x="1140" y="428"/>
                  </a:lnTo>
                  <a:lnTo>
                    <a:pt x="1140" y="428"/>
                  </a:lnTo>
                  <a:lnTo>
                    <a:pt x="1140" y="413"/>
                  </a:lnTo>
                  <a:lnTo>
                    <a:pt x="1138" y="401"/>
                  </a:lnTo>
                  <a:lnTo>
                    <a:pt x="1138" y="401"/>
                  </a:lnTo>
                  <a:lnTo>
                    <a:pt x="1142" y="401"/>
                  </a:lnTo>
                  <a:lnTo>
                    <a:pt x="1144" y="399"/>
                  </a:lnTo>
                  <a:lnTo>
                    <a:pt x="1146" y="399"/>
                  </a:lnTo>
                  <a:lnTo>
                    <a:pt x="1146" y="399"/>
                  </a:lnTo>
                  <a:lnTo>
                    <a:pt x="1146" y="397"/>
                  </a:lnTo>
                  <a:lnTo>
                    <a:pt x="1144" y="395"/>
                  </a:lnTo>
                  <a:lnTo>
                    <a:pt x="1140" y="395"/>
                  </a:lnTo>
                  <a:lnTo>
                    <a:pt x="1140" y="395"/>
                  </a:lnTo>
                  <a:lnTo>
                    <a:pt x="1149" y="379"/>
                  </a:lnTo>
                  <a:lnTo>
                    <a:pt x="1149" y="379"/>
                  </a:lnTo>
                  <a:lnTo>
                    <a:pt x="1147" y="381"/>
                  </a:lnTo>
                  <a:lnTo>
                    <a:pt x="1146" y="381"/>
                  </a:lnTo>
                  <a:lnTo>
                    <a:pt x="1142" y="384"/>
                  </a:lnTo>
                  <a:lnTo>
                    <a:pt x="1142" y="384"/>
                  </a:lnTo>
                  <a:lnTo>
                    <a:pt x="1138" y="382"/>
                  </a:lnTo>
                  <a:lnTo>
                    <a:pt x="1131" y="381"/>
                  </a:lnTo>
                  <a:lnTo>
                    <a:pt x="1131" y="381"/>
                  </a:lnTo>
                  <a:lnTo>
                    <a:pt x="1129" y="377"/>
                  </a:lnTo>
                  <a:lnTo>
                    <a:pt x="1131" y="377"/>
                  </a:lnTo>
                  <a:lnTo>
                    <a:pt x="1133" y="377"/>
                  </a:lnTo>
                  <a:lnTo>
                    <a:pt x="1133" y="377"/>
                  </a:lnTo>
                  <a:lnTo>
                    <a:pt x="1135" y="371"/>
                  </a:lnTo>
                  <a:lnTo>
                    <a:pt x="1135" y="371"/>
                  </a:lnTo>
                  <a:lnTo>
                    <a:pt x="1129" y="371"/>
                  </a:lnTo>
                  <a:lnTo>
                    <a:pt x="1124" y="371"/>
                  </a:lnTo>
                  <a:lnTo>
                    <a:pt x="1117" y="371"/>
                  </a:lnTo>
                  <a:lnTo>
                    <a:pt x="1111" y="371"/>
                  </a:lnTo>
                  <a:lnTo>
                    <a:pt x="1111" y="371"/>
                  </a:lnTo>
                  <a:lnTo>
                    <a:pt x="1111" y="364"/>
                  </a:lnTo>
                  <a:lnTo>
                    <a:pt x="1106" y="364"/>
                  </a:lnTo>
                  <a:lnTo>
                    <a:pt x="1106" y="359"/>
                  </a:lnTo>
                  <a:lnTo>
                    <a:pt x="1106" y="359"/>
                  </a:lnTo>
                  <a:lnTo>
                    <a:pt x="1102" y="353"/>
                  </a:lnTo>
                  <a:lnTo>
                    <a:pt x="1095" y="348"/>
                  </a:lnTo>
                  <a:lnTo>
                    <a:pt x="1082" y="340"/>
                  </a:lnTo>
                  <a:lnTo>
                    <a:pt x="1082" y="340"/>
                  </a:lnTo>
                  <a:lnTo>
                    <a:pt x="1076" y="340"/>
                  </a:lnTo>
                  <a:lnTo>
                    <a:pt x="1071" y="342"/>
                  </a:lnTo>
                  <a:lnTo>
                    <a:pt x="1071" y="342"/>
                  </a:lnTo>
                  <a:lnTo>
                    <a:pt x="1069" y="346"/>
                  </a:lnTo>
                  <a:lnTo>
                    <a:pt x="1067" y="350"/>
                  </a:lnTo>
                  <a:lnTo>
                    <a:pt x="1067" y="350"/>
                  </a:lnTo>
                  <a:lnTo>
                    <a:pt x="1064" y="350"/>
                  </a:lnTo>
                  <a:lnTo>
                    <a:pt x="1060" y="350"/>
                  </a:lnTo>
                  <a:lnTo>
                    <a:pt x="1058" y="350"/>
                  </a:lnTo>
                  <a:lnTo>
                    <a:pt x="1055" y="350"/>
                  </a:lnTo>
                  <a:lnTo>
                    <a:pt x="1055" y="355"/>
                  </a:lnTo>
                  <a:lnTo>
                    <a:pt x="1055" y="355"/>
                  </a:lnTo>
                  <a:lnTo>
                    <a:pt x="1047" y="355"/>
                  </a:lnTo>
                  <a:lnTo>
                    <a:pt x="1042" y="353"/>
                  </a:lnTo>
                  <a:lnTo>
                    <a:pt x="1027" y="350"/>
                  </a:lnTo>
                  <a:lnTo>
                    <a:pt x="1027" y="350"/>
                  </a:lnTo>
                  <a:lnTo>
                    <a:pt x="1022" y="350"/>
                  </a:lnTo>
                  <a:lnTo>
                    <a:pt x="1018" y="350"/>
                  </a:lnTo>
                  <a:lnTo>
                    <a:pt x="1011" y="351"/>
                  </a:lnTo>
                  <a:lnTo>
                    <a:pt x="1009" y="359"/>
                  </a:lnTo>
                  <a:lnTo>
                    <a:pt x="1009" y="359"/>
                  </a:lnTo>
                  <a:lnTo>
                    <a:pt x="1013" y="361"/>
                  </a:lnTo>
                  <a:lnTo>
                    <a:pt x="1018" y="362"/>
                  </a:lnTo>
                  <a:lnTo>
                    <a:pt x="1018" y="366"/>
                  </a:lnTo>
                  <a:lnTo>
                    <a:pt x="1013" y="366"/>
                  </a:lnTo>
                  <a:lnTo>
                    <a:pt x="1013" y="366"/>
                  </a:lnTo>
                  <a:lnTo>
                    <a:pt x="1013" y="368"/>
                  </a:lnTo>
                  <a:lnTo>
                    <a:pt x="1014" y="370"/>
                  </a:lnTo>
                  <a:lnTo>
                    <a:pt x="1016" y="371"/>
                  </a:lnTo>
                  <a:lnTo>
                    <a:pt x="1016" y="373"/>
                  </a:lnTo>
                  <a:lnTo>
                    <a:pt x="1016" y="373"/>
                  </a:lnTo>
                  <a:lnTo>
                    <a:pt x="1009" y="384"/>
                  </a:lnTo>
                  <a:lnTo>
                    <a:pt x="1009" y="384"/>
                  </a:lnTo>
                  <a:lnTo>
                    <a:pt x="1005" y="382"/>
                  </a:lnTo>
                  <a:lnTo>
                    <a:pt x="1005" y="384"/>
                  </a:lnTo>
                  <a:lnTo>
                    <a:pt x="1009" y="388"/>
                  </a:lnTo>
                  <a:lnTo>
                    <a:pt x="1009" y="388"/>
                  </a:lnTo>
                  <a:lnTo>
                    <a:pt x="1016" y="388"/>
                  </a:lnTo>
                  <a:lnTo>
                    <a:pt x="1016" y="388"/>
                  </a:lnTo>
                  <a:lnTo>
                    <a:pt x="1014" y="395"/>
                  </a:lnTo>
                  <a:lnTo>
                    <a:pt x="1014" y="399"/>
                  </a:lnTo>
                  <a:lnTo>
                    <a:pt x="1014" y="402"/>
                  </a:lnTo>
                  <a:lnTo>
                    <a:pt x="1020" y="408"/>
                  </a:lnTo>
                  <a:lnTo>
                    <a:pt x="1020" y="408"/>
                  </a:lnTo>
                  <a:lnTo>
                    <a:pt x="1020" y="410"/>
                  </a:lnTo>
                  <a:lnTo>
                    <a:pt x="1020" y="412"/>
                  </a:lnTo>
                  <a:lnTo>
                    <a:pt x="1018" y="413"/>
                  </a:lnTo>
                  <a:lnTo>
                    <a:pt x="1018" y="413"/>
                  </a:lnTo>
                  <a:lnTo>
                    <a:pt x="1018" y="413"/>
                  </a:lnTo>
                  <a:lnTo>
                    <a:pt x="1016" y="419"/>
                  </a:lnTo>
                  <a:lnTo>
                    <a:pt x="1016" y="419"/>
                  </a:lnTo>
                  <a:lnTo>
                    <a:pt x="1009" y="415"/>
                  </a:lnTo>
                  <a:lnTo>
                    <a:pt x="1011" y="421"/>
                  </a:lnTo>
                  <a:lnTo>
                    <a:pt x="1011" y="421"/>
                  </a:lnTo>
                  <a:lnTo>
                    <a:pt x="1013" y="421"/>
                  </a:lnTo>
                  <a:lnTo>
                    <a:pt x="1013" y="422"/>
                  </a:lnTo>
                  <a:lnTo>
                    <a:pt x="1013" y="428"/>
                  </a:lnTo>
                  <a:lnTo>
                    <a:pt x="1013" y="428"/>
                  </a:lnTo>
                  <a:lnTo>
                    <a:pt x="1005" y="428"/>
                  </a:lnTo>
                  <a:lnTo>
                    <a:pt x="998" y="430"/>
                  </a:lnTo>
                  <a:lnTo>
                    <a:pt x="998" y="430"/>
                  </a:lnTo>
                  <a:lnTo>
                    <a:pt x="998" y="437"/>
                  </a:lnTo>
                  <a:lnTo>
                    <a:pt x="998" y="444"/>
                  </a:lnTo>
                  <a:lnTo>
                    <a:pt x="998" y="444"/>
                  </a:lnTo>
                  <a:lnTo>
                    <a:pt x="1005" y="446"/>
                  </a:lnTo>
                  <a:lnTo>
                    <a:pt x="1009" y="448"/>
                  </a:lnTo>
                  <a:lnTo>
                    <a:pt x="1013" y="450"/>
                  </a:lnTo>
                  <a:lnTo>
                    <a:pt x="1013" y="450"/>
                  </a:lnTo>
                  <a:lnTo>
                    <a:pt x="1016" y="455"/>
                  </a:lnTo>
                  <a:lnTo>
                    <a:pt x="1018" y="463"/>
                  </a:lnTo>
                  <a:lnTo>
                    <a:pt x="1020" y="470"/>
                  </a:lnTo>
                  <a:lnTo>
                    <a:pt x="1024" y="477"/>
                  </a:lnTo>
                  <a:lnTo>
                    <a:pt x="1024" y="477"/>
                  </a:lnTo>
                  <a:lnTo>
                    <a:pt x="1027" y="481"/>
                  </a:lnTo>
                  <a:lnTo>
                    <a:pt x="1031" y="483"/>
                  </a:lnTo>
                  <a:lnTo>
                    <a:pt x="1033" y="484"/>
                  </a:lnTo>
                  <a:lnTo>
                    <a:pt x="1033" y="484"/>
                  </a:lnTo>
                  <a:lnTo>
                    <a:pt x="1031" y="494"/>
                  </a:lnTo>
                  <a:lnTo>
                    <a:pt x="1027" y="508"/>
                  </a:lnTo>
                  <a:lnTo>
                    <a:pt x="1027" y="508"/>
                  </a:lnTo>
                  <a:lnTo>
                    <a:pt x="1029" y="506"/>
                  </a:lnTo>
                  <a:lnTo>
                    <a:pt x="1033" y="504"/>
                  </a:lnTo>
                  <a:lnTo>
                    <a:pt x="1033" y="504"/>
                  </a:lnTo>
                  <a:lnTo>
                    <a:pt x="1035" y="508"/>
                  </a:lnTo>
                  <a:lnTo>
                    <a:pt x="1035" y="514"/>
                  </a:lnTo>
                  <a:lnTo>
                    <a:pt x="1035" y="514"/>
                  </a:lnTo>
                  <a:lnTo>
                    <a:pt x="1031" y="514"/>
                  </a:lnTo>
                  <a:lnTo>
                    <a:pt x="1027" y="514"/>
                  </a:lnTo>
                  <a:lnTo>
                    <a:pt x="1027" y="514"/>
                  </a:lnTo>
                  <a:lnTo>
                    <a:pt x="1020" y="528"/>
                  </a:lnTo>
                  <a:lnTo>
                    <a:pt x="1020" y="528"/>
                  </a:lnTo>
                  <a:lnTo>
                    <a:pt x="1014" y="535"/>
                  </a:lnTo>
                  <a:lnTo>
                    <a:pt x="1005" y="541"/>
                  </a:lnTo>
                  <a:lnTo>
                    <a:pt x="989" y="550"/>
                  </a:lnTo>
                  <a:lnTo>
                    <a:pt x="989" y="550"/>
                  </a:lnTo>
                  <a:lnTo>
                    <a:pt x="996" y="588"/>
                  </a:lnTo>
                  <a:lnTo>
                    <a:pt x="996" y="606"/>
                  </a:lnTo>
                  <a:lnTo>
                    <a:pt x="996" y="616"/>
                  </a:lnTo>
                  <a:lnTo>
                    <a:pt x="993" y="626"/>
                  </a:lnTo>
                  <a:lnTo>
                    <a:pt x="993" y="626"/>
                  </a:lnTo>
                  <a:lnTo>
                    <a:pt x="989" y="625"/>
                  </a:lnTo>
                  <a:lnTo>
                    <a:pt x="985" y="626"/>
                  </a:lnTo>
                  <a:lnTo>
                    <a:pt x="985" y="626"/>
                  </a:lnTo>
                  <a:lnTo>
                    <a:pt x="982" y="630"/>
                  </a:lnTo>
                  <a:lnTo>
                    <a:pt x="980" y="632"/>
                  </a:lnTo>
                  <a:lnTo>
                    <a:pt x="976" y="634"/>
                  </a:lnTo>
                  <a:lnTo>
                    <a:pt x="969" y="630"/>
                  </a:lnTo>
                  <a:lnTo>
                    <a:pt x="969" y="630"/>
                  </a:lnTo>
                  <a:lnTo>
                    <a:pt x="960" y="623"/>
                  </a:lnTo>
                  <a:lnTo>
                    <a:pt x="953" y="614"/>
                  </a:lnTo>
                  <a:lnTo>
                    <a:pt x="953" y="614"/>
                  </a:lnTo>
                  <a:lnTo>
                    <a:pt x="953" y="608"/>
                  </a:lnTo>
                  <a:lnTo>
                    <a:pt x="953" y="605"/>
                  </a:lnTo>
                  <a:lnTo>
                    <a:pt x="953" y="601"/>
                  </a:lnTo>
                  <a:lnTo>
                    <a:pt x="953" y="601"/>
                  </a:lnTo>
                  <a:lnTo>
                    <a:pt x="947" y="599"/>
                  </a:lnTo>
                  <a:lnTo>
                    <a:pt x="942" y="597"/>
                  </a:lnTo>
                  <a:lnTo>
                    <a:pt x="942" y="597"/>
                  </a:lnTo>
                  <a:lnTo>
                    <a:pt x="942" y="594"/>
                  </a:lnTo>
                  <a:lnTo>
                    <a:pt x="942" y="590"/>
                  </a:lnTo>
                  <a:lnTo>
                    <a:pt x="943" y="586"/>
                  </a:lnTo>
                  <a:lnTo>
                    <a:pt x="942" y="585"/>
                  </a:lnTo>
                  <a:lnTo>
                    <a:pt x="942" y="585"/>
                  </a:lnTo>
                  <a:lnTo>
                    <a:pt x="940" y="583"/>
                  </a:lnTo>
                  <a:lnTo>
                    <a:pt x="940" y="581"/>
                  </a:lnTo>
                  <a:lnTo>
                    <a:pt x="942" y="577"/>
                  </a:lnTo>
                  <a:lnTo>
                    <a:pt x="942" y="577"/>
                  </a:lnTo>
                  <a:lnTo>
                    <a:pt x="940" y="574"/>
                  </a:lnTo>
                  <a:lnTo>
                    <a:pt x="940" y="570"/>
                  </a:lnTo>
                  <a:lnTo>
                    <a:pt x="942" y="570"/>
                  </a:lnTo>
                  <a:lnTo>
                    <a:pt x="942" y="570"/>
                  </a:lnTo>
                  <a:lnTo>
                    <a:pt x="945" y="555"/>
                  </a:lnTo>
                  <a:lnTo>
                    <a:pt x="945" y="555"/>
                  </a:lnTo>
                  <a:lnTo>
                    <a:pt x="942" y="552"/>
                  </a:lnTo>
                  <a:lnTo>
                    <a:pt x="942" y="550"/>
                  </a:lnTo>
                  <a:lnTo>
                    <a:pt x="942" y="548"/>
                  </a:lnTo>
                  <a:lnTo>
                    <a:pt x="942" y="548"/>
                  </a:lnTo>
                  <a:lnTo>
                    <a:pt x="943" y="548"/>
                  </a:lnTo>
                  <a:lnTo>
                    <a:pt x="943" y="545"/>
                  </a:lnTo>
                  <a:lnTo>
                    <a:pt x="942" y="541"/>
                  </a:lnTo>
                  <a:lnTo>
                    <a:pt x="942" y="541"/>
                  </a:lnTo>
                  <a:lnTo>
                    <a:pt x="938" y="537"/>
                  </a:lnTo>
                  <a:lnTo>
                    <a:pt x="932" y="537"/>
                  </a:lnTo>
                  <a:lnTo>
                    <a:pt x="922" y="537"/>
                  </a:lnTo>
                  <a:lnTo>
                    <a:pt x="912" y="537"/>
                  </a:lnTo>
                  <a:lnTo>
                    <a:pt x="903" y="537"/>
                  </a:lnTo>
                  <a:lnTo>
                    <a:pt x="903" y="537"/>
                  </a:lnTo>
                  <a:lnTo>
                    <a:pt x="900" y="535"/>
                  </a:lnTo>
                  <a:lnTo>
                    <a:pt x="894" y="532"/>
                  </a:lnTo>
                  <a:lnTo>
                    <a:pt x="885" y="526"/>
                  </a:lnTo>
                  <a:lnTo>
                    <a:pt x="885" y="526"/>
                  </a:lnTo>
                  <a:lnTo>
                    <a:pt x="871" y="521"/>
                  </a:lnTo>
                  <a:lnTo>
                    <a:pt x="860" y="519"/>
                  </a:lnTo>
                  <a:lnTo>
                    <a:pt x="860" y="519"/>
                  </a:lnTo>
                  <a:lnTo>
                    <a:pt x="858" y="515"/>
                  </a:lnTo>
                  <a:lnTo>
                    <a:pt x="856" y="510"/>
                  </a:lnTo>
                  <a:lnTo>
                    <a:pt x="856" y="504"/>
                  </a:lnTo>
                  <a:lnTo>
                    <a:pt x="854" y="501"/>
                  </a:lnTo>
                  <a:lnTo>
                    <a:pt x="854" y="501"/>
                  </a:lnTo>
                  <a:lnTo>
                    <a:pt x="852" y="499"/>
                  </a:lnTo>
                  <a:lnTo>
                    <a:pt x="849" y="499"/>
                  </a:lnTo>
                  <a:lnTo>
                    <a:pt x="841" y="499"/>
                  </a:lnTo>
                  <a:lnTo>
                    <a:pt x="841" y="499"/>
                  </a:lnTo>
                  <a:lnTo>
                    <a:pt x="836" y="494"/>
                  </a:lnTo>
                  <a:lnTo>
                    <a:pt x="830" y="488"/>
                  </a:lnTo>
                  <a:lnTo>
                    <a:pt x="830" y="488"/>
                  </a:lnTo>
                  <a:lnTo>
                    <a:pt x="825" y="488"/>
                  </a:lnTo>
                  <a:lnTo>
                    <a:pt x="820" y="488"/>
                  </a:lnTo>
                  <a:lnTo>
                    <a:pt x="820" y="488"/>
                  </a:lnTo>
                  <a:lnTo>
                    <a:pt x="814" y="484"/>
                  </a:lnTo>
                  <a:lnTo>
                    <a:pt x="810" y="481"/>
                  </a:lnTo>
                  <a:lnTo>
                    <a:pt x="810" y="481"/>
                  </a:lnTo>
                  <a:lnTo>
                    <a:pt x="803" y="481"/>
                  </a:lnTo>
                  <a:lnTo>
                    <a:pt x="796" y="481"/>
                  </a:lnTo>
                  <a:lnTo>
                    <a:pt x="783" y="486"/>
                  </a:lnTo>
                  <a:lnTo>
                    <a:pt x="783" y="486"/>
                  </a:lnTo>
                  <a:lnTo>
                    <a:pt x="776" y="464"/>
                  </a:lnTo>
                  <a:lnTo>
                    <a:pt x="767" y="441"/>
                  </a:lnTo>
                  <a:lnTo>
                    <a:pt x="767" y="441"/>
                  </a:lnTo>
                  <a:lnTo>
                    <a:pt x="756" y="441"/>
                  </a:lnTo>
                  <a:lnTo>
                    <a:pt x="750" y="443"/>
                  </a:lnTo>
                  <a:lnTo>
                    <a:pt x="748" y="443"/>
                  </a:lnTo>
                  <a:lnTo>
                    <a:pt x="747" y="439"/>
                  </a:lnTo>
                  <a:lnTo>
                    <a:pt x="741" y="430"/>
                  </a:lnTo>
                  <a:lnTo>
                    <a:pt x="738" y="426"/>
                  </a:lnTo>
                  <a:lnTo>
                    <a:pt x="738" y="426"/>
                  </a:lnTo>
                  <a:lnTo>
                    <a:pt x="738" y="417"/>
                  </a:lnTo>
                  <a:lnTo>
                    <a:pt x="739" y="406"/>
                  </a:lnTo>
                  <a:lnTo>
                    <a:pt x="739" y="406"/>
                  </a:lnTo>
                  <a:lnTo>
                    <a:pt x="747" y="401"/>
                  </a:lnTo>
                  <a:lnTo>
                    <a:pt x="747" y="401"/>
                  </a:lnTo>
                  <a:lnTo>
                    <a:pt x="747" y="397"/>
                  </a:lnTo>
                  <a:lnTo>
                    <a:pt x="745" y="395"/>
                  </a:lnTo>
                  <a:lnTo>
                    <a:pt x="743" y="393"/>
                  </a:lnTo>
                  <a:lnTo>
                    <a:pt x="745" y="391"/>
                  </a:lnTo>
                  <a:lnTo>
                    <a:pt x="745" y="391"/>
                  </a:lnTo>
                  <a:lnTo>
                    <a:pt x="747" y="391"/>
                  </a:lnTo>
                  <a:lnTo>
                    <a:pt x="752" y="391"/>
                  </a:lnTo>
                  <a:lnTo>
                    <a:pt x="752" y="391"/>
                  </a:lnTo>
                  <a:lnTo>
                    <a:pt x="752" y="384"/>
                  </a:lnTo>
                  <a:lnTo>
                    <a:pt x="752" y="379"/>
                  </a:lnTo>
                  <a:lnTo>
                    <a:pt x="752" y="379"/>
                  </a:lnTo>
                  <a:lnTo>
                    <a:pt x="754" y="377"/>
                  </a:lnTo>
                  <a:lnTo>
                    <a:pt x="758" y="375"/>
                  </a:lnTo>
                  <a:lnTo>
                    <a:pt x="759" y="371"/>
                  </a:lnTo>
                  <a:lnTo>
                    <a:pt x="761" y="370"/>
                  </a:lnTo>
                  <a:lnTo>
                    <a:pt x="761" y="366"/>
                  </a:lnTo>
                  <a:lnTo>
                    <a:pt x="761" y="366"/>
                  </a:lnTo>
                  <a:lnTo>
                    <a:pt x="767" y="366"/>
                  </a:lnTo>
                  <a:lnTo>
                    <a:pt x="770" y="366"/>
                  </a:lnTo>
                  <a:lnTo>
                    <a:pt x="770" y="366"/>
                  </a:lnTo>
                  <a:lnTo>
                    <a:pt x="772" y="361"/>
                  </a:lnTo>
                  <a:lnTo>
                    <a:pt x="770" y="355"/>
                  </a:lnTo>
                  <a:lnTo>
                    <a:pt x="770" y="355"/>
                  </a:lnTo>
                  <a:lnTo>
                    <a:pt x="774" y="353"/>
                  </a:lnTo>
                  <a:lnTo>
                    <a:pt x="776" y="350"/>
                  </a:lnTo>
                  <a:lnTo>
                    <a:pt x="776" y="350"/>
                  </a:lnTo>
                  <a:lnTo>
                    <a:pt x="779" y="351"/>
                  </a:lnTo>
                  <a:lnTo>
                    <a:pt x="783" y="353"/>
                  </a:lnTo>
                  <a:lnTo>
                    <a:pt x="785" y="351"/>
                  </a:lnTo>
                  <a:lnTo>
                    <a:pt x="785" y="351"/>
                  </a:lnTo>
                  <a:lnTo>
                    <a:pt x="785" y="351"/>
                  </a:lnTo>
                  <a:lnTo>
                    <a:pt x="783" y="350"/>
                  </a:lnTo>
                  <a:lnTo>
                    <a:pt x="781" y="348"/>
                  </a:lnTo>
                  <a:lnTo>
                    <a:pt x="781" y="348"/>
                  </a:lnTo>
                  <a:lnTo>
                    <a:pt x="790" y="342"/>
                  </a:lnTo>
                  <a:lnTo>
                    <a:pt x="790" y="342"/>
                  </a:lnTo>
                  <a:lnTo>
                    <a:pt x="787" y="340"/>
                  </a:lnTo>
                  <a:lnTo>
                    <a:pt x="785" y="340"/>
                  </a:lnTo>
                  <a:lnTo>
                    <a:pt x="785" y="340"/>
                  </a:lnTo>
                  <a:lnTo>
                    <a:pt x="785" y="340"/>
                  </a:lnTo>
                  <a:lnTo>
                    <a:pt x="790" y="339"/>
                  </a:lnTo>
                  <a:lnTo>
                    <a:pt x="792" y="340"/>
                  </a:lnTo>
                  <a:lnTo>
                    <a:pt x="796" y="342"/>
                  </a:lnTo>
                  <a:lnTo>
                    <a:pt x="799" y="342"/>
                  </a:lnTo>
                  <a:lnTo>
                    <a:pt x="799" y="342"/>
                  </a:lnTo>
                  <a:lnTo>
                    <a:pt x="805" y="339"/>
                  </a:lnTo>
                  <a:lnTo>
                    <a:pt x="810" y="335"/>
                  </a:lnTo>
                  <a:lnTo>
                    <a:pt x="810" y="335"/>
                  </a:lnTo>
                  <a:lnTo>
                    <a:pt x="810" y="333"/>
                  </a:lnTo>
                  <a:lnTo>
                    <a:pt x="810" y="331"/>
                  </a:lnTo>
                  <a:lnTo>
                    <a:pt x="812" y="328"/>
                  </a:lnTo>
                  <a:lnTo>
                    <a:pt x="812" y="328"/>
                  </a:lnTo>
                  <a:lnTo>
                    <a:pt x="809" y="324"/>
                  </a:lnTo>
                  <a:lnTo>
                    <a:pt x="805" y="322"/>
                  </a:lnTo>
                  <a:lnTo>
                    <a:pt x="805" y="317"/>
                  </a:lnTo>
                  <a:lnTo>
                    <a:pt x="805" y="317"/>
                  </a:lnTo>
                  <a:lnTo>
                    <a:pt x="810" y="320"/>
                  </a:lnTo>
                  <a:lnTo>
                    <a:pt x="814" y="320"/>
                  </a:lnTo>
                  <a:lnTo>
                    <a:pt x="814" y="320"/>
                  </a:lnTo>
                  <a:lnTo>
                    <a:pt x="818" y="300"/>
                  </a:lnTo>
                  <a:lnTo>
                    <a:pt x="818" y="300"/>
                  </a:lnTo>
                  <a:lnTo>
                    <a:pt x="827" y="300"/>
                  </a:lnTo>
                  <a:lnTo>
                    <a:pt x="827" y="300"/>
                  </a:lnTo>
                  <a:lnTo>
                    <a:pt x="827" y="297"/>
                  </a:lnTo>
                  <a:lnTo>
                    <a:pt x="827" y="297"/>
                  </a:lnTo>
                  <a:lnTo>
                    <a:pt x="830" y="295"/>
                  </a:lnTo>
                  <a:lnTo>
                    <a:pt x="830" y="295"/>
                  </a:lnTo>
                  <a:lnTo>
                    <a:pt x="834" y="297"/>
                  </a:lnTo>
                  <a:lnTo>
                    <a:pt x="838" y="297"/>
                  </a:lnTo>
                  <a:lnTo>
                    <a:pt x="840" y="300"/>
                  </a:lnTo>
                  <a:lnTo>
                    <a:pt x="840" y="300"/>
                  </a:lnTo>
                  <a:lnTo>
                    <a:pt x="843" y="300"/>
                  </a:lnTo>
                  <a:lnTo>
                    <a:pt x="854" y="295"/>
                  </a:lnTo>
                  <a:lnTo>
                    <a:pt x="854" y="295"/>
                  </a:lnTo>
                  <a:lnTo>
                    <a:pt x="858" y="295"/>
                  </a:lnTo>
                  <a:lnTo>
                    <a:pt x="861" y="293"/>
                  </a:lnTo>
                  <a:lnTo>
                    <a:pt x="861" y="293"/>
                  </a:lnTo>
                  <a:lnTo>
                    <a:pt x="861" y="291"/>
                  </a:lnTo>
                  <a:lnTo>
                    <a:pt x="861" y="288"/>
                  </a:lnTo>
                  <a:lnTo>
                    <a:pt x="860" y="284"/>
                  </a:lnTo>
                  <a:lnTo>
                    <a:pt x="860" y="284"/>
                  </a:lnTo>
                  <a:lnTo>
                    <a:pt x="861" y="282"/>
                  </a:lnTo>
                  <a:lnTo>
                    <a:pt x="861" y="279"/>
                  </a:lnTo>
                  <a:lnTo>
                    <a:pt x="861" y="279"/>
                  </a:lnTo>
                  <a:lnTo>
                    <a:pt x="865" y="279"/>
                  </a:lnTo>
                  <a:lnTo>
                    <a:pt x="865" y="277"/>
                  </a:lnTo>
                  <a:lnTo>
                    <a:pt x="863" y="273"/>
                  </a:lnTo>
                  <a:lnTo>
                    <a:pt x="863" y="273"/>
                  </a:lnTo>
                  <a:lnTo>
                    <a:pt x="841" y="271"/>
                  </a:lnTo>
                  <a:lnTo>
                    <a:pt x="812" y="271"/>
                  </a:lnTo>
                  <a:lnTo>
                    <a:pt x="812" y="271"/>
                  </a:lnTo>
                  <a:lnTo>
                    <a:pt x="821" y="268"/>
                  </a:lnTo>
                  <a:lnTo>
                    <a:pt x="825" y="266"/>
                  </a:lnTo>
                  <a:lnTo>
                    <a:pt x="825" y="264"/>
                  </a:lnTo>
                  <a:lnTo>
                    <a:pt x="827" y="257"/>
                  </a:lnTo>
                  <a:lnTo>
                    <a:pt x="827" y="257"/>
                  </a:lnTo>
                  <a:lnTo>
                    <a:pt x="829" y="257"/>
                  </a:lnTo>
                  <a:lnTo>
                    <a:pt x="830" y="259"/>
                  </a:lnTo>
                  <a:lnTo>
                    <a:pt x="830" y="262"/>
                  </a:lnTo>
                  <a:lnTo>
                    <a:pt x="830" y="262"/>
                  </a:lnTo>
                  <a:lnTo>
                    <a:pt x="843" y="262"/>
                  </a:lnTo>
                  <a:lnTo>
                    <a:pt x="852" y="262"/>
                  </a:lnTo>
                  <a:lnTo>
                    <a:pt x="861" y="268"/>
                  </a:lnTo>
                  <a:lnTo>
                    <a:pt x="871" y="273"/>
                  </a:lnTo>
                  <a:lnTo>
                    <a:pt x="871" y="273"/>
                  </a:lnTo>
                  <a:lnTo>
                    <a:pt x="871" y="269"/>
                  </a:lnTo>
                  <a:lnTo>
                    <a:pt x="871" y="266"/>
                  </a:lnTo>
                  <a:lnTo>
                    <a:pt x="871" y="266"/>
                  </a:lnTo>
                  <a:lnTo>
                    <a:pt x="878" y="262"/>
                  </a:lnTo>
                  <a:lnTo>
                    <a:pt x="878" y="262"/>
                  </a:lnTo>
                  <a:lnTo>
                    <a:pt x="874" y="244"/>
                  </a:lnTo>
                  <a:lnTo>
                    <a:pt x="874" y="244"/>
                  </a:lnTo>
                  <a:lnTo>
                    <a:pt x="889" y="242"/>
                  </a:lnTo>
                  <a:lnTo>
                    <a:pt x="889" y="242"/>
                  </a:lnTo>
                  <a:lnTo>
                    <a:pt x="892" y="244"/>
                  </a:lnTo>
                  <a:lnTo>
                    <a:pt x="894" y="249"/>
                  </a:lnTo>
                  <a:lnTo>
                    <a:pt x="898" y="253"/>
                  </a:lnTo>
                  <a:lnTo>
                    <a:pt x="905" y="255"/>
                  </a:lnTo>
                  <a:lnTo>
                    <a:pt x="905" y="255"/>
                  </a:lnTo>
                  <a:lnTo>
                    <a:pt x="912" y="253"/>
                  </a:lnTo>
                  <a:lnTo>
                    <a:pt x="914" y="253"/>
                  </a:lnTo>
                  <a:lnTo>
                    <a:pt x="914" y="251"/>
                  </a:lnTo>
                  <a:lnTo>
                    <a:pt x="912" y="248"/>
                  </a:lnTo>
                  <a:lnTo>
                    <a:pt x="905" y="244"/>
                  </a:lnTo>
                  <a:lnTo>
                    <a:pt x="905" y="240"/>
                  </a:lnTo>
                  <a:lnTo>
                    <a:pt x="905" y="240"/>
                  </a:lnTo>
                  <a:lnTo>
                    <a:pt x="909" y="240"/>
                  </a:lnTo>
                  <a:lnTo>
                    <a:pt x="909" y="238"/>
                  </a:lnTo>
                  <a:lnTo>
                    <a:pt x="911" y="237"/>
                  </a:lnTo>
                  <a:lnTo>
                    <a:pt x="912" y="237"/>
                  </a:lnTo>
                  <a:lnTo>
                    <a:pt x="912" y="242"/>
                  </a:lnTo>
                  <a:lnTo>
                    <a:pt x="912" y="242"/>
                  </a:lnTo>
                  <a:lnTo>
                    <a:pt x="918" y="244"/>
                  </a:lnTo>
                  <a:lnTo>
                    <a:pt x="923" y="248"/>
                  </a:lnTo>
                  <a:lnTo>
                    <a:pt x="923" y="248"/>
                  </a:lnTo>
                  <a:lnTo>
                    <a:pt x="927" y="240"/>
                  </a:lnTo>
                  <a:lnTo>
                    <a:pt x="932" y="235"/>
                  </a:lnTo>
                  <a:lnTo>
                    <a:pt x="932" y="235"/>
                  </a:lnTo>
                  <a:lnTo>
                    <a:pt x="936" y="235"/>
                  </a:lnTo>
                  <a:lnTo>
                    <a:pt x="940" y="235"/>
                  </a:lnTo>
                  <a:lnTo>
                    <a:pt x="942" y="229"/>
                  </a:lnTo>
                  <a:lnTo>
                    <a:pt x="942" y="229"/>
                  </a:lnTo>
                  <a:lnTo>
                    <a:pt x="956" y="226"/>
                  </a:lnTo>
                  <a:lnTo>
                    <a:pt x="969" y="220"/>
                  </a:lnTo>
                  <a:lnTo>
                    <a:pt x="969" y="220"/>
                  </a:lnTo>
                  <a:lnTo>
                    <a:pt x="969" y="213"/>
                  </a:lnTo>
                  <a:lnTo>
                    <a:pt x="969" y="207"/>
                  </a:lnTo>
                  <a:lnTo>
                    <a:pt x="969" y="207"/>
                  </a:lnTo>
                  <a:lnTo>
                    <a:pt x="962" y="204"/>
                  </a:lnTo>
                  <a:lnTo>
                    <a:pt x="953" y="200"/>
                  </a:lnTo>
                  <a:lnTo>
                    <a:pt x="949" y="197"/>
                  </a:lnTo>
                  <a:lnTo>
                    <a:pt x="947" y="193"/>
                  </a:lnTo>
                  <a:lnTo>
                    <a:pt x="947" y="189"/>
                  </a:lnTo>
                  <a:lnTo>
                    <a:pt x="947" y="184"/>
                  </a:lnTo>
                  <a:lnTo>
                    <a:pt x="947" y="184"/>
                  </a:lnTo>
                  <a:lnTo>
                    <a:pt x="949" y="182"/>
                  </a:lnTo>
                  <a:lnTo>
                    <a:pt x="951" y="180"/>
                  </a:lnTo>
                  <a:lnTo>
                    <a:pt x="949" y="178"/>
                  </a:lnTo>
                  <a:lnTo>
                    <a:pt x="949" y="178"/>
                  </a:lnTo>
                  <a:lnTo>
                    <a:pt x="954" y="178"/>
                  </a:lnTo>
                  <a:lnTo>
                    <a:pt x="956" y="177"/>
                  </a:lnTo>
                  <a:lnTo>
                    <a:pt x="956" y="173"/>
                  </a:lnTo>
                  <a:lnTo>
                    <a:pt x="956" y="173"/>
                  </a:lnTo>
                  <a:lnTo>
                    <a:pt x="953" y="175"/>
                  </a:lnTo>
                  <a:lnTo>
                    <a:pt x="951" y="173"/>
                  </a:lnTo>
                  <a:lnTo>
                    <a:pt x="951" y="171"/>
                  </a:lnTo>
                  <a:lnTo>
                    <a:pt x="953" y="167"/>
                  </a:lnTo>
                  <a:lnTo>
                    <a:pt x="960" y="158"/>
                  </a:lnTo>
                  <a:lnTo>
                    <a:pt x="960" y="158"/>
                  </a:lnTo>
                  <a:lnTo>
                    <a:pt x="960" y="156"/>
                  </a:lnTo>
                  <a:lnTo>
                    <a:pt x="958" y="155"/>
                  </a:lnTo>
                  <a:lnTo>
                    <a:pt x="956" y="153"/>
                  </a:lnTo>
                  <a:lnTo>
                    <a:pt x="956" y="151"/>
                  </a:lnTo>
                  <a:lnTo>
                    <a:pt x="956" y="151"/>
                  </a:lnTo>
                  <a:lnTo>
                    <a:pt x="953" y="153"/>
                  </a:lnTo>
                  <a:lnTo>
                    <a:pt x="949" y="156"/>
                  </a:lnTo>
                  <a:lnTo>
                    <a:pt x="949" y="156"/>
                  </a:lnTo>
                  <a:lnTo>
                    <a:pt x="947" y="155"/>
                  </a:lnTo>
                  <a:lnTo>
                    <a:pt x="945" y="155"/>
                  </a:lnTo>
                  <a:lnTo>
                    <a:pt x="942" y="155"/>
                  </a:lnTo>
                  <a:lnTo>
                    <a:pt x="942" y="155"/>
                  </a:lnTo>
                  <a:lnTo>
                    <a:pt x="938" y="136"/>
                  </a:lnTo>
                  <a:lnTo>
                    <a:pt x="938" y="136"/>
                  </a:lnTo>
                  <a:lnTo>
                    <a:pt x="918" y="136"/>
                  </a:lnTo>
                  <a:lnTo>
                    <a:pt x="896" y="135"/>
                  </a:lnTo>
                  <a:lnTo>
                    <a:pt x="896" y="135"/>
                  </a:lnTo>
                  <a:lnTo>
                    <a:pt x="902" y="151"/>
                  </a:lnTo>
                  <a:lnTo>
                    <a:pt x="907" y="166"/>
                  </a:lnTo>
                  <a:lnTo>
                    <a:pt x="907" y="166"/>
                  </a:lnTo>
                  <a:lnTo>
                    <a:pt x="905" y="167"/>
                  </a:lnTo>
                  <a:lnTo>
                    <a:pt x="905" y="171"/>
                  </a:lnTo>
                  <a:lnTo>
                    <a:pt x="905" y="171"/>
                  </a:lnTo>
                  <a:lnTo>
                    <a:pt x="900" y="171"/>
                  </a:lnTo>
                  <a:lnTo>
                    <a:pt x="896" y="171"/>
                  </a:lnTo>
                  <a:lnTo>
                    <a:pt x="896" y="171"/>
                  </a:lnTo>
                  <a:lnTo>
                    <a:pt x="894" y="180"/>
                  </a:lnTo>
                  <a:lnTo>
                    <a:pt x="892" y="191"/>
                  </a:lnTo>
                  <a:lnTo>
                    <a:pt x="889" y="191"/>
                  </a:lnTo>
                  <a:lnTo>
                    <a:pt x="889" y="191"/>
                  </a:lnTo>
                  <a:lnTo>
                    <a:pt x="881" y="206"/>
                  </a:lnTo>
                  <a:lnTo>
                    <a:pt x="876" y="213"/>
                  </a:lnTo>
                  <a:lnTo>
                    <a:pt x="871" y="220"/>
                  </a:lnTo>
                  <a:lnTo>
                    <a:pt x="871" y="220"/>
                  </a:lnTo>
                  <a:lnTo>
                    <a:pt x="872" y="220"/>
                  </a:lnTo>
                  <a:lnTo>
                    <a:pt x="871" y="222"/>
                  </a:lnTo>
                  <a:lnTo>
                    <a:pt x="865" y="220"/>
                  </a:lnTo>
                  <a:lnTo>
                    <a:pt x="861" y="220"/>
                  </a:lnTo>
                  <a:lnTo>
                    <a:pt x="861" y="220"/>
                  </a:lnTo>
                  <a:lnTo>
                    <a:pt x="860" y="218"/>
                  </a:lnTo>
                  <a:lnTo>
                    <a:pt x="858" y="215"/>
                  </a:lnTo>
                  <a:lnTo>
                    <a:pt x="856" y="207"/>
                  </a:lnTo>
                  <a:lnTo>
                    <a:pt x="856" y="207"/>
                  </a:lnTo>
                  <a:lnTo>
                    <a:pt x="852" y="206"/>
                  </a:lnTo>
                  <a:lnTo>
                    <a:pt x="849" y="202"/>
                  </a:lnTo>
                  <a:lnTo>
                    <a:pt x="849" y="202"/>
                  </a:lnTo>
                  <a:lnTo>
                    <a:pt x="845" y="197"/>
                  </a:lnTo>
                  <a:lnTo>
                    <a:pt x="841" y="191"/>
                  </a:lnTo>
                  <a:lnTo>
                    <a:pt x="841" y="191"/>
                  </a:lnTo>
                  <a:lnTo>
                    <a:pt x="847" y="186"/>
                  </a:lnTo>
                  <a:lnTo>
                    <a:pt x="849" y="180"/>
                  </a:lnTo>
                  <a:lnTo>
                    <a:pt x="854" y="166"/>
                  </a:lnTo>
                  <a:lnTo>
                    <a:pt x="854" y="166"/>
                  </a:lnTo>
                  <a:lnTo>
                    <a:pt x="856" y="166"/>
                  </a:lnTo>
                  <a:lnTo>
                    <a:pt x="858" y="164"/>
                  </a:lnTo>
                  <a:lnTo>
                    <a:pt x="856" y="164"/>
                  </a:lnTo>
                  <a:lnTo>
                    <a:pt x="856" y="164"/>
                  </a:lnTo>
                  <a:lnTo>
                    <a:pt x="854" y="162"/>
                  </a:lnTo>
                  <a:lnTo>
                    <a:pt x="852" y="158"/>
                  </a:lnTo>
                  <a:lnTo>
                    <a:pt x="849" y="149"/>
                  </a:lnTo>
                  <a:lnTo>
                    <a:pt x="849" y="149"/>
                  </a:lnTo>
                  <a:lnTo>
                    <a:pt x="834" y="155"/>
                  </a:lnTo>
                  <a:lnTo>
                    <a:pt x="834" y="155"/>
                  </a:lnTo>
                  <a:lnTo>
                    <a:pt x="832" y="178"/>
                  </a:lnTo>
                  <a:lnTo>
                    <a:pt x="832" y="178"/>
                  </a:lnTo>
                  <a:lnTo>
                    <a:pt x="827" y="178"/>
                  </a:lnTo>
                  <a:lnTo>
                    <a:pt x="825" y="180"/>
                  </a:lnTo>
                  <a:lnTo>
                    <a:pt x="825" y="180"/>
                  </a:lnTo>
                  <a:lnTo>
                    <a:pt x="825" y="180"/>
                  </a:lnTo>
                  <a:lnTo>
                    <a:pt x="825" y="184"/>
                  </a:lnTo>
                  <a:lnTo>
                    <a:pt x="825" y="187"/>
                  </a:lnTo>
                  <a:lnTo>
                    <a:pt x="825" y="187"/>
                  </a:lnTo>
                  <a:lnTo>
                    <a:pt x="818" y="187"/>
                  </a:lnTo>
                  <a:lnTo>
                    <a:pt x="818" y="187"/>
                  </a:lnTo>
                  <a:lnTo>
                    <a:pt x="818" y="186"/>
                  </a:lnTo>
                  <a:lnTo>
                    <a:pt x="820" y="184"/>
                  </a:lnTo>
                  <a:lnTo>
                    <a:pt x="820" y="180"/>
                  </a:lnTo>
                  <a:lnTo>
                    <a:pt x="820" y="180"/>
                  </a:lnTo>
                  <a:lnTo>
                    <a:pt x="816" y="175"/>
                  </a:lnTo>
                  <a:lnTo>
                    <a:pt x="814" y="166"/>
                  </a:lnTo>
                  <a:lnTo>
                    <a:pt x="812" y="158"/>
                  </a:lnTo>
                  <a:lnTo>
                    <a:pt x="810" y="155"/>
                  </a:lnTo>
                  <a:lnTo>
                    <a:pt x="810" y="155"/>
                  </a:lnTo>
                  <a:lnTo>
                    <a:pt x="807" y="151"/>
                  </a:lnTo>
                  <a:lnTo>
                    <a:pt x="801" y="151"/>
                  </a:lnTo>
                  <a:lnTo>
                    <a:pt x="796" y="151"/>
                  </a:lnTo>
                  <a:lnTo>
                    <a:pt x="790" y="149"/>
                  </a:lnTo>
                  <a:lnTo>
                    <a:pt x="783" y="140"/>
                  </a:lnTo>
                  <a:lnTo>
                    <a:pt x="783" y="140"/>
                  </a:lnTo>
                  <a:lnTo>
                    <a:pt x="783" y="140"/>
                  </a:lnTo>
                  <a:lnTo>
                    <a:pt x="783" y="138"/>
                  </a:lnTo>
                  <a:lnTo>
                    <a:pt x="787" y="135"/>
                  </a:lnTo>
                  <a:lnTo>
                    <a:pt x="796" y="127"/>
                  </a:lnTo>
                  <a:lnTo>
                    <a:pt x="796" y="127"/>
                  </a:lnTo>
                  <a:lnTo>
                    <a:pt x="798" y="126"/>
                  </a:lnTo>
                  <a:lnTo>
                    <a:pt x="796" y="124"/>
                  </a:lnTo>
                  <a:lnTo>
                    <a:pt x="790" y="122"/>
                  </a:lnTo>
                  <a:lnTo>
                    <a:pt x="790" y="122"/>
                  </a:lnTo>
                  <a:lnTo>
                    <a:pt x="789" y="127"/>
                  </a:lnTo>
                  <a:lnTo>
                    <a:pt x="785" y="127"/>
                  </a:lnTo>
                  <a:lnTo>
                    <a:pt x="785" y="127"/>
                  </a:lnTo>
                  <a:lnTo>
                    <a:pt x="787" y="126"/>
                  </a:lnTo>
                  <a:lnTo>
                    <a:pt x="787" y="122"/>
                  </a:lnTo>
                  <a:lnTo>
                    <a:pt x="789" y="115"/>
                  </a:lnTo>
                  <a:lnTo>
                    <a:pt x="789" y="115"/>
                  </a:lnTo>
                  <a:lnTo>
                    <a:pt x="803" y="120"/>
                  </a:lnTo>
                  <a:lnTo>
                    <a:pt x="803" y="120"/>
                  </a:lnTo>
                  <a:lnTo>
                    <a:pt x="803" y="115"/>
                  </a:lnTo>
                  <a:lnTo>
                    <a:pt x="803" y="113"/>
                  </a:lnTo>
                  <a:lnTo>
                    <a:pt x="805" y="113"/>
                  </a:lnTo>
                  <a:lnTo>
                    <a:pt x="805" y="113"/>
                  </a:lnTo>
                  <a:lnTo>
                    <a:pt x="803" y="111"/>
                  </a:lnTo>
                  <a:lnTo>
                    <a:pt x="801" y="111"/>
                  </a:lnTo>
                  <a:lnTo>
                    <a:pt x="798" y="113"/>
                  </a:lnTo>
                  <a:lnTo>
                    <a:pt x="798" y="107"/>
                  </a:lnTo>
                  <a:lnTo>
                    <a:pt x="798" y="107"/>
                  </a:lnTo>
                  <a:lnTo>
                    <a:pt x="794" y="105"/>
                  </a:lnTo>
                  <a:lnTo>
                    <a:pt x="789" y="105"/>
                  </a:lnTo>
                  <a:lnTo>
                    <a:pt x="789" y="105"/>
                  </a:lnTo>
                  <a:lnTo>
                    <a:pt x="785" y="100"/>
                  </a:lnTo>
                  <a:lnTo>
                    <a:pt x="781" y="95"/>
                  </a:lnTo>
                  <a:lnTo>
                    <a:pt x="781" y="95"/>
                  </a:lnTo>
                  <a:lnTo>
                    <a:pt x="776" y="93"/>
                  </a:lnTo>
                  <a:lnTo>
                    <a:pt x="772" y="93"/>
                  </a:lnTo>
                  <a:lnTo>
                    <a:pt x="768" y="93"/>
                  </a:lnTo>
                  <a:lnTo>
                    <a:pt x="763" y="91"/>
                  </a:lnTo>
                  <a:lnTo>
                    <a:pt x="763" y="85"/>
                  </a:lnTo>
                  <a:lnTo>
                    <a:pt x="763" y="85"/>
                  </a:lnTo>
                  <a:lnTo>
                    <a:pt x="758" y="84"/>
                  </a:lnTo>
                  <a:lnTo>
                    <a:pt x="752" y="80"/>
                  </a:lnTo>
                  <a:lnTo>
                    <a:pt x="752" y="76"/>
                  </a:lnTo>
                  <a:lnTo>
                    <a:pt x="752" y="76"/>
                  </a:lnTo>
                  <a:lnTo>
                    <a:pt x="748" y="78"/>
                  </a:lnTo>
                  <a:lnTo>
                    <a:pt x="747" y="78"/>
                  </a:lnTo>
                  <a:lnTo>
                    <a:pt x="747" y="78"/>
                  </a:lnTo>
                  <a:lnTo>
                    <a:pt x="748" y="71"/>
                  </a:lnTo>
                  <a:lnTo>
                    <a:pt x="752" y="64"/>
                  </a:lnTo>
                  <a:lnTo>
                    <a:pt x="756" y="64"/>
                  </a:lnTo>
                  <a:lnTo>
                    <a:pt x="756" y="64"/>
                  </a:lnTo>
                  <a:lnTo>
                    <a:pt x="758" y="58"/>
                  </a:lnTo>
                  <a:lnTo>
                    <a:pt x="756" y="56"/>
                  </a:lnTo>
                  <a:lnTo>
                    <a:pt x="754" y="54"/>
                  </a:lnTo>
                  <a:lnTo>
                    <a:pt x="752" y="51"/>
                  </a:lnTo>
                  <a:lnTo>
                    <a:pt x="756" y="47"/>
                  </a:lnTo>
                  <a:lnTo>
                    <a:pt x="756" y="47"/>
                  </a:lnTo>
                  <a:lnTo>
                    <a:pt x="772" y="44"/>
                  </a:lnTo>
                  <a:lnTo>
                    <a:pt x="785" y="42"/>
                  </a:lnTo>
                  <a:lnTo>
                    <a:pt x="785" y="42"/>
                  </a:lnTo>
                  <a:lnTo>
                    <a:pt x="794" y="40"/>
                  </a:lnTo>
                  <a:lnTo>
                    <a:pt x="798" y="40"/>
                  </a:lnTo>
                  <a:lnTo>
                    <a:pt x="799" y="38"/>
                  </a:lnTo>
                  <a:lnTo>
                    <a:pt x="799" y="38"/>
                  </a:lnTo>
                  <a:lnTo>
                    <a:pt x="805" y="34"/>
                  </a:lnTo>
                  <a:lnTo>
                    <a:pt x="809" y="25"/>
                  </a:lnTo>
                  <a:lnTo>
                    <a:pt x="814" y="9"/>
                  </a:lnTo>
                  <a:lnTo>
                    <a:pt x="814" y="9"/>
                  </a:lnTo>
                  <a:lnTo>
                    <a:pt x="803" y="7"/>
                  </a:lnTo>
                  <a:lnTo>
                    <a:pt x="803" y="7"/>
                  </a:lnTo>
                  <a:lnTo>
                    <a:pt x="798" y="7"/>
                  </a:lnTo>
                  <a:lnTo>
                    <a:pt x="792" y="9"/>
                  </a:lnTo>
                  <a:lnTo>
                    <a:pt x="785" y="9"/>
                  </a:lnTo>
                  <a:lnTo>
                    <a:pt x="785" y="5"/>
                  </a:lnTo>
                  <a:lnTo>
                    <a:pt x="785" y="5"/>
                  </a:lnTo>
                  <a:lnTo>
                    <a:pt x="772" y="0"/>
                  </a:lnTo>
                  <a:lnTo>
                    <a:pt x="765" y="0"/>
                  </a:lnTo>
                  <a:lnTo>
                    <a:pt x="756" y="0"/>
                  </a:lnTo>
                  <a:lnTo>
                    <a:pt x="756" y="0"/>
                  </a:lnTo>
                  <a:lnTo>
                    <a:pt x="754" y="5"/>
                  </a:lnTo>
                  <a:lnTo>
                    <a:pt x="754" y="5"/>
                  </a:lnTo>
                  <a:lnTo>
                    <a:pt x="734" y="5"/>
                  </a:lnTo>
                  <a:lnTo>
                    <a:pt x="734" y="5"/>
                  </a:lnTo>
                  <a:lnTo>
                    <a:pt x="734" y="11"/>
                  </a:lnTo>
                  <a:lnTo>
                    <a:pt x="730" y="14"/>
                  </a:lnTo>
                  <a:lnTo>
                    <a:pt x="730" y="14"/>
                  </a:lnTo>
                  <a:lnTo>
                    <a:pt x="730" y="27"/>
                  </a:lnTo>
                  <a:lnTo>
                    <a:pt x="732" y="36"/>
                  </a:lnTo>
                  <a:lnTo>
                    <a:pt x="732" y="36"/>
                  </a:lnTo>
                  <a:lnTo>
                    <a:pt x="736" y="42"/>
                  </a:lnTo>
                  <a:lnTo>
                    <a:pt x="739" y="47"/>
                  </a:lnTo>
                  <a:lnTo>
                    <a:pt x="739" y="47"/>
                  </a:lnTo>
                  <a:lnTo>
                    <a:pt x="736" y="49"/>
                  </a:lnTo>
                  <a:lnTo>
                    <a:pt x="734" y="51"/>
                  </a:lnTo>
                  <a:lnTo>
                    <a:pt x="734" y="51"/>
                  </a:lnTo>
                  <a:lnTo>
                    <a:pt x="741" y="56"/>
                  </a:lnTo>
                  <a:lnTo>
                    <a:pt x="741" y="71"/>
                  </a:lnTo>
                  <a:lnTo>
                    <a:pt x="741" y="71"/>
                  </a:lnTo>
                  <a:lnTo>
                    <a:pt x="739" y="73"/>
                  </a:lnTo>
                  <a:lnTo>
                    <a:pt x="738" y="75"/>
                  </a:lnTo>
                  <a:lnTo>
                    <a:pt x="734" y="76"/>
                  </a:lnTo>
                  <a:lnTo>
                    <a:pt x="732" y="78"/>
                  </a:lnTo>
                  <a:lnTo>
                    <a:pt x="732" y="78"/>
                  </a:lnTo>
                  <a:lnTo>
                    <a:pt x="732" y="82"/>
                  </a:lnTo>
                  <a:lnTo>
                    <a:pt x="732" y="85"/>
                  </a:lnTo>
                  <a:lnTo>
                    <a:pt x="738" y="85"/>
                  </a:lnTo>
                  <a:lnTo>
                    <a:pt x="738" y="91"/>
                  </a:lnTo>
                  <a:lnTo>
                    <a:pt x="738" y="91"/>
                  </a:lnTo>
                  <a:lnTo>
                    <a:pt x="734" y="89"/>
                  </a:lnTo>
                  <a:lnTo>
                    <a:pt x="730" y="89"/>
                  </a:lnTo>
                  <a:lnTo>
                    <a:pt x="727" y="85"/>
                  </a:lnTo>
                  <a:lnTo>
                    <a:pt x="727" y="85"/>
                  </a:lnTo>
                  <a:lnTo>
                    <a:pt x="721" y="100"/>
                  </a:lnTo>
                  <a:lnTo>
                    <a:pt x="721" y="107"/>
                  </a:lnTo>
                  <a:lnTo>
                    <a:pt x="721" y="111"/>
                  </a:lnTo>
                  <a:lnTo>
                    <a:pt x="725" y="115"/>
                  </a:lnTo>
                  <a:lnTo>
                    <a:pt x="725" y="115"/>
                  </a:lnTo>
                  <a:lnTo>
                    <a:pt x="717" y="115"/>
                  </a:lnTo>
                  <a:lnTo>
                    <a:pt x="717" y="115"/>
                  </a:lnTo>
                  <a:lnTo>
                    <a:pt x="716" y="116"/>
                  </a:lnTo>
                  <a:lnTo>
                    <a:pt x="714" y="120"/>
                  </a:lnTo>
                  <a:lnTo>
                    <a:pt x="714" y="120"/>
                  </a:lnTo>
                  <a:lnTo>
                    <a:pt x="730" y="131"/>
                  </a:lnTo>
                  <a:lnTo>
                    <a:pt x="730" y="131"/>
                  </a:lnTo>
                  <a:lnTo>
                    <a:pt x="725" y="133"/>
                  </a:lnTo>
                  <a:lnTo>
                    <a:pt x="723" y="136"/>
                  </a:lnTo>
                  <a:lnTo>
                    <a:pt x="723" y="138"/>
                  </a:lnTo>
                  <a:lnTo>
                    <a:pt x="725" y="138"/>
                  </a:lnTo>
                  <a:lnTo>
                    <a:pt x="732" y="140"/>
                  </a:lnTo>
                  <a:lnTo>
                    <a:pt x="732" y="140"/>
                  </a:lnTo>
                  <a:lnTo>
                    <a:pt x="730" y="140"/>
                  </a:lnTo>
                  <a:lnTo>
                    <a:pt x="732" y="142"/>
                  </a:lnTo>
                  <a:lnTo>
                    <a:pt x="734" y="142"/>
                  </a:lnTo>
                  <a:lnTo>
                    <a:pt x="734" y="142"/>
                  </a:lnTo>
                  <a:lnTo>
                    <a:pt x="732" y="140"/>
                  </a:lnTo>
                  <a:lnTo>
                    <a:pt x="732" y="136"/>
                  </a:lnTo>
                  <a:lnTo>
                    <a:pt x="734" y="133"/>
                  </a:lnTo>
                  <a:lnTo>
                    <a:pt x="734" y="131"/>
                  </a:lnTo>
                  <a:lnTo>
                    <a:pt x="734" y="131"/>
                  </a:lnTo>
                  <a:lnTo>
                    <a:pt x="738" y="133"/>
                  </a:lnTo>
                  <a:lnTo>
                    <a:pt x="741" y="131"/>
                  </a:lnTo>
                  <a:lnTo>
                    <a:pt x="741" y="131"/>
                  </a:lnTo>
                  <a:lnTo>
                    <a:pt x="750" y="142"/>
                  </a:lnTo>
                  <a:lnTo>
                    <a:pt x="752" y="144"/>
                  </a:lnTo>
                  <a:lnTo>
                    <a:pt x="756" y="146"/>
                  </a:lnTo>
                  <a:lnTo>
                    <a:pt x="763" y="142"/>
                  </a:lnTo>
                  <a:lnTo>
                    <a:pt x="776" y="136"/>
                  </a:lnTo>
                  <a:lnTo>
                    <a:pt x="776" y="142"/>
                  </a:lnTo>
                  <a:lnTo>
                    <a:pt x="776" y="142"/>
                  </a:lnTo>
                  <a:lnTo>
                    <a:pt x="768" y="144"/>
                  </a:lnTo>
                  <a:lnTo>
                    <a:pt x="767" y="144"/>
                  </a:lnTo>
                  <a:lnTo>
                    <a:pt x="767" y="144"/>
                  </a:lnTo>
                  <a:lnTo>
                    <a:pt x="765" y="149"/>
                  </a:lnTo>
                  <a:lnTo>
                    <a:pt x="767" y="156"/>
                  </a:lnTo>
                  <a:lnTo>
                    <a:pt x="767" y="156"/>
                  </a:lnTo>
                  <a:lnTo>
                    <a:pt x="759" y="155"/>
                  </a:lnTo>
                  <a:lnTo>
                    <a:pt x="759" y="155"/>
                  </a:lnTo>
                  <a:lnTo>
                    <a:pt x="756" y="155"/>
                  </a:lnTo>
                  <a:lnTo>
                    <a:pt x="752" y="155"/>
                  </a:lnTo>
                  <a:lnTo>
                    <a:pt x="752" y="155"/>
                  </a:lnTo>
                  <a:lnTo>
                    <a:pt x="748" y="173"/>
                  </a:lnTo>
                  <a:lnTo>
                    <a:pt x="748" y="173"/>
                  </a:lnTo>
                  <a:lnTo>
                    <a:pt x="756" y="171"/>
                  </a:lnTo>
                  <a:lnTo>
                    <a:pt x="761" y="171"/>
                  </a:lnTo>
                  <a:lnTo>
                    <a:pt x="761" y="171"/>
                  </a:lnTo>
                  <a:lnTo>
                    <a:pt x="761" y="173"/>
                  </a:lnTo>
                  <a:lnTo>
                    <a:pt x="761" y="175"/>
                  </a:lnTo>
                  <a:lnTo>
                    <a:pt x="763" y="178"/>
                  </a:lnTo>
                  <a:lnTo>
                    <a:pt x="763" y="178"/>
                  </a:lnTo>
                  <a:lnTo>
                    <a:pt x="758" y="178"/>
                  </a:lnTo>
                  <a:lnTo>
                    <a:pt x="752" y="180"/>
                  </a:lnTo>
                  <a:lnTo>
                    <a:pt x="752" y="184"/>
                  </a:lnTo>
                  <a:lnTo>
                    <a:pt x="752" y="184"/>
                  </a:lnTo>
                  <a:lnTo>
                    <a:pt x="741" y="191"/>
                  </a:lnTo>
                  <a:lnTo>
                    <a:pt x="730" y="200"/>
                  </a:lnTo>
                  <a:lnTo>
                    <a:pt x="727" y="206"/>
                  </a:lnTo>
                  <a:lnTo>
                    <a:pt x="727" y="211"/>
                  </a:lnTo>
                  <a:lnTo>
                    <a:pt x="728" y="217"/>
                  </a:lnTo>
                  <a:lnTo>
                    <a:pt x="734" y="222"/>
                  </a:lnTo>
                  <a:lnTo>
                    <a:pt x="734" y="222"/>
                  </a:lnTo>
                  <a:lnTo>
                    <a:pt x="734" y="224"/>
                  </a:lnTo>
                  <a:lnTo>
                    <a:pt x="734" y="224"/>
                  </a:lnTo>
                  <a:lnTo>
                    <a:pt x="732" y="226"/>
                  </a:lnTo>
                  <a:lnTo>
                    <a:pt x="732" y="228"/>
                  </a:lnTo>
                  <a:lnTo>
                    <a:pt x="732" y="228"/>
                  </a:lnTo>
                  <a:lnTo>
                    <a:pt x="719" y="220"/>
                  </a:lnTo>
                  <a:lnTo>
                    <a:pt x="719" y="220"/>
                  </a:lnTo>
                  <a:lnTo>
                    <a:pt x="714" y="213"/>
                  </a:lnTo>
                  <a:lnTo>
                    <a:pt x="710" y="206"/>
                  </a:lnTo>
                  <a:lnTo>
                    <a:pt x="710" y="186"/>
                  </a:lnTo>
                  <a:lnTo>
                    <a:pt x="710" y="186"/>
                  </a:lnTo>
                  <a:lnTo>
                    <a:pt x="707" y="186"/>
                  </a:lnTo>
                  <a:lnTo>
                    <a:pt x="705" y="187"/>
                  </a:lnTo>
                  <a:lnTo>
                    <a:pt x="705" y="187"/>
                  </a:lnTo>
                  <a:lnTo>
                    <a:pt x="707" y="189"/>
                  </a:lnTo>
                  <a:lnTo>
                    <a:pt x="705" y="191"/>
                  </a:lnTo>
                  <a:lnTo>
                    <a:pt x="703" y="191"/>
                  </a:lnTo>
                  <a:lnTo>
                    <a:pt x="703" y="191"/>
                  </a:lnTo>
                  <a:lnTo>
                    <a:pt x="696" y="184"/>
                  </a:lnTo>
                  <a:lnTo>
                    <a:pt x="688" y="177"/>
                  </a:lnTo>
                  <a:lnTo>
                    <a:pt x="688" y="177"/>
                  </a:lnTo>
                  <a:lnTo>
                    <a:pt x="683" y="186"/>
                  </a:lnTo>
                  <a:lnTo>
                    <a:pt x="683" y="193"/>
                  </a:lnTo>
                  <a:lnTo>
                    <a:pt x="683" y="195"/>
                  </a:lnTo>
                  <a:lnTo>
                    <a:pt x="685" y="198"/>
                  </a:lnTo>
                  <a:lnTo>
                    <a:pt x="685" y="198"/>
                  </a:lnTo>
                  <a:lnTo>
                    <a:pt x="672" y="202"/>
                  </a:lnTo>
                  <a:lnTo>
                    <a:pt x="665" y="202"/>
                  </a:lnTo>
                  <a:lnTo>
                    <a:pt x="656" y="200"/>
                  </a:lnTo>
                  <a:lnTo>
                    <a:pt x="654" y="195"/>
                  </a:lnTo>
                  <a:lnTo>
                    <a:pt x="654" y="195"/>
                  </a:lnTo>
                  <a:lnTo>
                    <a:pt x="646" y="197"/>
                  </a:lnTo>
                  <a:lnTo>
                    <a:pt x="643" y="200"/>
                  </a:lnTo>
                  <a:lnTo>
                    <a:pt x="637" y="204"/>
                  </a:lnTo>
                  <a:lnTo>
                    <a:pt x="632" y="206"/>
                  </a:lnTo>
                  <a:lnTo>
                    <a:pt x="628" y="200"/>
                  </a:lnTo>
                  <a:lnTo>
                    <a:pt x="628" y="200"/>
                  </a:lnTo>
                  <a:lnTo>
                    <a:pt x="625" y="200"/>
                  </a:lnTo>
                  <a:lnTo>
                    <a:pt x="621" y="200"/>
                  </a:lnTo>
                  <a:lnTo>
                    <a:pt x="617" y="200"/>
                  </a:lnTo>
                  <a:lnTo>
                    <a:pt x="612" y="198"/>
                  </a:lnTo>
                  <a:lnTo>
                    <a:pt x="612" y="198"/>
                  </a:lnTo>
                  <a:lnTo>
                    <a:pt x="608" y="193"/>
                  </a:lnTo>
                  <a:lnTo>
                    <a:pt x="604" y="189"/>
                  </a:lnTo>
                  <a:lnTo>
                    <a:pt x="603" y="187"/>
                  </a:lnTo>
                  <a:lnTo>
                    <a:pt x="603" y="187"/>
                  </a:lnTo>
                  <a:lnTo>
                    <a:pt x="601" y="189"/>
                  </a:lnTo>
                  <a:lnTo>
                    <a:pt x="599" y="189"/>
                  </a:lnTo>
                  <a:lnTo>
                    <a:pt x="595" y="193"/>
                  </a:lnTo>
                  <a:lnTo>
                    <a:pt x="595" y="191"/>
                  </a:lnTo>
                  <a:lnTo>
                    <a:pt x="592" y="193"/>
                  </a:lnTo>
                  <a:lnTo>
                    <a:pt x="592" y="193"/>
                  </a:lnTo>
                  <a:lnTo>
                    <a:pt x="588" y="193"/>
                  </a:lnTo>
                  <a:lnTo>
                    <a:pt x="588" y="191"/>
                  </a:lnTo>
                  <a:lnTo>
                    <a:pt x="590" y="187"/>
                  </a:lnTo>
                  <a:lnTo>
                    <a:pt x="590" y="186"/>
                  </a:lnTo>
                  <a:lnTo>
                    <a:pt x="590" y="186"/>
                  </a:lnTo>
                  <a:lnTo>
                    <a:pt x="586" y="184"/>
                  </a:lnTo>
                  <a:lnTo>
                    <a:pt x="583" y="184"/>
                  </a:lnTo>
                  <a:lnTo>
                    <a:pt x="583" y="184"/>
                  </a:lnTo>
                  <a:lnTo>
                    <a:pt x="581" y="186"/>
                  </a:lnTo>
                  <a:lnTo>
                    <a:pt x="579" y="187"/>
                  </a:lnTo>
                  <a:lnTo>
                    <a:pt x="575" y="187"/>
                  </a:lnTo>
                  <a:lnTo>
                    <a:pt x="575" y="187"/>
                  </a:lnTo>
                  <a:lnTo>
                    <a:pt x="568" y="166"/>
                  </a:lnTo>
                  <a:lnTo>
                    <a:pt x="568" y="166"/>
                  </a:lnTo>
                  <a:lnTo>
                    <a:pt x="546" y="167"/>
                  </a:lnTo>
                  <a:lnTo>
                    <a:pt x="524" y="169"/>
                  </a:lnTo>
                  <a:lnTo>
                    <a:pt x="524" y="169"/>
                  </a:lnTo>
                  <a:lnTo>
                    <a:pt x="521" y="180"/>
                  </a:lnTo>
                  <a:lnTo>
                    <a:pt x="517" y="191"/>
                  </a:lnTo>
                  <a:lnTo>
                    <a:pt x="517" y="191"/>
                  </a:lnTo>
                  <a:lnTo>
                    <a:pt x="524" y="187"/>
                  </a:lnTo>
                  <a:lnTo>
                    <a:pt x="524" y="187"/>
                  </a:lnTo>
                  <a:lnTo>
                    <a:pt x="522" y="189"/>
                  </a:lnTo>
                  <a:lnTo>
                    <a:pt x="524" y="191"/>
                  </a:lnTo>
                  <a:lnTo>
                    <a:pt x="528" y="191"/>
                  </a:lnTo>
                  <a:lnTo>
                    <a:pt x="526" y="184"/>
                  </a:lnTo>
                  <a:lnTo>
                    <a:pt x="526" y="184"/>
                  </a:lnTo>
                  <a:lnTo>
                    <a:pt x="530" y="184"/>
                  </a:lnTo>
                  <a:lnTo>
                    <a:pt x="532" y="184"/>
                  </a:lnTo>
                  <a:lnTo>
                    <a:pt x="533" y="186"/>
                  </a:lnTo>
                  <a:lnTo>
                    <a:pt x="537" y="186"/>
                  </a:lnTo>
                  <a:lnTo>
                    <a:pt x="537" y="186"/>
                  </a:lnTo>
                  <a:lnTo>
                    <a:pt x="541" y="178"/>
                  </a:lnTo>
                  <a:lnTo>
                    <a:pt x="541" y="178"/>
                  </a:lnTo>
                  <a:lnTo>
                    <a:pt x="546" y="180"/>
                  </a:lnTo>
                  <a:lnTo>
                    <a:pt x="553" y="180"/>
                  </a:lnTo>
                  <a:lnTo>
                    <a:pt x="553" y="180"/>
                  </a:lnTo>
                  <a:lnTo>
                    <a:pt x="521" y="202"/>
                  </a:lnTo>
                  <a:lnTo>
                    <a:pt x="521" y="202"/>
                  </a:lnTo>
                  <a:lnTo>
                    <a:pt x="524" y="209"/>
                  </a:lnTo>
                  <a:lnTo>
                    <a:pt x="526" y="213"/>
                  </a:lnTo>
                  <a:lnTo>
                    <a:pt x="526" y="213"/>
                  </a:lnTo>
                  <a:lnTo>
                    <a:pt x="526" y="215"/>
                  </a:lnTo>
                  <a:lnTo>
                    <a:pt x="524" y="217"/>
                  </a:lnTo>
                  <a:lnTo>
                    <a:pt x="524" y="218"/>
                  </a:lnTo>
                  <a:lnTo>
                    <a:pt x="524" y="220"/>
                  </a:lnTo>
                  <a:lnTo>
                    <a:pt x="524" y="220"/>
                  </a:lnTo>
                  <a:lnTo>
                    <a:pt x="526" y="222"/>
                  </a:lnTo>
                  <a:lnTo>
                    <a:pt x="528" y="224"/>
                  </a:lnTo>
                  <a:lnTo>
                    <a:pt x="528" y="224"/>
                  </a:lnTo>
                  <a:lnTo>
                    <a:pt x="532" y="226"/>
                  </a:lnTo>
                  <a:lnTo>
                    <a:pt x="532" y="226"/>
                  </a:lnTo>
                  <a:lnTo>
                    <a:pt x="528" y="228"/>
                  </a:lnTo>
                  <a:lnTo>
                    <a:pt x="526" y="228"/>
                  </a:lnTo>
                  <a:lnTo>
                    <a:pt x="526" y="228"/>
                  </a:lnTo>
                  <a:lnTo>
                    <a:pt x="524" y="235"/>
                  </a:lnTo>
                  <a:lnTo>
                    <a:pt x="524" y="235"/>
                  </a:lnTo>
                  <a:lnTo>
                    <a:pt x="521" y="233"/>
                  </a:lnTo>
                  <a:lnTo>
                    <a:pt x="517" y="229"/>
                  </a:lnTo>
                  <a:lnTo>
                    <a:pt x="517" y="229"/>
                  </a:lnTo>
                  <a:lnTo>
                    <a:pt x="515" y="224"/>
                  </a:lnTo>
                  <a:lnTo>
                    <a:pt x="515" y="215"/>
                  </a:lnTo>
                  <a:lnTo>
                    <a:pt x="513" y="209"/>
                  </a:lnTo>
                  <a:lnTo>
                    <a:pt x="513" y="209"/>
                  </a:lnTo>
                  <a:lnTo>
                    <a:pt x="512" y="213"/>
                  </a:lnTo>
                  <a:lnTo>
                    <a:pt x="512" y="213"/>
                  </a:lnTo>
                  <a:lnTo>
                    <a:pt x="510" y="220"/>
                  </a:lnTo>
                  <a:lnTo>
                    <a:pt x="510" y="220"/>
                  </a:lnTo>
                  <a:lnTo>
                    <a:pt x="504" y="200"/>
                  </a:lnTo>
                  <a:lnTo>
                    <a:pt x="504" y="200"/>
                  </a:lnTo>
                  <a:lnTo>
                    <a:pt x="499" y="200"/>
                  </a:lnTo>
                  <a:lnTo>
                    <a:pt x="495" y="200"/>
                  </a:lnTo>
                  <a:lnTo>
                    <a:pt x="495" y="200"/>
                  </a:lnTo>
                  <a:lnTo>
                    <a:pt x="493" y="198"/>
                  </a:lnTo>
                  <a:lnTo>
                    <a:pt x="492" y="197"/>
                  </a:lnTo>
                  <a:lnTo>
                    <a:pt x="490" y="191"/>
                  </a:lnTo>
                  <a:lnTo>
                    <a:pt x="490" y="191"/>
                  </a:lnTo>
                  <a:lnTo>
                    <a:pt x="484" y="197"/>
                  </a:lnTo>
                  <a:lnTo>
                    <a:pt x="477" y="200"/>
                  </a:lnTo>
                  <a:lnTo>
                    <a:pt x="477" y="200"/>
                  </a:lnTo>
                  <a:lnTo>
                    <a:pt x="475" y="200"/>
                  </a:lnTo>
                  <a:lnTo>
                    <a:pt x="475" y="200"/>
                  </a:lnTo>
                  <a:lnTo>
                    <a:pt x="475" y="198"/>
                  </a:lnTo>
                  <a:lnTo>
                    <a:pt x="475" y="198"/>
                  </a:lnTo>
                  <a:lnTo>
                    <a:pt x="475" y="198"/>
                  </a:lnTo>
                  <a:lnTo>
                    <a:pt x="471" y="198"/>
                  </a:lnTo>
                  <a:lnTo>
                    <a:pt x="466" y="198"/>
                  </a:lnTo>
                  <a:lnTo>
                    <a:pt x="453" y="202"/>
                  </a:lnTo>
                  <a:lnTo>
                    <a:pt x="439" y="206"/>
                  </a:lnTo>
                  <a:lnTo>
                    <a:pt x="433" y="206"/>
                  </a:lnTo>
                  <a:lnTo>
                    <a:pt x="426" y="206"/>
                  </a:lnTo>
                  <a:lnTo>
                    <a:pt x="426" y="206"/>
                  </a:lnTo>
                  <a:lnTo>
                    <a:pt x="422" y="202"/>
                  </a:lnTo>
                  <a:lnTo>
                    <a:pt x="422" y="197"/>
                  </a:lnTo>
                  <a:lnTo>
                    <a:pt x="422" y="191"/>
                  </a:lnTo>
                  <a:lnTo>
                    <a:pt x="424" y="191"/>
                  </a:lnTo>
                  <a:lnTo>
                    <a:pt x="426" y="191"/>
                  </a:lnTo>
                  <a:lnTo>
                    <a:pt x="426" y="191"/>
                  </a:lnTo>
                  <a:lnTo>
                    <a:pt x="424" y="187"/>
                  </a:lnTo>
                  <a:lnTo>
                    <a:pt x="424" y="186"/>
                  </a:lnTo>
                  <a:lnTo>
                    <a:pt x="424" y="186"/>
                  </a:lnTo>
                  <a:lnTo>
                    <a:pt x="431" y="186"/>
                  </a:lnTo>
                  <a:lnTo>
                    <a:pt x="439" y="186"/>
                  </a:lnTo>
                  <a:lnTo>
                    <a:pt x="439" y="186"/>
                  </a:lnTo>
                  <a:lnTo>
                    <a:pt x="430" y="175"/>
                  </a:lnTo>
                  <a:lnTo>
                    <a:pt x="424" y="169"/>
                  </a:lnTo>
                  <a:lnTo>
                    <a:pt x="419" y="166"/>
                  </a:lnTo>
                  <a:lnTo>
                    <a:pt x="419" y="166"/>
                  </a:lnTo>
                  <a:lnTo>
                    <a:pt x="413" y="166"/>
                  </a:lnTo>
                  <a:lnTo>
                    <a:pt x="411" y="166"/>
                  </a:lnTo>
                  <a:lnTo>
                    <a:pt x="408" y="169"/>
                  </a:lnTo>
                  <a:lnTo>
                    <a:pt x="406" y="173"/>
                  </a:lnTo>
                  <a:lnTo>
                    <a:pt x="402" y="173"/>
                  </a:lnTo>
                  <a:lnTo>
                    <a:pt x="397" y="173"/>
                  </a:lnTo>
                  <a:lnTo>
                    <a:pt x="397" y="173"/>
                  </a:lnTo>
                  <a:lnTo>
                    <a:pt x="389" y="169"/>
                  </a:lnTo>
                  <a:lnTo>
                    <a:pt x="384" y="166"/>
                  </a:lnTo>
                  <a:lnTo>
                    <a:pt x="384" y="166"/>
                  </a:lnTo>
                  <a:lnTo>
                    <a:pt x="375" y="166"/>
                  </a:lnTo>
                  <a:lnTo>
                    <a:pt x="371" y="166"/>
                  </a:lnTo>
                  <a:lnTo>
                    <a:pt x="368" y="164"/>
                  </a:lnTo>
                  <a:lnTo>
                    <a:pt x="368" y="164"/>
                  </a:lnTo>
                  <a:lnTo>
                    <a:pt x="366" y="160"/>
                  </a:lnTo>
                  <a:lnTo>
                    <a:pt x="366" y="158"/>
                  </a:lnTo>
                  <a:lnTo>
                    <a:pt x="366" y="156"/>
                  </a:lnTo>
                  <a:lnTo>
                    <a:pt x="366" y="156"/>
                  </a:lnTo>
                  <a:lnTo>
                    <a:pt x="362" y="156"/>
                  </a:lnTo>
                  <a:lnTo>
                    <a:pt x="360" y="156"/>
                  </a:lnTo>
                  <a:lnTo>
                    <a:pt x="360" y="158"/>
                  </a:lnTo>
                  <a:lnTo>
                    <a:pt x="358" y="158"/>
                  </a:lnTo>
                  <a:lnTo>
                    <a:pt x="353" y="155"/>
                  </a:lnTo>
                  <a:lnTo>
                    <a:pt x="353" y="155"/>
                  </a:lnTo>
                  <a:lnTo>
                    <a:pt x="329" y="142"/>
                  </a:lnTo>
                  <a:lnTo>
                    <a:pt x="315" y="138"/>
                  </a:lnTo>
                  <a:lnTo>
                    <a:pt x="307" y="138"/>
                  </a:lnTo>
                  <a:lnTo>
                    <a:pt x="302" y="140"/>
                  </a:lnTo>
                  <a:lnTo>
                    <a:pt x="302" y="144"/>
                  </a:lnTo>
                  <a:lnTo>
                    <a:pt x="302" y="144"/>
                  </a:lnTo>
                  <a:lnTo>
                    <a:pt x="287" y="151"/>
                  </a:lnTo>
                  <a:lnTo>
                    <a:pt x="287" y="151"/>
                  </a:lnTo>
                  <a:lnTo>
                    <a:pt x="284" y="138"/>
                  </a:lnTo>
                  <a:lnTo>
                    <a:pt x="282" y="127"/>
                  </a:lnTo>
                  <a:lnTo>
                    <a:pt x="282" y="127"/>
                  </a:lnTo>
                  <a:lnTo>
                    <a:pt x="280" y="129"/>
                  </a:lnTo>
                  <a:lnTo>
                    <a:pt x="276" y="131"/>
                  </a:lnTo>
                  <a:lnTo>
                    <a:pt x="276" y="131"/>
                  </a:lnTo>
                  <a:lnTo>
                    <a:pt x="278" y="133"/>
                  </a:lnTo>
                  <a:lnTo>
                    <a:pt x="278" y="135"/>
                  </a:lnTo>
                  <a:lnTo>
                    <a:pt x="278" y="140"/>
                  </a:lnTo>
                  <a:lnTo>
                    <a:pt x="275" y="155"/>
                  </a:lnTo>
                  <a:lnTo>
                    <a:pt x="269" y="155"/>
                  </a:lnTo>
                  <a:lnTo>
                    <a:pt x="269" y="155"/>
                  </a:lnTo>
                  <a:lnTo>
                    <a:pt x="255" y="142"/>
                  </a:lnTo>
                  <a:lnTo>
                    <a:pt x="247" y="135"/>
                  </a:lnTo>
                  <a:lnTo>
                    <a:pt x="242" y="129"/>
                  </a:lnTo>
                  <a:lnTo>
                    <a:pt x="242" y="124"/>
                  </a:lnTo>
                  <a:lnTo>
                    <a:pt x="238" y="124"/>
                  </a:lnTo>
                  <a:lnTo>
                    <a:pt x="238" y="122"/>
                  </a:lnTo>
                  <a:lnTo>
                    <a:pt x="238" y="122"/>
                  </a:lnTo>
                  <a:lnTo>
                    <a:pt x="231" y="118"/>
                  </a:lnTo>
                  <a:lnTo>
                    <a:pt x="224" y="111"/>
                  </a:lnTo>
                  <a:lnTo>
                    <a:pt x="211" y="100"/>
                  </a:lnTo>
                  <a:lnTo>
                    <a:pt x="211" y="100"/>
                  </a:lnTo>
                  <a:lnTo>
                    <a:pt x="209" y="113"/>
                  </a:lnTo>
                  <a:lnTo>
                    <a:pt x="209" y="113"/>
                  </a:lnTo>
                  <a:lnTo>
                    <a:pt x="211" y="113"/>
                  </a:lnTo>
                  <a:lnTo>
                    <a:pt x="211" y="115"/>
                  </a:lnTo>
                  <a:lnTo>
                    <a:pt x="211" y="116"/>
                  </a:lnTo>
                  <a:lnTo>
                    <a:pt x="209" y="116"/>
                  </a:lnTo>
                  <a:lnTo>
                    <a:pt x="209" y="116"/>
                  </a:lnTo>
                  <a:lnTo>
                    <a:pt x="205" y="126"/>
                  </a:lnTo>
                  <a:lnTo>
                    <a:pt x="202" y="135"/>
                  </a:lnTo>
                  <a:lnTo>
                    <a:pt x="202" y="135"/>
                  </a:lnTo>
                  <a:lnTo>
                    <a:pt x="198" y="133"/>
                  </a:lnTo>
                  <a:lnTo>
                    <a:pt x="191" y="131"/>
                  </a:lnTo>
                  <a:lnTo>
                    <a:pt x="191" y="131"/>
                  </a:lnTo>
                  <a:lnTo>
                    <a:pt x="185" y="135"/>
                  </a:lnTo>
                  <a:lnTo>
                    <a:pt x="182" y="140"/>
                  </a:lnTo>
                  <a:lnTo>
                    <a:pt x="176" y="155"/>
                  </a:lnTo>
                  <a:lnTo>
                    <a:pt x="174" y="155"/>
                  </a:lnTo>
                  <a:lnTo>
                    <a:pt x="174" y="155"/>
                  </a:lnTo>
                  <a:lnTo>
                    <a:pt x="174" y="153"/>
                  </a:lnTo>
                  <a:lnTo>
                    <a:pt x="174" y="151"/>
                  </a:lnTo>
                  <a:lnTo>
                    <a:pt x="173" y="149"/>
                  </a:lnTo>
                  <a:lnTo>
                    <a:pt x="173" y="149"/>
                  </a:lnTo>
                  <a:lnTo>
                    <a:pt x="169" y="151"/>
                  </a:lnTo>
                  <a:lnTo>
                    <a:pt x="165" y="155"/>
                  </a:lnTo>
                  <a:lnTo>
                    <a:pt x="165" y="149"/>
                  </a:lnTo>
                  <a:lnTo>
                    <a:pt x="165" y="149"/>
                  </a:lnTo>
                  <a:lnTo>
                    <a:pt x="156" y="153"/>
                  </a:lnTo>
                  <a:lnTo>
                    <a:pt x="149" y="156"/>
                  </a:lnTo>
                  <a:lnTo>
                    <a:pt x="145" y="171"/>
                  </a:lnTo>
                  <a:lnTo>
                    <a:pt x="145" y="171"/>
                  </a:lnTo>
                  <a:lnTo>
                    <a:pt x="142" y="173"/>
                  </a:lnTo>
                  <a:lnTo>
                    <a:pt x="140" y="173"/>
                  </a:lnTo>
                  <a:lnTo>
                    <a:pt x="138" y="173"/>
                  </a:lnTo>
                  <a:lnTo>
                    <a:pt x="134" y="173"/>
                  </a:lnTo>
                  <a:lnTo>
                    <a:pt x="134" y="173"/>
                  </a:lnTo>
                  <a:lnTo>
                    <a:pt x="134" y="173"/>
                  </a:lnTo>
                  <a:lnTo>
                    <a:pt x="134" y="171"/>
                  </a:lnTo>
                  <a:lnTo>
                    <a:pt x="134" y="169"/>
                  </a:lnTo>
                  <a:lnTo>
                    <a:pt x="133" y="171"/>
                  </a:lnTo>
                  <a:lnTo>
                    <a:pt x="133" y="171"/>
                  </a:lnTo>
                  <a:lnTo>
                    <a:pt x="149" y="142"/>
                  </a:lnTo>
                  <a:lnTo>
                    <a:pt x="149" y="142"/>
                  </a:lnTo>
                  <a:lnTo>
                    <a:pt x="156" y="140"/>
                  </a:lnTo>
                  <a:lnTo>
                    <a:pt x="164" y="138"/>
                  </a:lnTo>
                  <a:lnTo>
                    <a:pt x="169" y="136"/>
                  </a:lnTo>
                  <a:lnTo>
                    <a:pt x="176" y="135"/>
                  </a:lnTo>
                  <a:lnTo>
                    <a:pt x="176" y="135"/>
                  </a:lnTo>
                  <a:lnTo>
                    <a:pt x="187" y="127"/>
                  </a:lnTo>
                  <a:lnTo>
                    <a:pt x="189" y="124"/>
                  </a:lnTo>
                  <a:lnTo>
                    <a:pt x="189" y="124"/>
                  </a:lnTo>
                  <a:lnTo>
                    <a:pt x="182" y="122"/>
                  </a:lnTo>
                  <a:lnTo>
                    <a:pt x="169" y="120"/>
                  </a:lnTo>
                  <a:lnTo>
                    <a:pt x="169" y="120"/>
                  </a:lnTo>
                  <a:lnTo>
                    <a:pt x="167" y="127"/>
                  </a:lnTo>
                  <a:lnTo>
                    <a:pt x="165" y="135"/>
                  </a:lnTo>
                  <a:lnTo>
                    <a:pt x="165" y="135"/>
                  </a:lnTo>
                  <a:lnTo>
                    <a:pt x="160" y="131"/>
                  </a:lnTo>
                  <a:lnTo>
                    <a:pt x="158" y="129"/>
                  </a:lnTo>
                  <a:lnTo>
                    <a:pt x="158" y="129"/>
                  </a:lnTo>
                  <a:lnTo>
                    <a:pt x="145" y="133"/>
                  </a:lnTo>
                  <a:lnTo>
                    <a:pt x="134" y="136"/>
                  </a:lnTo>
                  <a:lnTo>
                    <a:pt x="134" y="136"/>
                  </a:lnTo>
                  <a:lnTo>
                    <a:pt x="134" y="140"/>
                  </a:lnTo>
                  <a:lnTo>
                    <a:pt x="134" y="142"/>
                  </a:lnTo>
                  <a:lnTo>
                    <a:pt x="134" y="144"/>
                  </a:lnTo>
                  <a:lnTo>
                    <a:pt x="133" y="147"/>
                  </a:lnTo>
                  <a:lnTo>
                    <a:pt x="133" y="147"/>
                  </a:lnTo>
                  <a:lnTo>
                    <a:pt x="127" y="147"/>
                  </a:lnTo>
                  <a:lnTo>
                    <a:pt x="123" y="149"/>
                  </a:lnTo>
                  <a:lnTo>
                    <a:pt x="123" y="149"/>
                  </a:lnTo>
                  <a:lnTo>
                    <a:pt x="123" y="142"/>
                  </a:lnTo>
                  <a:lnTo>
                    <a:pt x="123" y="142"/>
                  </a:lnTo>
                  <a:lnTo>
                    <a:pt x="118" y="140"/>
                  </a:lnTo>
                  <a:lnTo>
                    <a:pt x="112" y="136"/>
                  </a:lnTo>
                  <a:lnTo>
                    <a:pt x="112" y="136"/>
                  </a:lnTo>
                  <a:lnTo>
                    <a:pt x="112" y="142"/>
                  </a:lnTo>
                  <a:lnTo>
                    <a:pt x="112" y="144"/>
                  </a:lnTo>
                  <a:lnTo>
                    <a:pt x="112" y="147"/>
                  </a:lnTo>
                  <a:lnTo>
                    <a:pt x="111" y="151"/>
                  </a:lnTo>
                  <a:lnTo>
                    <a:pt x="111" y="151"/>
                  </a:lnTo>
                  <a:lnTo>
                    <a:pt x="109" y="153"/>
                  </a:lnTo>
                  <a:lnTo>
                    <a:pt x="109" y="151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03" y="149"/>
                  </a:lnTo>
                  <a:lnTo>
                    <a:pt x="103" y="151"/>
                  </a:lnTo>
                  <a:lnTo>
                    <a:pt x="103" y="155"/>
                  </a:lnTo>
                  <a:lnTo>
                    <a:pt x="103" y="156"/>
                  </a:lnTo>
                  <a:lnTo>
                    <a:pt x="103" y="156"/>
                  </a:lnTo>
                  <a:lnTo>
                    <a:pt x="96" y="156"/>
                  </a:lnTo>
                  <a:lnTo>
                    <a:pt x="89" y="155"/>
                  </a:lnTo>
                  <a:lnTo>
                    <a:pt x="89" y="155"/>
                  </a:lnTo>
                  <a:lnTo>
                    <a:pt x="89" y="158"/>
                  </a:lnTo>
                  <a:lnTo>
                    <a:pt x="89" y="158"/>
                  </a:lnTo>
                  <a:lnTo>
                    <a:pt x="91" y="158"/>
                  </a:lnTo>
                  <a:lnTo>
                    <a:pt x="91" y="162"/>
                  </a:lnTo>
                  <a:lnTo>
                    <a:pt x="91" y="162"/>
                  </a:lnTo>
                  <a:lnTo>
                    <a:pt x="94" y="162"/>
                  </a:lnTo>
                  <a:lnTo>
                    <a:pt x="96" y="164"/>
                  </a:lnTo>
                  <a:lnTo>
                    <a:pt x="96" y="164"/>
                  </a:lnTo>
                  <a:lnTo>
                    <a:pt x="98" y="166"/>
                  </a:lnTo>
                  <a:lnTo>
                    <a:pt x="98" y="167"/>
                  </a:lnTo>
                  <a:lnTo>
                    <a:pt x="94" y="169"/>
                  </a:lnTo>
                  <a:lnTo>
                    <a:pt x="91" y="169"/>
                  </a:lnTo>
                  <a:lnTo>
                    <a:pt x="91" y="169"/>
                  </a:lnTo>
                  <a:lnTo>
                    <a:pt x="89" y="162"/>
                  </a:lnTo>
                  <a:lnTo>
                    <a:pt x="89" y="162"/>
                  </a:lnTo>
                  <a:lnTo>
                    <a:pt x="85" y="160"/>
                  </a:lnTo>
                  <a:lnTo>
                    <a:pt x="83" y="160"/>
                  </a:lnTo>
                  <a:lnTo>
                    <a:pt x="80" y="160"/>
                  </a:lnTo>
                  <a:lnTo>
                    <a:pt x="76" y="158"/>
                  </a:lnTo>
                  <a:lnTo>
                    <a:pt x="74" y="155"/>
                  </a:lnTo>
                  <a:lnTo>
                    <a:pt x="74" y="155"/>
                  </a:lnTo>
                  <a:lnTo>
                    <a:pt x="56" y="147"/>
                  </a:lnTo>
                  <a:lnTo>
                    <a:pt x="47" y="144"/>
                  </a:lnTo>
                  <a:lnTo>
                    <a:pt x="40" y="140"/>
                  </a:lnTo>
                  <a:lnTo>
                    <a:pt x="40" y="140"/>
                  </a:lnTo>
                  <a:lnTo>
                    <a:pt x="38" y="135"/>
                  </a:lnTo>
                  <a:lnTo>
                    <a:pt x="38" y="135"/>
                  </a:lnTo>
                  <a:lnTo>
                    <a:pt x="30" y="135"/>
                  </a:lnTo>
                  <a:lnTo>
                    <a:pt x="27" y="135"/>
                  </a:lnTo>
                  <a:lnTo>
                    <a:pt x="21" y="136"/>
                  </a:lnTo>
                  <a:lnTo>
                    <a:pt x="16" y="136"/>
                  </a:lnTo>
                  <a:lnTo>
                    <a:pt x="16" y="136"/>
                  </a:lnTo>
                  <a:lnTo>
                    <a:pt x="9" y="135"/>
                  </a:lnTo>
                  <a:lnTo>
                    <a:pt x="0" y="131"/>
                  </a:lnTo>
                  <a:lnTo>
                    <a:pt x="7" y="390"/>
                  </a:lnTo>
                  <a:lnTo>
                    <a:pt x="7" y="390"/>
                  </a:lnTo>
                  <a:lnTo>
                    <a:pt x="12" y="388"/>
                  </a:lnTo>
                  <a:lnTo>
                    <a:pt x="18" y="386"/>
                  </a:lnTo>
                  <a:lnTo>
                    <a:pt x="21" y="386"/>
                  </a:lnTo>
                  <a:lnTo>
                    <a:pt x="21" y="386"/>
                  </a:lnTo>
                  <a:lnTo>
                    <a:pt x="27" y="390"/>
                  </a:lnTo>
                  <a:lnTo>
                    <a:pt x="29" y="391"/>
                  </a:lnTo>
                  <a:lnTo>
                    <a:pt x="30" y="390"/>
                  </a:lnTo>
                  <a:lnTo>
                    <a:pt x="30" y="390"/>
                  </a:lnTo>
                  <a:lnTo>
                    <a:pt x="38" y="386"/>
                  </a:lnTo>
                  <a:lnTo>
                    <a:pt x="38" y="386"/>
                  </a:lnTo>
                  <a:lnTo>
                    <a:pt x="40" y="388"/>
                  </a:lnTo>
                  <a:lnTo>
                    <a:pt x="40" y="391"/>
                  </a:lnTo>
                  <a:lnTo>
                    <a:pt x="40" y="397"/>
                  </a:lnTo>
                  <a:lnTo>
                    <a:pt x="40" y="397"/>
                  </a:lnTo>
                  <a:lnTo>
                    <a:pt x="45" y="408"/>
                  </a:lnTo>
                  <a:lnTo>
                    <a:pt x="45" y="408"/>
                  </a:lnTo>
                  <a:lnTo>
                    <a:pt x="49" y="412"/>
                  </a:lnTo>
                  <a:lnTo>
                    <a:pt x="54" y="415"/>
                  </a:lnTo>
                  <a:lnTo>
                    <a:pt x="61" y="421"/>
                  </a:lnTo>
                  <a:lnTo>
                    <a:pt x="65" y="424"/>
                  </a:lnTo>
                  <a:lnTo>
                    <a:pt x="65" y="424"/>
                  </a:lnTo>
                  <a:lnTo>
                    <a:pt x="65" y="430"/>
                  </a:lnTo>
                  <a:lnTo>
                    <a:pt x="65" y="432"/>
                  </a:lnTo>
                  <a:lnTo>
                    <a:pt x="67" y="432"/>
                  </a:lnTo>
                  <a:lnTo>
                    <a:pt x="71" y="428"/>
                  </a:lnTo>
                  <a:lnTo>
                    <a:pt x="71" y="428"/>
                  </a:lnTo>
                  <a:lnTo>
                    <a:pt x="76" y="426"/>
                  </a:lnTo>
                  <a:lnTo>
                    <a:pt x="80" y="424"/>
                  </a:lnTo>
                  <a:lnTo>
                    <a:pt x="83" y="424"/>
                  </a:lnTo>
                  <a:lnTo>
                    <a:pt x="87" y="421"/>
                  </a:lnTo>
                  <a:lnTo>
                    <a:pt x="87" y="421"/>
                  </a:lnTo>
                  <a:lnTo>
                    <a:pt x="87" y="417"/>
                  </a:lnTo>
                  <a:lnTo>
                    <a:pt x="85" y="413"/>
                  </a:lnTo>
                  <a:lnTo>
                    <a:pt x="85" y="412"/>
                  </a:lnTo>
                  <a:lnTo>
                    <a:pt x="87" y="412"/>
                  </a:lnTo>
                  <a:lnTo>
                    <a:pt x="87" y="412"/>
                  </a:lnTo>
                  <a:lnTo>
                    <a:pt x="94" y="410"/>
                  </a:lnTo>
                  <a:lnTo>
                    <a:pt x="98" y="408"/>
                  </a:lnTo>
                  <a:lnTo>
                    <a:pt x="102" y="412"/>
                  </a:lnTo>
                  <a:lnTo>
                    <a:pt x="102" y="412"/>
                  </a:lnTo>
                  <a:lnTo>
                    <a:pt x="103" y="413"/>
                  </a:lnTo>
                  <a:lnTo>
                    <a:pt x="109" y="415"/>
                  </a:lnTo>
                  <a:lnTo>
                    <a:pt x="111" y="417"/>
                  </a:lnTo>
                  <a:lnTo>
                    <a:pt x="112" y="421"/>
                  </a:lnTo>
                  <a:lnTo>
                    <a:pt x="112" y="421"/>
                  </a:lnTo>
                  <a:lnTo>
                    <a:pt x="114" y="426"/>
                  </a:lnTo>
                  <a:lnTo>
                    <a:pt x="116" y="428"/>
                  </a:lnTo>
                  <a:lnTo>
                    <a:pt x="120" y="430"/>
                  </a:lnTo>
                  <a:lnTo>
                    <a:pt x="120" y="430"/>
                  </a:lnTo>
                  <a:lnTo>
                    <a:pt x="123" y="432"/>
                  </a:lnTo>
                  <a:lnTo>
                    <a:pt x="129" y="433"/>
                  </a:lnTo>
                  <a:lnTo>
                    <a:pt x="134" y="443"/>
                  </a:lnTo>
                  <a:lnTo>
                    <a:pt x="134" y="443"/>
                  </a:lnTo>
                  <a:lnTo>
                    <a:pt x="145" y="453"/>
                  </a:lnTo>
                  <a:lnTo>
                    <a:pt x="154" y="464"/>
                  </a:lnTo>
                  <a:lnTo>
                    <a:pt x="154" y="464"/>
                  </a:lnTo>
                  <a:lnTo>
                    <a:pt x="160" y="473"/>
                  </a:lnTo>
                  <a:lnTo>
                    <a:pt x="162" y="479"/>
                  </a:lnTo>
                  <a:lnTo>
                    <a:pt x="165" y="481"/>
                  </a:lnTo>
                  <a:lnTo>
                    <a:pt x="165" y="481"/>
                  </a:lnTo>
                  <a:lnTo>
                    <a:pt x="167" y="483"/>
                  </a:lnTo>
                  <a:lnTo>
                    <a:pt x="169" y="484"/>
                  </a:lnTo>
                  <a:lnTo>
                    <a:pt x="171" y="490"/>
                  </a:lnTo>
                  <a:lnTo>
                    <a:pt x="171" y="495"/>
                  </a:lnTo>
                  <a:lnTo>
                    <a:pt x="173" y="497"/>
                  </a:lnTo>
                  <a:lnTo>
                    <a:pt x="174" y="499"/>
                  </a:lnTo>
                  <a:lnTo>
                    <a:pt x="174" y="499"/>
                  </a:lnTo>
                  <a:lnTo>
                    <a:pt x="180" y="503"/>
                  </a:lnTo>
                  <a:lnTo>
                    <a:pt x="185" y="506"/>
                  </a:lnTo>
                  <a:lnTo>
                    <a:pt x="185" y="506"/>
                  </a:lnTo>
                  <a:lnTo>
                    <a:pt x="191" y="508"/>
                  </a:lnTo>
                  <a:lnTo>
                    <a:pt x="193" y="510"/>
                  </a:lnTo>
                  <a:lnTo>
                    <a:pt x="194" y="512"/>
                  </a:lnTo>
                  <a:lnTo>
                    <a:pt x="194" y="512"/>
                  </a:lnTo>
                  <a:lnTo>
                    <a:pt x="196" y="515"/>
                  </a:lnTo>
                  <a:lnTo>
                    <a:pt x="196" y="514"/>
                  </a:lnTo>
                  <a:lnTo>
                    <a:pt x="198" y="514"/>
                  </a:lnTo>
                  <a:lnTo>
                    <a:pt x="200" y="514"/>
                  </a:lnTo>
                  <a:lnTo>
                    <a:pt x="200" y="514"/>
                  </a:lnTo>
                  <a:lnTo>
                    <a:pt x="202" y="517"/>
                  </a:lnTo>
                  <a:lnTo>
                    <a:pt x="204" y="519"/>
                  </a:lnTo>
                  <a:lnTo>
                    <a:pt x="204" y="523"/>
                  </a:lnTo>
                  <a:lnTo>
                    <a:pt x="205" y="524"/>
                  </a:lnTo>
                  <a:lnTo>
                    <a:pt x="205" y="524"/>
                  </a:lnTo>
                  <a:lnTo>
                    <a:pt x="205" y="524"/>
                  </a:lnTo>
                  <a:lnTo>
                    <a:pt x="205" y="528"/>
                  </a:lnTo>
                  <a:lnTo>
                    <a:pt x="204" y="530"/>
                  </a:lnTo>
                  <a:lnTo>
                    <a:pt x="204" y="532"/>
                  </a:lnTo>
                  <a:lnTo>
                    <a:pt x="204" y="532"/>
                  </a:lnTo>
                  <a:lnTo>
                    <a:pt x="204" y="535"/>
                  </a:lnTo>
                  <a:lnTo>
                    <a:pt x="204" y="539"/>
                  </a:lnTo>
                  <a:lnTo>
                    <a:pt x="204" y="539"/>
                  </a:lnTo>
                  <a:lnTo>
                    <a:pt x="198" y="545"/>
                  </a:lnTo>
                  <a:lnTo>
                    <a:pt x="198" y="545"/>
                  </a:lnTo>
                  <a:lnTo>
                    <a:pt x="198" y="546"/>
                  </a:lnTo>
                  <a:lnTo>
                    <a:pt x="198" y="548"/>
                  </a:lnTo>
                  <a:lnTo>
                    <a:pt x="198" y="548"/>
                  </a:lnTo>
                  <a:lnTo>
                    <a:pt x="191" y="555"/>
                  </a:lnTo>
                  <a:lnTo>
                    <a:pt x="191" y="555"/>
                  </a:lnTo>
                  <a:lnTo>
                    <a:pt x="189" y="555"/>
                  </a:lnTo>
                  <a:lnTo>
                    <a:pt x="189" y="555"/>
                  </a:lnTo>
                  <a:lnTo>
                    <a:pt x="189" y="559"/>
                  </a:lnTo>
                  <a:lnTo>
                    <a:pt x="189" y="561"/>
                  </a:lnTo>
                  <a:lnTo>
                    <a:pt x="187" y="559"/>
                  </a:lnTo>
                  <a:lnTo>
                    <a:pt x="187" y="559"/>
                  </a:lnTo>
                  <a:lnTo>
                    <a:pt x="185" y="565"/>
                  </a:lnTo>
                  <a:lnTo>
                    <a:pt x="184" y="566"/>
                  </a:lnTo>
                  <a:lnTo>
                    <a:pt x="191" y="570"/>
                  </a:lnTo>
                  <a:lnTo>
                    <a:pt x="191" y="570"/>
                  </a:lnTo>
                  <a:lnTo>
                    <a:pt x="191" y="588"/>
                  </a:lnTo>
                  <a:lnTo>
                    <a:pt x="191" y="588"/>
                  </a:lnTo>
                  <a:lnTo>
                    <a:pt x="198" y="594"/>
                  </a:lnTo>
                  <a:lnTo>
                    <a:pt x="198" y="594"/>
                  </a:lnTo>
                  <a:lnTo>
                    <a:pt x="194" y="596"/>
                  </a:lnTo>
                  <a:lnTo>
                    <a:pt x="196" y="597"/>
                  </a:lnTo>
                  <a:lnTo>
                    <a:pt x="202" y="597"/>
                  </a:lnTo>
                  <a:lnTo>
                    <a:pt x="202" y="597"/>
                  </a:lnTo>
                  <a:lnTo>
                    <a:pt x="204" y="594"/>
                  </a:lnTo>
                  <a:lnTo>
                    <a:pt x="204" y="592"/>
                  </a:lnTo>
                  <a:lnTo>
                    <a:pt x="202" y="592"/>
                  </a:lnTo>
                  <a:lnTo>
                    <a:pt x="202" y="588"/>
                  </a:lnTo>
                  <a:lnTo>
                    <a:pt x="202" y="588"/>
                  </a:lnTo>
                  <a:lnTo>
                    <a:pt x="205" y="588"/>
                  </a:lnTo>
                  <a:lnTo>
                    <a:pt x="211" y="586"/>
                  </a:lnTo>
                  <a:lnTo>
                    <a:pt x="211" y="586"/>
                  </a:lnTo>
                  <a:lnTo>
                    <a:pt x="209" y="592"/>
                  </a:lnTo>
                  <a:lnTo>
                    <a:pt x="209" y="599"/>
                  </a:lnTo>
                  <a:lnTo>
                    <a:pt x="204" y="599"/>
                  </a:lnTo>
                  <a:lnTo>
                    <a:pt x="204" y="599"/>
                  </a:lnTo>
                  <a:lnTo>
                    <a:pt x="204" y="603"/>
                  </a:lnTo>
                  <a:lnTo>
                    <a:pt x="204" y="603"/>
                  </a:lnTo>
                  <a:lnTo>
                    <a:pt x="205" y="605"/>
                  </a:lnTo>
                  <a:lnTo>
                    <a:pt x="205" y="606"/>
                  </a:lnTo>
                  <a:lnTo>
                    <a:pt x="205" y="606"/>
                  </a:lnTo>
                  <a:lnTo>
                    <a:pt x="209" y="606"/>
                  </a:lnTo>
                  <a:lnTo>
                    <a:pt x="209" y="608"/>
                  </a:lnTo>
                  <a:lnTo>
                    <a:pt x="209" y="614"/>
                  </a:lnTo>
                  <a:lnTo>
                    <a:pt x="209" y="614"/>
                  </a:lnTo>
                  <a:lnTo>
                    <a:pt x="211" y="614"/>
                  </a:lnTo>
                  <a:lnTo>
                    <a:pt x="211" y="612"/>
                  </a:lnTo>
                  <a:lnTo>
                    <a:pt x="211" y="608"/>
                  </a:lnTo>
                  <a:lnTo>
                    <a:pt x="211" y="608"/>
                  </a:lnTo>
                  <a:lnTo>
                    <a:pt x="227" y="619"/>
                  </a:lnTo>
                  <a:lnTo>
                    <a:pt x="227" y="619"/>
                  </a:lnTo>
                  <a:lnTo>
                    <a:pt x="229" y="630"/>
                  </a:lnTo>
                  <a:lnTo>
                    <a:pt x="227" y="648"/>
                  </a:lnTo>
                  <a:lnTo>
                    <a:pt x="227" y="648"/>
                  </a:lnTo>
                  <a:lnTo>
                    <a:pt x="224" y="647"/>
                  </a:lnTo>
                  <a:lnTo>
                    <a:pt x="218" y="648"/>
                  </a:lnTo>
                  <a:lnTo>
                    <a:pt x="218" y="648"/>
                  </a:lnTo>
                  <a:lnTo>
                    <a:pt x="222" y="657"/>
                  </a:lnTo>
                  <a:lnTo>
                    <a:pt x="224" y="667"/>
                  </a:lnTo>
                  <a:lnTo>
                    <a:pt x="224" y="667"/>
                  </a:lnTo>
                  <a:lnTo>
                    <a:pt x="235" y="667"/>
                  </a:lnTo>
                  <a:lnTo>
                    <a:pt x="240" y="665"/>
                  </a:lnTo>
                  <a:lnTo>
                    <a:pt x="247" y="667"/>
                  </a:lnTo>
                  <a:lnTo>
                    <a:pt x="247" y="667"/>
                  </a:lnTo>
                  <a:lnTo>
                    <a:pt x="247" y="674"/>
                  </a:lnTo>
                  <a:lnTo>
                    <a:pt x="246" y="678"/>
                  </a:lnTo>
                  <a:lnTo>
                    <a:pt x="246" y="678"/>
                  </a:lnTo>
                  <a:lnTo>
                    <a:pt x="249" y="678"/>
                  </a:lnTo>
                  <a:lnTo>
                    <a:pt x="251" y="676"/>
                  </a:lnTo>
                  <a:lnTo>
                    <a:pt x="255" y="674"/>
                  </a:lnTo>
                  <a:lnTo>
                    <a:pt x="255" y="674"/>
                  </a:lnTo>
                  <a:lnTo>
                    <a:pt x="258" y="676"/>
                  </a:lnTo>
                  <a:lnTo>
                    <a:pt x="262" y="679"/>
                  </a:lnTo>
                  <a:lnTo>
                    <a:pt x="269" y="687"/>
                  </a:lnTo>
                  <a:lnTo>
                    <a:pt x="269" y="687"/>
                  </a:lnTo>
                  <a:lnTo>
                    <a:pt x="269" y="685"/>
                  </a:lnTo>
                  <a:lnTo>
                    <a:pt x="271" y="683"/>
                  </a:lnTo>
                  <a:lnTo>
                    <a:pt x="273" y="685"/>
                  </a:lnTo>
                  <a:lnTo>
                    <a:pt x="273" y="685"/>
                  </a:lnTo>
                  <a:lnTo>
                    <a:pt x="273" y="688"/>
                  </a:lnTo>
                  <a:lnTo>
                    <a:pt x="273" y="692"/>
                  </a:lnTo>
                  <a:lnTo>
                    <a:pt x="275" y="696"/>
                  </a:lnTo>
                  <a:lnTo>
                    <a:pt x="276" y="699"/>
                  </a:lnTo>
                  <a:lnTo>
                    <a:pt x="276" y="699"/>
                  </a:lnTo>
                  <a:lnTo>
                    <a:pt x="284" y="701"/>
                  </a:lnTo>
                  <a:lnTo>
                    <a:pt x="291" y="703"/>
                  </a:lnTo>
                  <a:lnTo>
                    <a:pt x="304" y="701"/>
                  </a:lnTo>
                  <a:lnTo>
                    <a:pt x="307" y="701"/>
                  </a:lnTo>
                  <a:lnTo>
                    <a:pt x="307" y="701"/>
                  </a:lnTo>
                  <a:lnTo>
                    <a:pt x="300" y="690"/>
                  </a:lnTo>
                  <a:lnTo>
                    <a:pt x="291" y="679"/>
                  </a:lnTo>
                  <a:lnTo>
                    <a:pt x="291" y="679"/>
                  </a:lnTo>
                  <a:lnTo>
                    <a:pt x="287" y="678"/>
                  </a:lnTo>
                  <a:lnTo>
                    <a:pt x="282" y="676"/>
                  </a:lnTo>
                  <a:lnTo>
                    <a:pt x="276" y="676"/>
                  </a:lnTo>
                  <a:lnTo>
                    <a:pt x="273" y="672"/>
                  </a:lnTo>
                  <a:lnTo>
                    <a:pt x="266" y="663"/>
                  </a:lnTo>
                  <a:lnTo>
                    <a:pt x="266" y="663"/>
                  </a:lnTo>
                  <a:lnTo>
                    <a:pt x="266" y="659"/>
                  </a:lnTo>
                  <a:lnTo>
                    <a:pt x="267" y="657"/>
                  </a:lnTo>
                  <a:lnTo>
                    <a:pt x="249" y="656"/>
                  </a:lnTo>
                  <a:lnTo>
                    <a:pt x="249" y="656"/>
                  </a:lnTo>
                  <a:lnTo>
                    <a:pt x="267" y="652"/>
                  </a:lnTo>
                  <a:lnTo>
                    <a:pt x="267" y="652"/>
                  </a:lnTo>
                  <a:lnTo>
                    <a:pt x="266" y="652"/>
                  </a:lnTo>
                  <a:lnTo>
                    <a:pt x="267" y="650"/>
                  </a:lnTo>
                  <a:lnTo>
                    <a:pt x="273" y="648"/>
                  </a:lnTo>
                  <a:lnTo>
                    <a:pt x="273" y="648"/>
                  </a:lnTo>
                  <a:lnTo>
                    <a:pt x="276" y="659"/>
                  </a:lnTo>
                  <a:lnTo>
                    <a:pt x="289" y="663"/>
                  </a:lnTo>
                  <a:lnTo>
                    <a:pt x="291" y="667"/>
                  </a:lnTo>
                  <a:lnTo>
                    <a:pt x="291" y="667"/>
                  </a:lnTo>
                  <a:lnTo>
                    <a:pt x="289" y="668"/>
                  </a:lnTo>
                  <a:lnTo>
                    <a:pt x="287" y="670"/>
                  </a:lnTo>
                  <a:lnTo>
                    <a:pt x="289" y="672"/>
                  </a:lnTo>
                  <a:lnTo>
                    <a:pt x="289" y="672"/>
                  </a:lnTo>
                  <a:lnTo>
                    <a:pt x="293" y="672"/>
                  </a:lnTo>
                  <a:lnTo>
                    <a:pt x="295" y="670"/>
                  </a:lnTo>
                  <a:lnTo>
                    <a:pt x="298" y="667"/>
                  </a:lnTo>
                  <a:lnTo>
                    <a:pt x="298" y="667"/>
                  </a:lnTo>
                  <a:lnTo>
                    <a:pt x="300" y="668"/>
                  </a:lnTo>
                  <a:lnTo>
                    <a:pt x="298" y="672"/>
                  </a:lnTo>
                  <a:lnTo>
                    <a:pt x="297" y="674"/>
                  </a:lnTo>
                  <a:lnTo>
                    <a:pt x="297" y="674"/>
                  </a:lnTo>
                  <a:lnTo>
                    <a:pt x="306" y="679"/>
                  </a:lnTo>
                  <a:lnTo>
                    <a:pt x="309" y="683"/>
                  </a:lnTo>
                  <a:lnTo>
                    <a:pt x="311" y="687"/>
                  </a:lnTo>
                  <a:lnTo>
                    <a:pt x="741" y="688"/>
                  </a:lnTo>
                  <a:lnTo>
                    <a:pt x="741" y="688"/>
                  </a:lnTo>
                  <a:lnTo>
                    <a:pt x="741" y="685"/>
                  </a:lnTo>
                  <a:lnTo>
                    <a:pt x="741" y="683"/>
                  </a:lnTo>
                  <a:lnTo>
                    <a:pt x="745" y="681"/>
                  </a:lnTo>
                  <a:lnTo>
                    <a:pt x="745" y="681"/>
                  </a:lnTo>
                  <a:lnTo>
                    <a:pt x="747" y="683"/>
                  </a:lnTo>
                  <a:lnTo>
                    <a:pt x="748" y="688"/>
                  </a:lnTo>
                  <a:lnTo>
                    <a:pt x="752" y="696"/>
                  </a:lnTo>
                  <a:lnTo>
                    <a:pt x="752" y="696"/>
                  </a:lnTo>
                  <a:lnTo>
                    <a:pt x="754" y="698"/>
                  </a:lnTo>
                  <a:lnTo>
                    <a:pt x="759" y="698"/>
                  </a:lnTo>
                  <a:lnTo>
                    <a:pt x="759" y="698"/>
                  </a:lnTo>
                  <a:lnTo>
                    <a:pt x="763" y="699"/>
                  </a:lnTo>
                  <a:lnTo>
                    <a:pt x="767" y="701"/>
                  </a:lnTo>
                  <a:lnTo>
                    <a:pt x="768" y="701"/>
                  </a:lnTo>
                  <a:lnTo>
                    <a:pt x="770" y="699"/>
                  </a:lnTo>
                  <a:lnTo>
                    <a:pt x="770" y="699"/>
                  </a:lnTo>
                  <a:lnTo>
                    <a:pt x="772" y="698"/>
                  </a:lnTo>
                  <a:lnTo>
                    <a:pt x="774" y="696"/>
                  </a:lnTo>
                  <a:lnTo>
                    <a:pt x="776" y="696"/>
                  </a:lnTo>
                  <a:lnTo>
                    <a:pt x="778" y="696"/>
                  </a:lnTo>
                  <a:lnTo>
                    <a:pt x="778" y="696"/>
                  </a:lnTo>
                  <a:lnTo>
                    <a:pt x="783" y="699"/>
                  </a:lnTo>
                  <a:lnTo>
                    <a:pt x="790" y="703"/>
                  </a:lnTo>
                  <a:lnTo>
                    <a:pt x="790" y="703"/>
                  </a:lnTo>
                  <a:lnTo>
                    <a:pt x="794" y="703"/>
                  </a:lnTo>
                  <a:lnTo>
                    <a:pt x="799" y="703"/>
                  </a:lnTo>
                  <a:lnTo>
                    <a:pt x="799" y="703"/>
                  </a:lnTo>
                  <a:lnTo>
                    <a:pt x="803" y="703"/>
                  </a:lnTo>
                  <a:lnTo>
                    <a:pt x="809" y="705"/>
                  </a:lnTo>
                  <a:lnTo>
                    <a:pt x="809" y="705"/>
                  </a:lnTo>
                  <a:lnTo>
                    <a:pt x="814" y="705"/>
                  </a:lnTo>
                  <a:lnTo>
                    <a:pt x="816" y="703"/>
                  </a:lnTo>
                  <a:lnTo>
                    <a:pt x="818" y="705"/>
                  </a:lnTo>
                  <a:lnTo>
                    <a:pt x="818" y="705"/>
                  </a:lnTo>
                  <a:lnTo>
                    <a:pt x="821" y="708"/>
                  </a:lnTo>
                  <a:lnTo>
                    <a:pt x="825" y="708"/>
                  </a:lnTo>
                  <a:lnTo>
                    <a:pt x="829" y="71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27" name="Freeform 310">
              <a:extLst>
                <a:ext uri="{FF2B5EF4-FFF2-40B4-BE49-F238E27FC236}">
                  <a16:creationId xmlns:a16="http://schemas.microsoft.com/office/drawing/2014/main" id="{31FDA9C2-3778-4025-963B-06CEF3128BE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5302" y="1066575"/>
              <a:ext cx="1502284" cy="969885"/>
            </a:xfrm>
            <a:custGeom>
              <a:avLst/>
              <a:gdLst>
                <a:gd name="T0" fmla="*/ 724 w 1013"/>
                <a:gd name="T1" fmla="*/ 375 h 654"/>
                <a:gd name="T2" fmla="*/ 891 w 1013"/>
                <a:gd name="T3" fmla="*/ 539 h 654"/>
                <a:gd name="T4" fmla="*/ 771 w 1013"/>
                <a:gd name="T5" fmla="*/ 446 h 654"/>
                <a:gd name="T6" fmla="*/ 869 w 1013"/>
                <a:gd name="T7" fmla="*/ 426 h 654"/>
                <a:gd name="T8" fmla="*/ 715 w 1013"/>
                <a:gd name="T9" fmla="*/ 359 h 654"/>
                <a:gd name="T10" fmla="*/ 720 w 1013"/>
                <a:gd name="T11" fmla="*/ 235 h 654"/>
                <a:gd name="T12" fmla="*/ 365 w 1013"/>
                <a:gd name="T13" fmla="*/ 468 h 654"/>
                <a:gd name="T14" fmla="*/ 445 w 1013"/>
                <a:gd name="T15" fmla="*/ 470 h 654"/>
                <a:gd name="T16" fmla="*/ 137 w 1013"/>
                <a:gd name="T17" fmla="*/ 333 h 654"/>
                <a:gd name="T18" fmla="*/ 108 w 1013"/>
                <a:gd name="T19" fmla="*/ 404 h 654"/>
                <a:gd name="T20" fmla="*/ 182 w 1013"/>
                <a:gd name="T21" fmla="*/ 474 h 654"/>
                <a:gd name="T22" fmla="*/ 339 w 1013"/>
                <a:gd name="T23" fmla="*/ 435 h 654"/>
                <a:gd name="T24" fmla="*/ 314 w 1013"/>
                <a:gd name="T25" fmla="*/ 381 h 654"/>
                <a:gd name="T26" fmla="*/ 255 w 1013"/>
                <a:gd name="T27" fmla="*/ 342 h 654"/>
                <a:gd name="T28" fmla="*/ 383 w 1013"/>
                <a:gd name="T29" fmla="*/ 310 h 654"/>
                <a:gd name="T30" fmla="*/ 434 w 1013"/>
                <a:gd name="T31" fmla="*/ 375 h 654"/>
                <a:gd name="T32" fmla="*/ 11 w 1013"/>
                <a:gd name="T33" fmla="*/ 348 h 654"/>
                <a:gd name="T34" fmla="*/ 110 w 1013"/>
                <a:gd name="T35" fmla="*/ 299 h 654"/>
                <a:gd name="T36" fmla="*/ 483 w 1013"/>
                <a:gd name="T37" fmla="*/ 249 h 654"/>
                <a:gd name="T38" fmla="*/ 658 w 1013"/>
                <a:gd name="T39" fmla="*/ 213 h 654"/>
                <a:gd name="T40" fmla="*/ 332 w 1013"/>
                <a:gd name="T41" fmla="*/ 255 h 654"/>
                <a:gd name="T42" fmla="*/ 387 w 1013"/>
                <a:gd name="T43" fmla="*/ 248 h 654"/>
                <a:gd name="T44" fmla="*/ 428 w 1013"/>
                <a:gd name="T45" fmla="*/ 237 h 654"/>
                <a:gd name="T46" fmla="*/ 501 w 1013"/>
                <a:gd name="T47" fmla="*/ 235 h 654"/>
                <a:gd name="T48" fmla="*/ 663 w 1013"/>
                <a:gd name="T49" fmla="*/ 290 h 654"/>
                <a:gd name="T50" fmla="*/ 561 w 1013"/>
                <a:gd name="T51" fmla="*/ 248 h 654"/>
                <a:gd name="T52" fmla="*/ 239 w 1013"/>
                <a:gd name="T53" fmla="*/ 248 h 654"/>
                <a:gd name="T54" fmla="*/ 162 w 1013"/>
                <a:gd name="T55" fmla="*/ 269 h 654"/>
                <a:gd name="T56" fmla="*/ 268 w 1013"/>
                <a:gd name="T57" fmla="*/ 268 h 654"/>
                <a:gd name="T58" fmla="*/ 461 w 1013"/>
                <a:gd name="T59" fmla="*/ 195 h 654"/>
                <a:gd name="T60" fmla="*/ 119 w 1013"/>
                <a:gd name="T61" fmla="*/ 184 h 654"/>
                <a:gd name="T62" fmla="*/ 77 w 1013"/>
                <a:gd name="T63" fmla="*/ 231 h 654"/>
                <a:gd name="T64" fmla="*/ 221 w 1013"/>
                <a:gd name="T65" fmla="*/ 177 h 654"/>
                <a:gd name="T66" fmla="*/ 175 w 1013"/>
                <a:gd name="T67" fmla="*/ 167 h 654"/>
                <a:gd name="T68" fmla="*/ 439 w 1013"/>
                <a:gd name="T69" fmla="*/ 173 h 654"/>
                <a:gd name="T70" fmla="*/ 350 w 1013"/>
                <a:gd name="T71" fmla="*/ 164 h 654"/>
                <a:gd name="T72" fmla="*/ 310 w 1013"/>
                <a:gd name="T73" fmla="*/ 136 h 654"/>
                <a:gd name="T74" fmla="*/ 684 w 1013"/>
                <a:gd name="T75" fmla="*/ 120 h 654"/>
                <a:gd name="T76" fmla="*/ 461 w 1013"/>
                <a:gd name="T77" fmla="*/ 84 h 654"/>
                <a:gd name="T78" fmla="*/ 514 w 1013"/>
                <a:gd name="T79" fmla="*/ 140 h 654"/>
                <a:gd name="T80" fmla="*/ 594 w 1013"/>
                <a:gd name="T81" fmla="*/ 158 h 654"/>
                <a:gd name="T82" fmla="*/ 561 w 1013"/>
                <a:gd name="T83" fmla="*/ 233 h 654"/>
                <a:gd name="T84" fmla="*/ 700 w 1013"/>
                <a:gd name="T85" fmla="*/ 240 h 654"/>
                <a:gd name="T86" fmla="*/ 802 w 1013"/>
                <a:gd name="T87" fmla="*/ 149 h 654"/>
                <a:gd name="T88" fmla="*/ 824 w 1013"/>
                <a:gd name="T89" fmla="*/ 127 h 654"/>
                <a:gd name="T90" fmla="*/ 995 w 1013"/>
                <a:gd name="T91" fmla="*/ 27 h 654"/>
                <a:gd name="T92" fmla="*/ 820 w 1013"/>
                <a:gd name="T93" fmla="*/ 20 h 654"/>
                <a:gd name="T94" fmla="*/ 676 w 1013"/>
                <a:gd name="T95" fmla="*/ 49 h 654"/>
                <a:gd name="T96" fmla="*/ 561 w 1013"/>
                <a:gd name="T97" fmla="*/ 60 h 654"/>
                <a:gd name="T98" fmla="*/ 656 w 1013"/>
                <a:gd name="T99" fmla="*/ 87 h 654"/>
                <a:gd name="T100" fmla="*/ 997 w 1013"/>
                <a:gd name="T101" fmla="*/ 512 h 654"/>
                <a:gd name="T102" fmla="*/ 928 w 1013"/>
                <a:gd name="T103" fmla="*/ 490 h 654"/>
                <a:gd name="T104" fmla="*/ 888 w 1013"/>
                <a:gd name="T105" fmla="*/ 419 h 654"/>
                <a:gd name="T106" fmla="*/ 822 w 1013"/>
                <a:gd name="T107" fmla="*/ 382 h 654"/>
                <a:gd name="T108" fmla="*/ 667 w 1013"/>
                <a:gd name="T109" fmla="*/ 310 h 654"/>
                <a:gd name="T110" fmla="*/ 612 w 1013"/>
                <a:gd name="T111" fmla="*/ 388 h 654"/>
                <a:gd name="T112" fmla="*/ 587 w 1013"/>
                <a:gd name="T113" fmla="*/ 406 h 654"/>
                <a:gd name="T114" fmla="*/ 738 w 1013"/>
                <a:gd name="T115" fmla="*/ 417 h 654"/>
                <a:gd name="T116" fmla="*/ 813 w 1013"/>
                <a:gd name="T117" fmla="*/ 461 h 654"/>
                <a:gd name="T118" fmla="*/ 773 w 1013"/>
                <a:gd name="T119" fmla="*/ 616 h 654"/>
                <a:gd name="T120" fmla="*/ 871 w 1013"/>
                <a:gd name="T121" fmla="*/ 641 h 654"/>
                <a:gd name="T122" fmla="*/ 944 w 1013"/>
                <a:gd name="T123" fmla="*/ 625 h 654"/>
                <a:gd name="T124" fmla="*/ 926 w 1013"/>
                <a:gd name="T125" fmla="*/ 545 h 6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013" h="654">
                  <a:moveTo>
                    <a:pt x="793" y="133"/>
                  </a:moveTo>
                  <a:lnTo>
                    <a:pt x="793" y="133"/>
                  </a:lnTo>
                  <a:lnTo>
                    <a:pt x="793" y="142"/>
                  </a:lnTo>
                  <a:lnTo>
                    <a:pt x="793" y="142"/>
                  </a:lnTo>
                  <a:lnTo>
                    <a:pt x="800" y="144"/>
                  </a:lnTo>
                  <a:lnTo>
                    <a:pt x="806" y="146"/>
                  </a:lnTo>
                  <a:lnTo>
                    <a:pt x="809" y="146"/>
                  </a:lnTo>
                  <a:lnTo>
                    <a:pt x="809" y="146"/>
                  </a:lnTo>
                  <a:lnTo>
                    <a:pt x="809" y="140"/>
                  </a:lnTo>
                  <a:lnTo>
                    <a:pt x="811" y="138"/>
                  </a:lnTo>
                  <a:lnTo>
                    <a:pt x="813" y="138"/>
                  </a:lnTo>
                  <a:lnTo>
                    <a:pt x="813" y="135"/>
                  </a:lnTo>
                  <a:lnTo>
                    <a:pt x="813" y="135"/>
                  </a:lnTo>
                  <a:lnTo>
                    <a:pt x="793" y="133"/>
                  </a:lnTo>
                  <a:lnTo>
                    <a:pt x="793" y="133"/>
                  </a:lnTo>
                  <a:close/>
                  <a:moveTo>
                    <a:pt x="951" y="56"/>
                  </a:moveTo>
                  <a:lnTo>
                    <a:pt x="951" y="56"/>
                  </a:lnTo>
                  <a:lnTo>
                    <a:pt x="955" y="56"/>
                  </a:lnTo>
                  <a:lnTo>
                    <a:pt x="955" y="56"/>
                  </a:lnTo>
                  <a:lnTo>
                    <a:pt x="953" y="58"/>
                  </a:lnTo>
                  <a:lnTo>
                    <a:pt x="953" y="58"/>
                  </a:lnTo>
                  <a:lnTo>
                    <a:pt x="955" y="60"/>
                  </a:lnTo>
                  <a:lnTo>
                    <a:pt x="955" y="60"/>
                  </a:lnTo>
                  <a:lnTo>
                    <a:pt x="950" y="64"/>
                  </a:lnTo>
                  <a:lnTo>
                    <a:pt x="944" y="67"/>
                  </a:lnTo>
                  <a:lnTo>
                    <a:pt x="944" y="67"/>
                  </a:lnTo>
                  <a:lnTo>
                    <a:pt x="940" y="67"/>
                  </a:lnTo>
                  <a:lnTo>
                    <a:pt x="935" y="65"/>
                  </a:lnTo>
                  <a:lnTo>
                    <a:pt x="930" y="64"/>
                  </a:lnTo>
                  <a:lnTo>
                    <a:pt x="930" y="64"/>
                  </a:lnTo>
                  <a:lnTo>
                    <a:pt x="950" y="62"/>
                  </a:lnTo>
                  <a:lnTo>
                    <a:pt x="950" y="62"/>
                  </a:lnTo>
                  <a:lnTo>
                    <a:pt x="950" y="58"/>
                  </a:lnTo>
                  <a:lnTo>
                    <a:pt x="951" y="56"/>
                  </a:lnTo>
                  <a:lnTo>
                    <a:pt x="951" y="56"/>
                  </a:lnTo>
                  <a:close/>
                  <a:moveTo>
                    <a:pt x="893" y="25"/>
                  </a:moveTo>
                  <a:lnTo>
                    <a:pt x="893" y="25"/>
                  </a:lnTo>
                  <a:lnTo>
                    <a:pt x="897" y="25"/>
                  </a:lnTo>
                  <a:lnTo>
                    <a:pt x="897" y="27"/>
                  </a:lnTo>
                  <a:lnTo>
                    <a:pt x="893" y="31"/>
                  </a:lnTo>
                  <a:lnTo>
                    <a:pt x="893" y="31"/>
                  </a:lnTo>
                  <a:lnTo>
                    <a:pt x="886" y="31"/>
                  </a:lnTo>
                  <a:lnTo>
                    <a:pt x="886" y="31"/>
                  </a:lnTo>
                  <a:lnTo>
                    <a:pt x="886" y="29"/>
                  </a:lnTo>
                  <a:lnTo>
                    <a:pt x="888" y="27"/>
                  </a:lnTo>
                  <a:lnTo>
                    <a:pt x="893" y="25"/>
                  </a:lnTo>
                  <a:lnTo>
                    <a:pt x="893" y="25"/>
                  </a:lnTo>
                  <a:close/>
                  <a:moveTo>
                    <a:pt x="827" y="382"/>
                  </a:moveTo>
                  <a:lnTo>
                    <a:pt x="829" y="388"/>
                  </a:lnTo>
                  <a:lnTo>
                    <a:pt x="829" y="388"/>
                  </a:lnTo>
                  <a:lnTo>
                    <a:pt x="829" y="384"/>
                  </a:lnTo>
                  <a:lnTo>
                    <a:pt x="829" y="382"/>
                  </a:lnTo>
                  <a:lnTo>
                    <a:pt x="827" y="382"/>
                  </a:lnTo>
                  <a:lnTo>
                    <a:pt x="827" y="382"/>
                  </a:lnTo>
                  <a:close/>
                  <a:moveTo>
                    <a:pt x="724" y="366"/>
                  </a:moveTo>
                  <a:lnTo>
                    <a:pt x="724" y="366"/>
                  </a:lnTo>
                  <a:lnTo>
                    <a:pt x="725" y="370"/>
                  </a:lnTo>
                  <a:lnTo>
                    <a:pt x="725" y="373"/>
                  </a:lnTo>
                  <a:lnTo>
                    <a:pt x="724" y="375"/>
                  </a:lnTo>
                  <a:lnTo>
                    <a:pt x="722" y="375"/>
                  </a:lnTo>
                  <a:lnTo>
                    <a:pt x="722" y="375"/>
                  </a:lnTo>
                  <a:lnTo>
                    <a:pt x="722" y="368"/>
                  </a:lnTo>
                  <a:lnTo>
                    <a:pt x="722" y="366"/>
                  </a:lnTo>
                  <a:lnTo>
                    <a:pt x="724" y="366"/>
                  </a:lnTo>
                  <a:lnTo>
                    <a:pt x="724" y="366"/>
                  </a:lnTo>
                  <a:close/>
                  <a:moveTo>
                    <a:pt x="851" y="648"/>
                  </a:moveTo>
                  <a:lnTo>
                    <a:pt x="855" y="654"/>
                  </a:lnTo>
                  <a:lnTo>
                    <a:pt x="855" y="654"/>
                  </a:lnTo>
                  <a:lnTo>
                    <a:pt x="858" y="654"/>
                  </a:lnTo>
                  <a:lnTo>
                    <a:pt x="858" y="652"/>
                  </a:lnTo>
                  <a:lnTo>
                    <a:pt x="851" y="648"/>
                  </a:lnTo>
                  <a:lnTo>
                    <a:pt x="851" y="648"/>
                  </a:lnTo>
                  <a:close/>
                  <a:moveTo>
                    <a:pt x="966" y="627"/>
                  </a:moveTo>
                  <a:lnTo>
                    <a:pt x="966" y="627"/>
                  </a:lnTo>
                  <a:lnTo>
                    <a:pt x="957" y="630"/>
                  </a:lnTo>
                  <a:lnTo>
                    <a:pt x="957" y="630"/>
                  </a:lnTo>
                  <a:lnTo>
                    <a:pt x="955" y="630"/>
                  </a:lnTo>
                  <a:lnTo>
                    <a:pt x="955" y="632"/>
                  </a:lnTo>
                  <a:lnTo>
                    <a:pt x="957" y="634"/>
                  </a:lnTo>
                  <a:lnTo>
                    <a:pt x="964" y="639"/>
                  </a:lnTo>
                  <a:lnTo>
                    <a:pt x="964" y="639"/>
                  </a:lnTo>
                  <a:lnTo>
                    <a:pt x="968" y="632"/>
                  </a:lnTo>
                  <a:lnTo>
                    <a:pt x="970" y="628"/>
                  </a:lnTo>
                  <a:lnTo>
                    <a:pt x="968" y="627"/>
                  </a:lnTo>
                  <a:lnTo>
                    <a:pt x="966" y="627"/>
                  </a:lnTo>
                  <a:lnTo>
                    <a:pt x="966" y="627"/>
                  </a:lnTo>
                  <a:close/>
                  <a:moveTo>
                    <a:pt x="848" y="570"/>
                  </a:moveTo>
                  <a:lnTo>
                    <a:pt x="848" y="570"/>
                  </a:lnTo>
                  <a:lnTo>
                    <a:pt x="853" y="572"/>
                  </a:lnTo>
                  <a:lnTo>
                    <a:pt x="858" y="576"/>
                  </a:lnTo>
                  <a:lnTo>
                    <a:pt x="862" y="579"/>
                  </a:lnTo>
                  <a:lnTo>
                    <a:pt x="864" y="585"/>
                  </a:lnTo>
                  <a:lnTo>
                    <a:pt x="866" y="588"/>
                  </a:lnTo>
                  <a:lnTo>
                    <a:pt x="866" y="594"/>
                  </a:lnTo>
                  <a:lnTo>
                    <a:pt x="864" y="596"/>
                  </a:lnTo>
                  <a:lnTo>
                    <a:pt x="862" y="596"/>
                  </a:lnTo>
                  <a:lnTo>
                    <a:pt x="862" y="596"/>
                  </a:lnTo>
                  <a:lnTo>
                    <a:pt x="844" y="592"/>
                  </a:lnTo>
                  <a:lnTo>
                    <a:pt x="844" y="592"/>
                  </a:lnTo>
                  <a:lnTo>
                    <a:pt x="848" y="588"/>
                  </a:lnTo>
                  <a:lnTo>
                    <a:pt x="848" y="585"/>
                  </a:lnTo>
                  <a:lnTo>
                    <a:pt x="848" y="577"/>
                  </a:lnTo>
                  <a:lnTo>
                    <a:pt x="844" y="574"/>
                  </a:lnTo>
                  <a:lnTo>
                    <a:pt x="844" y="572"/>
                  </a:lnTo>
                  <a:lnTo>
                    <a:pt x="848" y="570"/>
                  </a:lnTo>
                  <a:lnTo>
                    <a:pt x="848" y="570"/>
                  </a:lnTo>
                  <a:close/>
                  <a:moveTo>
                    <a:pt x="857" y="512"/>
                  </a:moveTo>
                  <a:lnTo>
                    <a:pt x="857" y="512"/>
                  </a:lnTo>
                  <a:lnTo>
                    <a:pt x="864" y="521"/>
                  </a:lnTo>
                  <a:lnTo>
                    <a:pt x="864" y="521"/>
                  </a:lnTo>
                  <a:lnTo>
                    <a:pt x="866" y="523"/>
                  </a:lnTo>
                  <a:lnTo>
                    <a:pt x="869" y="523"/>
                  </a:lnTo>
                  <a:lnTo>
                    <a:pt x="877" y="521"/>
                  </a:lnTo>
                  <a:lnTo>
                    <a:pt x="877" y="521"/>
                  </a:lnTo>
                  <a:lnTo>
                    <a:pt x="884" y="526"/>
                  </a:lnTo>
                  <a:lnTo>
                    <a:pt x="891" y="532"/>
                  </a:lnTo>
                  <a:lnTo>
                    <a:pt x="891" y="532"/>
                  </a:lnTo>
                  <a:lnTo>
                    <a:pt x="891" y="539"/>
                  </a:lnTo>
                  <a:lnTo>
                    <a:pt x="891" y="539"/>
                  </a:lnTo>
                  <a:lnTo>
                    <a:pt x="888" y="539"/>
                  </a:lnTo>
                  <a:lnTo>
                    <a:pt x="884" y="537"/>
                  </a:lnTo>
                  <a:lnTo>
                    <a:pt x="880" y="537"/>
                  </a:lnTo>
                  <a:lnTo>
                    <a:pt x="878" y="541"/>
                  </a:lnTo>
                  <a:lnTo>
                    <a:pt x="878" y="541"/>
                  </a:lnTo>
                  <a:lnTo>
                    <a:pt x="873" y="541"/>
                  </a:lnTo>
                  <a:lnTo>
                    <a:pt x="869" y="541"/>
                  </a:lnTo>
                  <a:lnTo>
                    <a:pt x="869" y="541"/>
                  </a:lnTo>
                  <a:lnTo>
                    <a:pt x="866" y="545"/>
                  </a:lnTo>
                  <a:lnTo>
                    <a:pt x="862" y="548"/>
                  </a:lnTo>
                  <a:lnTo>
                    <a:pt x="862" y="548"/>
                  </a:lnTo>
                  <a:lnTo>
                    <a:pt x="855" y="535"/>
                  </a:lnTo>
                  <a:lnTo>
                    <a:pt x="853" y="528"/>
                  </a:lnTo>
                  <a:lnTo>
                    <a:pt x="851" y="521"/>
                  </a:lnTo>
                  <a:lnTo>
                    <a:pt x="857" y="512"/>
                  </a:lnTo>
                  <a:close/>
                  <a:moveTo>
                    <a:pt x="800" y="488"/>
                  </a:moveTo>
                  <a:lnTo>
                    <a:pt x="800" y="495"/>
                  </a:lnTo>
                  <a:lnTo>
                    <a:pt x="800" y="495"/>
                  </a:lnTo>
                  <a:lnTo>
                    <a:pt x="807" y="494"/>
                  </a:lnTo>
                  <a:lnTo>
                    <a:pt x="809" y="492"/>
                  </a:lnTo>
                  <a:lnTo>
                    <a:pt x="807" y="490"/>
                  </a:lnTo>
                  <a:lnTo>
                    <a:pt x="800" y="488"/>
                  </a:lnTo>
                  <a:lnTo>
                    <a:pt x="800" y="488"/>
                  </a:lnTo>
                  <a:close/>
                  <a:moveTo>
                    <a:pt x="778" y="481"/>
                  </a:moveTo>
                  <a:lnTo>
                    <a:pt x="778" y="481"/>
                  </a:lnTo>
                  <a:lnTo>
                    <a:pt x="769" y="488"/>
                  </a:lnTo>
                  <a:lnTo>
                    <a:pt x="769" y="488"/>
                  </a:lnTo>
                  <a:lnTo>
                    <a:pt x="771" y="504"/>
                  </a:lnTo>
                  <a:lnTo>
                    <a:pt x="771" y="504"/>
                  </a:lnTo>
                  <a:lnTo>
                    <a:pt x="786" y="503"/>
                  </a:lnTo>
                  <a:lnTo>
                    <a:pt x="786" y="503"/>
                  </a:lnTo>
                  <a:lnTo>
                    <a:pt x="786" y="495"/>
                  </a:lnTo>
                  <a:lnTo>
                    <a:pt x="787" y="488"/>
                  </a:lnTo>
                  <a:lnTo>
                    <a:pt x="787" y="488"/>
                  </a:lnTo>
                  <a:lnTo>
                    <a:pt x="782" y="484"/>
                  </a:lnTo>
                  <a:lnTo>
                    <a:pt x="778" y="481"/>
                  </a:lnTo>
                  <a:lnTo>
                    <a:pt x="778" y="481"/>
                  </a:lnTo>
                  <a:close/>
                  <a:moveTo>
                    <a:pt x="807" y="474"/>
                  </a:moveTo>
                  <a:lnTo>
                    <a:pt x="806" y="481"/>
                  </a:lnTo>
                  <a:lnTo>
                    <a:pt x="807" y="481"/>
                  </a:lnTo>
                  <a:lnTo>
                    <a:pt x="807" y="481"/>
                  </a:lnTo>
                  <a:lnTo>
                    <a:pt x="806" y="481"/>
                  </a:lnTo>
                  <a:lnTo>
                    <a:pt x="806" y="483"/>
                  </a:lnTo>
                  <a:lnTo>
                    <a:pt x="809" y="483"/>
                  </a:lnTo>
                  <a:lnTo>
                    <a:pt x="809" y="483"/>
                  </a:lnTo>
                  <a:lnTo>
                    <a:pt x="811" y="477"/>
                  </a:lnTo>
                  <a:lnTo>
                    <a:pt x="809" y="474"/>
                  </a:lnTo>
                  <a:lnTo>
                    <a:pt x="807" y="474"/>
                  </a:lnTo>
                  <a:lnTo>
                    <a:pt x="807" y="474"/>
                  </a:lnTo>
                  <a:close/>
                  <a:moveTo>
                    <a:pt x="729" y="448"/>
                  </a:moveTo>
                  <a:lnTo>
                    <a:pt x="731" y="453"/>
                  </a:lnTo>
                  <a:lnTo>
                    <a:pt x="731" y="453"/>
                  </a:lnTo>
                  <a:lnTo>
                    <a:pt x="733" y="453"/>
                  </a:lnTo>
                  <a:lnTo>
                    <a:pt x="733" y="452"/>
                  </a:lnTo>
                  <a:lnTo>
                    <a:pt x="729" y="448"/>
                  </a:lnTo>
                  <a:lnTo>
                    <a:pt x="729" y="448"/>
                  </a:lnTo>
                  <a:close/>
                  <a:moveTo>
                    <a:pt x="771" y="446"/>
                  </a:moveTo>
                  <a:lnTo>
                    <a:pt x="771" y="446"/>
                  </a:lnTo>
                  <a:lnTo>
                    <a:pt x="769" y="446"/>
                  </a:lnTo>
                  <a:lnTo>
                    <a:pt x="771" y="448"/>
                  </a:lnTo>
                  <a:lnTo>
                    <a:pt x="776" y="452"/>
                  </a:lnTo>
                  <a:lnTo>
                    <a:pt x="776" y="452"/>
                  </a:lnTo>
                  <a:lnTo>
                    <a:pt x="776" y="448"/>
                  </a:lnTo>
                  <a:lnTo>
                    <a:pt x="776" y="446"/>
                  </a:lnTo>
                  <a:lnTo>
                    <a:pt x="771" y="446"/>
                  </a:lnTo>
                  <a:lnTo>
                    <a:pt x="771" y="446"/>
                  </a:lnTo>
                  <a:close/>
                  <a:moveTo>
                    <a:pt x="377" y="444"/>
                  </a:moveTo>
                  <a:lnTo>
                    <a:pt x="377" y="444"/>
                  </a:lnTo>
                  <a:lnTo>
                    <a:pt x="379" y="446"/>
                  </a:lnTo>
                  <a:lnTo>
                    <a:pt x="379" y="448"/>
                  </a:lnTo>
                  <a:lnTo>
                    <a:pt x="379" y="448"/>
                  </a:lnTo>
                  <a:lnTo>
                    <a:pt x="381" y="448"/>
                  </a:lnTo>
                  <a:lnTo>
                    <a:pt x="381" y="446"/>
                  </a:lnTo>
                  <a:lnTo>
                    <a:pt x="377" y="444"/>
                  </a:lnTo>
                  <a:lnTo>
                    <a:pt x="377" y="444"/>
                  </a:lnTo>
                  <a:close/>
                  <a:moveTo>
                    <a:pt x="736" y="441"/>
                  </a:moveTo>
                  <a:lnTo>
                    <a:pt x="736" y="446"/>
                  </a:lnTo>
                  <a:lnTo>
                    <a:pt x="742" y="446"/>
                  </a:lnTo>
                  <a:lnTo>
                    <a:pt x="742" y="446"/>
                  </a:lnTo>
                  <a:lnTo>
                    <a:pt x="740" y="444"/>
                  </a:lnTo>
                  <a:lnTo>
                    <a:pt x="740" y="443"/>
                  </a:lnTo>
                  <a:lnTo>
                    <a:pt x="740" y="441"/>
                  </a:lnTo>
                  <a:lnTo>
                    <a:pt x="736" y="441"/>
                  </a:lnTo>
                  <a:lnTo>
                    <a:pt x="736" y="441"/>
                  </a:lnTo>
                  <a:close/>
                  <a:moveTo>
                    <a:pt x="724" y="433"/>
                  </a:moveTo>
                  <a:lnTo>
                    <a:pt x="720" y="439"/>
                  </a:lnTo>
                  <a:lnTo>
                    <a:pt x="720" y="439"/>
                  </a:lnTo>
                  <a:lnTo>
                    <a:pt x="713" y="439"/>
                  </a:lnTo>
                  <a:lnTo>
                    <a:pt x="707" y="439"/>
                  </a:lnTo>
                  <a:lnTo>
                    <a:pt x="707" y="439"/>
                  </a:lnTo>
                  <a:lnTo>
                    <a:pt x="709" y="444"/>
                  </a:lnTo>
                  <a:lnTo>
                    <a:pt x="709" y="444"/>
                  </a:lnTo>
                  <a:lnTo>
                    <a:pt x="715" y="444"/>
                  </a:lnTo>
                  <a:lnTo>
                    <a:pt x="724" y="446"/>
                  </a:lnTo>
                  <a:lnTo>
                    <a:pt x="724" y="446"/>
                  </a:lnTo>
                  <a:lnTo>
                    <a:pt x="731" y="437"/>
                  </a:lnTo>
                  <a:lnTo>
                    <a:pt x="731" y="435"/>
                  </a:lnTo>
                  <a:lnTo>
                    <a:pt x="731" y="435"/>
                  </a:lnTo>
                  <a:lnTo>
                    <a:pt x="729" y="433"/>
                  </a:lnTo>
                  <a:lnTo>
                    <a:pt x="724" y="433"/>
                  </a:lnTo>
                  <a:lnTo>
                    <a:pt x="724" y="433"/>
                  </a:lnTo>
                  <a:close/>
                  <a:moveTo>
                    <a:pt x="878" y="432"/>
                  </a:moveTo>
                  <a:lnTo>
                    <a:pt x="878" y="432"/>
                  </a:lnTo>
                  <a:lnTo>
                    <a:pt x="884" y="433"/>
                  </a:lnTo>
                  <a:lnTo>
                    <a:pt x="886" y="435"/>
                  </a:lnTo>
                  <a:lnTo>
                    <a:pt x="888" y="437"/>
                  </a:lnTo>
                  <a:lnTo>
                    <a:pt x="886" y="437"/>
                  </a:lnTo>
                  <a:lnTo>
                    <a:pt x="880" y="437"/>
                  </a:lnTo>
                  <a:lnTo>
                    <a:pt x="880" y="437"/>
                  </a:lnTo>
                  <a:lnTo>
                    <a:pt x="877" y="433"/>
                  </a:lnTo>
                  <a:lnTo>
                    <a:pt x="875" y="432"/>
                  </a:lnTo>
                  <a:lnTo>
                    <a:pt x="878" y="432"/>
                  </a:lnTo>
                  <a:lnTo>
                    <a:pt x="878" y="432"/>
                  </a:lnTo>
                  <a:close/>
                  <a:moveTo>
                    <a:pt x="873" y="421"/>
                  </a:moveTo>
                  <a:lnTo>
                    <a:pt x="873" y="426"/>
                  </a:lnTo>
                  <a:lnTo>
                    <a:pt x="873" y="426"/>
                  </a:lnTo>
                  <a:lnTo>
                    <a:pt x="869" y="426"/>
                  </a:lnTo>
                  <a:lnTo>
                    <a:pt x="869" y="424"/>
                  </a:lnTo>
                  <a:lnTo>
                    <a:pt x="871" y="423"/>
                  </a:lnTo>
                  <a:lnTo>
                    <a:pt x="873" y="421"/>
                  </a:lnTo>
                  <a:lnTo>
                    <a:pt x="873" y="421"/>
                  </a:lnTo>
                  <a:close/>
                  <a:moveTo>
                    <a:pt x="676" y="412"/>
                  </a:moveTo>
                  <a:lnTo>
                    <a:pt x="676" y="412"/>
                  </a:lnTo>
                  <a:lnTo>
                    <a:pt x="678" y="413"/>
                  </a:lnTo>
                  <a:lnTo>
                    <a:pt x="680" y="415"/>
                  </a:lnTo>
                  <a:lnTo>
                    <a:pt x="680" y="417"/>
                  </a:lnTo>
                  <a:lnTo>
                    <a:pt x="676" y="417"/>
                  </a:lnTo>
                  <a:lnTo>
                    <a:pt x="676" y="417"/>
                  </a:lnTo>
                  <a:lnTo>
                    <a:pt x="673" y="413"/>
                  </a:lnTo>
                  <a:lnTo>
                    <a:pt x="673" y="412"/>
                  </a:lnTo>
                  <a:lnTo>
                    <a:pt x="676" y="412"/>
                  </a:lnTo>
                  <a:lnTo>
                    <a:pt x="676" y="412"/>
                  </a:lnTo>
                  <a:close/>
                  <a:moveTo>
                    <a:pt x="862" y="402"/>
                  </a:moveTo>
                  <a:lnTo>
                    <a:pt x="862" y="402"/>
                  </a:lnTo>
                  <a:lnTo>
                    <a:pt x="864" y="417"/>
                  </a:lnTo>
                  <a:lnTo>
                    <a:pt x="858" y="417"/>
                  </a:lnTo>
                  <a:lnTo>
                    <a:pt x="858" y="417"/>
                  </a:lnTo>
                  <a:lnTo>
                    <a:pt x="858" y="408"/>
                  </a:lnTo>
                  <a:lnTo>
                    <a:pt x="858" y="404"/>
                  </a:lnTo>
                  <a:lnTo>
                    <a:pt x="862" y="402"/>
                  </a:lnTo>
                  <a:lnTo>
                    <a:pt x="862" y="402"/>
                  </a:lnTo>
                  <a:close/>
                  <a:moveTo>
                    <a:pt x="691" y="319"/>
                  </a:moveTo>
                  <a:lnTo>
                    <a:pt x="691" y="319"/>
                  </a:lnTo>
                  <a:lnTo>
                    <a:pt x="691" y="322"/>
                  </a:lnTo>
                  <a:lnTo>
                    <a:pt x="691" y="324"/>
                  </a:lnTo>
                  <a:lnTo>
                    <a:pt x="693" y="326"/>
                  </a:lnTo>
                  <a:lnTo>
                    <a:pt x="693" y="328"/>
                  </a:lnTo>
                  <a:lnTo>
                    <a:pt x="693" y="328"/>
                  </a:lnTo>
                  <a:lnTo>
                    <a:pt x="691" y="333"/>
                  </a:lnTo>
                  <a:lnTo>
                    <a:pt x="687" y="339"/>
                  </a:lnTo>
                  <a:lnTo>
                    <a:pt x="687" y="339"/>
                  </a:lnTo>
                  <a:lnTo>
                    <a:pt x="705" y="344"/>
                  </a:lnTo>
                  <a:lnTo>
                    <a:pt x="716" y="346"/>
                  </a:lnTo>
                  <a:lnTo>
                    <a:pt x="727" y="346"/>
                  </a:lnTo>
                  <a:lnTo>
                    <a:pt x="727" y="346"/>
                  </a:lnTo>
                  <a:lnTo>
                    <a:pt x="727" y="344"/>
                  </a:lnTo>
                  <a:lnTo>
                    <a:pt x="729" y="342"/>
                  </a:lnTo>
                  <a:lnTo>
                    <a:pt x="731" y="344"/>
                  </a:lnTo>
                  <a:lnTo>
                    <a:pt x="731" y="344"/>
                  </a:lnTo>
                  <a:lnTo>
                    <a:pt x="731" y="351"/>
                  </a:lnTo>
                  <a:lnTo>
                    <a:pt x="731" y="351"/>
                  </a:lnTo>
                  <a:lnTo>
                    <a:pt x="751" y="361"/>
                  </a:lnTo>
                  <a:lnTo>
                    <a:pt x="751" y="361"/>
                  </a:lnTo>
                  <a:lnTo>
                    <a:pt x="740" y="359"/>
                  </a:lnTo>
                  <a:lnTo>
                    <a:pt x="729" y="355"/>
                  </a:lnTo>
                  <a:lnTo>
                    <a:pt x="729" y="355"/>
                  </a:lnTo>
                  <a:lnTo>
                    <a:pt x="729" y="362"/>
                  </a:lnTo>
                  <a:lnTo>
                    <a:pt x="729" y="364"/>
                  </a:lnTo>
                  <a:lnTo>
                    <a:pt x="727" y="366"/>
                  </a:lnTo>
                  <a:lnTo>
                    <a:pt x="727" y="366"/>
                  </a:lnTo>
                  <a:lnTo>
                    <a:pt x="725" y="364"/>
                  </a:lnTo>
                  <a:lnTo>
                    <a:pt x="724" y="362"/>
                  </a:lnTo>
                  <a:lnTo>
                    <a:pt x="724" y="355"/>
                  </a:lnTo>
                  <a:lnTo>
                    <a:pt x="724" y="355"/>
                  </a:lnTo>
                  <a:lnTo>
                    <a:pt x="715" y="359"/>
                  </a:lnTo>
                  <a:lnTo>
                    <a:pt x="715" y="359"/>
                  </a:lnTo>
                  <a:lnTo>
                    <a:pt x="716" y="359"/>
                  </a:lnTo>
                  <a:lnTo>
                    <a:pt x="715" y="361"/>
                  </a:lnTo>
                  <a:lnTo>
                    <a:pt x="709" y="361"/>
                  </a:lnTo>
                  <a:lnTo>
                    <a:pt x="709" y="361"/>
                  </a:lnTo>
                  <a:lnTo>
                    <a:pt x="711" y="359"/>
                  </a:lnTo>
                  <a:lnTo>
                    <a:pt x="711" y="357"/>
                  </a:lnTo>
                  <a:lnTo>
                    <a:pt x="711" y="355"/>
                  </a:lnTo>
                  <a:lnTo>
                    <a:pt x="709" y="353"/>
                  </a:lnTo>
                  <a:lnTo>
                    <a:pt x="709" y="353"/>
                  </a:lnTo>
                  <a:lnTo>
                    <a:pt x="705" y="353"/>
                  </a:lnTo>
                  <a:lnTo>
                    <a:pt x="702" y="353"/>
                  </a:lnTo>
                  <a:lnTo>
                    <a:pt x="702" y="353"/>
                  </a:lnTo>
                  <a:lnTo>
                    <a:pt x="700" y="357"/>
                  </a:lnTo>
                  <a:lnTo>
                    <a:pt x="698" y="361"/>
                  </a:lnTo>
                  <a:lnTo>
                    <a:pt x="698" y="364"/>
                  </a:lnTo>
                  <a:lnTo>
                    <a:pt x="700" y="366"/>
                  </a:lnTo>
                  <a:lnTo>
                    <a:pt x="702" y="366"/>
                  </a:lnTo>
                  <a:lnTo>
                    <a:pt x="702" y="366"/>
                  </a:lnTo>
                  <a:lnTo>
                    <a:pt x="700" y="368"/>
                  </a:lnTo>
                  <a:lnTo>
                    <a:pt x="700" y="370"/>
                  </a:lnTo>
                  <a:lnTo>
                    <a:pt x="700" y="370"/>
                  </a:lnTo>
                  <a:lnTo>
                    <a:pt x="691" y="370"/>
                  </a:lnTo>
                  <a:lnTo>
                    <a:pt x="685" y="370"/>
                  </a:lnTo>
                  <a:lnTo>
                    <a:pt x="685" y="370"/>
                  </a:lnTo>
                  <a:lnTo>
                    <a:pt x="687" y="368"/>
                  </a:lnTo>
                  <a:lnTo>
                    <a:pt x="691" y="368"/>
                  </a:lnTo>
                  <a:lnTo>
                    <a:pt x="691" y="368"/>
                  </a:lnTo>
                  <a:lnTo>
                    <a:pt x="689" y="362"/>
                  </a:lnTo>
                  <a:lnTo>
                    <a:pt x="691" y="359"/>
                  </a:lnTo>
                  <a:lnTo>
                    <a:pt x="691" y="359"/>
                  </a:lnTo>
                  <a:lnTo>
                    <a:pt x="693" y="359"/>
                  </a:lnTo>
                  <a:lnTo>
                    <a:pt x="693" y="359"/>
                  </a:lnTo>
                  <a:lnTo>
                    <a:pt x="693" y="355"/>
                  </a:lnTo>
                  <a:lnTo>
                    <a:pt x="687" y="355"/>
                  </a:lnTo>
                  <a:lnTo>
                    <a:pt x="687" y="355"/>
                  </a:lnTo>
                  <a:lnTo>
                    <a:pt x="687" y="353"/>
                  </a:lnTo>
                  <a:lnTo>
                    <a:pt x="689" y="351"/>
                  </a:lnTo>
                  <a:lnTo>
                    <a:pt x="691" y="350"/>
                  </a:lnTo>
                  <a:lnTo>
                    <a:pt x="691" y="346"/>
                  </a:lnTo>
                  <a:lnTo>
                    <a:pt x="691" y="346"/>
                  </a:lnTo>
                  <a:lnTo>
                    <a:pt x="689" y="342"/>
                  </a:lnTo>
                  <a:lnTo>
                    <a:pt x="685" y="342"/>
                  </a:lnTo>
                  <a:lnTo>
                    <a:pt x="684" y="341"/>
                  </a:lnTo>
                  <a:lnTo>
                    <a:pt x="684" y="335"/>
                  </a:lnTo>
                  <a:lnTo>
                    <a:pt x="684" y="331"/>
                  </a:lnTo>
                  <a:lnTo>
                    <a:pt x="684" y="331"/>
                  </a:lnTo>
                  <a:lnTo>
                    <a:pt x="685" y="330"/>
                  </a:lnTo>
                  <a:lnTo>
                    <a:pt x="687" y="326"/>
                  </a:lnTo>
                  <a:lnTo>
                    <a:pt x="691" y="319"/>
                  </a:lnTo>
                  <a:lnTo>
                    <a:pt x="691" y="319"/>
                  </a:lnTo>
                  <a:close/>
                  <a:moveTo>
                    <a:pt x="709" y="275"/>
                  </a:moveTo>
                  <a:lnTo>
                    <a:pt x="713" y="280"/>
                  </a:lnTo>
                  <a:lnTo>
                    <a:pt x="713" y="280"/>
                  </a:lnTo>
                  <a:lnTo>
                    <a:pt x="716" y="280"/>
                  </a:lnTo>
                  <a:lnTo>
                    <a:pt x="718" y="279"/>
                  </a:lnTo>
                  <a:lnTo>
                    <a:pt x="716" y="277"/>
                  </a:lnTo>
                  <a:lnTo>
                    <a:pt x="709" y="275"/>
                  </a:lnTo>
                  <a:lnTo>
                    <a:pt x="709" y="275"/>
                  </a:lnTo>
                  <a:close/>
                  <a:moveTo>
                    <a:pt x="720" y="235"/>
                  </a:moveTo>
                  <a:lnTo>
                    <a:pt x="720" y="235"/>
                  </a:lnTo>
                  <a:lnTo>
                    <a:pt x="713" y="239"/>
                  </a:lnTo>
                  <a:lnTo>
                    <a:pt x="713" y="240"/>
                  </a:lnTo>
                  <a:lnTo>
                    <a:pt x="715" y="244"/>
                  </a:lnTo>
                  <a:lnTo>
                    <a:pt x="720" y="248"/>
                  </a:lnTo>
                  <a:lnTo>
                    <a:pt x="720" y="248"/>
                  </a:lnTo>
                  <a:lnTo>
                    <a:pt x="724" y="240"/>
                  </a:lnTo>
                  <a:lnTo>
                    <a:pt x="724" y="237"/>
                  </a:lnTo>
                  <a:lnTo>
                    <a:pt x="722" y="235"/>
                  </a:lnTo>
                  <a:lnTo>
                    <a:pt x="720" y="235"/>
                  </a:lnTo>
                  <a:lnTo>
                    <a:pt x="720" y="235"/>
                  </a:lnTo>
                  <a:close/>
                  <a:moveTo>
                    <a:pt x="685" y="191"/>
                  </a:moveTo>
                  <a:lnTo>
                    <a:pt x="685" y="191"/>
                  </a:lnTo>
                  <a:lnTo>
                    <a:pt x="696" y="195"/>
                  </a:lnTo>
                  <a:lnTo>
                    <a:pt x="698" y="197"/>
                  </a:lnTo>
                  <a:lnTo>
                    <a:pt x="693" y="197"/>
                  </a:lnTo>
                  <a:lnTo>
                    <a:pt x="693" y="197"/>
                  </a:lnTo>
                  <a:lnTo>
                    <a:pt x="685" y="193"/>
                  </a:lnTo>
                  <a:lnTo>
                    <a:pt x="684" y="191"/>
                  </a:lnTo>
                  <a:lnTo>
                    <a:pt x="685" y="191"/>
                  </a:lnTo>
                  <a:lnTo>
                    <a:pt x="685" y="191"/>
                  </a:lnTo>
                  <a:close/>
                  <a:moveTo>
                    <a:pt x="724" y="40"/>
                  </a:moveTo>
                  <a:lnTo>
                    <a:pt x="724" y="40"/>
                  </a:lnTo>
                  <a:lnTo>
                    <a:pt x="729" y="40"/>
                  </a:lnTo>
                  <a:lnTo>
                    <a:pt x="729" y="42"/>
                  </a:lnTo>
                  <a:lnTo>
                    <a:pt x="727" y="45"/>
                  </a:lnTo>
                  <a:lnTo>
                    <a:pt x="727" y="45"/>
                  </a:lnTo>
                  <a:lnTo>
                    <a:pt x="722" y="44"/>
                  </a:lnTo>
                  <a:lnTo>
                    <a:pt x="722" y="42"/>
                  </a:lnTo>
                  <a:lnTo>
                    <a:pt x="724" y="40"/>
                  </a:lnTo>
                  <a:lnTo>
                    <a:pt x="724" y="40"/>
                  </a:lnTo>
                  <a:close/>
                  <a:moveTo>
                    <a:pt x="771" y="31"/>
                  </a:moveTo>
                  <a:lnTo>
                    <a:pt x="771" y="31"/>
                  </a:lnTo>
                  <a:lnTo>
                    <a:pt x="773" y="31"/>
                  </a:lnTo>
                  <a:lnTo>
                    <a:pt x="773" y="34"/>
                  </a:lnTo>
                  <a:lnTo>
                    <a:pt x="771" y="36"/>
                  </a:lnTo>
                  <a:lnTo>
                    <a:pt x="769" y="38"/>
                  </a:lnTo>
                  <a:lnTo>
                    <a:pt x="769" y="38"/>
                  </a:lnTo>
                  <a:lnTo>
                    <a:pt x="767" y="33"/>
                  </a:lnTo>
                  <a:lnTo>
                    <a:pt x="769" y="31"/>
                  </a:lnTo>
                  <a:lnTo>
                    <a:pt x="771" y="31"/>
                  </a:lnTo>
                  <a:lnTo>
                    <a:pt x="771" y="31"/>
                  </a:lnTo>
                  <a:close/>
                  <a:moveTo>
                    <a:pt x="312" y="468"/>
                  </a:moveTo>
                  <a:lnTo>
                    <a:pt x="312" y="468"/>
                  </a:lnTo>
                  <a:lnTo>
                    <a:pt x="308" y="468"/>
                  </a:lnTo>
                  <a:lnTo>
                    <a:pt x="308" y="470"/>
                  </a:lnTo>
                  <a:lnTo>
                    <a:pt x="312" y="470"/>
                  </a:lnTo>
                  <a:lnTo>
                    <a:pt x="321" y="474"/>
                  </a:lnTo>
                  <a:lnTo>
                    <a:pt x="321" y="474"/>
                  </a:lnTo>
                  <a:lnTo>
                    <a:pt x="319" y="470"/>
                  </a:lnTo>
                  <a:lnTo>
                    <a:pt x="317" y="468"/>
                  </a:lnTo>
                  <a:lnTo>
                    <a:pt x="312" y="468"/>
                  </a:lnTo>
                  <a:lnTo>
                    <a:pt x="312" y="468"/>
                  </a:lnTo>
                  <a:close/>
                  <a:moveTo>
                    <a:pt x="363" y="461"/>
                  </a:moveTo>
                  <a:lnTo>
                    <a:pt x="363" y="461"/>
                  </a:lnTo>
                  <a:lnTo>
                    <a:pt x="361" y="463"/>
                  </a:lnTo>
                  <a:lnTo>
                    <a:pt x="361" y="464"/>
                  </a:lnTo>
                  <a:lnTo>
                    <a:pt x="363" y="468"/>
                  </a:lnTo>
                  <a:lnTo>
                    <a:pt x="365" y="468"/>
                  </a:lnTo>
                  <a:lnTo>
                    <a:pt x="365" y="468"/>
                  </a:lnTo>
                  <a:lnTo>
                    <a:pt x="368" y="466"/>
                  </a:lnTo>
                  <a:lnTo>
                    <a:pt x="368" y="463"/>
                  </a:lnTo>
                  <a:lnTo>
                    <a:pt x="368" y="461"/>
                  </a:lnTo>
                  <a:lnTo>
                    <a:pt x="363" y="461"/>
                  </a:lnTo>
                  <a:lnTo>
                    <a:pt x="363" y="461"/>
                  </a:lnTo>
                  <a:close/>
                  <a:moveTo>
                    <a:pt x="387" y="453"/>
                  </a:moveTo>
                  <a:lnTo>
                    <a:pt x="387" y="453"/>
                  </a:lnTo>
                  <a:lnTo>
                    <a:pt x="387" y="453"/>
                  </a:lnTo>
                  <a:lnTo>
                    <a:pt x="385" y="455"/>
                  </a:lnTo>
                  <a:lnTo>
                    <a:pt x="379" y="459"/>
                  </a:lnTo>
                  <a:lnTo>
                    <a:pt x="379" y="459"/>
                  </a:lnTo>
                  <a:lnTo>
                    <a:pt x="383" y="457"/>
                  </a:lnTo>
                  <a:lnTo>
                    <a:pt x="385" y="459"/>
                  </a:lnTo>
                  <a:lnTo>
                    <a:pt x="388" y="461"/>
                  </a:lnTo>
                  <a:lnTo>
                    <a:pt x="390" y="461"/>
                  </a:lnTo>
                  <a:lnTo>
                    <a:pt x="390" y="461"/>
                  </a:lnTo>
                  <a:lnTo>
                    <a:pt x="392" y="455"/>
                  </a:lnTo>
                  <a:lnTo>
                    <a:pt x="392" y="453"/>
                  </a:lnTo>
                  <a:lnTo>
                    <a:pt x="387" y="453"/>
                  </a:lnTo>
                  <a:lnTo>
                    <a:pt x="387" y="453"/>
                  </a:lnTo>
                  <a:close/>
                  <a:moveTo>
                    <a:pt x="423" y="432"/>
                  </a:moveTo>
                  <a:lnTo>
                    <a:pt x="423" y="433"/>
                  </a:lnTo>
                  <a:lnTo>
                    <a:pt x="423" y="433"/>
                  </a:lnTo>
                  <a:lnTo>
                    <a:pt x="417" y="437"/>
                  </a:lnTo>
                  <a:lnTo>
                    <a:pt x="416" y="441"/>
                  </a:lnTo>
                  <a:lnTo>
                    <a:pt x="414" y="444"/>
                  </a:lnTo>
                  <a:lnTo>
                    <a:pt x="414" y="444"/>
                  </a:lnTo>
                  <a:lnTo>
                    <a:pt x="414" y="452"/>
                  </a:lnTo>
                  <a:lnTo>
                    <a:pt x="414" y="452"/>
                  </a:lnTo>
                  <a:lnTo>
                    <a:pt x="408" y="452"/>
                  </a:lnTo>
                  <a:lnTo>
                    <a:pt x="405" y="453"/>
                  </a:lnTo>
                  <a:lnTo>
                    <a:pt x="405" y="453"/>
                  </a:lnTo>
                  <a:lnTo>
                    <a:pt x="405" y="457"/>
                  </a:lnTo>
                  <a:lnTo>
                    <a:pt x="405" y="461"/>
                  </a:lnTo>
                  <a:lnTo>
                    <a:pt x="405" y="461"/>
                  </a:lnTo>
                  <a:lnTo>
                    <a:pt x="408" y="461"/>
                  </a:lnTo>
                  <a:lnTo>
                    <a:pt x="410" y="463"/>
                  </a:lnTo>
                  <a:lnTo>
                    <a:pt x="414" y="463"/>
                  </a:lnTo>
                  <a:lnTo>
                    <a:pt x="416" y="463"/>
                  </a:lnTo>
                  <a:lnTo>
                    <a:pt x="416" y="463"/>
                  </a:lnTo>
                  <a:lnTo>
                    <a:pt x="417" y="461"/>
                  </a:lnTo>
                  <a:lnTo>
                    <a:pt x="419" y="459"/>
                  </a:lnTo>
                  <a:lnTo>
                    <a:pt x="421" y="459"/>
                  </a:lnTo>
                  <a:lnTo>
                    <a:pt x="421" y="459"/>
                  </a:lnTo>
                  <a:lnTo>
                    <a:pt x="421" y="463"/>
                  </a:lnTo>
                  <a:lnTo>
                    <a:pt x="421" y="468"/>
                  </a:lnTo>
                  <a:lnTo>
                    <a:pt x="421" y="468"/>
                  </a:lnTo>
                  <a:lnTo>
                    <a:pt x="425" y="470"/>
                  </a:lnTo>
                  <a:lnTo>
                    <a:pt x="428" y="474"/>
                  </a:lnTo>
                  <a:lnTo>
                    <a:pt x="436" y="475"/>
                  </a:lnTo>
                  <a:lnTo>
                    <a:pt x="436" y="475"/>
                  </a:lnTo>
                  <a:lnTo>
                    <a:pt x="438" y="474"/>
                  </a:lnTo>
                  <a:lnTo>
                    <a:pt x="439" y="472"/>
                  </a:lnTo>
                  <a:lnTo>
                    <a:pt x="438" y="468"/>
                  </a:lnTo>
                  <a:lnTo>
                    <a:pt x="438" y="468"/>
                  </a:lnTo>
                  <a:lnTo>
                    <a:pt x="441" y="468"/>
                  </a:lnTo>
                  <a:lnTo>
                    <a:pt x="443" y="468"/>
                  </a:lnTo>
                  <a:lnTo>
                    <a:pt x="445" y="470"/>
                  </a:lnTo>
                  <a:lnTo>
                    <a:pt x="465" y="466"/>
                  </a:lnTo>
                  <a:lnTo>
                    <a:pt x="465" y="466"/>
                  </a:lnTo>
                  <a:lnTo>
                    <a:pt x="465" y="463"/>
                  </a:lnTo>
                  <a:lnTo>
                    <a:pt x="463" y="463"/>
                  </a:lnTo>
                  <a:lnTo>
                    <a:pt x="458" y="463"/>
                  </a:lnTo>
                  <a:lnTo>
                    <a:pt x="458" y="463"/>
                  </a:lnTo>
                  <a:lnTo>
                    <a:pt x="458" y="453"/>
                  </a:lnTo>
                  <a:lnTo>
                    <a:pt x="459" y="450"/>
                  </a:lnTo>
                  <a:lnTo>
                    <a:pt x="458" y="446"/>
                  </a:lnTo>
                  <a:lnTo>
                    <a:pt x="458" y="446"/>
                  </a:lnTo>
                  <a:lnTo>
                    <a:pt x="452" y="443"/>
                  </a:lnTo>
                  <a:lnTo>
                    <a:pt x="443" y="437"/>
                  </a:lnTo>
                  <a:lnTo>
                    <a:pt x="432" y="433"/>
                  </a:lnTo>
                  <a:lnTo>
                    <a:pt x="423" y="432"/>
                  </a:lnTo>
                  <a:lnTo>
                    <a:pt x="423" y="432"/>
                  </a:lnTo>
                  <a:close/>
                  <a:moveTo>
                    <a:pt x="600" y="424"/>
                  </a:moveTo>
                  <a:lnTo>
                    <a:pt x="600" y="424"/>
                  </a:lnTo>
                  <a:lnTo>
                    <a:pt x="602" y="428"/>
                  </a:lnTo>
                  <a:lnTo>
                    <a:pt x="602" y="433"/>
                  </a:lnTo>
                  <a:lnTo>
                    <a:pt x="602" y="433"/>
                  </a:lnTo>
                  <a:lnTo>
                    <a:pt x="605" y="437"/>
                  </a:lnTo>
                  <a:lnTo>
                    <a:pt x="607" y="437"/>
                  </a:lnTo>
                  <a:lnTo>
                    <a:pt x="611" y="437"/>
                  </a:lnTo>
                  <a:lnTo>
                    <a:pt x="614" y="439"/>
                  </a:lnTo>
                  <a:lnTo>
                    <a:pt x="614" y="437"/>
                  </a:lnTo>
                  <a:lnTo>
                    <a:pt x="614" y="437"/>
                  </a:lnTo>
                  <a:lnTo>
                    <a:pt x="607" y="430"/>
                  </a:lnTo>
                  <a:lnTo>
                    <a:pt x="600" y="424"/>
                  </a:lnTo>
                  <a:lnTo>
                    <a:pt x="600" y="424"/>
                  </a:lnTo>
                  <a:close/>
                  <a:moveTo>
                    <a:pt x="383" y="404"/>
                  </a:moveTo>
                  <a:lnTo>
                    <a:pt x="383" y="404"/>
                  </a:lnTo>
                  <a:lnTo>
                    <a:pt x="379" y="406"/>
                  </a:lnTo>
                  <a:lnTo>
                    <a:pt x="379" y="410"/>
                  </a:lnTo>
                  <a:lnTo>
                    <a:pt x="379" y="413"/>
                  </a:lnTo>
                  <a:lnTo>
                    <a:pt x="379" y="415"/>
                  </a:lnTo>
                  <a:lnTo>
                    <a:pt x="383" y="413"/>
                  </a:lnTo>
                  <a:lnTo>
                    <a:pt x="383" y="413"/>
                  </a:lnTo>
                  <a:lnTo>
                    <a:pt x="385" y="408"/>
                  </a:lnTo>
                  <a:lnTo>
                    <a:pt x="385" y="404"/>
                  </a:lnTo>
                  <a:lnTo>
                    <a:pt x="385" y="404"/>
                  </a:lnTo>
                  <a:lnTo>
                    <a:pt x="383" y="404"/>
                  </a:lnTo>
                  <a:lnTo>
                    <a:pt x="383" y="404"/>
                  </a:lnTo>
                  <a:close/>
                  <a:moveTo>
                    <a:pt x="441" y="320"/>
                  </a:moveTo>
                  <a:lnTo>
                    <a:pt x="441" y="326"/>
                  </a:lnTo>
                  <a:lnTo>
                    <a:pt x="445" y="326"/>
                  </a:lnTo>
                  <a:lnTo>
                    <a:pt x="445" y="326"/>
                  </a:lnTo>
                  <a:lnTo>
                    <a:pt x="445" y="324"/>
                  </a:lnTo>
                  <a:lnTo>
                    <a:pt x="445" y="322"/>
                  </a:lnTo>
                  <a:lnTo>
                    <a:pt x="445" y="322"/>
                  </a:lnTo>
                  <a:lnTo>
                    <a:pt x="441" y="320"/>
                  </a:lnTo>
                  <a:lnTo>
                    <a:pt x="441" y="320"/>
                  </a:lnTo>
                  <a:close/>
                  <a:moveTo>
                    <a:pt x="162" y="317"/>
                  </a:moveTo>
                  <a:lnTo>
                    <a:pt x="162" y="317"/>
                  </a:lnTo>
                  <a:lnTo>
                    <a:pt x="153" y="326"/>
                  </a:lnTo>
                  <a:lnTo>
                    <a:pt x="150" y="330"/>
                  </a:lnTo>
                  <a:lnTo>
                    <a:pt x="144" y="333"/>
                  </a:lnTo>
                  <a:lnTo>
                    <a:pt x="144" y="333"/>
                  </a:lnTo>
                  <a:lnTo>
                    <a:pt x="141" y="333"/>
                  </a:lnTo>
                  <a:lnTo>
                    <a:pt x="137" y="333"/>
                  </a:lnTo>
                  <a:lnTo>
                    <a:pt x="128" y="333"/>
                  </a:lnTo>
                  <a:lnTo>
                    <a:pt x="128" y="333"/>
                  </a:lnTo>
                  <a:lnTo>
                    <a:pt x="122" y="337"/>
                  </a:lnTo>
                  <a:lnTo>
                    <a:pt x="119" y="341"/>
                  </a:lnTo>
                  <a:lnTo>
                    <a:pt x="119" y="341"/>
                  </a:lnTo>
                  <a:lnTo>
                    <a:pt x="115" y="341"/>
                  </a:lnTo>
                  <a:lnTo>
                    <a:pt x="111" y="341"/>
                  </a:lnTo>
                  <a:lnTo>
                    <a:pt x="111" y="341"/>
                  </a:lnTo>
                  <a:lnTo>
                    <a:pt x="108" y="346"/>
                  </a:lnTo>
                  <a:lnTo>
                    <a:pt x="108" y="350"/>
                  </a:lnTo>
                  <a:lnTo>
                    <a:pt x="108" y="353"/>
                  </a:lnTo>
                  <a:lnTo>
                    <a:pt x="108" y="359"/>
                  </a:lnTo>
                  <a:lnTo>
                    <a:pt x="106" y="359"/>
                  </a:lnTo>
                  <a:lnTo>
                    <a:pt x="106" y="359"/>
                  </a:lnTo>
                  <a:lnTo>
                    <a:pt x="100" y="361"/>
                  </a:lnTo>
                  <a:lnTo>
                    <a:pt x="97" y="366"/>
                  </a:lnTo>
                  <a:lnTo>
                    <a:pt x="89" y="375"/>
                  </a:lnTo>
                  <a:lnTo>
                    <a:pt x="89" y="375"/>
                  </a:lnTo>
                  <a:lnTo>
                    <a:pt x="86" y="375"/>
                  </a:lnTo>
                  <a:lnTo>
                    <a:pt x="86" y="377"/>
                  </a:lnTo>
                  <a:lnTo>
                    <a:pt x="86" y="381"/>
                  </a:lnTo>
                  <a:lnTo>
                    <a:pt x="86" y="381"/>
                  </a:lnTo>
                  <a:lnTo>
                    <a:pt x="93" y="382"/>
                  </a:lnTo>
                  <a:lnTo>
                    <a:pt x="99" y="382"/>
                  </a:lnTo>
                  <a:lnTo>
                    <a:pt x="104" y="382"/>
                  </a:lnTo>
                  <a:lnTo>
                    <a:pt x="104" y="382"/>
                  </a:lnTo>
                  <a:lnTo>
                    <a:pt x="106" y="381"/>
                  </a:lnTo>
                  <a:lnTo>
                    <a:pt x="108" y="377"/>
                  </a:lnTo>
                  <a:lnTo>
                    <a:pt x="108" y="377"/>
                  </a:lnTo>
                  <a:lnTo>
                    <a:pt x="108" y="379"/>
                  </a:lnTo>
                  <a:lnTo>
                    <a:pt x="108" y="379"/>
                  </a:lnTo>
                  <a:lnTo>
                    <a:pt x="110" y="381"/>
                  </a:lnTo>
                  <a:lnTo>
                    <a:pt x="113" y="384"/>
                  </a:lnTo>
                  <a:lnTo>
                    <a:pt x="113" y="384"/>
                  </a:lnTo>
                  <a:lnTo>
                    <a:pt x="106" y="386"/>
                  </a:lnTo>
                  <a:lnTo>
                    <a:pt x="104" y="388"/>
                  </a:lnTo>
                  <a:lnTo>
                    <a:pt x="104" y="390"/>
                  </a:lnTo>
                  <a:lnTo>
                    <a:pt x="104" y="390"/>
                  </a:lnTo>
                  <a:lnTo>
                    <a:pt x="108" y="390"/>
                  </a:lnTo>
                  <a:lnTo>
                    <a:pt x="111" y="390"/>
                  </a:lnTo>
                  <a:lnTo>
                    <a:pt x="115" y="390"/>
                  </a:lnTo>
                  <a:lnTo>
                    <a:pt x="119" y="390"/>
                  </a:lnTo>
                  <a:lnTo>
                    <a:pt x="119" y="390"/>
                  </a:lnTo>
                  <a:lnTo>
                    <a:pt x="119" y="382"/>
                  </a:lnTo>
                  <a:lnTo>
                    <a:pt x="119" y="382"/>
                  </a:lnTo>
                  <a:lnTo>
                    <a:pt x="137" y="382"/>
                  </a:lnTo>
                  <a:lnTo>
                    <a:pt x="157" y="381"/>
                  </a:lnTo>
                  <a:lnTo>
                    <a:pt x="159" y="384"/>
                  </a:lnTo>
                  <a:lnTo>
                    <a:pt x="159" y="384"/>
                  </a:lnTo>
                  <a:lnTo>
                    <a:pt x="142" y="386"/>
                  </a:lnTo>
                  <a:lnTo>
                    <a:pt x="135" y="388"/>
                  </a:lnTo>
                  <a:lnTo>
                    <a:pt x="128" y="390"/>
                  </a:lnTo>
                  <a:lnTo>
                    <a:pt x="126" y="395"/>
                  </a:lnTo>
                  <a:lnTo>
                    <a:pt x="126" y="395"/>
                  </a:lnTo>
                  <a:lnTo>
                    <a:pt x="117" y="397"/>
                  </a:lnTo>
                  <a:lnTo>
                    <a:pt x="108" y="397"/>
                  </a:lnTo>
                  <a:lnTo>
                    <a:pt x="108" y="397"/>
                  </a:lnTo>
                  <a:lnTo>
                    <a:pt x="108" y="404"/>
                  </a:lnTo>
                  <a:lnTo>
                    <a:pt x="108" y="404"/>
                  </a:lnTo>
                  <a:lnTo>
                    <a:pt x="111" y="404"/>
                  </a:lnTo>
                  <a:lnTo>
                    <a:pt x="113" y="406"/>
                  </a:lnTo>
                  <a:lnTo>
                    <a:pt x="113" y="406"/>
                  </a:lnTo>
                  <a:lnTo>
                    <a:pt x="137" y="408"/>
                  </a:lnTo>
                  <a:lnTo>
                    <a:pt x="162" y="406"/>
                  </a:lnTo>
                  <a:lnTo>
                    <a:pt x="162" y="406"/>
                  </a:lnTo>
                  <a:lnTo>
                    <a:pt x="168" y="404"/>
                  </a:lnTo>
                  <a:lnTo>
                    <a:pt x="175" y="402"/>
                  </a:lnTo>
                  <a:lnTo>
                    <a:pt x="175" y="402"/>
                  </a:lnTo>
                  <a:lnTo>
                    <a:pt x="177" y="404"/>
                  </a:lnTo>
                  <a:lnTo>
                    <a:pt x="179" y="406"/>
                  </a:lnTo>
                  <a:lnTo>
                    <a:pt x="182" y="406"/>
                  </a:lnTo>
                  <a:lnTo>
                    <a:pt x="190" y="399"/>
                  </a:lnTo>
                  <a:lnTo>
                    <a:pt x="190" y="399"/>
                  </a:lnTo>
                  <a:lnTo>
                    <a:pt x="192" y="401"/>
                  </a:lnTo>
                  <a:lnTo>
                    <a:pt x="193" y="402"/>
                  </a:lnTo>
                  <a:lnTo>
                    <a:pt x="197" y="406"/>
                  </a:lnTo>
                  <a:lnTo>
                    <a:pt x="197" y="406"/>
                  </a:lnTo>
                  <a:lnTo>
                    <a:pt x="201" y="408"/>
                  </a:lnTo>
                  <a:lnTo>
                    <a:pt x="204" y="406"/>
                  </a:lnTo>
                  <a:lnTo>
                    <a:pt x="213" y="404"/>
                  </a:lnTo>
                  <a:lnTo>
                    <a:pt x="213" y="404"/>
                  </a:lnTo>
                  <a:lnTo>
                    <a:pt x="206" y="413"/>
                  </a:lnTo>
                  <a:lnTo>
                    <a:pt x="204" y="417"/>
                  </a:lnTo>
                  <a:lnTo>
                    <a:pt x="201" y="419"/>
                  </a:lnTo>
                  <a:lnTo>
                    <a:pt x="201" y="419"/>
                  </a:lnTo>
                  <a:lnTo>
                    <a:pt x="192" y="421"/>
                  </a:lnTo>
                  <a:lnTo>
                    <a:pt x="181" y="419"/>
                  </a:lnTo>
                  <a:lnTo>
                    <a:pt x="171" y="417"/>
                  </a:lnTo>
                  <a:lnTo>
                    <a:pt x="162" y="417"/>
                  </a:lnTo>
                  <a:lnTo>
                    <a:pt x="162" y="417"/>
                  </a:lnTo>
                  <a:lnTo>
                    <a:pt x="155" y="421"/>
                  </a:lnTo>
                  <a:lnTo>
                    <a:pt x="150" y="424"/>
                  </a:lnTo>
                  <a:lnTo>
                    <a:pt x="150" y="424"/>
                  </a:lnTo>
                  <a:lnTo>
                    <a:pt x="142" y="424"/>
                  </a:lnTo>
                  <a:lnTo>
                    <a:pt x="139" y="424"/>
                  </a:lnTo>
                  <a:lnTo>
                    <a:pt x="126" y="424"/>
                  </a:lnTo>
                  <a:lnTo>
                    <a:pt x="126" y="424"/>
                  </a:lnTo>
                  <a:lnTo>
                    <a:pt x="126" y="433"/>
                  </a:lnTo>
                  <a:lnTo>
                    <a:pt x="126" y="441"/>
                  </a:lnTo>
                  <a:lnTo>
                    <a:pt x="126" y="441"/>
                  </a:lnTo>
                  <a:lnTo>
                    <a:pt x="130" y="443"/>
                  </a:lnTo>
                  <a:lnTo>
                    <a:pt x="135" y="444"/>
                  </a:lnTo>
                  <a:lnTo>
                    <a:pt x="135" y="448"/>
                  </a:lnTo>
                  <a:lnTo>
                    <a:pt x="135" y="448"/>
                  </a:lnTo>
                  <a:lnTo>
                    <a:pt x="144" y="452"/>
                  </a:lnTo>
                  <a:lnTo>
                    <a:pt x="153" y="452"/>
                  </a:lnTo>
                  <a:lnTo>
                    <a:pt x="164" y="453"/>
                  </a:lnTo>
                  <a:lnTo>
                    <a:pt x="171" y="455"/>
                  </a:lnTo>
                  <a:lnTo>
                    <a:pt x="171" y="455"/>
                  </a:lnTo>
                  <a:lnTo>
                    <a:pt x="171" y="463"/>
                  </a:lnTo>
                  <a:lnTo>
                    <a:pt x="171" y="470"/>
                  </a:lnTo>
                  <a:lnTo>
                    <a:pt x="171" y="470"/>
                  </a:lnTo>
                  <a:lnTo>
                    <a:pt x="175" y="470"/>
                  </a:lnTo>
                  <a:lnTo>
                    <a:pt x="177" y="470"/>
                  </a:lnTo>
                  <a:lnTo>
                    <a:pt x="179" y="468"/>
                  </a:lnTo>
                  <a:lnTo>
                    <a:pt x="182" y="468"/>
                  </a:lnTo>
                  <a:lnTo>
                    <a:pt x="182" y="474"/>
                  </a:lnTo>
                  <a:lnTo>
                    <a:pt x="182" y="474"/>
                  </a:lnTo>
                  <a:lnTo>
                    <a:pt x="213" y="470"/>
                  </a:lnTo>
                  <a:lnTo>
                    <a:pt x="230" y="468"/>
                  </a:lnTo>
                  <a:lnTo>
                    <a:pt x="243" y="466"/>
                  </a:lnTo>
                  <a:lnTo>
                    <a:pt x="244" y="461"/>
                  </a:lnTo>
                  <a:lnTo>
                    <a:pt x="244" y="461"/>
                  </a:lnTo>
                  <a:lnTo>
                    <a:pt x="264" y="453"/>
                  </a:lnTo>
                  <a:lnTo>
                    <a:pt x="264" y="453"/>
                  </a:lnTo>
                  <a:lnTo>
                    <a:pt x="270" y="453"/>
                  </a:lnTo>
                  <a:lnTo>
                    <a:pt x="275" y="453"/>
                  </a:lnTo>
                  <a:lnTo>
                    <a:pt x="275" y="453"/>
                  </a:lnTo>
                  <a:lnTo>
                    <a:pt x="279" y="450"/>
                  </a:lnTo>
                  <a:lnTo>
                    <a:pt x="286" y="443"/>
                  </a:lnTo>
                  <a:lnTo>
                    <a:pt x="292" y="437"/>
                  </a:lnTo>
                  <a:lnTo>
                    <a:pt x="297" y="433"/>
                  </a:lnTo>
                  <a:lnTo>
                    <a:pt x="297" y="433"/>
                  </a:lnTo>
                  <a:lnTo>
                    <a:pt x="305" y="433"/>
                  </a:lnTo>
                  <a:lnTo>
                    <a:pt x="305" y="433"/>
                  </a:lnTo>
                  <a:lnTo>
                    <a:pt x="301" y="441"/>
                  </a:lnTo>
                  <a:lnTo>
                    <a:pt x="299" y="446"/>
                  </a:lnTo>
                  <a:lnTo>
                    <a:pt x="299" y="446"/>
                  </a:lnTo>
                  <a:lnTo>
                    <a:pt x="315" y="452"/>
                  </a:lnTo>
                  <a:lnTo>
                    <a:pt x="315" y="452"/>
                  </a:lnTo>
                  <a:lnTo>
                    <a:pt x="315" y="459"/>
                  </a:lnTo>
                  <a:lnTo>
                    <a:pt x="315" y="459"/>
                  </a:lnTo>
                  <a:lnTo>
                    <a:pt x="319" y="457"/>
                  </a:lnTo>
                  <a:lnTo>
                    <a:pt x="321" y="455"/>
                  </a:lnTo>
                  <a:lnTo>
                    <a:pt x="323" y="453"/>
                  </a:lnTo>
                  <a:lnTo>
                    <a:pt x="326" y="453"/>
                  </a:lnTo>
                  <a:lnTo>
                    <a:pt x="328" y="459"/>
                  </a:lnTo>
                  <a:lnTo>
                    <a:pt x="328" y="459"/>
                  </a:lnTo>
                  <a:lnTo>
                    <a:pt x="334" y="457"/>
                  </a:lnTo>
                  <a:lnTo>
                    <a:pt x="341" y="459"/>
                  </a:lnTo>
                  <a:lnTo>
                    <a:pt x="341" y="461"/>
                  </a:lnTo>
                  <a:lnTo>
                    <a:pt x="341" y="461"/>
                  </a:lnTo>
                  <a:lnTo>
                    <a:pt x="345" y="461"/>
                  </a:lnTo>
                  <a:lnTo>
                    <a:pt x="346" y="459"/>
                  </a:lnTo>
                  <a:lnTo>
                    <a:pt x="348" y="455"/>
                  </a:lnTo>
                  <a:lnTo>
                    <a:pt x="348" y="455"/>
                  </a:lnTo>
                  <a:lnTo>
                    <a:pt x="352" y="455"/>
                  </a:lnTo>
                  <a:lnTo>
                    <a:pt x="356" y="457"/>
                  </a:lnTo>
                  <a:lnTo>
                    <a:pt x="359" y="457"/>
                  </a:lnTo>
                  <a:lnTo>
                    <a:pt x="365" y="455"/>
                  </a:lnTo>
                  <a:lnTo>
                    <a:pt x="365" y="455"/>
                  </a:lnTo>
                  <a:lnTo>
                    <a:pt x="368" y="452"/>
                  </a:lnTo>
                  <a:lnTo>
                    <a:pt x="370" y="448"/>
                  </a:lnTo>
                  <a:lnTo>
                    <a:pt x="370" y="448"/>
                  </a:lnTo>
                  <a:lnTo>
                    <a:pt x="365" y="444"/>
                  </a:lnTo>
                  <a:lnTo>
                    <a:pt x="357" y="441"/>
                  </a:lnTo>
                  <a:lnTo>
                    <a:pt x="357" y="441"/>
                  </a:lnTo>
                  <a:lnTo>
                    <a:pt x="356" y="446"/>
                  </a:lnTo>
                  <a:lnTo>
                    <a:pt x="356" y="446"/>
                  </a:lnTo>
                  <a:lnTo>
                    <a:pt x="350" y="446"/>
                  </a:lnTo>
                  <a:lnTo>
                    <a:pt x="345" y="446"/>
                  </a:lnTo>
                  <a:lnTo>
                    <a:pt x="345" y="446"/>
                  </a:lnTo>
                  <a:lnTo>
                    <a:pt x="345" y="441"/>
                  </a:lnTo>
                  <a:lnTo>
                    <a:pt x="343" y="439"/>
                  </a:lnTo>
                  <a:lnTo>
                    <a:pt x="343" y="439"/>
                  </a:lnTo>
                  <a:lnTo>
                    <a:pt x="339" y="437"/>
                  </a:lnTo>
                  <a:lnTo>
                    <a:pt x="339" y="435"/>
                  </a:lnTo>
                  <a:lnTo>
                    <a:pt x="346" y="435"/>
                  </a:lnTo>
                  <a:lnTo>
                    <a:pt x="365" y="439"/>
                  </a:lnTo>
                  <a:lnTo>
                    <a:pt x="365" y="439"/>
                  </a:lnTo>
                  <a:lnTo>
                    <a:pt x="366" y="439"/>
                  </a:lnTo>
                  <a:lnTo>
                    <a:pt x="359" y="437"/>
                  </a:lnTo>
                  <a:lnTo>
                    <a:pt x="359" y="432"/>
                  </a:lnTo>
                  <a:lnTo>
                    <a:pt x="359" y="432"/>
                  </a:lnTo>
                  <a:lnTo>
                    <a:pt x="363" y="432"/>
                  </a:lnTo>
                  <a:lnTo>
                    <a:pt x="365" y="430"/>
                  </a:lnTo>
                  <a:lnTo>
                    <a:pt x="366" y="428"/>
                  </a:lnTo>
                  <a:lnTo>
                    <a:pt x="370" y="428"/>
                  </a:lnTo>
                  <a:lnTo>
                    <a:pt x="370" y="433"/>
                  </a:lnTo>
                  <a:lnTo>
                    <a:pt x="370" y="433"/>
                  </a:lnTo>
                  <a:lnTo>
                    <a:pt x="377" y="433"/>
                  </a:lnTo>
                  <a:lnTo>
                    <a:pt x="377" y="433"/>
                  </a:lnTo>
                  <a:lnTo>
                    <a:pt x="377" y="441"/>
                  </a:lnTo>
                  <a:lnTo>
                    <a:pt x="377" y="441"/>
                  </a:lnTo>
                  <a:lnTo>
                    <a:pt x="381" y="443"/>
                  </a:lnTo>
                  <a:lnTo>
                    <a:pt x="383" y="441"/>
                  </a:lnTo>
                  <a:lnTo>
                    <a:pt x="387" y="439"/>
                  </a:lnTo>
                  <a:lnTo>
                    <a:pt x="385" y="435"/>
                  </a:lnTo>
                  <a:lnTo>
                    <a:pt x="385" y="433"/>
                  </a:lnTo>
                  <a:lnTo>
                    <a:pt x="383" y="433"/>
                  </a:lnTo>
                  <a:lnTo>
                    <a:pt x="383" y="433"/>
                  </a:lnTo>
                  <a:lnTo>
                    <a:pt x="383" y="432"/>
                  </a:lnTo>
                  <a:lnTo>
                    <a:pt x="385" y="426"/>
                  </a:lnTo>
                  <a:lnTo>
                    <a:pt x="385" y="423"/>
                  </a:lnTo>
                  <a:lnTo>
                    <a:pt x="383" y="419"/>
                  </a:lnTo>
                  <a:lnTo>
                    <a:pt x="383" y="419"/>
                  </a:lnTo>
                  <a:lnTo>
                    <a:pt x="377" y="417"/>
                  </a:lnTo>
                  <a:lnTo>
                    <a:pt x="372" y="417"/>
                  </a:lnTo>
                  <a:lnTo>
                    <a:pt x="363" y="417"/>
                  </a:lnTo>
                  <a:lnTo>
                    <a:pt x="357" y="417"/>
                  </a:lnTo>
                  <a:lnTo>
                    <a:pt x="354" y="417"/>
                  </a:lnTo>
                  <a:lnTo>
                    <a:pt x="350" y="413"/>
                  </a:lnTo>
                  <a:lnTo>
                    <a:pt x="348" y="410"/>
                  </a:lnTo>
                  <a:lnTo>
                    <a:pt x="348" y="410"/>
                  </a:lnTo>
                  <a:lnTo>
                    <a:pt x="348" y="406"/>
                  </a:lnTo>
                  <a:lnTo>
                    <a:pt x="348" y="402"/>
                  </a:lnTo>
                  <a:lnTo>
                    <a:pt x="343" y="402"/>
                  </a:lnTo>
                  <a:lnTo>
                    <a:pt x="345" y="410"/>
                  </a:lnTo>
                  <a:lnTo>
                    <a:pt x="345" y="412"/>
                  </a:lnTo>
                  <a:lnTo>
                    <a:pt x="345" y="412"/>
                  </a:lnTo>
                  <a:lnTo>
                    <a:pt x="343" y="412"/>
                  </a:lnTo>
                  <a:lnTo>
                    <a:pt x="343" y="410"/>
                  </a:lnTo>
                  <a:lnTo>
                    <a:pt x="343" y="410"/>
                  </a:lnTo>
                  <a:lnTo>
                    <a:pt x="343" y="410"/>
                  </a:lnTo>
                  <a:lnTo>
                    <a:pt x="335" y="408"/>
                  </a:lnTo>
                  <a:lnTo>
                    <a:pt x="330" y="406"/>
                  </a:lnTo>
                  <a:lnTo>
                    <a:pt x="330" y="402"/>
                  </a:lnTo>
                  <a:lnTo>
                    <a:pt x="330" y="402"/>
                  </a:lnTo>
                  <a:lnTo>
                    <a:pt x="326" y="397"/>
                  </a:lnTo>
                  <a:lnTo>
                    <a:pt x="325" y="393"/>
                  </a:lnTo>
                  <a:lnTo>
                    <a:pt x="323" y="388"/>
                  </a:lnTo>
                  <a:lnTo>
                    <a:pt x="321" y="382"/>
                  </a:lnTo>
                  <a:lnTo>
                    <a:pt x="321" y="382"/>
                  </a:lnTo>
                  <a:lnTo>
                    <a:pt x="319" y="381"/>
                  </a:lnTo>
                  <a:lnTo>
                    <a:pt x="317" y="381"/>
                  </a:lnTo>
                  <a:lnTo>
                    <a:pt x="314" y="381"/>
                  </a:lnTo>
                  <a:lnTo>
                    <a:pt x="314" y="381"/>
                  </a:lnTo>
                  <a:lnTo>
                    <a:pt x="312" y="375"/>
                  </a:lnTo>
                  <a:lnTo>
                    <a:pt x="310" y="370"/>
                  </a:lnTo>
                  <a:lnTo>
                    <a:pt x="310" y="364"/>
                  </a:lnTo>
                  <a:lnTo>
                    <a:pt x="308" y="362"/>
                  </a:lnTo>
                  <a:lnTo>
                    <a:pt x="306" y="361"/>
                  </a:lnTo>
                  <a:lnTo>
                    <a:pt x="306" y="359"/>
                  </a:lnTo>
                  <a:lnTo>
                    <a:pt x="306" y="359"/>
                  </a:lnTo>
                  <a:lnTo>
                    <a:pt x="301" y="359"/>
                  </a:lnTo>
                  <a:lnTo>
                    <a:pt x="297" y="359"/>
                  </a:lnTo>
                  <a:lnTo>
                    <a:pt x="297" y="359"/>
                  </a:lnTo>
                  <a:lnTo>
                    <a:pt x="299" y="355"/>
                  </a:lnTo>
                  <a:lnTo>
                    <a:pt x="301" y="353"/>
                  </a:lnTo>
                  <a:lnTo>
                    <a:pt x="301" y="353"/>
                  </a:lnTo>
                  <a:lnTo>
                    <a:pt x="301" y="348"/>
                  </a:lnTo>
                  <a:lnTo>
                    <a:pt x="301" y="344"/>
                  </a:lnTo>
                  <a:lnTo>
                    <a:pt x="301" y="344"/>
                  </a:lnTo>
                  <a:lnTo>
                    <a:pt x="279" y="319"/>
                  </a:lnTo>
                  <a:lnTo>
                    <a:pt x="272" y="324"/>
                  </a:lnTo>
                  <a:lnTo>
                    <a:pt x="272" y="324"/>
                  </a:lnTo>
                  <a:lnTo>
                    <a:pt x="274" y="339"/>
                  </a:lnTo>
                  <a:lnTo>
                    <a:pt x="275" y="342"/>
                  </a:lnTo>
                  <a:lnTo>
                    <a:pt x="275" y="346"/>
                  </a:lnTo>
                  <a:lnTo>
                    <a:pt x="279" y="348"/>
                  </a:lnTo>
                  <a:lnTo>
                    <a:pt x="283" y="350"/>
                  </a:lnTo>
                  <a:lnTo>
                    <a:pt x="297" y="353"/>
                  </a:lnTo>
                  <a:lnTo>
                    <a:pt x="297" y="353"/>
                  </a:lnTo>
                  <a:lnTo>
                    <a:pt x="294" y="359"/>
                  </a:lnTo>
                  <a:lnTo>
                    <a:pt x="294" y="359"/>
                  </a:lnTo>
                  <a:lnTo>
                    <a:pt x="292" y="357"/>
                  </a:lnTo>
                  <a:lnTo>
                    <a:pt x="290" y="357"/>
                  </a:lnTo>
                  <a:lnTo>
                    <a:pt x="288" y="355"/>
                  </a:lnTo>
                  <a:lnTo>
                    <a:pt x="286" y="355"/>
                  </a:lnTo>
                  <a:lnTo>
                    <a:pt x="286" y="355"/>
                  </a:lnTo>
                  <a:lnTo>
                    <a:pt x="286" y="357"/>
                  </a:lnTo>
                  <a:lnTo>
                    <a:pt x="284" y="359"/>
                  </a:lnTo>
                  <a:lnTo>
                    <a:pt x="283" y="361"/>
                  </a:lnTo>
                  <a:lnTo>
                    <a:pt x="279" y="361"/>
                  </a:lnTo>
                  <a:lnTo>
                    <a:pt x="279" y="361"/>
                  </a:lnTo>
                  <a:lnTo>
                    <a:pt x="279" y="357"/>
                  </a:lnTo>
                  <a:lnTo>
                    <a:pt x="277" y="357"/>
                  </a:lnTo>
                  <a:lnTo>
                    <a:pt x="275" y="355"/>
                  </a:lnTo>
                  <a:lnTo>
                    <a:pt x="275" y="355"/>
                  </a:lnTo>
                  <a:lnTo>
                    <a:pt x="272" y="362"/>
                  </a:lnTo>
                  <a:lnTo>
                    <a:pt x="272" y="362"/>
                  </a:lnTo>
                  <a:lnTo>
                    <a:pt x="270" y="368"/>
                  </a:lnTo>
                  <a:lnTo>
                    <a:pt x="268" y="373"/>
                  </a:lnTo>
                  <a:lnTo>
                    <a:pt x="268" y="373"/>
                  </a:lnTo>
                  <a:lnTo>
                    <a:pt x="257" y="375"/>
                  </a:lnTo>
                  <a:lnTo>
                    <a:pt x="257" y="370"/>
                  </a:lnTo>
                  <a:lnTo>
                    <a:pt x="257" y="370"/>
                  </a:lnTo>
                  <a:lnTo>
                    <a:pt x="259" y="361"/>
                  </a:lnTo>
                  <a:lnTo>
                    <a:pt x="259" y="361"/>
                  </a:lnTo>
                  <a:lnTo>
                    <a:pt x="263" y="355"/>
                  </a:lnTo>
                  <a:lnTo>
                    <a:pt x="264" y="351"/>
                  </a:lnTo>
                  <a:lnTo>
                    <a:pt x="264" y="348"/>
                  </a:lnTo>
                  <a:lnTo>
                    <a:pt x="257" y="346"/>
                  </a:lnTo>
                  <a:lnTo>
                    <a:pt x="257" y="346"/>
                  </a:lnTo>
                  <a:lnTo>
                    <a:pt x="255" y="342"/>
                  </a:lnTo>
                  <a:lnTo>
                    <a:pt x="255" y="339"/>
                  </a:lnTo>
                  <a:lnTo>
                    <a:pt x="253" y="337"/>
                  </a:lnTo>
                  <a:lnTo>
                    <a:pt x="252" y="333"/>
                  </a:lnTo>
                  <a:lnTo>
                    <a:pt x="252" y="333"/>
                  </a:lnTo>
                  <a:lnTo>
                    <a:pt x="252" y="333"/>
                  </a:lnTo>
                  <a:lnTo>
                    <a:pt x="250" y="333"/>
                  </a:lnTo>
                  <a:lnTo>
                    <a:pt x="250" y="335"/>
                  </a:lnTo>
                  <a:lnTo>
                    <a:pt x="248" y="335"/>
                  </a:lnTo>
                  <a:lnTo>
                    <a:pt x="248" y="335"/>
                  </a:lnTo>
                  <a:lnTo>
                    <a:pt x="241" y="331"/>
                  </a:lnTo>
                  <a:lnTo>
                    <a:pt x="241" y="331"/>
                  </a:lnTo>
                  <a:lnTo>
                    <a:pt x="237" y="339"/>
                  </a:lnTo>
                  <a:lnTo>
                    <a:pt x="233" y="348"/>
                  </a:lnTo>
                  <a:lnTo>
                    <a:pt x="233" y="348"/>
                  </a:lnTo>
                  <a:lnTo>
                    <a:pt x="226" y="348"/>
                  </a:lnTo>
                  <a:lnTo>
                    <a:pt x="226" y="348"/>
                  </a:lnTo>
                  <a:lnTo>
                    <a:pt x="219" y="337"/>
                  </a:lnTo>
                  <a:lnTo>
                    <a:pt x="213" y="331"/>
                  </a:lnTo>
                  <a:lnTo>
                    <a:pt x="208" y="328"/>
                  </a:lnTo>
                  <a:lnTo>
                    <a:pt x="208" y="328"/>
                  </a:lnTo>
                  <a:lnTo>
                    <a:pt x="204" y="328"/>
                  </a:lnTo>
                  <a:lnTo>
                    <a:pt x="199" y="328"/>
                  </a:lnTo>
                  <a:lnTo>
                    <a:pt x="199" y="328"/>
                  </a:lnTo>
                  <a:lnTo>
                    <a:pt x="199" y="344"/>
                  </a:lnTo>
                  <a:lnTo>
                    <a:pt x="201" y="359"/>
                  </a:lnTo>
                  <a:lnTo>
                    <a:pt x="193" y="361"/>
                  </a:lnTo>
                  <a:lnTo>
                    <a:pt x="193" y="361"/>
                  </a:lnTo>
                  <a:lnTo>
                    <a:pt x="175" y="348"/>
                  </a:lnTo>
                  <a:lnTo>
                    <a:pt x="175" y="348"/>
                  </a:lnTo>
                  <a:lnTo>
                    <a:pt x="175" y="333"/>
                  </a:lnTo>
                  <a:lnTo>
                    <a:pt x="175" y="324"/>
                  </a:lnTo>
                  <a:lnTo>
                    <a:pt x="175" y="319"/>
                  </a:lnTo>
                  <a:lnTo>
                    <a:pt x="175" y="319"/>
                  </a:lnTo>
                  <a:lnTo>
                    <a:pt x="171" y="317"/>
                  </a:lnTo>
                  <a:lnTo>
                    <a:pt x="168" y="317"/>
                  </a:lnTo>
                  <a:lnTo>
                    <a:pt x="166" y="317"/>
                  </a:lnTo>
                  <a:lnTo>
                    <a:pt x="162" y="317"/>
                  </a:lnTo>
                  <a:lnTo>
                    <a:pt x="162" y="317"/>
                  </a:lnTo>
                  <a:close/>
                  <a:moveTo>
                    <a:pt x="414" y="306"/>
                  </a:moveTo>
                  <a:lnTo>
                    <a:pt x="414" y="306"/>
                  </a:lnTo>
                  <a:lnTo>
                    <a:pt x="417" y="306"/>
                  </a:lnTo>
                  <a:lnTo>
                    <a:pt x="417" y="308"/>
                  </a:lnTo>
                  <a:lnTo>
                    <a:pt x="414" y="311"/>
                  </a:lnTo>
                  <a:lnTo>
                    <a:pt x="414" y="311"/>
                  </a:lnTo>
                  <a:lnTo>
                    <a:pt x="410" y="311"/>
                  </a:lnTo>
                  <a:lnTo>
                    <a:pt x="410" y="310"/>
                  </a:lnTo>
                  <a:lnTo>
                    <a:pt x="412" y="308"/>
                  </a:lnTo>
                  <a:lnTo>
                    <a:pt x="414" y="306"/>
                  </a:lnTo>
                  <a:lnTo>
                    <a:pt x="414" y="306"/>
                  </a:lnTo>
                  <a:close/>
                  <a:moveTo>
                    <a:pt x="419" y="295"/>
                  </a:moveTo>
                  <a:lnTo>
                    <a:pt x="419" y="299"/>
                  </a:lnTo>
                  <a:lnTo>
                    <a:pt x="419" y="299"/>
                  </a:lnTo>
                  <a:lnTo>
                    <a:pt x="397" y="306"/>
                  </a:lnTo>
                  <a:lnTo>
                    <a:pt x="397" y="306"/>
                  </a:lnTo>
                  <a:lnTo>
                    <a:pt x="399" y="310"/>
                  </a:lnTo>
                  <a:lnTo>
                    <a:pt x="401" y="311"/>
                  </a:lnTo>
                  <a:lnTo>
                    <a:pt x="401" y="311"/>
                  </a:lnTo>
                  <a:lnTo>
                    <a:pt x="388" y="310"/>
                  </a:lnTo>
                  <a:lnTo>
                    <a:pt x="383" y="310"/>
                  </a:lnTo>
                  <a:lnTo>
                    <a:pt x="383" y="310"/>
                  </a:lnTo>
                  <a:lnTo>
                    <a:pt x="377" y="311"/>
                  </a:lnTo>
                  <a:lnTo>
                    <a:pt x="372" y="313"/>
                  </a:lnTo>
                  <a:lnTo>
                    <a:pt x="372" y="319"/>
                  </a:lnTo>
                  <a:lnTo>
                    <a:pt x="372" y="319"/>
                  </a:lnTo>
                  <a:lnTo>
                    <a:pt x="370" y="319"/>
                  </a:lnTo>
                  <a:lnTo>
                    <a:pt x="370" y="320"/>
                  </a:lnTo>
                  <a:lnTo>
                    <a:pt x="372" y="326"/>
                  </a:lnTo>
                  <a:lnTo>
                    <a:pt x="372" y="326"/>
                  </a:lnTo>
                  <a:lnTo>
                    <a:pt x="376" y="328"/>
                  </a:lnTo>
                  <a:lnTo>
                    <a:pt x="381" y="328"/>
                  </a:lnTo>
                  <a:lnTo>
                    <a:pt x="390" y="328"/>
                  </a:lnTo>
                  <a:lnTo>
                    <a:pt x="390" y="328"/>
                  </a:lnTo>
                  <a:lnTo>
                    <a:pt x="388" y="333"/>
                  </a:lnTo>
                  <a:lnTo>
                    <a:pt x="390" y="339"/>
                  </a:lnTo>
                  <a:lnTo>
                    <a:pt x="390" y="339"/>
                  </a:lnTo>
                  <a:lnTo>
                    <a:pt x="388" y="341"/>
                  </a:lnTo>
                  <a:lnTo>
                    <a:pt x="388" y="342"/>
                  </a:lnTo>
                  <a:lnTo>
                    <a:pt x="387" y="344"/>
                  </a:lnTo>
                  <a:lnTo>
                    <a:pt x="385" y="346"/>
                  </a:lnTo>
                  <a:lnTo>
                    <a:pt x="385" y="346"/>
                  </a:lnTo>
                  <a:lnTo>
                    <a:pt x="372" y="344"/>
                  </a:lnTo>
                  <a:lnTo>
                    <a:pt x="359" y="341"/>
                  </a:lnTo>
                  <a:lnTo>
                    <a:pt x="357" y="333"/>
                  </a:lnTo>
                  <a:lnTo>
                    <a:pt x="357" y="333"/>
                  </a:lnTo>
                  <a:lnTo>
                    <a:pt x="354" y="335"/>
                  </a:lnTo>
                  <a:lnTo>
                    <a:pt x="348" y="335"/>
                  </a:lnTo>
                  <a:lnTo>
                    <a:pt x="348" y="335"/>
                  </a:lnTo>
                  <a:lnTo>
                    <a:pt x="348" y="344"/>
                  </a:lnTo>
                  <a:lnTo>
                    <a:pt x="350" y="348"/>
                  </a:lnTo>
                  <a:lnTo>
                    <a:pt x="350" y="348"/>
                  </a:lnTo>
                  <a:lnTo>
                    <a:pt x="350" y="348"/>
                  </a:lnTo>
                  <a:lnTo>
                    <a:pt x="350" y="348"/>
                  </a:lnTo>
                  <a:lnTo>
                    <a:pt x="357" y="355"/>
                  </a:lnTo>
                  <a:lnTo>
                    <a:pt x="357" y="355"/>
                  </a:lnTo>
                  <a:lnTo>
                    <a:pt x="365" y="361"/>
                  </a:lnTo>
                  <a:lnTo>
                    <a:pt x="368" y="361"/>
                  </a:lnTo>
                  <a:lnTo>
                    <a:pt x="370" y="359"/>
                  </a:lnTo>
                  <a:lnTo>
                    <a:pt x="377" y="355"/>
                  </a:lnTo>
                  <a:lnTo>
                    <a:pt x="377" y="355"/>
                  </a:lnTo>
                  <a:lnTo>
                    <a:pt x="385" y="368"/>
                  </a:lnTo>
                  <a:lnTo>
                    <a:pt x="385" y="368"/>
                  </a:lnTo>
                  <a:lnTo>
                    <a:pt x="390" y="368"/>
                  </a:lnTo>
                  <a:lnTo>
                    <a:pt x="394" y="370"/>
                  </a:lnTo>
                  <a:lnTo>
                    <a:pt x="397" y="370"/>
                  </a:lnTo>
                  <a:lnTo>
                    <a:pt x="397" y="370"/>
                  </a:lnTo>
                  <a:lnTo>
                    <a:pt x="399" y="375"/>
                  </a:lnTo>
                  <a:lnTo>
                    <a:pt x="401" y="381"/>
                  </a:lnTo>
                  <a:lnTo>
                    <a:pt x="401" y="386"/>
                  </a:lnTo>
                  <a:lnTo>
                    <a:pt x="405" y="390"/>
                  </a:lnTo>
                  <a:lnTo>
                    <a:pt x="405" y="390"/>
                  </a:lnTo>
                  <a:lnTo>
                    <a:pt x="408" y="392"/>
                  </a:lnTo>
                  <a:lnTo>
                    <a:pt x="410" y="392"/>
                  </a:lnTo>
                  <a:lnTo>
                    <a:pt x="412" y="392"/>
                  </a:lnTo>
                  <a:lnTo>
                    <a:pt x="412" y="392"/>
                  </a:lnTo>
                  <a:lnTo>
                    <a:pt x="419" y="386"/>
                  </a:lnTo>
                  <a:lnTo>
                    <a:pt x="430" y="381"/>
                  </a:lnTo>
                  <a:lnTo>
                    <a:pt x="434" y="375"/>
                  </a:lnTo>
                  <a:lnTo>
                    <a:pt x="434" y="375"/>
                  </a:lnTo>
                  <a:lnTo>
                    <a:pt x="438" y="373"/>
                  </a:lnTo>
                  <a:lnTo>
                    <a:pt x="441" y="373"/>
                  </a:lnTo>
                  <a:lnTo>
                    <a:pt x="445" y="373"/>
                  </a:lnTo>
                  <a:lnTo>
                    <a:pt x="448" y="373"/>
                  </a:lnTo>
                  <a:lnTo>
                    <a:pt x="448" y="373"/>
                  </a:lnTo>
                  <a:lnTo>
                    <a:pt x="450" y="370"/>
                  </a:lnTo>
                  <a:lnTo>
                    <a:pt x="450" y="368"/>
                  </a:lnTo>
                  <a:lnTo>
                    <a:pt x="452" y="366"/>
                  </a:lnTo>
                  <a:lnTo>
                    <a:pt x="452" y="366"/>
                  </a:lnTo>
                  <a:lnTo>
                    <a:pt x="450" y="346"/>
                  </a:lnTo>
                  <a:lnTo>
                    <a:pt x="450" y="346"/>
                  </a:lnTo>
                  <a:lnTo>
                    <a:pt x="454" y="344"/>
                  </a:lnTo>
                  <a:lnTo>
                    <a:pt x="452" y="342"/>
                  </a:lnTo>
                  <a:lnTo>
                    <a:pt x="445" y="341"/>
                  </a:lnTo>
                  <a:lnTo>
                    <a:pt x="445" y="341"/>
                  </a:lnTo>
                  <a:lnTo>
                    <a:pt x="443" y="344"/>
                  </a:lnTo>
                  <a:lnTo>
                    <a:pt x="438" y="348"/>
                  </a:lnTo>
                  <a:lnTo>
                    <a:pt x="438" y="348"/>
                  </a:lnTo>
                  <a:lnTo>
                    <a:pt x="436" y="339"/>
                  </a:lnTo>
                  <a:lnTo>
                    <a:pt x="434" y="335"/>
                  </a:lnTo>
                  <a:lnTo>
                    <a:pt x="432" y="335"/>
                  </a:lnTo>
                  <a:lnTo>
                    <a:pt x="423" y="333"/>
                  </a:lnTo>
                  <a:lnTo>
                    <a:pt x="423" y="333"/>
                  </a:lnTo>
                  <a:lnTo>
                    <a:pt x="423" y="330"/>
                  </a:lnTo>
                  <a:lnTo>
                    <a:pt x="421" y="324"/>
                  </a:lnTo>
                  <a:lnTo>
                    <a:pt x="421" y="324"/>
                  </a:lnTo>
                  <a:lnTo>
                    <a:pt x="434" y="320"/>
                  </a:lnTo>
                  <a:lnTo>
                    <a:pt x="438" y="319"/>
                  </a:lnTo>
                  <a:lnTo>
                    <a:pt x="436" y="315"/>
                  </a:lnTo>
                  <a:lnTo>
                    <a:pt x="428" y="306"/>
                  </a:lnTo>
                  <a:lnTo>
                    <a:pt x="428" y="306"/>
                  </a:lnTo>
                  <a:lnTo>
                    <a:pt x="423" y="308"/>
                  </a:lnTo>
                  <a:lnTo>
                    <a:pt x="421" y="306"/>
                  </a:lnTo>
                  <a:lnTo>
                    <a:pt x="421" y="302"/>
                  </a:lnTo>
                  <a:lnTo>
                    <a:pt x="425" y="299"/>
                  </a:lnTo>
                  <a:lnTo>
                    <a:pt x="427" y="297"/>
                  </a:lnTo>
                  <a:lnTo>
                    <a:pt x="427" y="293"/>
                  </a:lnTo>
                  <a:lnTo>
                    <a:pt x="425" y="293"/>
                  </a:lnTo>
                  <a:lnTo>
                    <a:pt x="419" y="295"/>
                  </a:lnTo>
                  <a:lnTo>
                    <a:pt x="419" y="295"/>
                  </a:lnTo>
                  <a:close/>
                  <a:moveTo>
                    <a:pt x="55" y="284"/>
                  </a:moveTo>
                  <a:lnTo>
                    <a:pt x="55" y="284"/>
                  </a:lnTo>
                  <a:lnTo>
                    <a:pt x="48" y="288"/>
                  </a:lnTo>
                  <a:lnTo>
                    <a:pt x="42" y="291"/>
                  </a:lnTo>
                  <a:lnTo>
                    <a:pt x="42" y="291"/>
                  </a:lnTo>
                  <a:lnTo>
                    <a:pt x="24" y="297"/>
                  </a:lnTo>
                  <a:lnTo>
                    <a:pt x="7" y="302"/>
                  </a:lnTo>
                  <a:lnTo>
                    <a:pt x="7" y="302"/>
                  </a:lnTo>
                  <a:lnTo>
                    <a:pt x="9" y="320"/>
                  </a:lnTo>
                  <a:lnTo>
                    <a:pt x="9" y="330"/>
                  </a:lnTo>
                  <a:lnTo>
                    <a:pt x="13" y="335"/>
                  </a:lnTo>
                  <a:lnTo>
                    <a:pt x="13" y="335"/>
                  </a:lnTo>
                  <a:lnTo>
                    <a:pt x="9" y="339"/>
                  </a:lnTo>
                  <a:lnTo>
                    <a:pt x="6" y="339"/>
                  </a:lnTo>
                  <a:lnTo>
                    <a:pt x="6" y="339"/>
                  </a:lnTo>
                  <a:lnTo>
                    <a:pt x="7" y="344"/>
                  </a:lnTo>
                  <a:lnTo>
                    <a:pt x="9" y="346"/>
                  </a:lnTo>
                  <a:lnTo>
                    <a:pt x="11" y="348"/>
                  </a:lnTo>
                  <a:lnTo>
                    <a:pt x="11" y="348"/>
                  </a:lnTo>
                  <a:lnTo>
                    <a:pt x="0" y="370"/>
                  </a:lnTo>
                  <a:lnTo>
                    <a:pt x="0" y="370"/>
                  </a:lnTo>
                  <a:lnTo>
                    <a:pt x="9" y="375"/>
                  </a:lnTo>
                  <a:lnTo>
                    <a:pt x="15" y="381"/>
                  </a:lnTo>
                  <a:lnTo>
                    <a:pt x="15" y="381"/>
                  </a:lnTo>
                  <a:lnTo>
                    <a:pt x="18" y="388"/>
                  </a:lnTo>
                  <a:lnTo>
                    <a:pt x="20" y="392"/>
                  </a:lnTo>
                  <a:lnTo>
                    <a:pt x="22" y="395"/>
                  </a:lnTo>
                  <a:lnTo>
                    <a:pt x="22" y="395"/>
                  </a:lnTo>
                  <a:lnTo>
                    <a:pt x="26" y="395"/>
                  </a:lnTo>
                  <a:lnTo>
                    <a:pt x="29" y="395"/>
                  </a:lnTo>
                  <a:lnTo>
                    <a:pt x="31" y="393"/>
                  </a:lnTo>
                  <a:lnTo>
                    <a:pt x="35" y="395"/>
                  </a:lnTo>
                  <a:lnTo>
                    <a:pt x="35" y="395"/>
                  </a:lnTo>
                  <a:lnTo>
                    <a:pt x="48" y="377"/>
                  </a:lnTo>
                  <a:lnTo>
                    <a:pt x="48" y="377"/>
                  </a:lnTo>
                  <a:lnTo>
                    <a:pt x="49" y="377"/>
                  </a:lnTo>
                  <a:lnTo>
                    <a:pt x="51" y="379"/>
                  </a:lnTo>
                  <a:lnTo>
                    <a:pt x="49" y="381"/>
                  </a:lnTo>
                  <a:lnTo>
                    <a:pt x="49" y="381"/>
                  </a:lnTo>
                  <a:lnTo>
                    <a:pt x="53" y="381"/>
                  </a:lnTo>
                  <a:lnTo>
                    <a:pt x="55" y="381"/>
                  </a:lnTo>
                  <a:lnTo>
                    <a:pt x="51" y="382"/>
                  </a:lnTo>
                  <a:lnTo>
                    <a:pt x="51" y="382"/>
                  </a:lnTo>
                  <a:lnTo>
                    <a:pt x="66" y="381"/>
                  </a:lnTo>
                  <a:lnTo>
                    <a:pt x="66" y="381"/>
                  </a:lnTo>
                  <a:lnTo>
                    <a:pt x="69" y="381"/>
                  </a:lnTo>
                  <a:lnTo>
                    <a:pt x="73" y="381"/>
                  </a:lnTo>
                  <a:lnTo>
                    <a:pt x="73" y="381"/>
                  </a:lnTo>
                  <a:lnTo>
                    <a:pt x="77" y="375"/>
                  </a:lnTo>
                  <a:lnTo>
                    <a:pt x="79" y="370"/>
                  </a:lnTo>
                  <a:lnTo>
                    <a:pt x="79" y="364"/>
                  </a:lnTo>
                  <a:lnTo>
                    <a:pt x="82" y="359"/>
                  </a:lnTo>
                  <a:lnTo>
                    <a:pt x="82" y="359"/>
                  </a:lnTo>
                  <a:lnTo>
                    <a:pt x="84" y="353"/>
                  </a:lnTo>
                  <a:lnTo>
                    <a:pt x="91" y="348"/>
                  </a:lnTo>
                  <a:lnTo>
                    <a:pt x="108" y="335"/>
                  </a:lnTo>
                  <a:lnTo>
                    <a:pt x="126" y="326"/>
                  </a:lnTo>
                  <a:lnTo>
                    <a:pt x="133" y="322"/>
                  </a:lnTo>
                  <a:lnTo>
                    <a:pt x="141" y="320"/>
                  </a:lnTo>
                  <a:lnTo>
                    <a:pt x="141" y="320"/>
                  </a:lnTo>
                  <a:lnTo>
                    <a:pt x="142" y="322"/>
                  </a:lnTo>
                  <a:lnTo>
                    <a:pt x="142" y="322"/>
                  </a:lnTo>
                  <a:lnTo>
                    <a:pt x="144" y="324"/>
                  </a:lnTo>
                  <a:lnTo>
                    <a:pt x="148" y="324"/>
                  </a:lnTo>
                  <a:lnTo>
                    <a:pt x="148" y="324"/>
                  </a:lnTo>
                  <a:lnTo>
                    <a:pt x="150" y="322"/>
                  </a:lnTo>
                  <a:lnTo>
                    <a:pt x="151" y="319"/>
                  </a:lnTo>
                  <a:lnTo>
                    <a:pt x="151" y="313"/>
                  </a:lnTo>
                  <a:lnTo>
                    <a:pt x="151" y="313"/>
                  </a:lnTo>
                  <a:lnTo>
                    <a:pt x="148" y="313"/>
                  </a:lnTo>
                  <a:lnTo>
                    <a:pt x="142" y="311"/>
                  </a:lnTo>
                  <a:lnTo>
                    <a:pt x="142" y="311"/>
                  </a:lnTo>
                  <a:lnTo>
                    <a:pt x="139" y="306"/>
                  </a:lnTo>
                  <a:lnTo>
                    <a:pt x="135" y="302"/>
                  </a:lnTo>
                  <a:lnTo>
                    <a:pt x="135" y="302"/>
                  </a:lnTo>
                  <a:lnTo>
                    <a:pt x="128" y="299"/>
                  </a:lnTo>
                  <a:lnTo>
                    <a:pt x="122" y="299"/>
                  </a:lnTo>
                  <a:lnTo>
                    <a:pt x="110" y="299"/>
                  </a:lnTo>
                  <a:lnTo>
                    <a:pt x="100" y="300"/>
                  </a:lnTo>
                  <a:lnTo>
                    <a:pt x="91" y="302"/>
                  </a:lnTo>
                  <a:lnTo>
                    <a:pt x="86" y="297"/>
                  </a:lnTo>
                  <a:lnTo>
                    <a:pt x="86" y="297"/>
                  </a:lnTo>
                  <a:lnTo>
                    <a:pt x="71" y="293"/>
                  </a:lnTo>
                  <a:lnTo>
                    <a:pt x="59" y="290"/>
                  </a:lnTo>
                  <a:lnTo>
                    <a:pt x="59" y="290"/>
                  </a:lnTo>
                  <a:lnTo>
                    <a:pt x="57" y="284"/>
                  </a:lnTo>
                  <a:lnTo>
                    <a:pt x="55" y="284"/>
                  </a:lnTo>
                  <a:close/>
                  <a:moveTo>
                    <a:pt x="430" y="282"/>
                  </a:moveTo>
                  <a:lnTo>
                    <a:pt x="430" y="282"/>
                  </a:lnTo>
                  <a:lnTo>
                    <a:pt x="428" y="282"/>
                  </a:lnTo>
                  <a:lnTo>
                    <a:pt x="428" y="284"/>
                  </a:lnTo>
                  <a:lnTo>
                    <a:pt x="430" y="286"/>
                  </a:lnTo>
                  <a:lnTo>
                    <a:pt x="434" y="288"/>
                  </a:lnTo>
                  <a:lnTo>
                    <a:pt x="434" y="288"/>
                  </a:lnTo>
                  <a:lnTo>
                    <a:pt x="434" y="284"/>
                  </a:lnTo>
                  <a:lnTo>
                    <a:pt x="434" y="282"/>
                  </a:lnTo>
                  <a:lnTo>
                    <a:pt x="430" y="282"/>
                  </a:lnTo>
                  <a:lnTo>
                    <a:pt x="430" y="282"/>
                  </a:lnTo>
                  <a:close/>
                  <a:moveTo>
                    <a:pt x="328" y="260"/>
                  </a:moveTo>
                  <a:lnTo>
                    <a:pt x="328" y="260"/>
                  </a:lnTo>
                  <a:lnTo>
                    <a:pt x="328" y="273"/>
                  </a:lnTo>
                  <a:lnTo>
                    <a:pt x="328" y="273"/>
                  </a:lnTo>
                  <a:lnTo>
                    <a:pt x="330" y="273"/>
                  </a:lnTo>
                  <a:lnTo>
                    <a:pt x="332" y="273"/>
                  </a:lnTo>
                  <a:lnTo>
                    <a:pt x="332" y="269"/>
                  </a:lnTo>
                  <a:lnTo>
                    <a:pt x="330" y="264"/>
                  </a:lnTo>
                  <a:lnTo>
                    <a:pt x="328" y="260"/>
                  </a:lnTo>
                  <a:lnTo>
                    <a:pt x="328" y="260"/>
                  </a:lnTo>
                  <a:close/>
                  <a:moveTo>
                    <a:pt x="465" y="249"/>
                  </a:moveTo>
                  <a:lnTo>
                    <a:pt x="465" y="249"/>
                  </a:lnTo>
                  <a:lnTo>
                    <a:pt x="463" y="253"/>
                  </a:lnTo>
                  <a:lnTo>
                    <a:pt x="463" y="257"/>
                  </a:lnTo>
                  <a:lnTo>
                    <a:pt x="461" y="262"/>
                  </a:lnTo>
                  <a:lnTo>
                    <a:pt x="456" y="262"/>
                  </a:lnTo>
                  <a:lnTo>
                    <a:pt x="456" y="262"/>
                  </a:lnTo>
                  <a:lnTo>
                    <a:pt x="454" y="269"/>
                  </a:lnTo>
                  <a:lnTo>
                    <a:pt x="450" y="277"/>
                  </a:lnTo>
                  <a:lnTo>
                    <a:pt x="450" y="277"/>
                  </a:lnTo>
                  <a:lnTo>
                    <a:pt x="456" y="277"/>
                  </a:lnTo>
                  <a:lnTo>
                    <a:pt x="461" y="277"/>
                  </a:lnTo>
                  <a:lnTo>
                    <a:pt x="463" y="282"/>
                  </a:lnTo>
                  <a:lnTo>
                    <a:pt x="463" y="282"/>
                  </a:lnTo>
                  <a:lnTo>
                    <a:pt x="469" y="284"/>
                  </a:lnTo>
                  <a:lnTo>
                    <a:pt x="472" y="284"/>
                  </a:lnTo>
                  <a:lnTo>
                    <a:pt x="476" y="284"/>
                  </a:lnTo>
                  <a:lnTo>
                    <a:pt x="479" y="284"/>
                  </a:lnTo>
                  <a:lnTo>
                    <a:pt x="479" y="284"/>
                  </a:lnTo>
                  <a:lnTo>
                    <a:pt x="481" y="288"/>
                  </a:lnTo>
                  <a:lnTo>
                    <a:pt x="485" y="290"/>
                  </a:lnTo>
                  <a:lnTo>
                    <a:pt x="485" y="290"/>
                  </a:lnTo>
                  <a:lnTo>
                    <a:pt x="489" y="284"/>
                  </a:lnTo>
                  <a:lnTo>
                    <a:pt x="492" y="277"/>
                  </a:lnTo>
                  <a:lnTo>
                    <a:pt x="492" y="277"/>
                  </a:lnTo>
                  <a:lnTo>
                    <a:pt x="492" y="269"/>
                  </a:lnTo>
                  <a:lnTo>
                    <a:pt x="489" y="262"/>
                  </a:lnTo>
                  <a:lnTo>
                    <a:pt x="483" y="249"/>
                  </a:lnTo>
                  <a:lnTo>
                    <a:pt x="483" y="249"/>
                  </a:lnTo>
                  <a:lnTo>
                    <a:pt x="474" y="251"/>
                  </a:lnTo>
                  <a:lnTo>
                    <a:pt x="470" y="251"/>
                  </a:lnTo>
                  <a:lnTo>
                    <a:pt x="470" y="253"/>
                  </a:lnTo>
                  <a:lnTo>
                    <a:pt x="470" y="253"/>
                  </a:lnTo>
                  <a:lnTo>
                    <a:pt x="470" y="253"/>
                  </a:lnTo>
                  <a:lnTo>
                    <a:pt x="469" y="251"/>
                  </a:lnTo>
                  <a:lnTo>
                    <a:pt x="465" y="249"/>
                  </a:lnTo>
                  <a:lnTo>
                    <a:pt x="465" y="249"/>
                  </a:lnTo>
                  <a:close/>
                  <a:moveTo>
                    <a:pt x="456" y="248"/>
                  </a:moveTo>
                  <a:lnTo>
                    <a:pt x="456" y="248"/>
                  </a:lnTo>
                  <a:lnTo>
                    <a:pt x="452" y="253"/>
                  </a:lnTo>
                  <a:lnTo>
                    <a:pt x="452" y="253"/>
                  </a:lnTo>
                  <a:lnTo>
                    <a:pt x="445" y="255"/>
                  </a:lnTo>
                  <a:lnTo>
                    <a:pt x="443" y="255"/>
                  </a:lnTo>
                  <a:lnTo>
                    <a:pt x="445" y="259"/>
                  </a:lnTo>
                  <a:lnTo>
                    <a:pt x="445" y="259"/>
                  </a:lnTo>
                  <a:lnTo>
                    <a:pt x="447" y="260"/>
                  </a:lnTo>
                  <a:lnTo>
                    <a:pt x="447" y="260"/>
                  </a:lnTo>
                  <a:lnTo>
                    <a:pt x="448" y="260"/>
                  </a:lnTo>
                  <a:lnTo>
                    <a:pt x="448" y="260"/>
                  </a:lnTo>
                  <a:lnTo>
                    <a:pt x="456" y="251"/>
                  </a:lnTo>
                  <a:lnTo>
                    <a:pt x="459" y="248"/>
                  </a:lnTo>
                  <a:lnTo>
                    <a:pt x="458" y="248"/>
                  </a:lnTo>
                  <a:lnTo>
                    <a:pt x="456" y="248"/>
                  </a:lnTo>
                  <a:lnTo>
                    <a:pt x="456" y="248"/>
                  </a:lnTo>
                  <a:close/>
                  <a:moveTo>
                    <a:pt x="108" y="235"/>
                  </a:moveTo>
                  <a:lnTo>
                    <a:pt x="108" y="235"/>
                  </a:lnTo>
                  <a:lnTo>
                    <a:pt x="106" y="237"/>
                  </a:lnTo>
                  <a:lnTo>
                    <a:pt x="106" y="240"/>
                  </a:lnTo>
                  <a:lnTo>
                    <a:pt x="106" y="242"/>
                  </a:lnTo>
                  <a:lnTo>
                    <a:pt x="106" y="246"/>
                  </a:lnTo>
                  <a:lnTo>
                    <a:pt x="106" y="246"/>
                  </a:lnTo>
                  <a:lnTo>
                    <a:pt x="100" y="249"/>
                  </a:lnTo>
                  <a:lnTo>
                    <a:pt x="97" y="251"/>
                  </a:lnTo>
                  <a:lnTo>
                    <a:pt x="93" y="253"/>
                  </a:lnTo>
                  <a:lnTo>
                    <a:pt x="93" y="253"/>
                  </a:lnTo>
                  <a:lnTo>
                    <a:pt x="93" y="257"/>
                  </a:lnTo>
                  <a:lnTo>
                    <a:pt x="93" y="259"/>
                  </a:lnTo>
                  <a:lnTo>
                    <a:pt x="93" y="260"/>
                  </a:lnTo>
                  <a:lnTo>
                    <a:pt x="93" y="262"/>
                  </a:lnTo>
                  <a:lnTo>
                    <a:pt x="93" y="262"/>
                  </a:lnTo>
                  <a:lnTo>
                    <a:pt x="100" y="262"/>
                  </a:lnTo>
                  <a:lnTo>
                    <a:pt x="106" y="262"/>
                  </a:lnTo>
                  <a:lnTo>
                    <a:pt x="106" y="262"/>
                  </a:lnTo>
                  <a:lnTo>
                    <a:pt x="111" y="248"/>
                  </a:lnTo>
                  <a:lnTo>
                    <a:pt x="113" y="239"/>
                  </a:lnTo>
                  <a:lnTo>
                    <a:pt x="111" y="235"/>
                  </a:lnTo>
                  <a:lnTo>
                    <a:pt x="108" y="235"/>
                  </a:lnTo>
                  <a:lnTo>
                    <a:pt x="108" y="235"/>
                  </a:lnTo>
                  <a:close/>
                  <a:moveTo>
                    <a:pt x="141" y="224"/>
                  </a:moveTo>
                  <a:lnTo>
                    <a:pt x="141" y="231"/>
                  </a:lnTo>
                  <a:lnTo>
                    <a:pt x="144" y="231"/>
                  </a:lnTo>
                  <a:lnTo>
                    <a:pt x="144" y="231"/>
                  </a:lnTo>
                  <a:lnTo>
                    <a:pt x="144" y="228"/>
                  </a:lnTo>
                  <a:lnTo>
                    <a:pt x="144" y="226"/>
                  </a:lnTo>
                  <a:lnTo>
                    <a:pt x="144" y="224"/>
                  </a:lnTo>
                  <a:lnTo>
                    <a:pt x="141" y="224"/>
                  </a:lnTo>
                  <a:lnTo>
                    <a:pt x="141" y="224"/>
                  </a:lnTo>
                  <a:close/>
                  <a:moveTo>
                    <a:pt x="658" y="213"/>
                  </a:moveTo>
                  <a:lnTo>
                    <a:pt x="658" y="213"/>
                  </a:lnTo>
                  <a:lnTo>
                    <a:pt x="662" y="217"/>
                  </a:lnTo>
                  <a:lnTo>
                    <a:pt x="663" y="220"/>
                  </a:lnTo>
                  <a:lnTo>
                    <a:pt x="663" y="224"/>
                  </a:lnTo>
                  <a:lnTo>
                    <a:pt x="662" y="224"/>
                  </a:lnTo>
                  <a:lnTo>
                    <a:pt x="662" y="224"/>
                  </a:lnTo>
                  <a:lnTo>
                    <a:pt x="658" y="217"/>
                  </a:lnTo>
                  <a:lnTo>
                    <a:pt x="656" y="215"/>
                  </a:lnTo>
                  <a:lnTo>
                    <a:pt x="658" y="213"/>
                  </a:lnTo>
                  <a:lnTo>
                    <a:pt x="658" y="213"/>
                  </a:lnTo>
                  <a:lnTo>
                    <a:pt x="658" y="213"/>
                  </a:lnTo>
                  <a:close/>
                  <a:moveTo>
                    <a:pt x="541" y="211"/>
                  </a:moveTo>
                  <a:lnTo>
                    <a:pt x="541" y="211"/>
                  </a:lnTo>
                  <a:lnTo>
                    <a:pt x="541" y="213"/>
                  </a:lnTo>
                  <a:lnTo>
                    <a:pt x="540" y="213"/>
                  </a:lnTo>
                  <a:lnTo>
                    <a:pt x="536" y="213"/>
                  </a:lnTo>
                  <a:lnTo>
                    <a:pt x="536" y="213"/>
                  </a:lnTo>
                  <a:lnTo>
                    <a:pt x="540" y="218"/>
                  </a:lnTo>
                  <a:lnTo>
                    <a:pt x="543" y="224"/>
                  </a:lnTo>
                  <a:lnTo>
                    <a:pt x="543" y="224"/>
                  </a:lnTo>
                  <a:lnTo>
                    <a:pt x="547" y="222"/>
                  </a:lnTo>
                  <a:lnTo>
                    <a:pt x="549" y="220"/>
                  </a:lnTo>
                  <a:lnTo>
                    <a:pt x="549" y="211"/>
                  </a:lnTo>
                  <a:lnTo>
                    <a:pt x="549" y="211"/>
                  </a:lnTo>
                  <a:lnTo>
                    <a:pt x="541" y="211"/>
                  </a:lnTo>
                  <a:lnTo>
                    <a:pt x="541" y="211"/>
                  </a:lnTo>
                  <a:close/>
                  <a:moveTo>
                    <a:pt x="328" y="211"/>
                  </a:moveTo>
                  <a:lnTo>
                    <a:pt x="328" y="211"/>
                  </a:lnTo>
                  <a:lnTo>
                    <a:pt x="326" y="213"/>
                  </a:lnTo>
                  <a:lnTo>
                    <a:pt x="325" y="217"/>
                  </a:lnTo>
                  <a:lnTo>
                    <a:pt x="325" y="222"/>
                  </a:lnTo>
                  <a:lnTo>
                    <a:pt x="326" y="226"/>
                  </a:lnTo>
                  <a:lnTo>
                    <a:pt x="328" y="226"/>
                  </a:lnTo>
                  <a:lnTo>
                    <a:pt x="328" y="224"/>
                  </a:lnTo>
                  <a:lnTo>
                    <a:pt x="328" y="224"/>
                  </a:lnTo>
                  <a:lnTo>
                    <a:pt x="326" y="228"/>
                  </a:lnTo>
                  <a:lnTo>
                    <a:pt x="326" y="228"/>
                  </a:lnTo>
                  <a:lnTo>
                    <a:pt x="323" y="228"/>
                  </a:lnTo>
                  <a:lnTo>
                    <a:pt x="326" y="235"/>
                  </a:lnTo>
                  <a:lnTo>
                    <a:pt x="326" y="235"/>
                  </a:lnTo>
                  <a:lnTo>
                    <a:pt x="334" y="235"/>
                  </a:lnTo>
                  <a:lnTo>
                    <a:pt x="337" y="233"/>
                  </a:lnTo>
                  <a:lnTo>
                    <a:pt x="337" y="233"/>
                  </a:lnTo>
                  <a:lnTo>
                    <a:pt x="343" y="235"/>
                  </a:lnTo>
                  <a:lnTo>
                    <a:pt x="346" y="235"/>
                  </a:lnTo>
                  <a:lnTo>
                    <a:pt x="345" y="235"/>
                  </a:lnTo>
                  <a:lnTo>
                    <a:pt x="345" y="235"/>
                  </a:lnTo>
                  <a:lnTo>
                    <a:pt x="334" y="240"/>
                  </a:lnTo>
                  <a:lnTo>
                    <a:pt x="334" y="240"/>
                  </a:lnTo>
                  <a:lnTo>
                    <a:pt x="330" y="244"/>
                  </a:lnTo>
                  <a:lnTo>
                    <a:pt x="328" y="244"/>
                  </a:lnTo>
                  <a:lnTo>
                    <a:pt x="334" y="244"/>
                  </a:lnTo>
                  <a:lnTo>
                    <a:pt x="341" y="244"/>
                  </a:lnTo>
                  <a:lnTo>
                    <a:pt x="341" y="244"/>
                  </a:lnTo>
                  <a:lnTo>
                    <a:pt x="337" y="246"/>
                  </a:lnTo>
                  <a:lnTo>
                    <a:pt x="337" y="249"/>
                  </a:lnTo>
                  <a:lnTo>
                    <a:pt x="337" y="249"/>
                  </a:lnTo>
                  <a:lnTo>
                    <a:pt x="335" y="251"/>
                  </a:lnTo>
                  <a:lnTo>
                    <a:pt x="332" y="255"/>
                  </a:lnTo>
                  <a:lnTo>
                    <a:pt x="332" y="257"/>
                  </a:lnTo>
                  <a:lnTo>
                    <a:pt x="335" y="259"/>
                  </a:lnTo>
                  <a:lnTo>
                    <a:pt x="335" y="259"/>
                  </a:lnTo>
                  <a:lnTo>
                    <a:pt x="343" y="257"/>
                  </a:lnTo>
                  <a:lnTo>
                    <a:pt x="348" y="253"/>
                  </a:lnTo>
                  <a:lnTo>
                    <a:pt x="359" y="246"/>
                  </a:lnTo>
                  <a:lnTo>
                    <a:pt x="359" y="246"/>
                  </a:lnTo>
                  <a:lnTo>
                    <a:pt x="357" y="244"/>
                  </a:lnTo>
                  <a:lnTo>
                    <a:pt x="357" y="242"/>
                  </a:lnTo>
                  <a:lnTo>
                    <a:pt x="359" y="239"/>
                  </a:lnTo>
                  <a:lnTo>
                    <a:pt x="357" y="231"/>
                  </a:lnTo>
                  <a:lnTo>
                    <a:pt x="357" y="231"/>
                  </a:lnTo>
                  <a:lnTo>
                    <a:pt x="352" y="231"/>
                  </a:lnTo>
                  <a:lnTo>
                    <a:pt x="352" y="231"/>
                  </a:lnTo>
                  <a:lnTo>
                    <a:pt x="350" y="226"/>
                  </a:lnTo>
                  <a:lnTo>
                    <a:pt x="350" y="220"/>
                  </a:lnTo>
                  <a:lnTo>
                    <a:pt x="350" y="220"/>
                  </a:lnTo>
                  <a:lnTo>
                    <a:pt x="345" y="222"/>
                  </a:lnTo>
                  <a:lnTo>
                    <a:pt x="341" y="220"/>
                  </a:lnTo>
                  <a:lnTo>
                    <a:pt x="337" y="220"/>
                  </a:lnTo>
                  <a:lnTo>
                    <a:pt x="337" y="220"/>
                  </a:lnTo>
                  <a:lnTo>
                    <a:pt x="339" y="220"/>
                  </a:lnTo>
                  <a:lnTo>
                    <a:pt x="337" y="220"/>
                  </a:lnTo>
                  <a:lnTo>
                    <a:pt x="337" y="220"/>
                  </a:lnTo>
                  <a:lnTo>
                    <a:pt x="341" y="213"/>
                  </a:lnTo>
                  <a:lnTo>
                    <a:pt x="341" y="213"/>
                  </a:lnTo>
                  <a:lnTo>
                    <a:pt x="334" y="213"/>
                  </a:lnTo>
                  <a:lnTo>
                    <a:pt x="328" y="211"/>
                  </a:lnTo>
                  <a:lnTo>
                    <a:pt x="328" y="211"/>
                  </a:lnTo>
                  <a:close/>
                  <a:moveTo>
                    <a:pt x="394" y="209"/>
                  </a:moveTo>
                  <a:lnTo>
                    <a:pt x="394" y="209"/>
                  </a:lnTo>
                  <a:lnTo>
                    <a:pt x="388" y="211"/>
                  </a:lnTo>
                  <a:lnTo>
                    <a:pt x="387" y="213"/>
                  </a:lnTo>
                  <a:lnTo>
                    <a:pt x="388" y="217"/>
                  </a:lnTo>
                  <a:lnTo>
                    <a:pt x="397" y="218"/>
                  </a:lnTo>
                  <a:lnTo>
                    <a:pt x="397" y="224"/>
                  </a:lnTo>
                  <a:lnTo>
                    <a:pt x="397" y="224"/>
                  </a:lnTo>
                  <a:lnTo>
                    <a:pt x="390" y="224"/>
                  </a:lnTo>
                  <a:lnTo>
                    <a:pt x="385" y="224"/>
                  </a:lnTo>
                  <a:lnTo>
                    <a:pt x="385" y="224"/>
                  </a:lnTo>
                  <a:lnTo>
                    <a:pt x="388" y="229"/>
                  </a:lnTo>
                  <a:lnTo>
                    <a:pt x="390" y="231"/>
                  </a:lnTo>
                  <a:lnTo>
                    <a:pt x="392" y="233"/>
                  </a:lnTo>
                  <a:lnTo>
                    <a:pt x="394" y="233"/>
                  </a:lnTo>
                  <a:lnTo>
                    <a:pt x="394" y="233"/>
                  </a:lnTo>
                  <a:lnTo>
                    <a:pt x="394" y="235"/>
                  </a:lnTo>
                  <a:lnTo>
                    <a:pt x="392" y="237"/>
                  </a:lnTo>
                  <a:lnTo>
                    <a:pt x="390" y="239"/>
                  </a:lnTo>
                  <a:lnTo>
                    <a:pt x="392" y="239"/>
                  </a:lnTo>
                  <a:lnTo>
                    <a:pt x="397" y="242"/>
                  </a:lnTo>
                  <a:lnTo>
                    <a:pt x="397" y="242"/>
                  </a:lnTo>
                  <a:lnTo>
                    <a:pt x="397" y="244"/>
                  </a:lnTo>
                  <a:lnTo>
                    <a:pt x="396" y="246"/>
                  </a:lnTo>
                  <a:lnTo>
                    <a:pt x="394" y="246"/>
                  </a:lnTo>
                  <a:lnTo>
                    <a:pt x="394" y="248"/>
                  </a:lnTo>
                  <a:lnTo>
                    <a:pt x="394" y="248"/>
                  </a:lnTo>
                  <a:lnTo>
                    <a:pt x="390" y="248"/>
                  </a:lnTo>
                  <a:lnTo>
                    <a:pt x="387" y="248"/>
                  </a:lnTo>
                  <a:lnTo>
                    <a:pt x="387" y="248"/>
                  </a:lnTo>
                  <a:lnTo>
                    <a:pt x="390" y="240"/>
                  </a:lnTo>
                  <a:lnTo>
                    <a:pt x="390" y="240"/>
                  </a:lnTo>
                  <a:lnTo>
                    <a:pt x="379" y="233"/>
                  </a:lnTo>
                  <a:lnTo>
                    <a:pt x="379" y="233"/>
                  </a:lnTo>
                  <a:lnTo>
                    <a:pt x="372" y="220"/>
                  </a:lnTo>
                  <a:lnTo>
                    <a:pt x="372" y="220"/>
                  </a:lnTo>
                  <a:lnTo>
                    <a:pt x="368" y="222"/>
                  </a:lnTo>
                  <a:lnTo>
                    <a:pt x="365" y="220"/>
                  </a:lnTo>
                  <a:lnTo>
                    <a:pt x="363" y="228"/>
                  </a:lnTo>
                  <a:lnTo>
                    <a:pt x="368" y="228"/>
                  </a:lnTo>
                  <a:lnTo>
                    <a:pt x="368" y="228"/>
                  </a:lnTo>
                  <a:lnTo>
                    <a:pt x="366" y="233"/>
                  </a:lnTo>
                  <a:lnTo>
                    <a:pt x="365" y="239"/>
                  </a:lnTo>
                  <a:lnTo>
                    <a:pt x="365" y="239"/>
                  </a:lnTo>
                  <a:lnTo>
                    <a:pt x="372" y="242"/>
                  </a:lnTo>
                  <a:lnTo>
                    <a:pt x="372" y="242"/>
                  </a:lnTo>
                  <a:lnTo>
                    <a:pt x="372" y="253"/>
                  </a:lnTo>
                  <a:lnTo>
                    <a:pt x="372" y="253"/>
                  </a:lnTo>
                  <a:lnTo>
                    <a:pt x="356" y="251"/>
                  </a:lnTo>
                  <a:lnTo>
                    <a:pt x="356" y="251"/>
                  </a:lnTo>
                  <a:lnTo>
                    <a:pt x="356" y="257"/>
                  </a:lnTo>
                  <a:lnTo>
                    <a:pt x="352" y="259"/>
                  </a:lnTo>
                  <a:lnTo>
                    <a:pt x="352" y="259"/>
                  </a:lnTo>
                  <a:lnTo>
                    <a:pt x="356" y="262"/>
                  </a:lnTo>
                  <a:lnTo>
                    <a:pt x="356" y="268"/>
                  </a:lnTo>
                  <a:lnTo>
                    <a:pt x="356" y="268"/>
                  </a:lnTo>
                  <a:lnTo>
                    <a:pt x="372" y="260"/>
                  </a:lnTo>
                  <a:lnTo>
                    <a:pt x="392" y="255"/>
                  </a:lnTo>
                  <a:lnTo>
                    <a:pt x="392" y="255"/>
                  </a:lnTo>
                  <a:lnTo>
                    <a:pt x="396" y="257"/>
                  </a:lnTo>
                  <a:lnTo>
                    <a:pt x="397" y="257"/>
                  </a:lnTo>
                  <a:lnTo>
                    <a:pt x="397" y="259"/>
                  </a:lnTo>
                  <a:lnTo>
                    <a:pt x="397" y="259"/>
                  </a:lnTo>
                  <a:lnTo>
                    <a:pt x="390" y="260"/>
                  </a:lnTo>
                  <a:lnTo>
                    <a:pt x="385" y="266"/>
                  </a:lnTo>
                  <a:lnTo>
                    <a:pt x="387" y="277"/>
                  </a:lnTo>
                  <a:lnTo>
                    <a:pt x="387" y="277"/>
                  </a:lnTo>
                  <a:lnTo>
                    <a:pt x="394" y="277"/>
                  </a:lnTo>
                  <a:lnTo>
                    <a:pt x="401" y="277"/>
                  </a:lnTo>
                  <a:lnTo>
                    <a:pt x="401" y="277"/>
                  </a:lnTo>
                  <a:lnTo>
                    <a:pt x="416" y="275"/>
                  </a:lnTo>
                  <a:lnTo>
                    <a:pt x="416" y="275"/>
                  </a:lnTo>
                  <a:lnTo>
                    <a:pt x="428" y="275"/>
                  </a:lnTo>
                  <a:lnTo>
                    <a:pt x="436" y="275"/>
                  </a:lnTo>
                  <a:lnTo>
                    <a:pt x="436" y="275"/>
                  </a:lnTo>
                  <a:lnTo>
                    <a:pt x="436" y="269"/>
                  </a:lnTo>
                  <a:lnTo>
                    <a:pt x="438" y="268"/>
                  </a:lnTo>
                  <a:lnTo>
                    <a:pt x="438" y="268"/>
                  </a:lnTo>
                  <a:lnTo>
                    <a:pt x="436" y="262"/>
                  </a:lnTo>
                  <a:lnTo>
                    <a:pt x="434" y="260"/>
                  </a:lnTo>
                  <a:lnTo>
                    <a:pt x="434" y="262"/>
                  </a:lnTo>
                  <a:lnTo>
                    <a:pt x="434" y="262"/>
                  </a:lnTo>
                  <a:lnTo>
                    <a:pt x="436" y="257"/>
                  </a:lnTo>
                  <a:lnTo>
                    <a:pt x="436" y="249"/>
                  </a:lnTo>
                  <a:lnTo>
                    <a:pt x="436" y="249"/>
                  </a:lnTo>
                  <a:lnTo>
                    <a:pt x="428" y="249"/>
                  </a:lnTo>
                  <a:lnTo>
                    <a:pt x="428" y="249"/>
                  </a:lnTo>
                  <a:lnTo>
                    <a:pt x="428" y="244"/>
                  </a:lnTo>
                  <a:lnTo>
                    <a:pt x="428" y="237"/>
                  </a:lnTo>
                  <a:lnTo>
                    <a:pt x="428" y="229"/>
                  </a:lnTo>
                  <a:lnTo>
                    <a:pt x="427" y="224"/>
                  </a:lnTo>
                  <a:lnTo>
                    <a:pt x="416" y="220"/>
                  </a:lnTo>
                  <a:lnTo>
                    <a:pt x="416" y="220"/>
                  </a:lnTo>
                  <a:lnTo>
                    <a:pt x="417" y="218"/>
                  </a:lnTo>
                  <a:lnTo>
                    <a:pt x="416" y="217"/>
                  </a:lnTo>
                  <a:lnTo>
                    <a:pt x="414" y="213"/>
                  </a:lnTo>
                  <a:lnTo>
                    <a:pt x="414" y="211"/>
                  </a:lnTo>
                  <a:lnTo>
                    <a:pt x="414" y="211"/>
                  </a:lnTo>
                  <a:lnTo>
                    <a:pt x="410" y="213"/>
                  </a:lnTo>
                  <a:lnTo>
                    <a:pt x="408" y="217"/>
                  </a:lnTo>
                  <a:lnTo>
                    <a:pt x="408" y="217"/>
                  </a:lnTo>
                  <a:lnTo>
                    <a:pt x="408" y="220"/>
                  </a:lnTo>
                  <a:lnTo>
                    <a:pt x="408" y="222"/>
                  </a:lnTo>
                  <a:lnTo>
                    <a:pt x="408" y="220"/>
                  </a:lnTo>
                  <a:lnTo>
                    <a:pt x="408" y="220"/>
                  </a:lnTo>
                  <a:lnTo>
                    <a:pt x="412" y="222"/>
                  </a:lnTo>
                  <a:lnTo>
                    <a:pt x="414" y="222"/>
                  </a:lnTo>
                  <a:lnTo>
                    <a:pt x="412" y="224"/>
                  </a:lnTo>
                  <a:lnTo>
                    <a:pt x="412" y="224"/>
                  </a:lnTo>
                  <a:lnTo>
                    <a:pt x="407" y="224"/>
                  </a:lnTo>
                  <a:lnTo>
                    <a:pt x="403" y="224"/>
                  </a:lnTo>
                  <a:lnTo>
                    <a:pt x="401" y="222"/>
                  </a:lnTo>
                  <a:lnTo>
                    <a:pt x="401" y="220"/>
                  </a:lnTo>
                  <a:lnTo>
                    <a:pt x="401" y="220"/>
                  </a:lnTo>
                  <a:lnTo>
                    <a:pt x="394" y="209"/>
                  </a:lnTo>
                  <a:lnTo>
                    <a:pt x="394" y="209"/>
                  </a:lnTo>
                  <a:close/>
                  <a:moveTo>
                    <a:pt x="155" y="209"/>
                  </a:moveTo>
                  <a:lnTo>
                    <a:pt x="155" y="209"/>
                  </a:lnTo>
                  <a:lnTo>
                    <a:pt x="153" y="209"/>
                  </a:lnTo>
                  <a:lnTo>
                    <a:pt x="153" y="211"/>
                  </a:lnTo>
                  <a:lnTo>
                    <a:pt x="151" y="217"/>
                  </a:lnTo>
                  <a:lnTo>
                    <a:pt x="151" y="217"/>
                  </a:lnTo>
                  <a:lnTo>
                    <a:pt x="159" y="217"/>
                  </a:lnTo>
                  <a:lnTo>
                    <a:pt x="159" y="217"/>
                  </a:lnTo>
                  <a:lnTo>
                    <a:pt x="159" y="213"/>
                  </a:lnTo>
                  <a:lnTo>
                    <a:pt x="159" y="211"/>
                  </a:lnTo>
                  <a:lnTo>
                    <a:pt x="159" y="209"/>
                  </a:lnTo>
                  <a:lnTo>
                    <a:pt x="155" y="209"/>
                  </a:lnTo>
                  <a:lnTo>
                    <a:pt x="155" y="209"/>
                  </a:lnTo>
                  <a:close/>
                  <a:moveTo>
                    <a:pt x="458" y="206"/>
                  </a:moveTo>
                  <a:lnTo>
                    <a:pt x="458" y="206"/>
                  </a:lnTo>
                  <a:lnTo>
                    <a:pt x="454" y="211"/>
                  </a:lnTo>
                  <a:lnTo>
                    <a:pt x="450" y="213"/>
                  </a:lnTo>
                  <a:lnTo>
                    <a:pt x="450" y="213"/>
                  </a:lnTo>
                  <a:lnTo>
                    <a:pt x="458" y="222"/>
                  </a:lnTo>
                  <a:lnTo>
                    <a:pt x="461" y="228"/>
                  </a:lnTo>
                  <a:lnTo>
                    <a:pt x="465" y="231"/>
                  </a:lnTo>
                  <a:lnTo>
                    <a:pt x="465" y="231"/>
                  </a:lnTo>
                  <a:lnTo>
                    <a:pt x="472" y="231"/>
                  </a:lnTo>
                  <a:lnTo>
                    <a:pt x="479" y="231"/>
                  </a:lnTo>
                  <a:lnTo>
                    <a:pt x="485" y="235"/>
                  </a:lnTo>
                  <a:lnTo>
                    <a:pt x="485" y="235"/>
                  </a:lnTo>
                  <a:lnTo>
                    <a:pt x="490" y="235"/>
                  </a:lnTo>
                  <a:lnTo>
                    <a:pt x="494" y="233"/>
                  </a:lnTo>
                  <a:lnTo>
                    <a:pt x="496" y="231"/>
                  </a:lnTo>
                  <a:lnTo>
                    <a:pt x="499" y="231"/>
                  </a:lnTo>
                  <a:lnTo>
                    <a:pt x="501" y="235"/>
                  </a:lnTo>
                  <a:lnTo>
                    <a:pt x="501" y="235"/>
                  </a:lnTo>
                  <a:lnTo>
                    <a:pt x="512" y="239"/>
                  </a:lnTo>
                  <a:lnTo>
                    <a:pt x="520" y="244"/>
                  </a:lnTo>
                  <a:lnTo>
                    <a:pt x="523" y="248"/>
                  </a:lnTo>
                  <a:lnTo>
                    <a:pt x="523" y="253"/>
                  </a:lnTo>
                  <a:lnTo>
                    <a:pt x="523" y="253"/>
                  </a:lnTo>
                  <a:lnTo>
                    <a:pt x="523" y="259"/>
                  </a:lnTo>
                  <a:lnTo>
                    <a:pt x="521" y="264"/>
                  </a:lnTo>
                  <a:lnTo>
                    <a:pt x="520" y="273"/>
                  </a:lnTo>
                  <a:lnTo>
                    <a:pt x="520" y="273"/>
                  </a:lnTo>
                  <a:lnTo>
                    <a:pt x="521" y="284"/>
                  </a:lnTo>
                  <a:lnTo>
                    <a:pt x="523" y="295"/>
                  </a:lnTo>
                  <a:lnTo>
                    <a:pt x="523" y="295"/>
                  </a:lnTo>
                  <a:lnTo>
                    <a:pt x="530" y="291"/>
                  </a:lnTo>
                  <a:lnTo>
                    <a:pt x="530" y="288"/>
                  </a:lnTo>
                  <a:lnTo>
                    <a:pt x="530" y="288"/>
                  </a:lnTo>
                  <a:lnTo>
                    <a:pt x="536" y="288"/>
                  </a:lnTo>
                  <a:lnTo>
                    <a:pt x="538" y="290"/>
                  </a:lnTo>
                  <a:lnTo>
                    <a:pt x="538" y="293"/>
                  </a:lnTo>
                  <a:lnTo>
                    <a:pt x="538" y="295"/>
                  </a:lnTo>
                  <a:lnTo>
                    <a:pt x="538" y="295"/>
                  </a:lnTo>
                  <a:lnTo>
                    <a:pt x="541" y="293"/>
                  </a:lnTo>
                  <a:lnTo>
                    <a:pt x="543" y="291"/>
                  </a:lnTo>
                  <a:lnTo>
                    <a:pt x="545" y="290"/>
                  </a:lnTo>
                  <a:lnTo>
                    <a:pt x="545" y="290"/>
                  </a:lnTo>
                  <a:lnTo>
                    <a:pt x="558" y="286"/>
                  </a:lnTo>
                  <a:lnTo>
                    <a:pt x="565" y="277"/>
                  </a:lnTo>
                  <a:lnTo>
                    <a:pt x="565" y="277"/>
                  </a:lnTo>
                  <a:lnTo>
                    <a:pt x="571" y="291"/>
                  </a:lnTo>
                  <a:lnTo>
                    <a:pt x="571" y="291"/>
                  </a:lnTo>
                  <a:lnTo>
                    <a:pt x="583" y="291"/>
                  </a:lnTo>
                  <a:lnTo>
                    <a:pt x="594" y="291"/>
                  </a:lnTo>
                  <a:lnTo>
                    <a:pt x="594" y="291"/>
                  </a:lnTo>
                  <a:lnTo>
                    <a:pt x="600" y="284"/>
                  </a:lnTo>
                  <a:lnTo>
                    <a:pt x="600" y="284"/>
                  </a:lnTo>
                  <a:lnTo>
                    <a:pt x="603" y="286"/>
                  </a:lnTo>
                  <a:lnTo>
                    <a:pt x="603" y="288"/>
                  </a:lnTo>
                  <a:lnTo>
                    <a:pt x="605" y="291"/>
                  </a:lnTo>
                  <a:lnTo>
                    <a:pt x="605" y="291"/>
                  </a:lnTo>
                  <a:lnTo>
                    <a:pt x="620" y="288"/>
                  </a:lnTo>
                  <a:lnTo>
                    <a:pt x="620" y="288"/>
                  </a:lnTo>
                  <a:lnTo>
                    <a:pt x="620" y="291"/>
                  </a:lnTo>
                  <a:lnTo>
                    <a:pt x="620" y="291"/>
                  </a:lnTo>
                  <a:lnTo>
                    <a:pt x="622" y="291"/>
                  </a:lnTo>
                  <a:lnTo>
                    <a:pt x="622" y="291"/>
                  </a:lnTo>
                  <a:lnTo>
                    <a:pt x="631" y="290"/>
                  </a:lnTo>
                  <a:lnTo>
                    <a:pt x="638" y="288"/>
                  </a:lnTo>
                  <a:lnTo>
                    <a:pt x="638" y="288"/>
                  </a:lnTo>
                  <a:lnTo>
                    <a:pt x="643" y="290"/>
                  </a:lnTo>
                  <a:lnTo>
                    <a:pt x="647" y="290"/>
                  </a:lnTo>
                  <a:lnTo>
                    <a:pt x="651" y="290"/>
                  </a:lnTo>
                  <a:lnTo>
                    <a:pt x="656" y="284"/>
                  </a:lnTo>
                  <a:lnTo>
                    <a:pt x="656" y="284"/>
                  </a:lnTo>
                  <a:lnTo>
                    <a:pt x="653" y="282"/>
                  </a:lnTo>
                  <a:lnTo>
                    <a:pt x="654" y="282"/>
                  </a:lnTo>
                  <a:lnTo>
                    <a:pt x="658" y="280"/>
                  </a:lnTo>
                  <a:lnTo>
                    <a:pt x="658" y="280"/>
                  </a:lnTo>
                  <a:lnTo>
                    <a:pt x="660" y="286"/>
                  </a:lnTo>
                  <a:lnTo>
                    <a:pt x="662" y="288"/>
                  </a:lnTo>
                  <a:lnTo>
                    <a:pt x="663" y="290"/>
                  </a:lnTo>
                  <a:lnTo>
                    <a:pt x="663" y="290"/>
                  </a:lnTo>
                  <a:lnTo>
                    <a:pt x="667" y="286"/>
                  </a:lnTo>
                  <a:lnTo>
                    <a:pt x="671" y="284"/>
                  </a:lnTo>
                  <a:lnTo>
                    <a:pt x="671" y="288"/>
                  </a:lnTo>
                  <a:lnTo>
                    <a:pt x="671" y="288"/>
                  </a:lnTo>
                  <a:lnTo>
                    <a:pt x="687" y="288"/>
                  </a:lnTo>
                  <a:lnTo>
                    <a:pt x="705" y="288"/>
                  </a:lnTo>
                  <a:lnTo>
                    <a:pt x="705" y="288"/>
                  </a:lnTo>
                  <a:lnTo>
                    <a:pt x="705" y="279"/>
                  </a:lnTo>
                  <a:lnTo>
                    <a:pt x="705" y="275"/>
                  </a:lnTo>
                  <a:lnTo>
                    <a:pt x="707" y="273"/>
                  </a:lnTo>
                  <a:lnTo>
                    <a:pt x="707" y="273"/>
                  </a:lnTo>
                  <a:lnTo>
                    <a:pt x="713" y="269"/>
                  </a:lnTo>
                  <a:lnTo>
                    <a:pt x="716" y="269"/>
                  </a:lnTo>
                  <a:lnTo>
                    <a:pt x="716" y="268"/>
                  </a:lnTo>
                  <a:lnTo>
                    <a:pt x="716" y="268"/>
                  </a:lnTo>
                  <a:lnTo>
                    <a:pt x="716" y="264"/>
                  </a:lnTo>
                  <a:lnTo>
                    <a:pt x="716" y="260"/>
                  </a:lnTo>
                  <a:lnTo>
                    <a:pt x="716" y="260"/>
                  </a:lnTo>
                  <a:lnTo>
                    <a:pt x="700" y="249"/>
                  </a:lnTo>
                  <a:lnTo>
                    <a:pt x="700" y="249"/>
                  </a:lnTo>
                  <a:lnTo>
                    <a:pt x="696" y="251"/>
                  </a:lnTo>
                  <a:lnTo>
                    <a:pt x="693" y="251"/>
                  </a:lnTo>
                  <a:lnTo>
                    <a:pt x="689" y="253"/>
                  </a:lnTo>
                  <a:lnTo>
                    <a:pt x="685" y="253"/>
                  </a:lnTo>
                  <a:lnTo>
                    <a:pt x="685" y="253"/>
                  </a:lnTo>
                  <a:lnTo>
                    <a:pt x="682" y="249"/>
                  </a:lnTo>
                  <a:lnTo>
                    <a:pt x="680" y="246"/>
                  </a:lnTo>
                  <a:lnTo>
                    <a:pt x="680" y="246"/>
                  </a:lnTo>
                  <a:lnTo>
                    <a:pt x="671" y="244"/>
                  </a:lnTo>
                  <a:lnTo>
                    <a:pt x="663" y="242"/>
                  </a:lnTo>
                  <a:lnTo>
                    <a:pt x="662" y="248"/>
                  </a:lnTo>
                  <a:lnTo>
                    <a:pt x="662" y="248"/>
                  </a:lnTo>
                  <a:lnTo>
                    <a:pt x="658" y="248"/>
                  </a:lnTo>
                  <a:lnTo>
                    <a:pt x="656" y="246"/>
                  </a:lnTo>
                  <a:lnTo>
                    <a:pt x="654" y="246"/>
                  </a:lnTo>
                  <a:lnTo>
                    <a:pt x="651" y="246"/>
                  </a:lnTo>
                  <a:lnTo>
                    <a:pt x="651" y="246"/>
                  </a:lnTo>
                  <a:lnTo>
                    <a:pt x="651" y="244"/>
                  </a:lnTo>
                  <a:lnTo>
                    <a:pt x="649" y="244"/>
                  </a:lnTo>
                  <a:lnTo>
                    <a:pt x="643" y="242"/>
                  </a:lnTo>
                  <a:lnTo>
                    <a:pt x="634" y="248"/>
                  </a:lnTo>
                  <a:lnTo>
                    <a:pt x="634" y="248"/>
                  </a:lnTo>
                  <a:lnTo>
                    <a:pt x="611" y="253"/>
                  </a:lnTo>
                  <a:lnTo>
                    <a:pt x="602" y="253"/>
                  </a:lnTo>
                  <a:lnTo>
                    <a:pt x="591" y="249"/>
                  </a:lnTo>
                  <a:lnTo>
                    <a:pt x="591" y="259"/>
                  </a:lnTo>
                  <a:lnTo>
                    <a:pt x="591" y="259"/>
                  </a:lnTo>
                  <a:lnTo>
                    <a:pt x="587" y="255"/>
                  </a:lnTo>
                  <a:lnTo>
                    <a:pt x="585" y="253"/>
                  </a:lnTo>
                  <a:lnTo>
                    <a:pt x="585" y="253"/>
                  </a:lnTo>
                  <a:lnTo>
                    <a:pt x="581" y="253"/>
                  </a:lnTo>
                  <a:lnTo>
                    <a:pt x="581" y="253"/>
                  </a:lnTo>
                  <a:lnTo>
                    <a:pt x="580" y="255"/>
                  </a:lnTo>
                  <a:lnTo>
                    <a:pt x="578" y="255"/>
                  </a:lnTo>
                  <a:lnTo>
                    <a:pt x="578" y="255"/>
                  </a:lnTo>
                  <a:lnTo>
                    <a:pt x="571" y="251"/>
                  </a:lnTo>
                  <a:lnTo>
                    <a:pt x="561" y="248"/>
                  </a:lnTo>
                  <a:lnTo>
                    <a:pt x="561" y="248"/>
                  </a:lnTo>
                  <a:lnTo>
                    <a:pt x="561" y="249"/>
                  </a:lnTo>
                  <a:lnTo>
                    <a:pt x="560" y="251"/>
                  </a:lnTo>
                  <a:lnTo>
                    <a:pt x="558" y="253"/>
                  </a:lnTo>
                  <a:lnTo>
                    <a:pt x="558" y="253"/>
                  </a:lnTo>
                  <a:lnTo>
                    <a:pt x="558" y="248"/>
                  </a:lnTo>
                  <a:lnTo>
                    <a:pt x="558" y="242"/>
                  </a:lnTo>
                  <a:lnTo>
                    <a:pt x="558" y="242"/>
                  </a:lnTo>
                  <a:lnTo>
                    <a:pt x="551" y="244"/>
                  </a:lnTo>
                  <a:lnTo>
                    <a:pt x="543" y="246"/>
                  </a:lnTo>
                  <a:lnTo>
                    <a:pt x="543" y="240"/>
                  </a:lnTo>
                  <a:lnTo>
                    <a:pt x="543" y="240"/>
                  </a:lnTo>
                  <a:lnTo>
                    <a:pt x="536" y="239"/>
                  </a:lnTo>
                  <a:lnTo>
                    <a:pt x="536" y="239"/>
                  </a:lnTo>
                  <a:lnTo>
                    <a:pt x="543" y="239"/>
                  </a:lnTo>
                  <a:lnTo>
                    <a:pt x="549" y="240"/>
                  </a:lnTo>
                  <a:lnTo>
                    <a:pt x="549" y="240"/>
                  </a:lnTo>
                  <a:lnTo>
                    <a:pt x="552" y="239"/>
                  </a:lnTo>
                  <a:lnTo>
                    <a:pt x="556" y="235"/>
                  </a:lnTo>
                  <a:lnTo>
                    <a:pt x="556" y="231"/>
                  </a:lnTo>
                  <a:lnTo>
                    <a:pt x="556" y="231"/>
                  </a:lnTo>
                  <a:lnTo>
                    <a:pt x="552" y="231"/>
                  </a:lnTo>
                  <a:lnTo>
                    <a:pt x="549" y="231"/>
                  </a:lnTo>
                  <a:lnTo>
                    <a:pt x="549" y="231"/>
                  </a:lnTo>
                  <a:lnTo>
                    <a:pt x="541" y="229"/>
                  </a:lnTo>
                  <a:lnTo>
                    <a:pt x="534" y="226"/>
                  </a:lnTo>
                  <a:lnTo>
                    <a:pt x="534" y="226"/>
                  </a:lnTo>
                  <a:lnTo>
                    <a:pt x="530" y="220"/>
                  </a:lnTo>
                  <a:lnTo>
                    <a:pt x="530" y="218"/>
                  </a:lnTo>
                  <a:lnTo>
                    <a:pt x="529" y="217"/>
                  </a:lnTo>
                  <a:lnTo>
                    <a:pt x="529" y="217"/>
                  </a:lnTo>
                  <a:lnTo>
                    <a:pt x="523" y="217"/>
                  </a:lnTo>
                  <a:lnTo>
                    <a:pt x="516" y="218"/>
                  </a:lnTo>
                  <a:lnTo>
                    <a:pt x="510" y="222"/>
                  </a:lnTo>
                  <a:lnTo>
                    <a:pt x="501" y="220"/>
                  </a:lnTo>
                  <a:lnTo>
                    <a:pt x="501" y="220"/>
                  </a:lnTo>
                  <a:lnTo>
                    <a:pt x="499" y="218"/>
                  </a:lnTo>
                  <a:lnTo>
                    <a:pt x="499" y="217"/>
                  </a:lnTo>
                  <a:lnTo>
                    <a:pt x="496" y="213"/>
                  </a:lnTo>
                  <a:lnTo>
                    <a:pt x="494" y="211"/>
                  </a:lnTo>
                  <a:lnTo>
                    <a:pt x="494" y="211"/>
                  </a:lnTo>
                  <a:lnTo>
                    <a:pt x="485" y="209"/>
                  </a:lnTo>
                  <a:lnTo>
                    <a:pt x="476" y="208"/>
                  </a:lnTo>
                  <a:lnTo>
                    <a:pt x="458" y="206"/>
                  </a:lnTo>
                  <a:lnTo>
                    <a:pt x="458" y="206"/>
                  </a:lnTo>
                  <a:close/>
                  <a:moveTo>
                    <a:pt x="237" y="206"/>
                  </a:moveTo>
                  <a:lnTo>
                    <a:pt x="237" y="206"/>
                  </a:lnTo>
                  <a:lnTo>
                    <a:pt x="237" y="209"/>
                  </a:lnTo>
                  <a:lnTo>
                    <a:pt x="233" y="209"/>
                  </a:lnTo>
                  <a:lnTo>
                    <a:pt x="233" y="209"/>
                  </a:lnTo>
                  <a:lnTo>
                    <a:pt x="233" y="220"/>
                  </a:lnTo>
                  <a:lnTo>
                    <a:pt x="233" y="233"/>
                  </a:lnTo>
                  <a:lnTo>
                    <a:pt x="233" y="233"/>
                  </a:lnTo>
                  <a:lnTo>
                    <a:pt x="239" y="235"/>
                  </a:lnTo>
                  <a:lnTo>
                    <a:pt x="243" y="239"/>
                  </a:lnTo>
                  <a:lnTo>
                    <a:pt x="243" y="239"/>
                  </a:lnTo>
                  <a:lnTo>
                    <a:pt x="243" y="242"/>
                  </a:lnTo>
                  <a:lnTo>
                    <a:pt x="239" y="246"/>
                  </a:lnTo>
                  <a:lnTo>
                    <a:pt x="239" y="248"/>
                  </a:lnTo>
                  <a:lnTo>
                    <a:pt x="239" y="248"/>
                  </a:lnTo>
                  <a:lnTo>
                    <a:pt x="244" y="248"/>
                  </a:lnTo>
                  <a:lnTo>
                    <a:pt x="248" y="255"/>
                  </a:lnTo>
                  <a:lnTo>
                    <a:pt x="248" y="255"/>
                  </a:lnTo>
                  <a:lnTo>
                    <a:pt x="230" y="255"/>
                  </a:lnTo>
                  <a:lnTo>
                    <a:pt x="221" y="255"/>
                  </a:lnTo>
                  <a:lnTo>
                    <a:pt x="212" y="253"/>
                  </a:lnTo>
                  <a:lnTo>
                    <a:pt x="212" y="253"/>
                  </a:lnTo>
                  <a:lnTo>
                    <a:pt x="208" y="251"/>
                  </a:lnTo>
                  <a:lnTo>
                    <a:pt x="204" y="248"/>
                  </a:lnTo>
                  <a:lnTo>
                    <a:pt x="201" y="242"/>
                  </a:lnTo>
                  <a:lnTo>
                    <a:pt x="197" y="240"/>
                  </a:lnTo>
                  <a:lnTo>
                    <a:pt x="197" y="240"/>
                  </a:lnTo>
                  <a:lnTo>
                    <a:pt x="190" y="240"/>
                  </a:lnTo>
                  <a:lnTo>
                    <a:pt x="184" y="240"/>
                  </a:lnTo>
                  <a:lnTo>
                    <a:pt x="184" y="240"/>
                  </a:lnTo>
                  <a:lnTo>
                    <a:pt x="179" y="237"/>
                  </a:lnTo>
                  <a:lnTo>
                    <a:pt x="171" y="233"/>
                  </a:lnTo>
                  <a:lnTo>
                    <a:pt x="171" y="233"/>
                  </a:lnTo>
                  <a:lnTo>
                    <a:pt x="161" y="231"/>
                  </a:lnTo>
                  <a:lnTo>
                    <a:pt x="150" y="231"/>
                  </a:lnTo>
                  <a:lnTo>
                    <a:pt x="148" y="235"/>
                  </a:lnTo>
                  <a:lnTo>
                    <a:pt x="148" y="235"/>
                  </a:lnTo>
                  <a:lnTo>
                    <a:pt x="142" y="235"/>
                  </a:lnTo>
                  <a:lnTo>
                    <a:pt x="135" y="233"/>
                  </a:lnTo>
                  <a:lnTo>
                    <a:pt x="135" y="233"/>
                  </a:lnTo>
                  <a:lnTo>
                    <a:pt x="135" y="239"/>
                  </a:lnTo>
                  <a:lnTo>
                    <a:pt x="135" y="246"/>
                  </a:lnTo>
                  <a:lnTo>
                    <a:pt x="135" y="246"/>
                  </a:lnTo>
                  <a:lnTo>
                    <a:pt x="144" y="244"/>
                  </a:lnTo>
                  <a:lnTo>
                    <a:pt x="142" y="246"/>
                  </a:lnTo>
                  <a:lnTo>
                    <a:pt x="128" y="249"/>
                  </a:lnTo>
                  <a:lnTo>
                    <a:pt x="128" y="259"/>
                  </a:lnTo>
                  <a:lnTo>
                    <a:pt x="128" y="259"/>
                  </a:lnTo>
                  <a:lnTo>
                    <a:pt x="141" y="257"/>
                  </a:lnTo>
                  <a:lnTo>
                    <a:pt x="142" y="257"/>
                  </a:lnTo>
                  <a:lnTo>
                    <a:pt x="141" y="257"/>
                  </a:lnTo>
                  <a:lnTo>
                    <a:pt x="126" y="262"/>
                  </a:lnTo>
                  <a:lnTo>
                    <a:pt x="126" y="269"/>
                  </a:lnTo>
                  <a:lnTo>
                    <a:pt x="126" y="269"/>
                  </a:lnTo>
                  <a:lnTo>
                    <a:pt x="135" y="268"/>
                  </a:lnTo>
                  <a:lnTo>
                    <a:pt x="141" y="268"/>
                  </a:lnTo>
                  <a:lnTo>
                    <a:pt x="144" y="268"/>
                  </a:lnTo>
                  <a:lnTo>
                    <a:pt x="144" y="268"/>
                  </a:lnTo>
                  <a:lnTo>
                    <a:pt x="146" y="269"/>
                  </a:lnTo>
                  <a:lnTo>
                    <a:pt x="146" y="271"/>
                  </a:lnTo>
                  <a:lnTo>
                    <a:pt x="146" y="271"/>
                  </a:lnTo>
                  <a:lnTo>
                    <a:pt x="150" y="273"/>
                  </a:lnTo>
                  <a:lnTo>
                    <a:pt x="150" y="266"/>
                  </a:lnTo>
                  <a:lnTo>
                    <a:pt x="150" y="266"/>
                  </a:lnTo>
                  <a:lnTo>
                    <a:pt x="153" y="266"/>
                  </a:lnTo>
                  <a:lnTo>
                    <a:pt x="155" y="266"/>
                  </a:lnTo>
                  <a:lnTo>
                    <a:pt x="155" y="268"/>
                  </a:lnTo>
                  <a:lnTo>
                    <a:pt x="151" y="268"/>
                  </a:lnTo>
                  <a:lnTo>
                    <a:pt x="155" y="275"/>
                  </a:lnTo>
                  <a:lnTo>
                    <a:pt x="155" y="275"/>
                  </a:lnTo>
                  <a:lnTo>
                    <a:pt x="157" y="273"/>
                  </a:lnTo>
                  <a:lnTo>
                    <a:pt x="159" y="271"/>
                  </a:lnTo>
                  <a:lnTo>
                    <a:pt x="157" y="269"/>
                  </a:lnTo>
                  <a:lnTo>
                    <a:pt x="162" y="269"/>
                  </a:lnTo>
                  <a:lnTo>
                    <a:pt x="162" y="269"/>
                  </a:lnTo>
                  <a:lnTo>
                    <a:pt x="162" y="266"/>
                  </a:lnTo>
                  <a:lnTo>
                    <a:pt x="161" y="260"/>
                  </a:lnTo>
                  <a:lnTo>
                    <a:pt x="161" y="255"/>
                  </a:lnTo>
                  <a:lnTo>
                    <a:pt x="161" y="253"/>
                  </a:lnTo>
                  <a:lnTo>
                    <a:pt x="162" y="249"/>
                  </a:lnTo>
                  <a:lnTo>
                    <a:pt x="162" y="249"/>
                  </a:lnTo>
                  <a:lnTo>
                    <a:pt x="166" y="249"/>
                  </a:lnTo>
                  <a:lnTo>
                    <a:pt x="168" y="249"/>
                  </a:lnTo>
                  <a:lnTo>
                    <a:pt x="168" y="251"/>
                  </a:lnTo>
                  <a:lnTo>
                    <a:pt x="170" y="255"/>
                  </a:lnTo>
                  <a:lnTo>
                    <a:pt x="168" y="264"/>
                  </a:lnTo>
                  <a:lnTo>
                    <a:pt x="166" y="268"/>
                  </a:lnTo>
                  <a:lnTo>
                    <a:pt x="166" y="268"/>
                  </a:lnTo>
                  <a:lnTo>
                    <a:pt x="192" y="266"/>
                  </a:lnTo>
                  <a:lnTo>
                    <a:pt x="192" y="260"/>
                  </a:lnTo>
                  <a:lnTo>
                    <a:pt x="192" y="260"/>
                  </a:lnTo>
                  <a:lnTo>
                    <a:pt x="195" y="260"/>
                  </a:lnTo>
                  <a:lnTo>
                    <a:pt x="202" y="264"/>
                  </a:lnTo>
                  <a:lnTo>
                    <a:pt x="208" y="266"/>
                  </a:lnTo>
                  <a:lnTo>
                    <a:pt x="215" y="266"/>
                  </a:lnTo>
                  <a:lnTo>
                    <a:pt x="215" y="266"/>
                  </a:lnTo>
                  <a:lnTo>
                    <a:pt x="219" y="262"/>
                  </a:lnTo>
                  <a:lnTo>
                    <a:pt x="223" y="259"/>
                  </a:lnTo>
                  <a:lnTo>
                    <a:pt x="223" y="259"/>
                  </a:lnTo>
                  <a:lnTo>
                    <a:pt x="221" y="262"/>
                  </a:lnTo>
                  <a:lnTo>
                    <a:pt x="219" y="268"/>
                  </a:lnTo>
                  <a:lnTo>
                    <a:pt x="219" y="268"/>
                  </a:lnTo>
                  <a:lnTo>
                    <a:pt x="212" y="271"/>
                  </a:lnTo>
                  <a:lnTo>
                    <a:pt x="204" y="273"/>
                  </a:lnTo>
                  <a:lnTo>
                    <a:pt x="197" y="273"/>
                  </a:lnTo>
                  <a:lnTo>
                    <a:pt x="186" y="275"/>
                  </a:lnTo>
                  <a:lnTo>
                    <a:pt x="186" y="275"/>
                  </a:lnTo>
                  <a:lnTo>
                    <a:pt x="170" y="284"/>
                  </a:lnTo>
                  <a:lnTo>
                    <a:pt x="170" y="284"/>
                  </a:lnTo>
                  <a:lnTo>
                    <a:pt x="171" y="290"/>
                  </a:lnTo>
                  <a:lnTo>
                    <a:pt x="171" y="295"/>
                  </a:lnTo>
                  <a:lnTo>
                    <a:pt x="171" y="295"/>
                  </a:lnTo>
                  <a:lnTo>
                    <a:pt x="182" y="295"/>
                  </a:lnTo>
                  <a:lnTo>
                    <a:pt x="190" y="295"/>
                  </a:lnTo>
                  <a:lnTo>
                    <a:pt x="197" y="295"/>
                  </a:lnTo>
                  <a:lnTo>
                    <a:pt x="197" y="295"/>
                  </a:lnTo>
                  <a:lnTo>
                    <a:pt x="202" y="291"/>
                  </a:lnTo>
                  <a:lnTo>
                    <a:pt x="206" y="284"/>
                  </a:lnTo>
                  <a:lnTo>
                    <a:pt x="212" y="279"/>
                  </a:lnTo>
                  <a:lnTo>
                    <a:pt x="215" y="275"/>
                  </a:lnTo>
                  <a:lnTo>
                    <a:pt x="215" y="275"/>
                  </a:lnTo>
                  <a:lnTo>
                    <a:pt x="221" y="277"/>
                  </a:lnTo>
                  <a:lnTo>
                    <a:pt x="228" y="277"/>
                  </a:lnTo>
                  <a:lnTo>
                    <a:pt x="228" y="277"/>
                  </a:lnTo>
                  <a:lnTo>
                    <a:pt x="237" y="273"/>
                  </a:lnTo>
                  <a:lnTo>
                    <a:pt x="244" y="269"/>
                  </a:lnTo>
                  <a:lnTo>
                    <a:pt x="244" y="269"/>
                  </a:lnTo>
                  <a:lnTo>
                    <a:pt x="250" y="271"/>
                  </a:lnTo>
                  <a:lnTo>
                    <a:pt x="255" y="273"/>
                  </a:lnTo>
                  <a:lnTo>
                    <a:pt x="261" y="275"/>
                  </a:lnTo>
                  <a:lnTo>
                    <a:pt x="268" y="275"/>
                  </a:lnTo>
                  <a:lnTo>
                    <a:pt x="268" y="275"/>
                  </a:lnTo>
                  <a:lnTo>
                    <a:pt x="268" y="268"/>
                  </a:lnTo>
                  <a:lnTo>
                    <a:pt x="268" y="268"/>
                  </a:lnTo>
                  <a:lnTo>
                    <a:pt x="272" y="268"/>
                  </a:lnTo>
                  <a:lnTo>
                    <a:pt x="274" y="268"/>
                  </a:lnTo>
                  <a:lnTo>
                    <a:pt x="272" y="269"/>
                  </a:lnTo>
                  <a:lnTo>
                    <a:pt x="272" y="269"/>
                  </a:lnTo>
                  <a:lnTo>
                    <a:pt x="286" y="268"/>
                  </a:lnTo>
                  <a:lnTo>
                    <a:pt x="292" y="268"/>
                  </a:lnTo>
                  <a:lnTo>
                    <a:pt x="297" y="266"/>
                  </a:lnTo>
                  <a:lnTo>
                    <a:pt x="299" y="262"/>
                  </a:lnTo>
                  <a:lnTo>
                    <a:pt x="301" y="257"/>
                  </a:lnTo>
                  <a:lnTo>
                    <a:pt x="301" y="251"/>
                  </a:lnTo>
                  <a:lnTo>
                    <a:pt x="299" y="242"/>
                  </a:lnTo>
                  <a:lnTo>
                    <a:pt x="299" y="242"/>
                  </a:lnTo>
                  <a:lnTo>
                    <a:pt x="295" y="237"/>
                  </a:lnTo>
                  <a:lnTo>
                    <a:pt x="292" y="233"/>
                  </a:lnTo>
                  <a:lnTo>
                    <a:pt x="288" y="233"/>
                  </a:lnTo>
                  <a:lnTo>
                    <a:pt x="284" y="231"/>
                  </a:lnTo>
                  <a:lnTo>
                    <a:pt x="284" y="231"/>
                  </a:lnTo>
                  <a:lnTo>
                    <a:pt x="284" y="233"/>
                  </a:lnTo>
                  <a:lnTo>
                    <a:pt x="284" y="239"/>
                  </a:lnTo>
                  <a:lnTo>
                    <a:pt x="284" y="248"/>
                  </a:lnTo>
                  <a:lnTo>
                    <a:pt x="284" y="249"/>
                  </a:lnTo>
                  <a:lnTo>
                    <a:pt x="284" y="249"/>
                  </a:lnTo>
                  <a:lnTo>
                    <a:pt x="279" y="249"/>
                  </a:lnTo>
                  <a:lnTo>
                    <a:pt x="279" y="248"/>
                  </a:lnTo>
                  <a:lnTo>
                    <a:pt x="281" y="244"/>
                  </a:lnTo>
                  <a:lnTo>
                    <a:pt x="279" y="240"/>
                  </a:lnTo>
                  <a:lnTo>
                    <a:pt x="279" y="240"/>
                  </a:lnTo>
                  <a:lnTo>
                    <a:pt x="277" y="240"/>
                  </a:lnTo>
                  <a:lnTo>
                    <a:pt x="275" y="240"/>
                  </a:lnTo>
                  <a:lnTo>
                    <a:pt x="272" y="242"/>
                  </a:lnTo>
                  <a:lnTo>
                    <a:pt x="272" y="242"/>
                  </a:lnTo>
                  <a:lnTo>
                    <a:pt x="272" y="237"/>
                  </a:lnTo>
                  <a:lnTo>
                    <a:pt x="272" y="231"/>
                  </a:lnTo>
                  <a:lnTo>
                    <a:pt x="272" y="231"/>
                  </a:lnTo>
                  <a:lnTo>
                    <a:pt x="263" y="231"/>
                  </a:lnTo>
                  <a:lnTo>
                    <a:pt x="257" y="229"/>
                  </a:lnTo>
                  <a:lnTo>
                    <a:pt x="243" y="218"/>
                  </a:lnTo>
                  <a:lnTo>
                    <a:pt x="243" y="218"/>
                  </a:lnTo>
                  <a:lnTo>
                    <a:pt x="244" y="215"/>
                  </a:lnTo>
                  <a:lnTo>
                    <a:pt x="246" y="213"/>
                  </a:lnTo>
                  <a:lnTo>
                    <a:pt x="244" y="211"/>
                  </a:lnTo>
                  <a:lnTo>
                    <a:pt x="244" y="211"/>
                  </a:lnTo>
                  <a:lnTo>
                    <a:pt x="237" y="206"/>
                  </a:lnTo>
                  <a:lnTo>
                    <a:pt x="237" y="206"/>
                  </a:lnTo>
                  <a:close/>
                  <a:moveTo>
                    <a:pt x="487" y="184"/>
                  </a:moveTo>
                  <a:lnTo>
                    <a:pt x="487" y="184"/>
                  </a:lnTo>
                  <a:lnTo>
                    <a:pt x="479" y="188"/>
                  </a:lnTo>
                  <a:lnTo>
                    <a:pt x="470" y="191"/>
                  </a:lnTo>
                  <a:lnTo>
                    <a:pt x="470" y="191"/>
                  </a:lnTo>
                  <a:lnTo>
                    <a:pt x="465" y="191"/>
                  </a:lnTo>
                  <a:lnTo>
                    <a:pt x="465" y="191"/>
                  </a:lnTo>
                  <a:lnTo>
                    <a:pt x="461" y="191"/>
                  </a:lnTo>
                  <a:lnTo>
                    <a:pt x="458" y="189"/>
                  </a:lnTo>
                  <a:lnTo>
                    <a:pt x="456" y="197"/>
                  </a:lnTo>
                  <a:lnTo>
                    <a:pt x="456" y="197"/>
                  </a:lnTo>
                  <a:lnTo>
                    <a:pt x="459" y="197"/>
                  </a:lnTo>
                  <a:lnTo>
                    <a:pt x="459" y="195"/>
                  </a:lnTo>
                  <a:lnTo>
                    <a:pt x="461" y="195"/>
                  </a:lnTo>
                  <a:lnTo>
                    <a:pt x="465" y="195"/>
                  </a:lnTo>
                  <a:lnTo>
                    <a:pt x="465" y="195"/>
                  </a:lnTo>
                  <a:lnTo>
                    <a:pt x="476" y="198"/>
                  </a:lnTo>
                  <a:lnTo>
                    <a:pt x="483" y="200"/>
                  </a:lnTo>
                  <a:lnTo>
                    <a:pt x="487" y="202"/>
                  </a:lnTo>
                  <a:lnTo>
                    <a:pt x="487" y="202"/>
                  </a:lnTo>
                  <a:lnTo>
                    <a:pt x="496" y="200"/>
                  </a:lnTo>
                  <a:lnTo>
                    <a:pt x="503" y="198"/>
                  </a:lnTo>
                  <a:lnTo>
                    <a:pt x="507" y="195"/>
                  </a:lnTo>
                  <a:lnTo>
                    <a:pt x="509" y="191"/>
                  </a:lnTo>
                  <a:lnTo>
                    <a:pt x="507" y="188"/>
                  </a:lnTo>
                  <a:lnTo>
                    <a:pt x="503" y="186"/>
                  </a:lnTo>
                  <a:lnTo>
                    <a:pt x="496" y="184"/>
                  </a:lnTo>
                  <a:lnTo>
                    <a:pt x="487" y="184"/>
                  </a:lnTo>
                  <a:lnTo>
                    <a:pt x="487" y="184"/>
                  </a:lnTo>
                  <a:close/>
                  <a:moveTo>
                    <a:pt x="543" y="180"/>
                  </a:moveTo>
                  <a:lnTo>
                    <a:pt x="543" y="180"/>
                  </a:lnTo>
                  <a:lnTo>
                    <a:pt x="540" y="184"/>
                  </a:lnTo>
                  <a:lnTo>
                    <a:pt x="536" y="189"/>
                  </a:lnTo>
                  <a:lnTo>
                    <a:pt x="536" y="189"/>
                  </a:lnTo>
                  <a:lnTo>
                    <a:pt x="538" y="193"/>
                  </a:lnTo>
                  <a:lnTo>
                    <a:pt x="538" y="197"/>
                  </a:lnTo>
                  <a:lnTo>
                    <a:pt x="538" y="197"/>
                  </a:lnTo>
                  <a:lnTo>
                    <a:pt x="545" y="197"/>
                  </a:lnTo>
                  <a:lnTo>
                    <a:pt x="549" y="197"/>
                  </a:lnTo>
                  <a:lnTo>
                    <a:pt x="549" y="197"/>
                  </a:lnTo>
                  <a:lnTo>
                    <a:pt x="554" y="184"/>
                  </a:lnTo>
                  <a:lnTo>
                    <a:pt x="554" y="184"/>
                  </a:lnTo>
                  <a:lnTo>
                    <a:pt x="549" y="182"/>
                  </a:lnTo>
                  <a:lnTo>
                    <a:pt x="543" y="180"/>
                  </a:lnTo>
                  <a:lnTo>
                    <a:pt x="543" y="180"/>
                  </a:lnTo>
                  <a:close/>
                  <a:moveTo>
                    <a:pt x="368" y="180"/>
                  </a:moveTo>
                  <a:lnTo>
                    <a:pt x="368" y="180"/>
                  </a:lnTo>
                  <a:lnTo>
                    <a:pt x="363" y="188"/>
                  </a:lnTo>
                  <a:lnTo>
                    <a:pt x="365" y="188"/>
                  </a:lnTo>
                  <a:lnTo>
                    <a:pt x="365" y="188"/>
                  </a:lnTo>
                  <a:lnTo>
                    <a:pt x="372" y="191"/>
                  </a:lnTo>
                  <a:lnTo>
                    <a:pt x="372" y="189"/>
                  </a:lnTo>
                  <a:lnTo>
                    <a:pt x="372" y="189"/>
                  </a:lnTo>
                  <a:lnTo>
                    <a:pt x="376" y="191"/>
                  </a:lnTo>
                  <a:lnTo>
                    <a:pt x="377" y="189"/>
                  </a:lnTo>
                  <a:lnTo>
                    <a:pt x="377" y="184"/>
                  </a:lnTo>
                  <a:lnTo>
                    <a:pt x="377" y="184"/>
                  </a:lnTo>
                  <a:lnTo>
                    <a:pt x="368" y="180"/>
                  </a:lnTo>
                  <a:lnTo>
                    <a:pt x="368" y="180"/>
                  </a:lnTo>
                  <a:close/>
                  <a:moveTo>
                    <a:pt x="312" y="180"/>
                  </a:moveTo>
                  <a:lnTo>
                    <a:pt x="312" y="180"/>
                  </a:lnTo>
                  <a:lnTo>
                    <a:pt x="315" y="198"/>
                  </a:lnTo>
                  <a:lnTo>
                    <a:pt x="321" y="198"/>
                  </a:lnTo>
                  <a:lnTo>
                    <a:pt x="321" y="198"/>
                  </a:lnTo>
                  <a:lnTo>
                    <a:pt x="321" y="189"/>
                  </a:lnTo>
                  <a:lnTo>
                    <a:pt x="321" y="189"/>
                  </a:lnTo>
                  <a:lnTo>
                    <a:pt x="315" y="180"/>
                  </a:lnTo>
                  <a:lnTo>
                    <a:pt x="312" y="180"/>
                  </a:lnTo>
                  <a:close/>
                  <a:moveTo>
                    <a:pt x="122" y="177"/>
                  </a:moveTo>
                  <a:lnTo>
                    <a:pt x="122" y="177"/>
                  </a:lnTo>
                  <a:lnTo>
                    <a:pt x="119" y="182"/>
                  </a:lnTo>
                  <a:lnTo>
                    <a:pt x="117" y="184"/>
                  </a:lnTo>
                  <a:lnTo>
                    <a:pt x="119" y="184"/>
                  </a:lnTo>
                  <a:lnTo>
                    <a:pt x="119" y="184"/>
                  </a:lnTo>
                  <a:lnTo>
                    <a:pt x="115" y="186"/>
                  </a:lnTo>
                  <a:lnTo>
                    <a:pt x="113" y="189"/>
                  </a:lnTo>
                  <a:lnTo>
                    <a:pt x="111" y="191"/>
                  </a:lnTo>
                  <a:lnTo>
                    <a:pt x="106" y="191"/>
                  </a:lnTo>
                  <a:lnTo>
                    <a:pt x="99" y="188"/>
                  </a:lnTo>
                  <a:lnTo>
                    <a:pt x="99" y="188"/>
                  </a:lnTo>
                  <a:lnTo>
                    <a:pt x="84" y="188"/>
                  </a:lnTo>
                  <a:lnTo>
                    <a:pt x="71" y="191"/>
                  </a:lnTo>
                  <a:lnTo>
                    <a:pt x="71" y="191"/>
                  </a:lnTo>
                  <a:lnTo>
                    <a:pt x="62" y="200"/>
                  </a:lnTo>
                  <a:lnTo>
                    <a:pt x="57" y="206"/>
                  </a:lnTo>
                  <a:lnTo>
                    <a:pt x="51" y="209"/>
                  </a:lnTo>
                  <a:lnTo>
                    <a:pt x="51" y="209"/>
                  </a:lnTo>
                  <a:lnTo>
                    <a:pt x="49" y="209"/>
                  </a:lnTo>
                  <a:lnTo>
                    <a:pt x="48" y="208"/>
                  </a:lnTo>
                  <a:lnTo>
                    <a:pt x="46" y="206"/>
                  </a:lnTo>
                  <a:lnTo>
                    <a:pt x="44" y="206"/>
                  </a:lnTo>
                  <a:lnTo>
                    <a:pt x="44" y="206"/>
                  </a:lnTo>
                  <a:lnTo>
                    <a:pt x="42" y="211"/>
                  </a:lnTo>
                  <a:lnTo>
                    <a:pt x="37" y="217"/>
                  </a:lnTo>
                  <a:lnTo>
                    <a:pt x="35" y="217"/>
                  </a:lnTo>
                  <a:lnTo>
                    <a:pt x="35" y="217"/>
                  </a:lnTo>
                  <a:lnTo>
                    <a:pt x="35" y="224"/>
                  </a:lnTo>
                  <a:lnTo>
                    <a:pt x="35" y="224"/>
                  </a:lnTo>
                  <a:lnTo>
                    <a:pt x="33" y="224"/>
                  </a:lnTo>
                  <a:lnTo>
                    <a:pt x="29" y="224"/>
                  </a:lnTo>
                  <a:lnTo>
                    <a:pt x="22" y="224"/>
                  </a:lnTo>
                  <a:lnTo>
                    <a:pt x="22" y="224"/>
                  </a:lnTo>
                  <a:lnTo>
                    <a:pt x="11" y="231"/>
                  </a:lnTo>
                  <a:lnTo>
                    <a:pt x="11" y="231"/>
                  </a:lnTo>
                  <a:lnTo>
                    <a:pt x="20" y="239"/>
                  </a:lnTo>
                  <a:lnTo>
                    <a:pt x="28" y="249"/>
                  </a:lnTo>
                  <a:lnTo>
                    <a:pt x="28" y="249"/>
                  </a:lnTo>
                  <a:lnTo>
                    <a:pt x="42" y="242"/>
                  </a:lnTo>
                  <a:lnTo>
                    <a:pt x="42" y="242"/>
                  </a:lnTo>
                  <a:lnTo>
                    <a:pt x="42" y="244"/>
                  </a:lnTo>
                  <a:lnTo>
                    <a:pt x="42" y="246"/>
                  </a:lnTo>
                  <a:lnTo>
                    <a:pt x="44" y="248"/>
                  </a:lnTo>
                  <a:lnTo>
                    <a:pt x="48" y="248"/>
                  </a:lnTo>
                  <a:lnTo>
                    <a:pt x="48" y="248"/>
                  </a:lnTo>
                  <a:lnTo>
                    <a:pt x="51" y="246"/>
                  </a:lnTo>
                  <a:lnTo>
                    <a:pt x="53" y="244"/>
                  </a:lnTo>
                  <a:lnTo>
                    <a:pt x="51" y="242"/>
                  </a:lnTo>
                  <a:lnTo>
                    <a:pt x="51" y="242"/>
                  </a:lnTo>
                  <a:lnTo>
                    <a:pt x="55" y="244"/>
                  </a:lnTo>
                  <a:lnTo>
                    <a:pt x="57" y="246"/>
                  </a:lnTo>
                  <a:lnTo>
                    <a:pt x="57" y="246"/>
                  </a:lnTo>
                  <a:lnTo>
                    <a:pt x="57" y="235"/>
                  </a:lnTo>
                  <a:lnTo>
                    <a:pt x="57" y="235"/>
                  </a:lnTo>
                  <a:lnTo>
                    <a:pt x="62" y="246"/>
                  </a:lnTo>
                  <a:lnTo>
                    <a:pt x="62" y="246"/>
                  </a:lnTo>
                  <a:lnTo>
                    <a:pt x="69" y="248"/>
                  </a:lnTo>
                  <a:lnTo>
                    <a:pt x="69" y="248"/>
                  </a:lnTo>
                  <a:lnTo>
                    <a:pt x="73" y="244"/>
                  </a:lnTo>
                  <a:lnTo>
                    <a:pt x="77" y="240"/>
                  </a:lnTo>
                  <a:lnTo>
                    <a:pt x="77" y="240"/>
                  </a:lnTo>
                  <a:lnTo>
                    <a:pt x="79" y="233"/>
                  </a:lnTo>
                  <a:lnTo>
                    <a:pt x="77" y="231"/>
                  </a:lnTo>
                  <a:lnTo>
                    <a:pt x="77" y="231"/>
                  </a:lnTo>
                  <a:lnTo>
                    <a:pt x="79" y="233"/>
                  </a:lnTo>
                  <a:lnTo>
                    <a:pt x="84" y="235"/>
                  </a:lnTo>
                  <a:lnTo>
                    <a:pt x="84" y="231"/>
                  </a:lnTo>
                  <a:lnTo>
                    <a:pt x="89" y="231"/>
                  </a:lnTo>
                  <a:lnTo>
                    <a:pt x="89" y="231"/>
                  </a:lnTo>
                  <a:lnTo>
                    <a:pt x="89" y="228"/>
                  </a:lnTo>
                  <a:lnTo>
                    <a:pt x="89" y="224"/>
                  </a:lnTo>
                  <a:lnTo>
                    <a:pt x="89" y="217"/>
                  </a:lnTo>
                  <a:lnTo>
                    <a:pt x="89" y="217"/>
                  </a:lnTo>
                  <a:lnTo>
                    <a:pt x="89" y="215"/>
                  </a:lnTo>
                  <a:lnTo>
                    <a:pt x="93" y="217"/>
                  </a:lnTo>
                  <a:lnTo>
                    <a:pt x="97" y="218"/>
                  </a:lnTo>
                  <a:lnTo>
                    <a:pt x="97" y="218"/>
                  </a:lnTo>
                  <a:lnTo>
                    <a:pt x="99" y="209"/>
                  </a:lnTo>
                  <a:lnTo>
                    <a:pt x="99" y="209"/>
                  </a:lnTo>
                  <a:lnTo>
                    <a:pt x="106" y="209"/>
                  </a:lnTo>
                  <a:lnTo>
                    <a:pt x="106" y="209"/>
                  </a:lnTo>
                  <a:lnTo>
                    <a:pt x="99" y="226"/>
                  </a:lnTo>
                  <a:lnTo>
                    <a:pt x="99" y="226"/>
                  </a:lnTo>
                  <a:lnTo>
                    <a:pt x="104" y="226"/>
                  </a:lnTo>
                  <a:lnTo>
                    <a:pt x="108" y="228"/>
                  </a:lnTo>
                  <a:lnTo>
                    <a:pt x="108" y="228"/>
                  </a:lnTo>
                  <a:lnTo>
                    <a:pt x="115" y="224"/>
                  </a:lnTo>
                  <a:lnTo>
                    <a:pt x="122" y="217"/>
                  </a:lnTo>
                  <a:lnTo>
                    <a:pt x="126" y="209"/>
                  </a:lnTo>
                  <a:lnTo>
                    <a:pt x="126" y="206"/>
                  </a:lnTo>
                  <a:lnTo>
                    <a:pt x="122" y="204"/>
                  </a:lnTo>
                  <a:lnTo>
                    <a:pt x="122" y="204"/>
                  </a:lnTo>
                  <a:lnTo>
                    <a:pt x="130" y="206"/>
                  </a:lnTo>
                  <a:lnTo>
                    <a:pt x="137" y="206"/>
                  </a:lnTo>
                  <a:lnTo>
                    <a:pt x="137" y="206"/>
                  </a:lnTo>
                  <a:lnTo>
                    <a:pt x="137" y="204"/>
                  </a:lnTo>
                  <a:lnTo>
                    <a:pt x="137" y="204"/>
                  </a:lnTo>
                  <a:lnTo>
                    <a:pt x="135" y="202"/>
                  </a:lnTo>
                  <a:lnTo>
                    <a:pt x="135" y="198"/>
                  </a:lnTo>
                  <a:lnTo>
                    <a:pt x="141" y="198"/>
                  </a:lnTo>
                  <a:lnTo>
                    <a:pt x="141" y="198"/>
                  </a:lnTo>
                  <a:lnTo>
                    <a:pt x="139" y="197"/>
                  </a:lnTo>
                  <a:lnTo>
                    <a:pt x="141" y="195"/>
                  </a:lnTo>
                  <a:lnTo>
                    <a:pt x="142" y="191"/>
                  </a:lnTo>
                  <a:lnTo>
                    <a:pt x="142" y="191"/>
                  </a:lnTo>
                  <a:lnTo>
                    <a:pt x="142" y="188"/>
                  </a:lnTo>
                  <a:lnTo>
                    <a:pt x="141" y="184"/>
                  </a:lnTo>
                  <a:lnTo>
                    <a:pt x="135" y="180"/>
                  </a:lnTo>
                  <a:lnTo>
                    <a:pt x="122" y="177"/>
                  </a:lnTo>
                  <a:lnTo>
                    <a:pt x="122" y="177"/>
                  </a:lnTo>
                  <a:close/>
                  <a:moveTo>
                    <a:pt x="669" y="175"/>
                  </a:moveTo>
                  <a:lnTo>
                    <a:pt x="669" y="175"/>
                  </a:lnTo>
                  <a:lnTo>
                    <a:pt x="669" y="177"/>
                  </a:lnTo>
                  <a:lnTo>
                    <a:pt x="669" y="178"/>
                  </a:lnTo>
                  <a:lnTo>
                    <a:pt x="665" y="180"/>
                  </a:lnTo>
                  <a:lnTo>
                    <a:pt x="665" y="180"/>
                  </a:lnTo>
                  <a:lnTo>
                    <a:pt x="665" y="175"/>
                  </a:lnTo>
                  <a:lnTo>
                    <a:pt x="665" y="175"/>
                  </a:lnTo>
                  <a:lnTo>
                    <a:pt x="669" y="175"/>
                  </a:lnTo>
                  <a:lnTo>
                    <a:pt x="669" y="175"/>
                  </a:lnTo>
                  <a:close/>
                  <a:moveTo>
                    <a:pt x="223" y="173"/>
                  </a:moveTo>
                  <a:lnTo>
                    <a:pt x="221" y="177"/>
                  </a:lnTo>
                  <a:lnTo>
                    <a:pt x="221" y="177"/>
                  </a:lnTo>
                  <a:lnTo>
                    <a:pt x="217" y="175"/>
                  </a:lnTo>
                  <a:lnTo>
                    <a:pt x="213" y="175"/>
                  </a:lnTo>
                  <a:lnTo>
                    <a:pt x="212" y="175"/>
                  </a:lnTo>
                  <a:lnTo>
                    <a:pt x="212" y="175"/>
                  </a:lnTo>
                  <a:lnTo>
                    <a:pt x="206" y="177"/>
                  </a:lnTo>
                  <a:lnTo>
                    <a:pt x="201" y="180"/>
                  </a:lnTo>
                  <a:lnTo>
                    <a:pt x="195" y="184"/>
                  </a:lnTo>
                  <a:lnTo>
                    <a:pt x="190" y="188"/>
                  </a:lnTo>
                  <a:lnTo>
                    <a:pt x="190" y="188"/>
                  </a:lnTo>
                  <a:lnTo>
                    <a:pt x="184" y="186"/>
                  </a:lnTo>
                  <a:lnTo>
                    <a:pt x="182" y="184"/>
                  </a:lnTo>
                  <a:lnTo>
                    <a:pt x="182" y="184"/>
                  </a:lnTo>
                  <a:lnTo>
                    <a:pt x="181" y="195"/>
                  </a:lnTo>
                  <a:lnTo>
                    <a:pt x="182" y="206"/>
                  </a:lnTo>
                  <a:lnTo>
                    <a:pt x="193" y="211"/>
                  </a:lnTo>
                  <a:lnTo>
                    <a:pt x="193" y="211"/>
                  </a:lnTo>
                  <a:lnTo>
                    <a:pt x="210" y="209"/>
                  </a:lnTo>
                  <a:lnTo>
                    <a:pt x="223" y="206"/>
                  </a:lnTo>
                  <a:lnTo>
                    <a:pt x="223" y="206"/>
                  </a:lnTo>
                  <a:lnTo>
                    <a:pt x="226" y="204"/>
                  </a:lnTo>
                  <a:lnTo>
                    <a:pt x="228" y="200"/>
                  </a:lnTo>
                  <a:lnTo>
                    <a:pt x="230" y="195"/>
                  </a:lnTo>
                  <a:lnTo>
                    <a:pt x="230" y="195"/>
                  </a:lnTo>
                  <a:lnTo>
                    <a:pt x="226" y="191"/>
                  </a:lnTo>
                  <a:lnTo>
                    <a:pt x="223" y="188"/>
                  </a:lnTo>
                  <a:lnTo>
                    <a:pt x="223" y="188"/>
                  </a:lnTo>
                  <a:lnTo>
                    <a:pt x="228" y="186"/>
                  </a:lnTo>
                  <a:lnTo>
                    <a:pt x="233" y="188"/>
                  </a:lnTo>
                  <a:lnTo>
                    <a:pt x="233" y="188"/>
                  </a:lnTo>
                  <a:lnTo>
                    <a:pt x="237" y="186"/>
                  </a:lnTo>
                  <a:lnTo>
                    <a:pt x="239" y="182"/>
                  </a:lnTo>
                  <a:lnTo>
                    <a:pt x="239" y="180"/>
                  </a:lnTo>
                  <a:lnTo>
                    <a:pt x="237" y="178"/>
                  </a:lnTo>
                  <a:lnTo>
                    <a:pt x="232" y="175"/>
                  </a:lnTo>
                  <a:lnTo>
                    <a:pt x="223" y="173"/>
                  </a:lnTo>
                  <a:lnTo>
                    <a:pt x="223" y="173"/>
                  </a:lnTo>
                  <a:close/>
                  <a:moveTo>
                    <a:pt x="157" y="167"/>
                  </a:moveTo>
                  <a:lnTo>
                    <a:pt x="157" y="167"/>
                  </a:lnTo>
                  <a:lnTo>
                    <a:pt x="148" y="173"/>
                  </a:lnTo>
                  <a:lnTo>
                    <a:pt x="148" y="173"/>
                  </a:lnTo>
                  <a:lnTo>
                    <a:pt x="148" y="177"/>
                  </a:lnTo>
                  <a:lnTo>
                    <a:pt x="148" y="182"/>
                  </a:lnTo>
                  <a:lnTo>
                    <a:pt x="148" y="182"/>
                  </a:lnTo>
                  <a:lnTo>
                    <a:pt x="150" y="184"/>
                  </a:lnTo>
                  <a:lnTo>
                    <a:pt x="151" y="188"/>
                  </a:lnTo>
                  <a:lnTo>
                    <a:pt x="151" y="188"/>
                  </a:lnTo>
                  <a:lnTo>
                    <a:pt x="157" y="186"/>
                  </a:lnTo>
                  <a:lnTo>
                    <a:pt x="162" y="188"/>
                  </a:lnTo>
                  <a:lnTo>
                    <a:pt x="162" y="188"/>
                  </a:lnTo>
                  <a:lnTo>
                    <a:pt x="166" y="177"/>
                  </a:lnTo>
                  <a:lnTo>
                    <a:pt x="166" y="177"/>
                  </a:lnTo>
                  <a:lnTo>
                    <a:pt x="162" y="171"/>
                  </a:lnTo>
                  <a:lnTo>
                    <a:pt x="157" y="167"/>
                  </a:lnTo>
                  <a:lnTo>
                    <a:pt x="157" y="167"/>
                  </a:lnTo>
                  <a:close/>
                  <a:moveTo>
                    <a:pt x="179" y="157"/>
                  </a:moveTo>
                  <a:lnTo>
                    <a:pt x="179" y="157"/>
                  </a:lnTo>
                  <a:lnTo>
                    <a:pt x="175" y="167"/>
                  </a:lnTo>
                  <a:lnTo>
                    <a:pt x="175" y="167"/>
                  </a:lnTo>
                  <a:lnTo>
                    <a:pt x="193" y="166"/>
                  </a:lnTo>
                  <a:lnTo>
                    <a:pt x="193" y="166"/>
                  </a:lnTo>
                  <a:lnTo>
                    <a:pt x="197" y="167"/>
                  </a:lnTo>
                  <a:lnTo>
                    <a:pt x="201" y="169"/>
                  </a:lnTo>
                  <a:lnTo>
                    <a:pt x="201" y="173"/>
                  </a:lnTo>
                  <a:lnTo>
                    <a:pt x="212" y="166"/>
                  </a:lnTo>
                  <a:lnTo>
                    <a:pt x="212" y="166"/>
                  </a:lnTo>
                  <a:lnTo>
                    <a:pt x="210" y="164"/>
                  </a:lnTo>
                  <a:lnTo>
                    <a:pt x="210" y="162"/>
                  </a:lnTo>
                  <a:lnTo>
                    <a:pt x="208" y="157"/>
                  </a:lnTo>
                  <a:lnTo>
                    <a:pt x="208" y="157"/>
                  </a:lnTo>
                  <a:lnTo>
                    <a:pt x="179" y="157"/>
                  </a:lnTo>
                  <a:lnTo>
                    <a:pt x="179" y="157"/>
                  </a:lnTo>
                  <a:close/>
                  <a:moveTo>
                    <a:pt x="233" y="149"/>
                  </a:moveTo>
                  <a:lnTo>
                    <a:pt x="233" y="149"/>
                  </a:lnTo>
                  <a:lnTo>
                    <a:pt x="230" y="151"/>
                  </a:lnTo>
                  <a:lnTo>
                    <a:pt x="226" y="153"/>
                  </a:lnTo>
                  <a:lnTo>
                    <a:pt x="221" y="157"/>
                  </a:lnTo>
                  <a:lnTo>
                    <a:pt x="221" y="157"/>
                  </a:lnTo>
                  <a:lnTo>
                    <a:pt x="217" y="158"/>
                  </a:lnTo>
                  <a:lnTo>
                    <a:pt x="213" y="157"/>
                  </a:lnTo>
                  <a:lnTo>
                    <a:pt x="213" y="157"/>
                  </a:lnTo>
                  <a:lnTo>
                    <a:pt x="215" y="158"/>
                  </a:lnTo>
                  <a:lnTo>
                    <a:pt x="215" y="160"/>
                  </a:lnTo>
                  <a:lnTo>
                    <a:pt x="215" y="162"/>
                  </a:lnTo>
                  <a:lnTo>
                    <a:pt x="215" y="164"/>
                  </a:lnTo>
                  <a:lnTo>
                    <a:pt x="217" y="164"/>
                  </a:lnTo>
                  <a:lnTo>
                    <a:pt x="226" y="167"/>
                  </a:lnTo>
                  <a:lnTo>
                    <a:pt x="226" y="167"/>
                  </a:lnTo>
                  <a:lnTo>
                    <a:pt x="230" y="169"/>
                  </a:lnTo>
                  <a:lnTo>
                    <a:pt x="233" y="169"/>
                  </a:lnTo>
                  <a:lnTo>
                    <a:pt x="237" y="169"/>
                  </a:lnTo>
                  <a:lnTo>
                    <a:pt x="237" y="169"/>
                  </a:lnTo>
                  <a:lnTo>
                    <a:pt x="243" y="167"/>
                  </a:lnTo>
                  <a:lnTo>
                    <a:pt x="246" y="166"/>
                  </a:lnTo>
                  <a:lnTo>
                    <a:pt x="246" y="162"/>
                  </a:lnTo>
                  <a:lnTo>
                    <a:pt x="246" y="158"/>
                  </a:lnTo>
                  <a:lnTo>
                    <a:pt x="246" y="155"/>
                  </a:lnTo>
                  <a:lnTo>
                    <a:pt x="243" y="153"/>
                  </a:lnTo>
                  <a:lnTo>
                    <a:pt x="239" y="151"/>
                  </a:lnTo>
                  <a:lnTo>
                    <a:pt x="233" y="149"/>
                  </a:lnTo>
                  <a:lnTo>
                    <a:pt x="233" y="149"/>
                  </a:lnTo>
                  <a:close/>
                  <a:moveTo>
                    <a:pt x="616" y="147"/>
                  </a:moveTo>
                  <a:lnTo>
                    <a:pt x="616" y="147"/>
                  </a:lnTo>
                  <a:lnTo>
                    <a:pt x="618" y="149"/>
                  </a:lnTo>
                  <a:lnTo>
                    <a:pt x="616" y="151"/>
                  </a:lnTo>
                  <a:lnTo>
                    <a:pt x="614" y="153"/>
                  </a:lnTo>
                  <a:lnTo>
                    <a:pt x="614" y="153"/>
                  </a:lnTo>
                  <a:lnTo>
                    <a:pt x="614" y="149"/>
                  </a:lnTo>
                  <a:lnTo>
                    <a:pt x="614" y="147"/>
                  </a:lnTo>
                  <a:lnTo>
                    <a:pt x="616" y="147"/>
                  </a:lnTo>
                  <a:lnTo>
                    <a:pt x="616" y="147"/>
                  </a:lnTo>
                  <a:close/>
                  <a:moveTo>
                    <a:pt x="421" y="147"/>
                  </a:moveTo>
                  <a:lnTo>
                    <a:pt x="421" y="167"/>
                  </a:lnTo>
                  <a:lnTo>
                    <a:pt x="421" y="167"/>
                  </a:lnTo>
                  <a:lnTo>
                    <a:pt x="430" y="169"/>
                  </a:lnTo>
                  <a:lnTo>
                    <a:pt x="438" y="173"/>
                  </a:lnTo>
                  <a:lnTo>
                    <a:pt x="438" y="173"/>
                  </a:lnTo>
                  <a:lnTo>
                    <a:pt x="439" y="173"/>
                  </a:lnTo>
                  <a:lnTo>
                    <a:pt x="438" y="175"/>
                  </a:lnTo>
                  <a:lnTo>
                    <a:pt x="434" y="175"/>
                  </a:lnTo>
                  <a:lnTo>
                    <a:pt x="434" y="175"/>
                  </a:lnTo>
                  <a:lnTo>
                    <a:pt x="439" y="184"/>
                  </a:lnTo>
                  <a:lnTo>
                    <a:pt x="443" y="189"/>
                  </a:lnTo>
                  <a:lnTo>
                    <a:pt x="445" y="189"/>
                  </a:lnTo>
                  <a:lnTo>
                    <a:pt x="448" y="189"/>
                  </a:lnTo>
                  <a:lnTo>
                    <a:pt x="461" y="188"/>
                  </a:lnTo>
                  <a:lnTo>
                    <a:pt x="461" y="188"/>
                  </a:lnTo>
                  <a:lnTo>
                    <a:pt x="476" y="184"/>
                  </a:lnTo>
                  <a:lnTo>
                    <a:pt x="470" y="167"/>
                  </a:lnTo>
                  <a:lnTo>
                    <a:pt x="470" y="167"/>
                  </a:lnTo>
                  <a:lnTo>
                    <a:pt x="467" y="166"/>
                  </a:lnTo>
                  <a:lnTo>
                    <a:pt x="463" y="166"/>
                  </a:lnTo>
                  <a:lnTo>
                    <a:pt x="459" y="166"/>
                  </a:lnTo>
                  <a:lnTo>
                    <a:pt x="456" y="166"/>
                  </a:lnTo>
                  <a:lnTo>
                    <a:pt x="456" y="166"/>
                  </a:lnTo>
                  <a:lnTo>
                    <a:pt x="448" y="157"/>
                  </a:lnTo>
                  <a:lnTo>
                    <a:pt x="448" y="157"/>
                  </a:lnTo>
                  <a:lnTo>
                    <a:pt x="434" y="153"/>
                  </a:lnTo>
                  <a:lnTo>
                    <a:pt x="421" y="147"/>
                  </a:lnTo>
                  <a:lnTo>
                    <a:pt x="421" y="147"/>
                  </a:lnTo>
                  <a:close/>
                  <a:moveTo>
                    <a:pt x="301" y="135"/>
                  </a:moveTo>
                  <a:lnTo>
                    <a:pt x="301" y="135"/>
                  </a:lnTo>
                  <a:lnTo>
                    <a:pt x="299" y="136"/>
                  </a:lnTo>
                  <a:lnTo>
                    <a:pt x="297" y="140"/>
                  </a:lnTo>
                  <a:lnTo>
                    <a:pt x="297" y="149"/>
                  </a:lnTo>
                  <a:lnTo>
                    <a:pt x="297" y="149"/>
                  </a:lnTo>
                  <a:lnTo>
                    <a:pt x="305" y="147"/>
                  </a:lnTo>
                  <a:lnTo>
                    <a:pt x="305" y="147"/>
                  </a:lnTo>
                  <a:lnTo>
                    <a:pt x="305" y="155"/>
                  </a:lnTo>
                  <a:lnTo>
                    <a:pt x="305" y="155"/>
                  </a:lnTo>
                  <a:lnTo>
                    <a:pt x="306" y="155"/>
                  </a:lnTo>
                  <a:lnTo>
                    <a:pt x="306" y="153"/>
                  </a:lnTo>
                  <a:lnTo>
                    <a:pt x="308" y="153"/>
                  </a:lnTo>
                  <a:lnTo>
                    <a:pt x="312" y="153"/>
                  </a:lnTo>
                  <a:lnTo>
                    <a:pt x="312" y="153"/>
                  </a:lnTo>
                  <a:lnTo>
                    <a:pt x="308" y="160"/>
                  </a:lnTo>
                  <a:lnTo>
                    <a:pt x="308" y="160"/>
                  </a:lnTo>
                  <a:lnTo>
                    <a:pt x="312" y="160"/>
                  </a:lnTo>
                  <a:lnTo>
                    <a:pt x="314" y="160"/>
                  </a:lnTo>
                  <a:lnTo>
                    <a:pt x="319" y="157"/>
                  </a:lnTo>
                  <a:lnTo>
                    <a:pt x="319" y="157"/>
                  </a:lnTo>
                  <a:lnTo>
                    <a:pt x="317" y="158"/>
                  </a:lnTo>
                  <a:lnTo>
                    <a:pt x="319" y="160"/>
                  </a:lnTo>
                  <a:lnTo>
                    <a:pt x="319" y="162"/>
                  </a:lnTo>
                  <a:lnTo>
                    <a:pt x="315" y="162"/>
                  </a:lnTo>
                  <a:lnTo>
                    <a:pt x="315" y="162"/>
                  </a:lnTo>
                  <a:lnTo>
                    <a:pt x="317" y="166"/>
                  </a:lnTo>
                  <a:lnTo>
                    <a:pt x="321" y="167"/>
                  </a:lnTo>
                  <a:lnTo>
                    <a:pt x="321" y="167"/>
                  </a:lnTo>
                  <a:lnTo>
                    <a:pt x="314" y="169"/>
                  </a:lnTo>
                  <a:lnTo>
                    <a:pt x="312" y="171"/>
                  </a:lnTo>
                  <a:lnTo>
                    <a:pt x="314" y="171"/>
                  </a:lnTo>
                  <a:lnTo>
                    <a:pt x="314" y="173"/>
                  </a:lnTo>
                  <a:lnTo>
                    <a:pt x="314" y="173"/>
                  </a:lnTo>
                  <a:lnTo>
                    <a:pt x="330" y="167"/>
                  </a:lnTo>
                  <a:lnTo>
                    <a:pt x="343" y="164"/>
                  </a:lnTo>
                  <a:lnTo>
                    <a:pt x="350" y="164"/>
                  </a:lnTo>
                  <a:lnTo>
                    <a:pt x="357" y="166"/>
                  </a:lnTo>
                  <a:lnTo>
                    <a:pt x="365" y="167"/>
                  </a:lnTo>
                  <a:lnTo>
                    <a:pt x="372" y="173"/>
                  </a:lnTo>
                  <a:lnTo>
                    <a:pt x="372" y="173"/>
                  </a:lnTo>
                  <a:lnTo>
                    <a:pt x="376" y="177"/>
                  </a:lnTo>
                  <a:lnTo>
                    <a:pt x="377" y="180"/>
                  </a:lnTo>
                  <a:lnTo>
                    <a:pt x="377" y="180"/>
                  </a:lnTo>
                  <a:lnTo>
                    <a:pt x="383" y="180"/>
                  </a:lnTo>
                  <a:lnTo>
                    <a:pt x="387" y="182"/>
                  </a:lnTo>
                  <a:lnTo>
                    <a:pt x="387" y="182"/>
                  </a:lnTo>
                  <a:lnTo>
                    <a:pt x="390" y="188"/>
                  </a:lnTo>
                  <a:lnTo>
                    <a:pt x="394" y="191"/>
                  </a:lnTo>
                  <a:lnTo>
                    <a:pt x="394" y="191"/>
                  </a:lnTo>
                  <a:lnTo>
                    <a:pt x="399" y="191"/>
                  </a:lnTo>
                  <a:lnTo>
                    <a:pt x="405" y="191"/>
                  </a:lnTo>
                  <a:lnTo>
                    <a:pt x="405" y="191"/>
                  </a:lnTo>
                  <a:lnTo>
                    <a:pt x="405" y="189"/>
                  </a:lnTo>
                  <a:lnTo>
                    <a:pt x="408" y="186"/>
                  </a:lnTo>
                  <a:lnTo>
                    <a:pt x="408" y="182"/>
                  </a:lnTo>
                  <a:lnTo>
                    <a:pt x="408" y="177"/>
                  </a:lnTo>
                  <a:lnTo>
                    <a:pt x="405" y="175"/>
                  </a:lnTo>
                  <a:lnTo>
                    <a:pt x="405" y="175"/>
                  </a:lnTo>
                  <a:lnTo>
                    <a:pt x="396" y="164"/>
                  </a:lnTo>
                  <a:lnTo>
                    <a:pt x="396" y="162"/>
                  </a:lnTo>
                  <a:lnTo>
                    <a:pt x="394" y="162"/>
                  </a:lnTo>
                  <a:lnTo>
                    <a:pt x="390" y="164"/>
                  </a:lnTo>
                  <a:lnTo>
                    <a:pt x="387" y="164"/>
                  </a:lnTo>
                  <a:lnTo>
                    <a:pt x="379" y="162"/>
                  </a:lnTo>
                  <a:lnTo>
                    <a:pt x="379" y="162"/>
                  </a:lnTo>
                  <a:lnTo>
                    <a:pt x="376" y="157"/>
                  </a:lnTo>
                  <a:lnTo>
                    <a:pt x="370" y="149"/>
                  </a:lnTo>
                  <a:lnTo>
                    <a:pt x="370" y="149"/>
                  </a:lnTo>
                  <a:lnTo>
                    <a:pt x="368" y="149"/>
                  </a:lnTo>
                  <a:lnTo>
                    <a:pt x="368" y="151"/>
                  </a:lnTo>
                  <a:lnTo>
                    <a:pt x="366" y="153"/>
                  </a:lnTo>
                  <a:lnTo>
                    <a:pt x="365" y="153"/>
                  </a:lnTo>
                  <a:lnTo>
                    <a:pt x="365" y="153"/>
                  </a:lnTo>
                  <a:lnTo>
                    <a:pt x="363" y="151"/>
                  </a:lnTo>
                  <a:lnTo>
                    <a:pt x="361" y="147"/>
                  </a:lnTo>
                  <a:lnTo>
                    <a:pt x="357" y="146"/>
                  </a:lnTo>
                  <a:lnTo>
                    <a:pt x="352" y="146"/>
                  </a:lnTo>
                  <a:lnTo>
                    <a:pt x="352" y="146"/>
                  </a:lnTo>
                  <a:lnTo>
                    <a:pt x="352" y="146"/>
                  </a:lnTo>
                  <a:lnTo>
                    <a:pt x="350" y="149"/>
                  </a:lnTo>
                  <a:lnTo>
                    <a:pt x="348" y="149"/>
                  </a:lnTo>
                  <a:lnTo>
                    <a:pt x="345" y="149"/>
                  </a:lnTo>
                  <a:lnTo>
                    <a:pt x="345" y="146"/>
                  </a:lnTo>
                  <a:lnTo>
                    <a:pt x="345" y="146"/>
                  </a:lnTo>
                  <a:lnTo>
                    <a:pt x="337" y="144"/>
                  </a:lnTo>
                  <a:lnTo>
                    <a:pt x="330" y="140"/>
                  </a:lnTo>
                  <a:lnTo>
                    <a:pt x="330" y="140"/>
                  </a:lnTo>
                  <a:lnTo>
                    <a:pt x="330" y="147"/>
                  </a:lnTo>
                  <a:lnTo>
                    <a:pt x="330" y="147"/>
                  </a:lnTo>
                  <a:lnTo>
                    <a:pt x="323" y="149"/>
                  </a:lnTo>
                  <a:lnTo>
                    <a:pt x="323" y="149"/>
                  </a:lnTo>
                  <a:lnTo>
                    <a:pt x="323" y="146"/>
                  </a:lnTo>
                  <a:lnTo>
                    <a:pt x="321" y="140"/>
                  </a:lnTo>
                  <a:lnTo>
                    <a:pt x="321" y="140"/>
                  </a:lnTo>
                  <a:lnTo>
                    <a:pt x="310" y="136"/>
                  </a:lnTo>
                  <a:lnTo>
                    <a:pt x="301" y="135"/>
                  </a:lnTo>
                  <a:lnTo>
                    <a:pt x="301" y="135"/>
                  </a:lnTo>
                  <a:close/>
                  <a:moveTo>
                    <a:pt x="634" y="124"/>
                  </a:moveTo>
                  <a:lnTo>
                    <a:pt x="634" y="124"/>
                  </a:lnTo>
                  <a:lnTo>
                    <a:pt x="638" y="131"/>
                  </a:lnTo>
                  <a:lnTo>
                    <a:pt x="642" y="135"/>
                  </a:lnTo>
                  <a:lnTo>
                    <a:pt x="651" y="138"/>
                  </a:lnTo>
                  <a:lnTo>
                    <a:pt x="651" y="138"/>
                  </a:lnTo>
                  <a:lnTo>
                    <a:pt x="654" y="142"/>
                  </a:lnTo>
                  <a:lnTo>
                    <a:pt x="654" y="142"/>
                  </a:lnTo>
                  <a:lnTo>
                    <a:pt x="640" y="146"/>
                  </a:lnTo>
                  <a:lnTo>
                    <a:pt x="642" y="146"/>
                  </a:lnTo>
                  <a:lnTo>
                    <a:pt x="645" y="147"/>
                  </a:lnTo>
                  <a:lnTo>
                    <a:pt x="673" y="147"/>
                  </a:lnTo>
                  <a:lnTo>
                    <a:pt x="673" y="147"/>
                  </a:lnTo>
                  <a:lnTo>
                    <a:pt x="673" y="155"/>
                  </a:lnTo>
                  <a:lnTo>
                    <a:pt x="673" y="155"/>
                  </a:lnTo>
                  <a:lnTo>
                    <a:pt x="620" y="149"/>
                  </a:lnTo>
                  <a:lnTo>
                    <a:pt x="620" y="146"/>
                  </a:lnTo>
                  <a:lnTo>
                    <a:pt x="620" y="146"/>
                  </a:lnTo>
                  <a:lnTo>
                    <a:pt x="636" y="140"/>
                  </a:lnTo>
                  <a:lnTo>
                    <a:pt x="636" y="140"/>
                  </a:lnTo>
                  <a:lnTo>
                    <a:pt x="636" y="133"/>
                  </a:lnTo>
                  <a:lnTo>
                    <a:pt x="636" y="133"/>
                  </a:lnTo>
                  <a:lnTo>
                    <a:pt x="631" y="127"/>
                  </a:lnTo>
                  <a:lnTo>
                    <a:pt x="631" y="127"/>
                  </a:lnTo>
                  <a:lnTo>
                    <a:pt x="633" y="124"/>
                  </a:lnTo>
                  <a:lnTo>
                    <a:pt x="633" y="122"/>
                  </a:lnTo>
                  <a:lnTo>
                    <a:pt x="634" y="124"/>
                  </a:lnTo>
                  <a:lnTo>
                    <a:pt x="634" y="124"/>
                  </a:lnTo>
                  <a:close/>
                  <a:moveTo>
                    <a:pt x="713" y="95"/>
                  </a:moveTo>
                  <a:lnTo>
                    <a:pt x="713" y="95"/>
                  </a:lnTo>
                  <a:lnTo>
                    <a:pt x="696" y="98"/>
                  </a:lnTo>
                  <a:lnTo>
                    <a:pt x="678" y="102"/>
                  </a:lnTo>
                  <a:lnTo>
                    <a:pt x="678" y="102"/>
                  </a:lnTo>
                  <a:lnTo>
                    <a:pt x="680" y="104"/>
                  </a:lnTo>
                  <a:lnTo>
                    <a:pt x="680" y="104"/>
                  </a:lnTo>
                  <a:lnTo>
                    <a:pt x="682" y="102"/>
                  </a:lnTo>
                  <a:lnTo>
                    <a:pt x="684" y="104"/>
                  </a:lnTo>
                  <a:lnTo>
                    <a:pt x="684" y="104"/>
                  </a:lnTo>
                  <a:lnTo>
                    <a:pt x="685" y="111"/>
                  </a:lnTo>
                  <a:lnTo>
                    <a:pt x="685" y="115"/>
                  </a:lnTo>
                  <a:lnTo>
                    <a:pt x="685" y="116"/>
                  </a:lnTo>
                  <a:lnTo>
                    <a:pt x="687" y="118"/>
                  </a:lnTo>
                  <a:lnTo>
                    <a:pt x="694" y="120"/>
                  </a:lnTo>
                  <a:lnTo>
                    <a:pt x="694" y="120"/>
                  </a:lnTo>
                  <a:lnTo>
                    <a:pt x="700" y="120"/>
                  </a:lnTo>
                  <a:lnTo>
                    <a:pt x="702" y="118"/>
                  </a:lnTo>
                  <a:lnTo>
                    <a:pt x="702" y="118"/>
                  </a:lnTo>
                  <a:lnTo>
                    <a:pt x="702" y="118"/>
                  </a:lnTo>
                  <a:lnTo>
                    <a:pt x="707" y="116"/>
                  </a:lnTo>
                  <a:lnTo>
                    <a:pt x="709" y="118"/>
                  </a:lnTo>
                  <a:lnTo>
                    <a:pt x="707" y="120"/>
                  </a:lnTo>
                  <a:lnTo>
                    <a:pt x="705" y="124"/>
                  </a:lnTo>
                  <a:lnTo>
                    <a:pt x="702" y="126"/>
                  </a:lnTo>
                  <a:lnTo>
                    <a:pt x="702" y="126"/>
                  </a:lnTo>
                  <a:lnTo>
                    <a:pt x="693" y="126"/>
                  </a:lnTo>
                  <a:lnTo>
                    <a:pt x="687" y="124"/>
                  </a:lnTo>
                  <a:lnTo>
                    <a:pt x="684" y="120"/>
                  </a:lnTo>
                  <a:lnTo>
                    <a:pt x="680" y="115"/>
                  </a:lnTo>
                  <a:lnTo>
                    <a:pt x="674" y="106"/>
                  </a:lnTo>
                  <a:lnTo>
                    <a:pt x="673" y="102"/>
                  </a:lnTo>
                  <a:lnTo>
                    <a:pt x="669" y="98"/>
                  </a:lnTo>
                  <a:lnTo>
                    <a:pt x="669" y="98"/>
                  </a:lnTo>
                  <a:lnTo>
                    <a:pt x="658" y="96"/>
                  </a:lnTo>
                  <a:lnTo>
                    <a:pt x="645" y="96"/>
                  </a:lnTo>
                  <a:lnTo>
                    <a:pt x="622" y="96"/>
                  </a:lnTo>
                  <a:lnTo>
                    <a:pt x="622" y="96"/>
                  </a:lnTo>
                  <a:lnTo>
                    <a:pt x="620" y="100"/>
                  </a:lnTo>
                  <a:lnTo>
                    <a:pt x="616" y="102"/>
                  </a:lnTo>
                  <a:lnTo>
                    <a:pt x="616" y="102"/>
                  </a:lnTo>
                  <a:lnTo>
                    <a:pt x="616" y="104"/>
                  </a:lnTo>
                  <a:lnTo>
                    <a:pt x="618" y="106"/>
                  </a:lnTo>
                  <a:lnTo>
                    <a:pt x="620" y="109"/>
                  </a:lnTo>
                  <a:lnTo>
                    <a:pt x="620" y="109"/>
                  </a:lnTo>
                  <a:lnTo>
                    <a:pt x="605" y="120"/>
                  </a:lnTo>
                  <a:lnTo>
                    <a:pt x="605" y="120"/>
                  </a:lnTo>
                  <a:lnTo>
                    <a:pt x="603" y="118"/>
                  </a:lnTo>
                  <a:lnTo>
                    <a:pt x="605" y="115"/>
                  </a:lnTo>
                  <a:lnTo>
                    <a:pt x="607" y="111"/>
                  </a:lnTo>
                  <a:lnTo>
                    <a:pt x="607" y="109"/>
                  </a:lnTo>
                  <a:lnTo>
                    <a:pt x="607" y="109"/>
                  </a:lnTo>
                  <a:lnTo>
                    <a:pt x="603" y="106"/>
                  </a:lnTo>
                  <a:lnTo>
                    <a:pt x="600" y="104"/>
                  </a:lnTo>
                  <a:lnTo>
                    <a:pt x="600" y="104"/>
                  </a:lnTo>
                  <a:lnTo>
                    <a:pt x="600" y="100"/>
                  </a:lnTo>
                  <a:lnTo>
                    <a:pt x="600" y="96"/>
                  </a:lnTo>
                  <a:lnTo>
                    <a:pt x="600" y="96"/>
                  </a:lnTo>
                  <a:lnTo>
                    <a:pt x="598" y="96"/>
                  </a:lnTo>
                  <a:lnTo>
                    <a:pt x="598" y="96"/>
                  </a:lnTo>
                  <a:lnTo>
                    <a:pt x="598" y="102"/>
                  </a:lnTo>
                  <a:lnTo>
                    <a:pt x="598" y="102"/>
                  </a:lnTo>
                  <a:lnTo>
                    <a:pt x="583" y="96"/>
                  </a:lnTo>
                  <a:lnTo>
                    <a:pt x="583" y="102"/>
                  </a:lnTo>
                  <a:lnTo>
                    <a:pt x="583" y="102"/>
                  </a:lnTo>
                  <a:lnTo>
                    <a:pt x="563" y="102"/>
                  </a:lnTo>
                  <a:lnTo>
                    <a:pt x="545" y="102"/>
                  </a:lnTo>
                  <a:lnTo>
                    <a:pt x="541" y="96"/>
                  </a:lnTo>
                  <a:lnTo>
                    <a:pt x="541" y="96"/>
                  </a:lnTo>
                  <a:lnTo>
                    <a:pt x="538" y="96"/>
                  </a:lnTo>
                  <a:lnTo>
                    <a:pt x="534" y="96"/>
                  </a:lnTo>
                  <a:lnTo>
                    <a:pt x="534" y="96"/>
                  </a:lnTo>
                  <a:lnTo>
                    <a:pt x="530" y="82"/>
                  </a:lnTo>
                  <a:lnTo>
                    <a:pt x="527" y="76"/>
                  </a:lnTo>
                  <a:lnTo>
                    <a:pt x="523" y="73"/>
                  </a:lnTo>
                  <a:lnTo>
                    <a:pt x="523" y="73"/>
                  </a:lnTo>
                  <a:lnTo>
                    <a:pt x="512" y="67"/>
                  </a:lnTo>
                  <a:lnTo>
                    <a:pt x="494" y="65"/>
                  </a:lnTo>
                  <a:lnTo>
                    <a:pt x="461" y="62"/>
                  </a:lnTo>
                  <a:lnTo>
                    <a:pt x="461" y="67"/>
                  </a:lnTo>
                  <a:lnTo>
                    <a:pt x="461" y="67"/>
                  </a:lnTo>
                  <a:lnTo>
                    <a:pt x="487" y="69"/>
                  </a:lnTo>
                  <a:lnTo>
                    <a:pt x="485" y="82"/>
                  </a:lnTo>
                  <a:lnTo>
                    <a:pt x="485" y="82"/>
                  </a:lnTo>
                  <a:lnTo>
                    <a:pt x="472" y="78"/>
                  </a:lnTo>
                  <a:lnTo>
                    <a:pt x="461" y="75"/>
                  </a:lnTo>
                  <a:lnTo>
                    <a:pt x="461" y="75"/>
                  </a:lnTo>
                  <a:lnTo>
                    <a:pt x="461" y="84"/>
                  </a:lnTo>
                  <a:lnTo>
                    <a:pt x="461" y="84"/>
                  </a:lnTo>
                  <a:lnTo>
                    <a:pt x="470" y="84"/>
                  </a:lnTo>
                  <a:lnTo>
                    <a:pt x="479" y="84"/>
                  </a:lnTo>
                  <a:lnTo>
                    <a:pt x="485" y="89"/>
                  </a:lnTo>
                  <a:lnTo>
                    <a:pt x="485" y="89"/>
                  </a:lnTo>
                  <a:lnTo>
                    <a:pt x="489" y="89"/>
                  </a:lnTo>
                  <a:lnTo>
                    <a:pt x="490" y="87"/>
                  </a:lnTo>
                  <a:lnTo>
                    <a:pt x="490" y="87"/>
                  </a:lnTo>
                  <a:lnTo>
                    <a:pt x="494" y="87"/>
                  </a:lnTo>
                  <a:lnTo>
                    <a:pt x="494" y="87"/>
                  </a:lnTo>
                  <a:lnTo>
                    <a:pt x="494" y="85"/>
                  </a:lnTo>
                  <a:lnTo>
                    <a:pt x="498" y="87"/>
                  </a:lnTo>
                  <a:lnTo>
                    <a:pt x="501" y="95"/>
                  </a:lnTo>
                  <a:lnTo>
                    <a:pt x="501" y="95"/>
                  </a:lnTo>
                  <a:lnTo>
                    <a:pt x="476" y="96"/>
                  </a:lnTo>
                  <a:lnTo>
                    <a:pt x="476" y="96"/>
                  </a:lnTo>
                  <a:lnTo>
                    <a:pt x="478" y="102"/>
                  </a:lnTo>
                  <a:lnTo>
                    <a:pt x="478" y="104"/>
                  </a:lnTo>
                  <a:lnTo>
                    <a:pt x="478" y="106"/>
                  </a:lnTo>
                  <a:lnTo>
                    <a:pt x="478" y="106"/>
                  </a:lnTo>
                  <a:lnTo>
                    <a:pt x="472" y="107"/>
                  </a:lnTo>
                  <a:lnTo>
                    <a:pt x="469" y="106"/>
                  </a:lnTo>
                  <a:lnTo>
                    <a:pt x="469" y="106"/>
                  </a:lnTo>
                  <a:lnTo>
                    <a:pt x="478" y="109"/>
                  </a:lnTo>
                  <a:lnTo>
                    <a:pt x="490" y="111"/>
                  </a:lnTo>
                  <a:lnTo>
                    <a:pt x="490" y="106"/>
                  </a:lnTo>
                  <a:lnTo>
                    <a:pt x="490" y="106"/>
                  </a:lnTo>
                  <a:lnTo>
                    <a:pt x="492" y="107"/>
                  </a:lnTo>
                  <a:lnTo>
                    <a:pt x="492" y="109"/>
                  </a:lnTo>
                  <a:lnTo>
                    <a:pt x="492" y="113"/>
                  </a:lnTo>
                  <a:lnTo>
                    <a:pt x="492" y="113"/>
                  </a:lnTo>
                  <a:lnTo>
                    <a:pt x="499" y="113"/>
                  </a:lnTo>
                  <a:lnTo>
                    <a:pt x="505" y="111"/>
                  </a:lnTo>
                  <a:lnTo>
                    <a:pt x="505" y="111"/>
                  </a:lnTo>
                  <a:lnTo>
                    <a:pt x="507" y="116"/>
                  </a:lnTo>
                  <a:lnTo>
                    <a:pt x="490" y="116"/>
                  </a:lnTo>
                  <a:lnTo>
                    <a:pt x="490" y="116"/>
                  </a:lnTo>
                  <a:lnTo>
                    <a:pt x="483" y="115"/>
                  </a:lnTo>
                  <a:lnTo>
                    <a:pt x="476" y="113"/>
                  </a:lnTo>
                  <a:lnTo>
                    <a:pt x="476" y="113"/>
                  </a:lnTo>
                  <a:lnTo>
                    <a:pt x="479" y="127"/>
                  </a:lnTo>
                  <a:lnTo>
                    <a:pt x="481" y="131"/>
                  </a:lnTo>
                  <a:lnTo>
                    <a:pt x="490" y="135"/>
                  </a:lnTo>
                  <a:lnTo>
                    <a:pt x="490" y="135"/>
                  </a:lnTo>
                  <a:lnTo>
                    <a:pt x="496" y="136"/>
                  </a:lnTo>
                  <a:lnTo>
                    <a:pt x="503" y="136"/>
                  </a:lnTo>
                  <a:lnTo>
                    <a:pt x="507" y="136"/>
                  </a:lnTo>
                  <a:lnTo>
                    <a:pt x="499" y="138"/>
                  </a:lnTo>
                  <a:lnTo>
                    <a:pt x="499" y="138"/>
                  </a:lnTo>
                  <a:lnTo>
                    <a:pt x="490" y="140"/>
                  </a:lnTo>
                  <a:lnTo>
                    <a:pt x="490" y="140"/>
                  </a:lnTo>
                  <a:lnTo>
                    <a:pt x="487" y="140"/>
                  </a:lnTo>
                  <a:lnTo>
                    <a:pt x="490" y="142"/>
                  </a:lnTo>
                  <a:lnTo>
                    <a:pt x="501" y="147"/>
                  </a:lnTo>
                  <a:lnTo>
                    <a:pt x="501" y="147"/>
                  </a:lnTo>
                  <a:lnTo>
                    <a:pt x="507" y="147"/>
                  </a:lnTo>
                  <a:lnTo>
                    <a:pt x="509" y="144"/>
                  </a:lnTo>
                  <a:lnTo>
                    <a:pt x="512" y="142"/>
                  </a:lnTo>
                  <a:lnTo>
                    <a:pt x="514" y="140"/>
                  </a:lnTo>
                  <a:lnTo>
                    <a:pt x="514" y="140"/>
                  </a:lnTo>
                  <a:lnTo>
                    <a:pt x="523" y="140"/>
                  </a:lnTo>
                  <a:lnTo>
                    <a:pt x="530" y="140"/>
                  </a:lnTo>
                  <a:lnTo>
                    <a:pt x="530" y="146"/>
                  </a:lnTo>
                  <a:lnTo>
                    <a:pt x="530" y="146"/>
                  </a:lnTo>
                  <a:lnTo>
                    <a:pt x="518" y="147"/>
                  </a:lnTo>
                  <a:lnTo>
                    <a:pt x="507" y="149"/>
                  </a:lnTo>
                  <a:lnTo>
                    <a:pt x="507" y="149"/>
                  </a:lnTo>
                  <a:lnTo>
                    <a:pt x="514" y="167"/>
                  </a:lnTo>
                  <a:lnTo>
                    <a:pt x="520" y="167"/>
                  </a:lnTo>
                  <a:lnTo>
                    <a:pt x="520" y="167"/>
                  </a:lnTo>
                  <a:lnTo>
                    <a:pt x="518" y="171"/>
                  </a:lnTo>
                  <a:lnTo>
                    <a:pt x="516" y="173"/>
                  </a:lnTo>
                  <a:lnTo>
                    <a:pt x="514" y="173"/>
                  </a:lnTo>
                  <a:lnTo>
                    <a:pt x="514" y="173"/>
                  </a:lnTo>
                  <a:lnTo>
                    <a:pt x="516" y="177"/>
                  </a:lnTo>
                  <a:lnTo>
                    <a:pt x="516" y="177"/>
                  </a:lnTo>
                  <a:lnTo>
                    <a:pt x="538" y="177"/>
                  </a:lnTo>
                  <a:lnTo>
                    <a:pt x="541" y="169"/>
                  </a:lnTo>
                  <a:lnTo>
                    <a:pt x="541" y="169"/>
                  </a:lnTo>
                  <a:lnTo>
                    <a:pt x="545" y="169"/>
                  </a:lnTo>
                  <a:lnTo>
                    <a:pt x="547" y="173"/>
                  </a:lnTo>
                  <a:lnTo>
                    <a:pt x="551" y="177"/>
                  </a:lnTo>
                  <a:lnTo>
                    <a:pt x="551" y="177"/>
                  </a:lnTo>
                  <a:lnTo>
                    <a:pt x="556" y="177"/>
                  </a:lnTo>
                  <a:lnTo>
                    <a:pt x="561" y="175"/>
                  </a:lnTo>
                  <a:lnTo>
                    <a:pt x="561" y="175"/>
                  </a:lnTo>
                  <a:lnTo>
                    <a:pt x="561" y="173"/>
                  </a:lnTo>
                  <a:lnTo>
                    <a:pt x="563" y="169"/>
                  </a:lnTo>
                  <a:lnTo>
                    <a:pt x="563" y="167"/>
                  </a:lnTo>
                  <a:lnTo>
                    <a:pt x="565" y="166"/>
                  </a:lnTo>
                  <a:lnTo>
                    <a:pt x="565" y="166"/>
                  </a:lnTo>
                  <a:lnTo>
                    <a:pt x="569" y="164"/>
                  </a:lnTo>
                  <a:lnTo>
                    <a:pt x="572" y="164"/>
                  </a:lnTo>
                  <a:lnTo>
                    <a:pt x="576" y="164"/>
                  </a:lnTo>
                  <a:lnTo>
                    <a:pt x="580" y="162"/>
                  </a:lnTo>
                  <a:lnTo>
                    <a:pt x="580" y="162"/>
                  </a:lnTo>
                  <a:lnTo>
                    <a:pt x="580" y="160"/>
                  </a:lnTo>
                  <a:lnTo>
                    <a:pt x="580" y="157"/>
                  </a:lnTo>
                  <a:lnTo>
                    <a:pt x="578" y="153"/>
                  </a:lnTo>
                  <a:lnTo>
                    <a:pt x="580" y="149"/>
                  </a:lnTo>
                  <a:lnTo>
                    <a:pt x="580" y="149"/>
                  </a:lnTo>
                  <a:lnTo>
                    <a:pt x="581" y="149"/>
                  </a:lnTo>
                  <a:lnTo>
                    <a:pt x="583" y="153"/>
                  </a:lnTo>
                  <a:lnTo>
                    <a:pt x="583" y="157"/>
                  </a:lnTo>
                  <a:lnTo>
                    <a:pt x="587" y="157"/>
                  </a:lnTo>
                  <a:lnTo>
                    <a:pt x="587" y="157"/>
                  </a:lnTo>
                  <a:lnTo>
                    <a:pt x="598" y="151"/>
                  </a:lnTo>
                  <a:lnTo>
                    <a:pt x="602" y="149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607" y="149"/>
                  </a:lnTo>
                  <a:lnTo>
                    <a:pt x="607" y="149"/>
                  </a:lnTo>
                  <a:lnTo>
                    <a:pt x="609" y="153"/>
                  </a:lnTo>
                  <a:lnTo>
                    <a:pt x="611" y="155"/>
                  </a:lnTo>
                  <a:lnTo>
                    <a:pt x="607" y="157"/>
                  </a:lnTo>
                  <a:lnTo>
                    <a:pt x="607" y="157"/>
                  </a:lnTo>
                  <a:lnTo>
                    <a:pt x="598" y="158"/>
                  </a:lnTo>
                  <a:lnTo>
                    <a:pt x="594" y="158"/>
                  </a:lnTo>
                  <a:lnTo>
                    <a:pt x="591" y="160"/>
                  </a:lnTo>
                  <a:lnTo>
                    <a:pt x="591" y="160"/>
                  </a:lnTo>
                  <a:lnTo>
                    <a:pt x="591" y="167"/>
                  </a:lnTo>
                  <a:lnTo>
                    <a:pt x="591" y="167"/>
                  </a:lnTo>
                  <a:lnTo>
                    <a:pt x="587" y="167"/>
                  </a:lnTo>
                  <a:lnTo>
                    <a:pt x="587" y="171"/>
                  </a:lnTo>
                  <a:lnTo>
                    <a:pt x="587" y="177"/>
                  </a:lnTo>
                  <a:lnTo>
                    <a:pt x="587" y="177"/>
                  </a:lnTo>
                  <a:lnTo>
                    <a:pt x="603" y="175"/>
                  </a:lnTo>
                  <a:lnTo>
                    <a:pt x="616" y="175"/>
                  </a:lnTo>
                  <a:lnTo>
                    <a:pt x="622" y="173"/>
                  </a:lnTo>
                  <a:lnTo>
                    <a:pt x="627" y="171"/>
                  </a:lnTo>
                  <a:lnTo>
                    <a:pt x="633" y="167"/>
                  </a:lnTo>
                  <a:lnTo>
                    <a:pt x="638" y="162"/>
                  </a:lnTo>
                  <a:lnTo>
                    <a:pt x="638" y="162"/>
                  </a:lnTo>
                  <a:lnTo>
                    <a:pt x="636" y="173"/>
                  </a:lnTo>
                  <a:lnTo>
                    <a:pt x="636" y="180"/>
                  </a:lnTo>
                  <a:lnTo>
                    <a:pt x="638" y="184"/>
                  </a:lnTo>
                  <a:lnTo>
                    <a:pt x="640" y="186"/>
                  </a:lnTo>
                  <a:lnTo>
                    <a:pt x="651" y="186"/>
                  </a:lnTo>
                  <a:lnTo>
                    <a:pt x="663" y="188"/>
                  </a:lnTo>
                  <a:lnTo>
                    <a:pt x="663" y="188"/>
                  </a:lnTo>
                  <a:lnTo>
                    <a:pt x="662" y="191"/>
                  </a:lnTo>
                  <a:lnTo>
                    <a:pt x="662" y="197"/>
                  </a:lnTo>
                  <a:lnTo>
                    <a:pt x="662" y="197"/>
                  </a:lnTo>
                  <a:lnTo>
                    <a:pt x="658" y="198"/>
                  </a:lnTo>
                  <a:lnTo>
                    <a:pt x="656" y="198"/>
                  </a:lnTo>
                  <a:lnTo>
                    <a:pt x="656" y="202"/>
                  </a:lnTo>
                  <a:lnTo>
                    <a:pt x="656" y="202"/>
                  </a:lnTo>
                  <a:lnTo>
                    <a:pt x="651" y="202"/>
                  </a:lnTo>
                  <a:lnTo>
                    <a:pt x="645" y="200"/>
                  </a:lnTo>
                  <a:lnTo>
                    <a:pt x="631" y="198"/>
                  </a:lnTo>
                  <a:lnTo>
                    <a:pt x="631" y="198"/>
                  </a:lnTo>
                  <a:lnTo>
                    <a:pt x="631" y="193"/>
                  </a:lnTo>
                  <a:lnTo>
                    <a:pt x="629" y="189"/>
                  </a:lnTo>
                  <a:lnTo>
                    <a:pt x="629" y="189"/>
                  </a:lnTo>
                  <a:lnTo>
                    <a:pt x="623" y="189"/>
                  </a:lnTo>
                  <a:lnTo>
                    <a:pt x="620" y="189"/>
                  </a:lnTo>
                  <a:lnTo>
                    <a:pt x="620" y="189"/>
                  </a:lnTo>
                  <a:lnTo>
                    <a:pt x="614" y="182"/>
                  </a:lnTo>
                  <a:lnTo>
                    <a:pt x="614" y="182"/>
                  </a:lnTo>
                  <a:lnTo>
                    <a:pt x="607" y="180"/>
                  </a:lnTo>
                  <a:lnTo>
                    <a:pt x="598" y="182"/>
                  </a:lnTo>
                  <a:lnTo>
                    <a:pt x="583" y="184"/>
                  </a:lnTo>
                  <a:lnTo>
                    <a:pt x="585" y="195"/>
                  </a:lnTo>
                  <a:lnTo>
                    <a:pt x="585" y="195"/>
                  </a:lnTo>
                  <a:lnTo>
                    <a:pt x="591" y="195"/>
                  </a:lnTo>
                  <a:lnTo>
                    <a:pt x="592" y="195"/>
                  </a:lnTo>
                  <a:lnTo>
                    <a:pt x="592" y="195"/>
                  </a:lnTo>
                  <a:lnTo>
                    <a:pt x="594" y="202"/>
                  </a:lnTo>
                  <a:lnTo>
                    <a:pt x="594" y="202"/>
                  </a:lnTo>
                  <a:lnTo>
                    <a:pt x="587" y="204"/>
                  </a:lnTo>
                  <a:lnTo>
                    <a:pt x="572" y="209"/>
                  </a:lnTo>
                  <a:lnTo>
                    <a:pt x="572" y="209"/>
                  </a:lnTo>
                  <a:lnTo>
                    <a:pt x="561" y="213"/>
                  </a:lnTo>
                  <a:lnTo>
                    <a:pt x="560" y="215"/>
                  </a:lnTo>
                  <a:lnTo>
                    <a:pt x="558" y="217"/>
                  </a:lnTo>
                  <a:lnTo>
                    <a:pt x="558" y="224"/>
                  </a:lnTo>
                  <a:lnTo>
                    <a:pt x="561" y="233"/>
                  </a:lnTo>
                  <a:lnTo>
                    <a:pt x="561" y="233"/>
                  </a:lnTo>
                  <a:lnTo>
                    <a:pt x="563" y="233"/>
                  </a:lnTo>
                  <a:lnTo>
                    <a:pt x="565" y="231"/>
                  </a:lnTo>
                  <a:lnTo>
                    <a:pt x="565" y="229"/>
                  </a:lnTo>
                  <a:lnTo>
                    <a:pt x="565" y="228"/>
                  </a:lnTo>
                  <a:lnTo>
                    <a:pt x="565" y="228"/>
                  </a:lnTo>
                  <a:lnTo>
                    <a:pt x="569" y="228"/>
                  </a:lnTo>
                  <a:lnTo>
                    <a:pt x="571" y="228"/>
                  </a:lnTo>
                  <a:lnTo>
                    <a:pt x="574" y="231"/>
                  </a:lnTo>
                  <a:lnTo>
                    <a:pt x="580" y="233"/>
                  </a:lnTo>
                  <a:lnTo>
                    <a:pt x="583" y="233"/>
                  </a:lnTo>
                  <a:lnTo>
                    <a:pt x="587" y="233"/>
                  </a:lnTo>
                  <a:lnTo>
                    <a:pt x="587" y="233"/>
                  </a:lnTo>
                  <a:lnTo>
                    <a:pt x="585" y="228"/>
                  </a:lnTo>
                  <a:lnTo>
                    <a:pt x="585" y="228"/>
                  </a:lnTo>
                  <a:lnTo>
                    <a:pt x="592" y="226"/>
                  </a:lnTo>
                  <a:lnTo>
                    <a:pt x="592" y="226"/>
                  </a:lnTo>
                  <a:lnTo>
                    <a:pt x="596" y="229"/>
                  </a:lnTo>
                  <a:lnTo>
                    <a:pt x="600" y="233"/>
                  </a:lnTo>
                  <a:lnTo>
                    <a:pt x="600" y="233"/>
                  </a:lnTo>
                  <a:lnTo>
                    <a:pt x="600" y="228"/>
                  </a:lnTo>
                  <a:lnTo>
                    <a:pt x="600" y="226"/>
                  </a:lnTo>
                  <a:lnTo>
                    <a:pt x="602" y="226"/>
                  </a:lnTo>
                  <a:lnTo>
                    <a:pt x="602" y="231"/>
                  </a:lnTo>
                  <a:lnTo>
                    <a:pt x="602" y="231"/>
                  </a:lnTo>
                  <a:lnTo>
                    <a:pt x="616" y="235"/>
                  </a:lnTo>
                  <a:lnTo>
                    <a:pt x="629" y="239"/>
                  </a:lnTo>
                  <a:lnTo>
                    <a:pt x="629" y="239"/>
                  </a:lnTo>
                  <a:lnTo>
                    <a:pt x="633" y="233"/>
                  </a:lnTo>
                  <a:lnTo>
                    <a:pt x="636" y="231"/>
                  </a:lnTo>
                  <a:lnTo>
                    <a:pt x="636" y="231"/>
                  </a:lnTo>
                  <a:lnTo>
                    <a:pt x="631" y="220"/>
                  </a:lnTo>
                  <a:lnTo>
                    <a:pt x="631" y="220"/>
                  </a:lnTo>
                  <a:lnTo>
                    <a:pt x="634" y="220"/>
                  </a:lnTo>
                  <a:lnTo>
                    <a:pt x="636" y="222"/>
                  </a:lnTo>
                  <a:lnTo>
                    <a:pt x="642" y="224"/>
                  </a:lnTo>
                  <a:lnTo>
                    <a:pt x="642" y="224"/>
                  </a:lnTo>
                  <a:lnTo>
                    <a:pt x="645" y="218"/>
                  </a:lnTo>
                  <a:lnTo>
                    <a:pt x="649" y="213"/>
                  </a:lnTo>
                  <a:lnTo>
                    <a:pt x="649" y="228"/>
                  </a:lnTo>
                  <a:lnTo>
                    <a:pt x="649" y="228"/>
                  </a:lnTo>
                  <a:lnTo>
                    <a:pt x="678" y="226"/>
                  </a:lnTo>
                  <a:lnTo>
                    <a:pt x="678" y="226"/>
                  </a:lnTo>
                  <a:lnTo>
                    <a:pt x="680" y="220"/>
                  </a:lnTo>
                  <a:lnTo>
                    <a:pt x="680" y="217"/>
                  </a:lnTo>
                  <a:lnTo>
                    <a:pt x="684" y="217"/>
                  </a:lnTo>
                  <a:lnTo>
                    <a:pt x="685" y="226"/>
                  </a:lnTo>
                  <a:lnTo>
                    <a:pt x="685" y="226"/>
                  </a:lnTo>
                  <a:lnTo>
                    <a:pt x="689" y="226"/>
                  </a:lnTo>
                  <a:lnTo>
                    <a:pt x="689" y="224"/>
                  </a:lnTo>
                  <a:lnTo>
                    <a:pt x="689" y="222"/>
                  </a:lnTo>
                  <a:lnTo>
                    <a:pt x="691" y="220"/>
                  </a:lnTo>
                  <a:lnTo>
                    <a:pt x="691" y="220"/>
                  </a:lnTo>
                  <a:lnTo>
                    <a:pt x="694" y="222"/>
                  </a:lnTo>
                  <a:lnTo>
                    <a:pt x="700" y="224"/>
                  </a:lnTo>
                  <a:lnTo>
                    <a:pt x="700" y="224"/>
                  </a:lnTo>
                  <a:lnTo>
                    <a:pt x="700" y="231"/>
                  </a:lnTo>
                  <a:lnTo>
                    <a:pt x="700" y="240"/>
                  </a:lnTo>
                  <a:lnTo>
                    <a:pt x="700" y="240"/>
                  </a:lnTo>
                  <a:lnTo>
                    <a:pt x="722" y="224"/>
                  </a:lnTo>
                  <a:lnTo>
                    <a:pt x="722" y="224"/>
                  </a:lnTo>
                  <a:lnTo>
                    <a:pt x="725" y="228"/>
                  </a:lnTo>
                  <a:lnTo>
                    <a:pt x="729" y="228"/>
                  </a:lnTo>
                  <a:lnTo>
                    <a:pt x="731" y="228"/>
                  </a:lnTo>
                  <a:lnTo>
                    <a:pt x="731" y="228"/>
                  </a:lnTo>
                  <a:lnTo>
                    <a:pt x="738" y="222"/>
                  </a:lnTo>
                  <a:lnTo>
                    <a:pt x="744" y="217"/>
                  </a:lnTo>
                  <a:lnTo>
                    <a:pt x="744" y="217"/>
                  </a:lnTo>
                  <a:lnTo>
                    <a:pt x="747" y="217"/>
                  </a:lnTo>
                  <a:lnTo>
                    <a:pt x="747" y="215"/>
                  </a:lnTo>
                  <a:lnTo>
                    <a:pt x="744" y="211"/>
                  </a:lnTo>
                  <a:lnTo>
                    <a:pt x="744" y="211"/>
                  </a:lnTo>
                  <a:lnTo>
                    <a:pt x="738" y="211"/>
                  </a:lnTo>
                  <a:lnTo>
                    <a:pt x="735" y="211"/>
                  </a:lnTo>
                  <a:lnTo>
                    <a:pt x="735" y="211"/>
                  </a:lnTo>
                  <a:lnTo>
                    <a:pt x="733" y="209"/>
                  </a:lnTo>
                  <a:lnTo>
                    <a:pt x="731" y="206"/>
                  </a:lnTo>
                  <a:lnTo>
                    <a:pt x="729" y="204"/>
                  </a:lnTo>
                  <a:lnTo>
                    <a:pt x="727" y="202"/>
                  </a:lnTo>
                  <a:lnTo>
                    <a:pt x="727" y="202"/>
                  </a:lnTo>
                  <a:lnTo>
                    <a:pt x="709" y="197"/>
                  </a:lnTo>
                  <a:lnTo>
                    <a:pt x="709" y="197"/>
                  </a:lnTo>
                  <a:lnTo>
                    <a:pt x="729" y="197"/>
                  </a:lnTo>
                  <a:lnTo>
                    <a:pt x="747" y="195"/>
                  </a:lnTo>
                  <a:lnTo>
                    <a:pt x="747" y="195"/>
                  </a:lnTo>
                  <a:lnTo>
                    <a:pt x="745" y="188"/>
                  </a:lnTo>
                  <a:lnTo>
                    <a:pt x="744" y="180"/>
                  </a:lnTo>
                  <a:lnTo>
                    <a:pt x="744" y="180"/>
                  </a:lnTo>
                  <a:lnTo>
                    <a:pt x="760" y="182"/>
                  </a:lnTo>
                  <a:lnTo>
                    <a:pt x="769" y="182"/>
                  </a:lnTo>
                  <a:lnTo>
                    <a:pt x="778" y="180"/>
                  </a:lnTo>
                  <a:lnTo>
                    <a:pt x="780" y="175"/>
                  </a:lnTo>
                  <a:lnTo>
                    <a:pt x="780" y="175"/>
                  </a:lnTo>
                  <a:lnTo>
                    <a:pt x="776" y="175"/>
                  </a:lnTo>
                  <a:lnTo>
                    <a:pt x="776" y="173"/>
                  </a:lnTo>
                  <a:lnTo>
                    <a:pt x="776" y="171"/>
                  </a:lnTo>
                  <a:lnTo>
                    <a:pt x="776" y="169"/>
                  </a:lnTo>
                  <a:lnTo>
                    <a:pt x="776" y="169"/>
                  </a:lnTo>
                  <a:lnTo>
                    <a:pt x="784" y="169"/>
                  </a:lnTo>
                  <a:lnTo>
                    <a:pt x="791" y="169"/>
                  </a:lnTo>
                  <a:lnTo>
                    <a:pt x="791" y="169"/>
                  </a:lnTo>
                  <a:lnTo>
                    <a:pt x="787" y="167"/>
                  </a:lnTo>
                  <a:lnTo>
                    <a:pt x="787" y="167"/>
                  </a:lnTo>
                  <a:lnTo>
                    <a:pt x="787" y="167"/>
                  </a:lnTo>
                  <a:lnTo>
                    <a:pt x="786" y="164"/>
                  </a:lnTo>
                  <a:lnTo>
                    <a:pt x="784" y="162"/>
                  </a:lnTo>
                  <a:lnTo>
                    <a:pt x="784" y="162"/>
                  </a:lnTo>
                  <a:lnTo>
                    <a:pt x="791" y="162"/>
                  </a:lnTo>
                  <a:lnTo>
                    <a:pt x="796" y="164"/>
                  </a:lnTo>
                  <a:lnTo>
                    <a:pt x="800" y="162"/>
                  </a:lnTo>
                  <a:lnTo>
                    <a:pt x="800" y="162"/>
                  </a:lnTo>
                  <a:lnTo>
                    <a:pt x="802" y="160"/>
                  </a:lnTo>
                  <a:lnTo>
                    <a:pt x="806" y="157"/>
                  </a:lnTo>
                  <a:lnTo>
                    <a:pt x="806" y="157"/>
                  </a:lnTo>
                  <a:lnTo>
                    <a:pt x="804" y="157"/>
                  </a:lnTo>
                  <a:lnTo>
                    <a:pt x="804" y="155"/>
                  </a:lnTo>
                  <a:lnTo>
                    <a:pt x="802" y="149"/>
                  </a:lnTo>
                  <a:lnTo>
                    <a:pt x="802" y="149"/>
                  </a:lnTo>
                  <a:lnTo>
                    <a:pt x="798" y="151"/>
                  </a:lnTo>
                  <a:lnTo>
                    <a:pt x="796" y="151"/>
                  </a:lnTo>
                  <a:lnTo>
                    <a:pt x="795" y="153"/>
                  </a:lnTo>
                  <a:lnTo>
                    <a:pt x="791" y="153"/>
                  </a:lnTo>
                  <a:lnTo>
                    <a:pt x="791" y="147"/>
                  </a:lnTo>
                  <a:lnTo>
                    <a:pt x="791" y="147"/>
                  </a:lnTo>
                  <a:lnTo>
                    <a:pt x="780" y="146"/>
                  </a:lnTo>
                  <a:lnTo>
                    <a:pt x="780" y="146"/>
                  </a:lnTo>
                  <a:lnTo>
                    <a:pt x="773" y="146"/>
                  </a:lnTo>
                  <a:lnTo>
                    <a:pt x="764" y="149"/>
                  </a:lnTo>
                  <a:lnTo>
                    <a:pt x="749" y="155"/>
                  </a:lnTo>
                  <a:lnTo>
                    <a:pt x="749" y="149"/>
                  </a:lnTo>
                  <a:lnTo>
                    <a:pt x="749" y="149"/>
                  </a:lnTo>
                  <a:lnTo>
                    <a:pt x="755" y="149"/>
                  </a:lnTo>
                  <a:lnTo>
                    <a:pt x="755" y="147"/>
                  </a:lnTo>
                  <a:lnTo>
                    <a:pt x="755" y="147"/>
                  </a:lnTo>
                  <a:lnTo>
                    <a:pt x="751" y="144"/>
                  </a:lnTo>
                  <a:lnTo>
                    <a:pt x="747" y="140"/>
                  </a:lnTo>
                  <a:lnTo>
                    <a:pt x="747" y="140"/>
                  </a:lnTo>
                  <a:lnTo>
                    <a:pt x="771" y="142"/>
                  </a:lnTo>
                  <a:lnTo>
                    <a:pt x="782" y="142"/>
                  </a:lnTo>
                  <a:lnTo>
                    <a:pt x="782" y="142"/>
                  </a:lnTo>
                  <a:lnTo>
                    <a:pt x="782" y="140"/>
                  </a:lnTo>
                  <a:lnTo>
                    <a:pt x="778" y="138"/>
                  </a:lnTo>
                  <a:lnTo>
                    <a:pt x="778" y="138"/>
                  </a:lnTo>
                  <a:lnTo>
                    <a:pt x="773" y="136"/>
                  </a:lnTo>
                  <a:lnTo>
                    <a:pt x="769" y="135"/>
                  </a:lnTo>
                  <a:lnTo>
                    <a:pt x="769" y="135"/>
                  </a:lnTo>
                  <a:lnTo>
                    <a:pt x="767" y="135"/>
                  </a:lnTo>
                  <a:lnTo>
                    <a:pt x="769" y="135"/>
                  </a:lnTo>
                  <a:lnTo>
                    <a:pt x="775" y="135"/>
                  </a:lnTo>
                  <a:lnTo>
                    <a:pt x="791" y="135"/>
                  </a:lnTo>
                  <a:lnTo>
                    <a:pt x="787" y="131"/>
                  </a:lnTo>
                  <a:lnTo>
                    <a:pt x="787" y="131"/>
                  </a:lnTo>
                  <a:lnTo>
                    <a:pt x="782" y="129"/>
                  </a:lnTo>
                  <a:lnTo>
                    <a:pt x="775" y="129"/>
                  </a:lnTo>
                  <a:lnTo>
                    <a:pt x="762" y="127"/>
                  </a:lnTo>
                  <a:lnTo>
                    <a:pt x="762" y="124"/>
                  </a:lnTo>
                  <a:lnTo>
                    <a:pt x="762" y="124"/>
                  </a:lnTo>
                  <a:lnTo>
                    <a:pt x="764" y="124"/>
                  </a:lnTo>
                  <a:lnTo>
                    <a:pt x="767" y="126"/>
                  </a:lnTo>
                  <a:lnTo>
                    <a:pt x="769" y="126"/>
                  </a:lnTo>
                  <a:lnTo>
                    <a:pt x="773" y="126"/>
                  </a:lnTo>
                  <a:lnTo>
                    <a:pt x="773" y="126"/>
                  </a:lnTo>
                  <a:lnTo>
                    <a:pt x="775" y="122"/>
                  </a:lnTo>
                  <a:lnTo>
                    <a:pt x="776" y="122"/>
                  </a:lnTo>
                  <a:lnTo>
                    <a:pt x="778" y="120"/>
                  </a:lnTo>
                  <a:lnTo>
                    <a:pt x="778" y="120"/>
                  </a:lnTo>
                  <a:lnTo>
                    <a:pt x="784" y="126"/>
                  </a:lnTo>
                  <a:lnTo>
                    <a:pt x="787" y="129"/>
                  </a:lnTo>
                  <a:lnTo>
                    <a:pt x="791" y="131"/>
                  </a:lnTo>
                  <a:lnTo>
                    <a:pt x="791" y="131"/>
                  </a:lnTo>
                  <a:lnTo>
                    <a:pt x="793" y="131"/>
                  </a:lnTo>
                  <a:lnTo>
                    <a:pt x="793" y="129"/>
                  </a:lnTo>
                  <a:lnTo>
                    <a:pt x="793" y="126"/>
                  </a:lnTo>
                  <a:lnTo>
                    <a:pt x="793" y="126"/>
                  </a:lnTo>
                  <a:lnTo>
                    <a:pt x="817" y="126"/>
                  </a:lnTo>
                  <a:lnTo>
                    <a:pt x="817" y="126"/>
                  </a:lnTo>
                  <a:lnTo>
                    <a:pt x="824" y="127"/>
                  </a:lnTo>
                  <a:lnTo>
                    <a:pt x="831" y="127"/>
                  </a:lnTo>
                  <a:lnTo>
                    <a:pt x="837" y="126"/>
                  </a:lnTo>
                  <a:lnTo>
                    <a:pt x="837" y="126"/>
                  </a:lnTo>
                  <a:lnTo>
                    <a:pt x="837" y="124"/>
                  </a:lnTo>
                  <a:lnTo>
                    <a:pt x="837" y="122"/>
                  </a:lnTo>
                  <a:lnTo>
                    <a:pt x="835" y="118"/>
                  </a:lnTo>
                  <a:lnTo>
                    <a:pt x="835" y="118"/>
                  </a:lnTo>
                  <a:lnTo>
                    <a:pt x="853" y="113"/>
                  </a:lnTo>
                  <a:lnTo>
                    <a:pt x="855" y="113"/>
                  </a:lnTo>
                  <a:lnTo>
                    <a:pt x="857" y="111"/>
                  </a:lnTo>
                  <a:lnTo>
                    <a:pt x="853" y="109"/>
                  </a:lnTo>
                  <a:lnTo>
                    <a:pt x="848" y="106"/>
                  </a:lnTo>
                  <a:lnTo>
                    <a:pt x="848" y="106"/>
                  </a:lnTo>
                  <a:lnTo>
                    <a:pt x="849" y="106"/>
                  </a:lnTo>
                  <a:lnTo>
                    <a:pt x="851" y="106"/>
                  </a:lnTo>
                  <a:lnTo>
                    <a:pt x="849" y="104"/>
                  </a:lnTo>
                  <a:lnTo>
                    <a:pt x="849" y="104"/>
                  </a:lnTo>
                  <a:lnTo>
                    <a:pt x="858" y="106"/>
                  </a:lnTo>
                  <a:lnTo>
                    <a:pt x="864" y="106"/>
                  </a:lnTo>
                  <a:lnTo>
                    <a:pt x="868" y="104"/>
                  </a:lnTo>
                  <a:lnTo>
                    <a:pt x="877" y="98"/>
                  </a:lnTo>
                  <a:lnTo>
                    <a:pt x="877" y="98"/>
                  </a:lnTo>
                  <a:lnTo>
                    <a:pt x="875" y="98"/>
                  </a:lnTo>
                  <a:lnTo>
                    <a:pt x="875" y="96"/>
                  </a:lnTo>
                  <a:lnTo>
                    <a:pt x="877" y="91"/>
                  </a:lnTo>
                  <a:lnTo>
                    <a:pt x="877" y="91"/>
                  </a:lnTo>
                  <a:lnTo>
                    <a:pt x="884" y="98"/>
                  </a:lnTo>
                  <a:lnTo>
                    <a:pt x="884" y="98"/>
                  </a:lnTo>
                  <a:lnTo>
                    <a:pt x="897" y="89"/>
                  </a:lnTo>
                  <a:lnTo>
                    <a:pt x="909" y="80"/>
                  </a:lnTo>
                  <a:lnTo>
                    <a:pt x="909" y="80"/>
                  </a:lnTo>
                  <a:lnTo>
                    <a:pt x="922" y="76"/>
                  </a:lnTo>
                  <a:lnTo>
                    <a:pt x="935" y="76"/>
                  </a:lnTo>
                  <a:lnTo>
                    <a:pt x="948" y="75"/>
                  </a:lnTo>
                  <a:lnTo>
                    <a:pt x="959" y="73"/>
                  </a:lnTo>
                  <a:lnTo>
                    <a:pt x="959" y="73"/>
                  </a:lnTo>
                  <a:lnTo>
                    <a:pt x="964" y="69"/>
                  </a:lnTo>
                  <a:lnTo>
                    <a:pt x="966" y="64"/>
                  </a:lnTo>
                  <a:lnTo>
                    <a:pt x="964" y="60"/>
                  </a:lnTo>
                  <a:lnTo>
                    <a:pt x="959" y="56"/>
                  </a:lnTo>
                  <a:lnTo>
                    <a:pt x="959" y="56"/>
                  </a:lnTo>
                  <a:lnTo>
                    <a:pt x="971" y="53"/>
                  </a:lnTo>
                  <a:lnTo>
                    <a:pt x="986" y="47"/>
                  </a:lnTo>
                  <a:lnTo>
                    <a:pt x="986" y="47"/>
                  </a:lnTo>
                  <a:lnTo>
                    <a:pt x="993" y="45"/>
                  </a:lnTo>
                  <a:lnTo>
                    <a:pt x="993" y="40"/>
                  </a:lnTo>
                  <a:lnTo>
                    <a:pt x="993" y="40"/>
                  </a:lnTo>
                  <a:lnTo>
                    <a:pt x="1001" y="38"/>
                  </a:lnTo>
                  <a:lnTo>
                    <a:pt x="1008" y="38"/>
                  </a:lnTo>
                  <a:lnTo>
                    <a:pt x="1008" y="38"/>
                  </a:lnTo>
                  <a:lnTo>
                    <a:pt x="1008" y="36"/>
                  </a:lnTo>
                  <a:lnTo>
                    <a:pt x="1010" y="34"/>
                  </a:lnTo>
                  <a:lnTo>
                    <a:pt x="1013" y="33"/>
                  </a:lnTo>
                  <a:lnTo>
                    <a:pt x="1013" y="33"/>
                  </a:lnTo>
                  <a:lnTo>
                    <a:pt x="1012" y="31"/>
                  </a:lnTo>
                  <a:lnTo>
                    <a:pt x="1010" y="27"/>
                  </a:lnTo>
                  <a:lnTo>
                    <a:pt x="1010" y="27"/>
                  </a:lnTo>
                  <a:lnTo>
                    <a:pt x="1001" y="27"/>
                  </a:lnTo>
                  <a:lnTo>
                    <a:pt x="995" y="27"/>
                  </a:lnTo>
                  <a:lnTo>
                    <a:pt x="995" y="27"/>
                  </a:lnTo>
                  <a:lnTo>
                    <a:pt x="993" y="25"/>
                  </a:lnTo>
                  <a:lnTo>
                    <a:pt x="988" y="24"/>
                  </a:lnTo>
                  <a:lnTo>
                    <a:pt x="988" y="24"/>
                  </a:lnTo>
                  <a:lnTo>
                    <a:pt x="986" y="25"/>
                  </a:lnTo>
                  <a:lnTo>
                    <a:pt x="984" y="25"/>
                  </a:lnTo>
                  <a:lnTo>
                    <a:pt x="981" y="25"/>
                  </a:lnTo>
                  <a:lnTo>
                    <a:pt x="981" y="25"/>
                  </a:lnTo>
                  <a:lnTo>
                    <a:pt x="979" y="18"/>
                  </a:lnTo>
                  <a:lnTo>
                    <a:pt x="979" y="18"/>
                  </a:lnTo>
                  <a:lnTo>
                    <a:pt x="971" y="14"/>
                  </a:lnTo>
                  <a:lnTo>
                    <a:pt x="960" y="13"/>
                  </a:lnTo>
                  <a:lnTo>
                    <a:pt x="940" y="11"/>
                  </a:lnTo>
                  <a:lnTo>
                    <a:pt x="940" y="11"/>
                  </a:lnTo>
                  <a:lnTo>
                    <a:pt x="933" y="11"/>
                  </a:lnTo>
                  <a:lnTo>
                    <a:pt x="933" y="11"/>
                  </a:lnTo>
                  <a:lnTo>
                    <a:pt x="933" y="9"/>
                  </a:lnTo>
                  <a:lnTo>
                    <a:pt x="931" y="9"/>
                  </a:lnTo>
                  <a:lnTo>
                    <a:pt x="928" y="9"/>
                  </a:lnTo>
                  <a:lnTo>
                    <a:pt x="928" y="9"/>
                  </a:lnTo>
                  <a:lnTo>
                    <a:pt x="924" y="16"/>
                  </a:lnTo>
                  <a:lnTo>
                    <a:pt x="924" y="16"/>
                  </a:lnTo>
                  <a:lnTo>
                    <a:pt x="902" y="27"/>
                  </a:lnTo>
                  <a:lnTo>
                    <a:pt x="902" y="27"/>
                  </a:lnTo>
                  <a:lnTo>
                    <a:pt x="900" y="27"/>
                  </a:lnTo>
                  <a:lnTo>
                    <a:pt x="900" y="25"/>
                  </a:lnTo>
                  <a:lnTo>
                    <a:pt x="900" y="25"/>
                  </a:lnTo>
                  <a:lnTo>
                    <a:pt x="899" y="25"/>
                  </a:lnTo>
                  <a:lnTo>
                    <a:pt x="899" y="25"/>
                  </a:lnTo>
                  <a:lnTo>
                    <a:pt x="915" y="16"/>
                  </a:lnTo>
                  <a:lnTo>
                    <a:pt x="915" y="16"/>
                  </a:lnTo>
                  <a:lnTo>
                    <a:pt x="915" y="11"/>
                  </a:lnTo>
                  <a:lnTo>
                    <a:pt x="915" y="9"/>
                  </a:lnTo>
                  <a:lnTo>
                    <a:pt x="913" y="5"/>
                  </a:lnTo>
                  <a:lnTo>
                    <a:pt x="913" y="5"/>
                  </a:lnTo>
                  <a:lnTo>
                    <a:pt x="906" y="5"/>
                  </a:lnTo>
                  <a:lnTo>
                    <a:pt x="900" y="5"/>
                  </a:lnTo>
                  <a:lnTo>
                    <a:pt x="893" y="7"/>
                  </a:lnTo>
                  <a:lnTo>
                    <a:pt x="886" y="9"/>
                  </a:lnTo>
                  <a:lnTo>
                    <a:pt x="886" y="9"/>
                  </a:lnTo>
                  <a:lnTo>
                    <a:pt x="878" y="7"/>
                  </a:lnTo>
                  <a:lnTo>
                    <a:pt x="869" y="4"/>
                  </a:lnTo>
                  <a:lnTo>
                    <a:pt x="862" y="0"/>
                  </a:lnTo>
                  <a:lnTo>
                    <a:pt x="855" y="2"/>
                  </a:lnTo>
                  <a:lnTo>
                    <a:pt x="855" y="2"/>
                  </a:lnTo>
                  <a:lnTo>
                    <a:pt x="849" y="4"/>
                  </a:lnTo>
                  <a:lnTo>
                    <a:pt x="844" y="9"/>
                  </a:lnTo>
                  <a:lnTo>
                    <a:pt x="844" y="9"/>
                  </a:lnTo>
                  <a:lnTo>
                    <a:pt x="846" y="11"/>
                  </a:lnTo>
                  <a:lnTo>
                    <a:pt x="848" y="13"/>
                  </a:lnTo>
                  <a:lnTo>
                    <a:pt x="842" y="13"/>
                  </a:lnTo>
                  <a:lnTo>
                    <a:pt x="842" y="13"/>
                  </a:lnTo>
                  <a:lnTo>
                    <a:pt x="842" y="13"/>
                  </a:lnTo>
                  <a:lnTo>
                    <a:pt x="840" y="11"/>
                  </a:lnTo>
                  <a:lnTo>
                    <a:pt x="835" y="11"/>
                  </a:lnTo>
                  <a:lnTo>
                    <a:pt x="835" y="11"/>
                  </a:lnTo>
                  <a:lnTo>
                    <a:pt x="831" y="13"/>
                  </a:lnTo>
                  <a:lnTo>
                    <a:pt x="826" y="16"/>
                  </a:lnTo>
                  <a:lnTo>
                    <a:pt x="820" y="20"/>
                  </a:lnTo>
                  <a:lnTo>
                    <a:pt x="820" y="20"/>
                  </a:lnTo>
                  <a:lnTo>
                    <a:pt x="815" y="20"/>
                  </a:lnTo>
                  <a:lnTo>
                    <a:pt x="813" y="18"/>
                  </a:lnTo>
                  <a:lnTo>
                    <a:pt x="813" y="14"/>
                  </a:lnTo>
                  <a:lnTo>
                    <a:pt x="809" y="13"/>
                  </a:lnTo>
                  <a:lnTo>
                    <a:pt x="769" y="13"/>
                  </a:lnTo>
                  <a:lnTo>
                    <a:pt x="769" y="13"/>
                  </a:lnTo>
                  <a:lnTo>
                    <a:pt x="767" y="14"/>
                  </a:lnTo>
                  <a:lnTo>
                    <a:pt x="766" y="16"/>
                  </a:lnTo>
                  <a:lnTo>
                    <a:pt x="764" y="16"/>
                  </a:lnTo>
                  <a:lnTo>
                    <a:pt x="764" y="16"/>
                  </a:lnTo>
                  <a:lnTo>
                    <a:pt x="762" y="14"/>
                  </a:lnTo>
                  <a:lnTo>
                    <a:pt x="764" y="13"/>
                  </a:lnTo>
                  <a:lnTo>
                    <a:pt x="764" y="13"/>
                  </a:lnTo>
                  <a:lnTo>
                    <a:pt x="762" y="13"/>
                  </a:lnTo>
                  <a:lnTo>
                    <a:pt x="762" y="13"/>
                  </a:lnTo>
                  <a:lnTo>
                    <a:pt x="756" y="16"/>
                  </a:lnTo>
                  <a:lnTo>
                    <a:pt x="753" y="18"/>
                  </a:lnTo>
                  <a:lnTo>
                    <a:pt x="755" y="20"/>
                  </a:lnTo>
                  <a:lnTo>
                    <a:pt x="756" y="20"/>
                  </a:lnTo>
                  <a:lnTo>
                    <a:pt x="756" y="25"/>
                  </a:lnTo>
                  <a:lnTo>
                    <a:pt x="756" y="25"/>
                  </a:lnTo>
                  <a:lnTo>
                    <a:pt x="762" y="25"/>
                  </a:lnTo>
                  <a:lnTo>
                    <a:pt x="766" y="25"/>
                  </a:lnTo>
                  <a:lnTo>
                    <a:pt x="766" y="25"/>
                  </a:lnTo>
                  <a:lnTo>
                    <a:pt x="769" y="31"/>
                  </a:lnTo>
                  <a:lnTo>
                    <a:pt x="769" y="31"/>
                  </a:lnTo>
                  <a:lnTo>
                    <a:pt x="762" y="29"/>
                  </a:lnTo>
                  <a:lnTo>
                    <a:pt x="758" y="29"/>
                  </a:lnTo>
                  <a:lnTo>
                    <a:pt x="755" y="27"/>
                  </a:lnTo>
                  <a:lnTo>
                    <a:pt x="755" y="24"/>
                  </a:lnTo>
                  <a:lnTo>
                    <a:pt x="755" y="24"/>
                  </a:lnTo>
                  <a:lnTo>
                    <a:pt x="745" y="24"/>
                  </a:lnTo>
                  <a:lnTo>
                    <a:pt x="731" y="25"/>
                  </a:lnTo>
                  <a:lnTo>
                    <a:pt x="731" y="25"/>
                  </a:lnTo>
                  <a:lnTo>
                    <a:pt x="733" y="22"/>
                  </a:lnTo>
                  <a:lnTo>
                    <a:pt x="731" y="20"/>
                  </a:lnTo>
                  <a:lnTo>
                    <a:pt x="729" y="20"/>
                  </a:lnTo>
                  <a:lnTo>
                    <a:pt x="724" y="33"/>
                  </a:lnTo>
                  <a:lnTo>
                    <a:pt x="724" y="33"/>
                  </a:lnTo>
                  <a:lnTo>
                    <a:pt x="720" y="33"/>
                  </a:lnTo>
                  <a:lnTo>
                    <a:pt x="715" y="33"/>
                  </a:lnTo>
                  <a:lnTo>
                    <a:pt x="715" y="33"/>
                  </a:lnTo>
                  <a:lnTo>
                    <a:pt x="716" y="33"/>
                  </a:lnTo>
                  <a:lnTo>
                    <a:pt x="716" y="31"/>
                  </a:lnTo>
                  <a:lnTo>
                    <a:pt x="713" y="29"/>
                  </a:lnTo>
                  <a:lnTo>
                    <a:pt x="707" y="27"/>
                  </a:lnTo>
                  <a:lnTo>
                    <a:pt x="707" y="27"/>
                  </a:lnTo>
                  <a:lnTo>
                    <a:pt x="707" y="34"/>
                  </a:lnTo>
                  <a:lnTo>
                    <a:pt x="707" y="34"/>
                  </a:lnTo>
                  <a:lnTo>
                    <a:pt x="680" y="27"/>
                  </a:lnTo>
                  <a:lnTo>
                    <a:pt x="680" y="27"/>
                  </a:lnTo>
                  <a:lnTo>
                    <a:pt x="684" y="45"/>
                  </a:lnTo>
                  <a:lnTo>
                    <a:pt x="684" y="45"/>
                  </a:lnTo>
                  <a:lnTo>
                    <a:pt x="680" y="44"/>
                  </a:lnTo>
                  <a:lnTo>
                    <a:pt x="676" y="42"/>
                  </a:lnTo>
                  <a:lnTo>
                    <a:pt x="676" y="42"/>
                  </a:lnTo>
                  <a:lnTo>
                    <a:pt x="676" y="49"/>
                  </a:lnTo>
                  <a:lnTo>
                    <a:pt x="676" y="49"/>
                  </a:lnTo>
                  <a:lnTo>
                    <a:pt x="669" y="42"/>
                  </a:lnTo>
                  <a:lnTo>
                    <a:pt x="663" y="34"/>
                  </a:lnTo>
                  <a:lnTo>
                    <a:pt x="663" y="34"/>
                  </a:lnTo>
                  <a:lnTo>
                    <a:pt x="658" y="34"/>
                  </a:lnTo>
                  <a:lnTo>
                    <a:pt x="654" y="33"/>
                  </a:lnTo>
                  <a:lnTo>
                    <a:pt x="643" y="33"/>
                  </a:lnTo>
                  <a:lnTo>
                    <a:pt x="643" y="33"/>
                  </a:lnTo>
                  <a:lnTo>
                    <a:pt x="640" y="31"/>
                  </a:lnTo>
                  <a:lnTo>
                    <a:pt x="636" y="27"/>
                  </a:lnTo>
                  <a:lnTo>
                    <a:pt x="629" y="24"/>
                  </a:lnTo>
                  <a:lnTo>
                    <a:pt x="629" y="24"/>
                  </a:lnTo>
                  <a:lnTo>
                    <a:pt x="623" y="24"/>
                  </a:lnTo>
                  <a:lnTo>
                    <a:pt x="616" y="24"/>
                  </a:lnTo>
                  <a:lnTo>
                    <a:pt x="616" y="27"/>
                  </a:lnTo>
                  <a:lnTo>
                    <a:pt x="616" y="27"/>
                  </a:lnTo>
                  <a:lnTo>
                    <a:pt x="620" y="27"/>
                  </a:lnTo>
                  <a:lnTo>
                    <a:pt x="620" y="31"/>
                  </a:lnTo>
                  <a:lnTo>
                    <a:pt x="622" y="34"/>
                  </a:lnTo>
                  <a:lnTo>
                    <a:pt x="594" y="34"/>
                  </a:lnTo>
                  <a:lnTo>
                    <a:pt x="594" y="34"/>
                  </a:lnTo>
                  <a:lnTo>
                    <a:pt x="596" y="40"/>
                  </a:lnTo>
                  <a:lnTo>
                    <a:pt x="598" y="45"/>
                  </a:lnTo>
                  <a:lnTo>
                    <a:pt x="598" y="45"/>
                  </a:lnTo>
                  <a:lnTo>
                    <a:pt x="600" y="45"/>
                  </a:lnTo>
                  <a:lnTo>
                    <a:pt x="602" y="44"/>
                  </a:lnTo>
                  <a:lnTo>
                    <a:pt x="603" y="44"/>
                  </a:lnTo>
                  <a:lnTo>
                    <a:pt x="605" y="42"/>
                  </a:lnTo>
                  <a:lnTo>
                    <a:pt x="609" y="47"/>
                  </a:lnTo>
                  <a:lnTo>
                    <a:pt x="609" y="47"/>
                  </a:lnTo>
                  <a:lnTo>
                    <a:pt x="616" y="47"/>
                  </a:lnTo>
                  <a:lnTo>
                    <a:pt x="623" y="47"/>
                  </a:lnTo>
                  <a:lnTo>
                    <a:pt x="638" y="45"/>
                  </a:lnTo>
                  <a:lnTo>
                    <a:pt x="638" y="45"/>
                  </a:lnTo>
                  <a:lnTo>
                    <a:pt x="631" y="60"/>
                  </a:lnTo>
                  <a:lnTo>
                    <a:pt x="629" y="49"/>
                  </a:lnTo>
                  <a:lnTo>
                    <a:pt x="629" y="49"/>
                  </a:lnTo>
                  <a:lnTo>
                    <a:pt x="622" y="53"/>
                  </a:lnTo>
                  <a:lnTo>
                    <a:pt x="616" y="55"/>
                  </a:lnTo>
                  <a:lnTo>
                    <a:pt x="616" y="55"/>
                  </a:lnTo>
                  <a:lnTo>
                    <a:pt x="611" y="51"/>
                  </a:lnTo>
                  <a:lnTo>
                    <a:pt x="605" y="49"/>
                  </a:lnTo>
                  <a:lnTo>
                    <a:pt x="602" y="47"/>
                  </a:lnTo>
                  <a:lnTo>
                    <a:pt x="602" y="47"/>
                  </a:lnTo>
                  <a:lnTo>
                    <a:pt x="600" y="49"/>
                  </a:lnTo>
                  <a:lnTo>
                    <a:pt x="602" y="51"/>
                  </a:lnTo>
                  <a:lnTo>
                    <a:pt x="602" y="55"/>
                  </a:lnTo>
                  <a:lnTo>
                    <a:pt x="600" y="56"/>
                  </a:lnTo>
                  <a:lnTo>
                    <a:pt x="600" y="56"/>
                  </a:lnTo>
                  <a:lnTo>
                    <a:pt x="594" y="51"/>
                  </a:lnTo>
                  <a:lnTo>
                    <a:pt x="589" y="45"/>
                  </a:lnTo>
                  <a:lnTo>
                    <a:pt x="587" y="44"/>
                  </a:lnTo>
                  <a:lnTo>
                    <a:pt x="583" y="44"/>
                  </a:lnTo>
                  <a:lnTo>
                    <a:pt x="578" y="44"/>
                  </a:lnTo>
                  <a:lnTo>
                    <a:pt x="572" y="45"/>
                  </a:lnTo>
                  <a:lnTo>
                    <a:pt x="572" y="45"/>
                  </a:lnTo>
                  <a:lnTo>
                    <a:pt x="571" y="47"/>
                  </a:lnTo>
                  <a:lnTo>
                    <a:pt x="567" y="53"/>
                  </a:lnTo>
                  <a:lnTo>
                    <a:pt x="563" y="56"/>
                  </a:lnTo>
                  <a:lnTo>
                    <a:pt x="561" y="60"/>
                  </a:lnTo>
                  <a:lnTo>
                    <a:pt x="561" y="60"/>
                  </a:lnTo>
                  <a:lnTo>
                    <a:pt x="551" y="56"/>
                  </a:lnTo>
                  <a:lnTo>
                    <a:pt x="543" y="55"/>
                  </a:lnTo>
                  <a:lnTo>
                    <a:pt x="534" y="55"/>
                  </a:lnTo>
                  <a:lnTo>
                    <a:pt x="534" y="55"/>
                  </a:lnTo>
                  <a:lnTo>
                    <a:pt x="527" y="56"/>
                  </a:lnTo>
                  <a:lnTo>
                    <a:pt x="527" y="62"/>
                  </a:lnTo>
                  <a:lnTo>
                    <a:pt x="527" y="62"/>
                  </a:lnTo>
                  <a:lnTo>
                    <a:pt x="549" y="60"/>
                  </a:lnTo>
                  <a:lnTo>
                    <a:pt x="549" y="60"/>
                  </a:lnTo>
                  <a:lnTo>
                    <a:pt x="534" y="65"/>
                  </a:lnTo>
                  <a:lnTo>
                    <a:pt x="534" y="65"/>
                  </a:lnTo>
                  <a:lnTo>
                    <a:pt x="540" y="67"/>
                  </a:lnTo>
                  <a:lnTo>
                    <a:pt x="571" y="64"/>
                  </a:lnTo>
                  <a:lnTo>
                    <a:pt x="571" y="64"/>
                  </a:lnTo>
                  <a:lnTo>
                    <a:pt x="556" y="69"/>
                  </a:lnTo>
                  <a:lnTo>
                    <a:pt x="538" y="73"/>
                  </a:lnTo>
                  <a:lnTo>
                    <a:pt x="536" y="80"/>
                  </a:lnTo>
                  <a:lnTo>
                    <a:pt x="536" y="80"/>
                  </a:lnTo>
                  <a:lnTo>
                    <a:pt x="558" y="73"/>
                  </a:lnTo>
                  <a:lnTo>
                    <a:pt x="580" y="69"/>
                  </a:lnTo>
                  <a:lnTo>
                    <a:pt x="576" y="75"/>
                  </a:lnTo>
                  <a:lnTo>
                    <a:pt x="576" y="75"/>
                  </a:lnTo>
                  <a:lnTo>
                    <a:pt x="569" y="75"/>
                  </a:lnTo>
                  <a:lnTo>
                    <a:pt x="563" y="75"/>
                  </a:lnTo>
                  <a:lnTo>
                    <a:pt x="558" y="76"/>
                  </a:lnTo>
                  <a:lnTo>
                    <a:pt x="554" y="76"/>
                  </a:lnTo>
                  <a:lnTo>
                    <a:pt x="554" y="76"/>
                  </a:lnTo>
                  <a:lnTo>
                    <a:pt x="547" y="82"/>
                  </a:lnTo>
                  <a:lnTo>
                    <a:pt x="543" y="87"/>
                  </a:lnTo>
                  <a:lnTo>
                    <a:pt x="543" y="87"/>
                  </a:lnTo>
                  <a:lnTo>
                    <a:pt x="567" y="85"/>
                  </a:lnTo>
                  <a:lnTo>
                    <a:pt x="592" y="84"/>
                  </a:lnTo>
                  <a:lnTo>
                    <a:pt x="592" y="84"/>
                  </a:lnTo>
                  <a:lnTo>
                    <a:pt x="594" y="85"/>
                  </a:lnTo>
                  <a:lnTo>
                    <a:pt x="596" y="87"/>
                  </a:lnTo>
                  <a:lnTo>
                    <a:pt x="598" y="89"/>
                  </a:lnTo>
                  <a:lnTo>
                    <a:pt x="602" y="89"/>
                  </a:lnTo>
                  <a:lnTo>
                    <a:pt x="602" y="89"/>
                  </a:lnTo>
                  <a:lnTo>
                    <a:pt x="607" y="85"/>
                  </a:lnTo>
                  <a:lnTo>
                    <a:pt x="609" y="82"/>
                  </a:lnTo>
                  <a:lnTo>
                    <a:pt x="612" y="82"/>
                  </a:lnTo>
                  <a:lnTo>
                    <a:pt x="612" y="82"/>
                  </a:lnTo>
                  <a:lnTo>
                    <a:pt x="612" y="91"/>
                  </a:lnTo>
                  <a:lnTo>
                    <a:pt x="612" y="91"/>
                  </a:lnTo>
                  <a:lnTo>
                    <a:pt x="634" y="95"/>
                  </a:lnTo>
                  <a:lnTo>
                    <a:pt x="636" y="95"/>
                  </a:lnTo>
                  <a:lnTo>
                    <a:pt x="638" y="87"/>
                  </a:lnTo>
                  <a:lnTo>
                    <a:pt x="643" y="87"/>
                  </a:lnTo>
                  <a:lnTo>
                    <a:pt x="643" y="87"/>
                  </a:lnTo>
                  <a:lnTo>
                    <a:pt x="643" y="82"/>
                  </a:lnTo>
                  <a:lnTo>
                    <a:pt x="643" y="82"/>
                  </a:lnTo>
                  <a:lnTo>
                    <a:pt x="643" y="80"/>
                  </a:lnTo>
                  <a:lnTo>
                    <a:pt x="643" y="80"/>
                  </a:lnTo>
                  <a:lnTo>
                    <a:pt x="647" y="82"/>
                  </a:lnTo>
                  <a:lnTo>
                    <a:pt x="649" y="84"/>
                  </a:lnTo>
                  <a:lnTo>
                    <a:pt x="649" y="87"/>
                  </a:lnTo>
                  <a:lnTo>
                    <a:pt x="649" y="87"/>
                  </a:lnTo>
                  <a:lnTo>
                    <a:pt x="656" y="87"/>
                  </a:lnTo>
                  <a:lnTo>
                    <a:pt x="665" y="85"/>
                  </a:lnTo>
                  <a:lnTo>
                    <a:pt x="678" y="82"/>
                  </a:lnTo>
                  <a:lnTo>
                    <a:pt x="678" y="82"/>
                  </a:lnTo>
                  <a:lnTo>
                    <a:pt x="702" y="80"/>
                  </a:lnTo>
                  <a:lnTo>
                    <a:pt x="724" y="80"/>
                  </a:lnTo>
                  <a:lnTo>
                    <a:pt x="724" y="80"/>
                  </a:lnTo>
                  <a:lnTo>
                    <a:pt x="744" y="75"/>
                  </a:lnTo>
                  <a:lnTo>
                    <a:pt x="764" y="69"/>
                  </a:lnTo>
                  <a:lnTo>
                    <a:pt x="764" y="69"/>
                  </a:lnTo>
                  <a:lnTo>
                    <a:pt x="760" y="71"/>
                  </a:lnTo>
                  <a:lnTo>
                    <a:pt x="755" y="73"/>
                  </a:lnTo>
                  <a:lnTo>
                    <a:pt x="755" y="76"/>
                  </a:lnTo>
                  <a:lnTo>
                    <a:pt x="755" y="76"/>
                  </a:lnTo>
                  <a:lnTo>
                    <a:pt x="762" y="76"/>
                  </a:lnTo>
                  <a:lnTo>
                    <a:pt x="771" y="76"/>
                  </a:lnTo>
                  <a:lnTo>
                    <a:pt x="771" y="76"/>
                  </a:lnTo>
                  <a:lnTo>
                    <a:pt x="753" y="80"/>
                  </a:lnTo>
                  <a:lnTo>
                    <a:pt x="731" y="84"/>
                  </a:lnTo>
                  <a:lnTo>
                    <a:pt x="731" y="84"/>
                  </a:lnTo>
                  <a:lnTo>
                    <a:pt x="729" y="89"/>
                  </a:lnTo>
                  <a:lnTo>
                    <a:pt x="729" y="89"/>
                  </a:lnTo>
                  <a:lnTo>
                    <a:pt x="738" y="89"/>
                  </a:lnTo>
                  <a:lnTo>
                    <a:pt x="747" y="89"/>
                  </a:lnTo>
                  <a:lnTo>
                    <a:pt x="747" y="89"/>
                  </a:lnTo>
                  <a:lnTo>
                    <a:pt x="756" y="87"/>
                  </a:lnTo>
                  <a:lnTo>
                    <a:pt x="756" y="87"/>
                  </a:lnTo>
                  <a:lnTo>
                    <a:pt x="751" y="91"/>
                  </a:lnTo>
                  <a:lnTo>
                    <a:pt x="747" y="95"/>
                  </a:lnTo>
                  <a:lnTo>
                    <a:pt x="747" y="95"/>
                  </a:lnTo>
                  <a:lnTo>
                    <a:pt x="736" y="95"/>
                  </a:lnTo>
                  <a:lnTo>
                    <a:pt x="727" y="95"/>
                  </a:lnTo>
                  <a:lnTo>
                    <a:pt x="718" y="95"/>
                  </a:lnTo>
                  <a:lnTo>
                    <a:pt x="713" y="95"/>
                  </a:lnTo>
                  <a:lnTo>
                    <a:pt x="713" y="95"/>
                  </a:lnTo>
                  <a:close/>
                  <a:moveTo>
                    <a:pt x="991" y="539"/>
                  </a:moveTo>
                  <a:lnTo>
                    <a:pt x="991" y="539"/>
                  </a:lnTo>
                  <a:lnTo>
                    <a:pt x="999" y="539"/>
                  </a:lnTo>
                  <a:lnTo>
                    <a:pt x="999" y="539"/>
                  </a:lnTo>
                  <a:lnTo>
                    <a:pt x="997" y="535"/>
                  </a:lnTo>
                  <a:lnTo>
                    <a:pt x="995" y="534"/>
                  </a:lnTo>
                  <a:lnTo>
                    <a:pt x="995" y="532"/>
                  </a:lnTo>
                  <a:lnTo>
                    <a:pt x="995" y="532"/>
                  </a:lnTo>
                  <a:lnTo>
                    <a:pt x="999" y="532"/>
                  </a:lnTo>
                  <a:lnTo>
                    <a:pt x="1001" y="534"/>
                  </a:lnTo>
                  <a:lnTo>
                    <a:pt x="1004" y="535"/>
                  </a:lnTo>
                  <a:lnTo>
                    <a:pt x="1008" y="537"/>
                  </a:lnTo>
                  <a:lnTo>
                    <a:pt x="1008" y="537"/>
                  </a:lnTo>
                  <a:lnTo>
                    <a:pt x="1010" y="528"/>
                  </a:lnTo>
                  <a:lnTo>
                    <a:pt x="1013" y="519"/>
                  </a:lnTo>
                  <a:lnTo>
                    <a:pt x="1013" y="519"/>
                  </a:lnTo>
                  <a:lnTo>
                    <a:pt x="1002" y="512"/>
                  </a:lnTo>
                  <a:lnTo>
                    <a:pt x="1002" y="512"/>
                  </a:lnTo>
                  <a:lnTo>
                    <a:pt x="1008" y="512"/>
                  </a:lnTo>
                  <a:lnTo>
                    <a:pt x="1006" y="510"/>
                  </a:lnTo>
                  <a:lnTo>
                    <a:pt x="1001" y="510"/>
                  </a:lnTo>
                  <a:lnTo>
                    <a:pt x="1001" y="510"/>
                  </a:lnTo>
                  <a:lnTo>
                    <a:pt x="1001" y="506"/>
                  </a:lnTo>
                  <a:lnTo>
                    <a:pt x="999" y="508"/>
                  </a:lnTo>
                  <a:lnTo>
                    <a:pt x="997" y="512"/>
                  </a:lnTo>
                  <a:lnTo>
                    <a:pt x="997" y="514"/>
                  </a:lnTo>
                  <a:lnTo>
                    <a:pt x="999" y="514"/>
                  </a:lnTo>
                  <a:lnTo>
                    <a:pt x="999" y="514"/>
                  </a:lnTo>
                  <a:lnTo>
                    <a:pt x="995" y="515"/>
                  </a:lnTo>
                  <a:lnTo>
                    <a:pt x="991" y="514"/>
                  </a:lnTo>
                  <a:lnTo>
                    <a:pt x="990" y="514"/>
                  </a:lnTo>
                  <a:lnTo>
                    <a:pt x="986" y="514"/>
                  </a:lnTo>
                  <a:lnTo>
                    <a:pt x="986" y="514"/>
                  </a:lnTo>
                  <a:lnTo>
                    <a:pt x="986" y="517"/>
                  </a:lnTo>
                  <a:lnTo>
                    <a:pt x="984" y="519"/>
                  </a:lnTo>
                  <a:lnTo>
                    <a:pt x="981" y="521"/>
                  </a:lnTo>
                  <a:lnTo>
                    <a:pt x="981" y="521"/>
                  </a:lnTo>
                  <a:lnTo>
                    <a:pt x="986" y="510"/>
                  </a:lnTo>
                  <a:lnTo>
                    <a:pt x="986" y="510"/>
                  </a:lnTo>
                  <a:lnTo>
                    <a:pt x="979" y="510"/>
                  </a:lnTo>
                  <a:lnTo>
                    <a:pt x="979" y="510"/>
                  </a:lnTo>
                  <a:lnTo>
                    <a:pt x="979" y="517"/>
                  </a:lnTo>
                  <a:lnTo>
                    <a:pt x="979" y="517"/>
                  </a:lnTo>
                  <a:lnTo>
                    <a:pt x="977" y="517"/>
                  </a:lnTo>
                  <a:lnTo>
                    <a:pt x="975" y="515"/>
                  </a:lnTo>
                  <a:lnTo>
                    <a:pt x="973" y="512"/>
                  </a:lnTo>
                  <a:lnTo>
                    <a:pt x="973" y="512"/>
                  </a:lnTo>
                  <a:lnTo>
                    <a:pt x="968" y="512"/>
                  </a:lnTo>
                  <a:lnTo>
                    <a:pt x="959" y="512"/>
                  </a:lnTo>
                  <a:lnTo>
                    <a:pt x="959" y="512"/>
                  </a:lnTo>
                  <a:lnTo>
                    <a:pt x="962" y="508"/>
                  </a:lnTo>
                  <a:lnTo>
                    <a:pt x="962" y="504"/>
                  </a:lnTo>
                  <a:lnTo>
                    <a:pt x="962" y="503"/>
                  </a:lnTo>
                  <a:lnTo>
                    <a:pt x="962" y="497"/>
                  </a:lnTo>
                  <a:lnTo>
                    <a:pt x="962" y="497"/>
                  </a:lnTo>
                  <a:lnTo>
                    <a:pt x="959" y="497"/>
                  </a:lnTo>
                  <a:lnTo>
                    <a:pt x="957" y="497"/>
                  </a:lnTo>
                  <a:lnTo>
                    <a:pt x="955" y="495"/>
                  </a:lnTo>
                  <a:lnTo>
                    <a:pt x="955" y="495"/>
                  </a:lnTo>
                  <a:lnTo>
                    <a:pt x="955" y="503"/>
                  </a:lnTo>
                  <a:lnTo>
                    <a:pt x="950" y="503"/>
                  </a:lnTo>
                  <a:lnTo>
                    <a:pt x="950" y="503"/>
                  </a:lnTo>
                  <a:lnTo>
                    <a:pt x="951" y="490"/>
                  </a:lnTo>
                  <a:lnTo>
                    <a:pt x="951" y="490"/>
                  </a:lnTo>
                  <a:lnTo>
                    <a:pt x="948" y="490"/>
                  </a:lnTo>
                  <a:lnTo>
                    <a:pt x="944" y="490"/>
                  </a:lnTo>
                  <a:lnTo>
                    <a:pt x="944" y="490"/>
                  </a:lnTo>
                  <a:lnTo>
                    <a:pt x="944" y="497"/>
                  </a:lnTo>
                  <a:lnTo>
                    <a:pt x="944" y="497"/>
                  </a:lnTo>
                  <a:lnTo>
                    <a:pt x="942" y="497"/>
                  </a:lnTo>
                  <a:lnTo>
                    <a:pt x="940" y="495"/>
                  </a:lnTo>
                  <a:lnTo>
                    <a:pt x="942" y="495"/>
                  </a:lnTo>
                  <a:lnTo>
                    <a:pt x="942" y="495"/>
                  </a:lnTo>
                  <a:lnTo>
                    <a:pt x="940" y="495"/>
                  </a:lnTo>
                  <a:lnTo>
                    <a:pt x="940" y="494"/>
                  </a:lnTo>
                  <a:lnTo>
                    <a:pt x="939" y="492"/>
                  </a:lnTo>
                  <a:lnTo>
                    <a:pt x="937" y="492"/>
                  </a:lnTo>
                  <a:lnTo>
                    <a:pt x="937" y="497"/>
                  </a:lnTo>
                  <a:lnTo>
                    <a:pt x="937" y="497"/>
                  </a:lnTo>
                  <a:lnTo>
                    <a:pt x="931" y="499"/>
                  </a:lnTo>
                  <a:lnTo>
                    <a:pt x="924" y="503"/>
                  </a:lnTo>
                  <a:lnTo>
                    <a:pt x="924" y="503"/>
                  </a:lnTo>
                  <a:lnTo>
                    <a:pt x="928" y="490"/>
                  </a:lnTo>
                  <a:lnTo>
                    <a:pt x="928" y="490"/>
                  </a:lnTo>
                  <a:lnTo>
                    <a:pt x="924" y="490"/>
                  </a:lnTo>
                  <a:lnTo>
                    <a:pt x="920" y="490"/>
                  </a:lnTo>
                  <a:lnTo>
                    <a:pt x="920" y="490"/>
                  </a:lnTo>
                  <a:lnTo>
                    <a:pt x="919" y="484"/>
                  </a:lnTo>
                  <a:lnTo>
                    <a:pt x="917" y="481"/>
                  </a:lnTo>
                  <a:lnTo>
                    <a:pt x="917" y="481"/>
                  </a:lnTo>
                  <a:lnTo>
                    <a:pt x="913" y="479"/>
                  </a:lnTo>
                  <a:lnTo>
                    <a:pt x="909" y="477"/>
                  </a:lnTo>
                  <a:lnTo>
                    <a:pt x="902" y="477"/>
                  </a:lnTo>
                  <a:lnTo>
                    <a:pt x="895" y="475"/>
                  </a:lnTo>
                  <a:lnTo>
                    <a:pt x="895" y="475"/>
                  </a:lnTo>
                  <a:lnTo>
                    <a:pt x="891" y="468"/>
                  </a:lnTo>
                  <a:lnTo>
                    <a:pt x="891" y="468"/>
                  </a:lnTo>
                  <a:lnTo>
                    <a:pt x="902" y="466"/>
                  </a:lnTo>
                  <a:lnTo>
                    <a:pt x="902" y="466"/>
                  </a:lnTo>
                  <a:lnTo>
                    <a:pt x="902" y="463"/>
                  </a:lnTo>
                  <a:lnTo>
                    <a:pt x="904" y="461"/>
                  </a:lnTo>
                  <a:lnTo>
                    <a:pt x="906" y="459"/>
                  </a:lnTo>
                  <a:lnTo>
                    <a:pt x="906" y="459"/>
                  </a:lnTo>
                  <a:lnTo>
                    <a:pt x="899" y="452"/>
                  </a:lnTo>
                  <a:lnTo>
                    <a:pt x="899" y="450"/>
                  </a:lnTo>
                  <a:lnTo>
                    <a:pt x="900" y="450"/>
                  </a:lnTo>
                  <a:lnTo>
                    <a:pt x="917" y="452"/>
                  </a:lnTo>
                  <a:lnTo>
                    <a:pt x="917" y="452"/>
                  </a:lnTo>
                  <a:lnTo>
                    <a:pt x="911" y="446"/>
                  </a:lnTo>
                  <a:lnTo>
                    <a:pt x="908" y="443"/>
                  </a:lnTo>
                  <a:lnTo>
                    <a:pt x="902" y="441"/>
                  </a:lnTo>
                  <a:lnTo>
                    <a:pt x="902" y="441"/>
                  </a:lnTo>
                  <a:lnTo>
                    <a:pt x="900" y="441"/>
                  </a:lnTo>
                  <a:lnTo>
                    <a:pt x="899" y="443"/>
                  </a:lnTo>
                  <a:lnTo>
                    <a:pt x="897" y="444"/>
                  </a:lnTo>
                  <a:lnTo>
                    <a:pt x="895" y="444"/>
                  </a:lnTo>
                  <a:lnTo>
                    <a:pt x="895" y="444"/>
                  </a:lnTo>
                  <a:lnTo>
                    <a:pt x="891" y="437"/>
                  </a:lnTo>
                  <a:lnTo>
                    <a:pt x="891" y="437"/>
                  </a:lnTo>
                  <a:lnTo>
                    <a:pt x="897" y="435"/>
                  </a:lnTo>
                  <a:lnTo>
                    <a:pt x="900" y="433"/>
                  </a:lnTo>
                  <a:lnTo>
                    <a:pt x="900" y="433"/>
                  </a:lnTo>
                  <a:lnTo>
                    <a:pt x="904" y="432"/>
                  </a:lnTo>
                  <a:lnTo>
                    <a:pt x="908" y="432"/>
                  </a:lnTo>
                  <a:lnTo>
                    <a:pt x="908" y="432"/>
                  </a:lnTo>
                  <a:lnTo>
                    <a:pt x="908" y="424"/>
                  </a:lnTo>
                  <a:lnTo>
                    <a:pt x="908" y="421"/>
                  </a:lnTo>
                  <a:lnTo>
                    <a:pt x="908" y="421"/>
                  </a:lnTo>
                  <a:lnTo>
                    <a:pt x="906" y="421"/>
                  </a:lnTo>
                  <a:lnTo>
                    <a:pt x="906" y="417"/>
                  </a:lnTo>
                  <a:lnTo>
                    <a:pt x="906" y="417"/>
                  </a:lnTo>
                  <a:lnTo>
                    <a:pt x="902" y="417"/>
                  </a:lnTo>
                  <a:lnTo>
                    <a:pt x="900" y="417"/>
                  </a:lnTo>
                  <a:lnTo>
                    <a:pt x="899" y="413"/>
                  </a:lnTo>
                  <a:lnTo>
                    <a:pt x="899" y="413"/>
                  </a:lnTo>
                  <a:lnTo>
                    <a:pt x="897" y="419"/>
                  </a:lnTo>
                  <a:lnTo>
                    <a:pt x="895" y="424"/>
                  </a:lnTo>
                  <a:lnTo>
                    <a:pt x="895" y="424"/>
                  </a:lnTo>
                  <a:lnTo>
                    <a:pt x="891" y="424"/>
                  </a:lnTo>
                  <a:lnTo>
                    <a:pt x="889" y="426"/>
                  </a:lnTo>
                  <a:lnTo>
                    <a:pt x="888" y="426"/>
                  </a:lnTo>
                  <a:lnTo>
                    <a:pt x="888" y="426"/>
                  </a:lnTo>
                  <a:lnTo>
                    <a:pt x="888" y="419"/>
                  </a:lnTo>
                  <a:lnTo>
                    <a:pt x="888" y="419"/>
                  </a:lnTo>
                  <a:lnTo>
                    <a:pt x="884" y="421"/>
                  </a:lnTo>
                  <a:lnTo>
                    <a:pt x="884" y="417"/>
                  </a:lnTo>
                  <a:lnTo>
                    <a:pt x="888" y="412"/>
                  </a:lnTo>
                  <a:lnTo>
                    <a:pt x="888" y="412"/>
                  </a:lnTo>
                  <a:lnTo>
                    <a:pt x="891" y="412"/>
                  </a:lnTo>
                  <a:lnTo>
                    <a:pt x="891" y="413"/>
                  </a:lnTo>
                  <a:lnTo>
                    <a:pt x="891" y="415"/>
                  </a:lnTo>
                  <a:lnTo>
                    <a:pt x="893" y="413"/>
                  </a:lnTo>
                  <a:lnTo>
                    <a:pt x="893" y="410"/>
                  </a:lnTo>
                  <a:lnTo>
                    <a:pt x="893" y="410"/>
                  </a:lnTo>
                  <a:lnTo>
                    <a:pt x="889" y="410"/>
                  </a:lnTo>
                  <a:lnTo>
                    <a:pt x="886" y="410"/>
                  </a:lnTo>
                  <a:lnTo>
                    <a:pt x="886" y="410"/>
                  </a:lnTo>
                  <a:lnTo>
                    <a:pt x="884" y="408"/>
                  </a:lnTo>
                  <a:lnTo>
                    <a:pt x="882" y="404"/>
                  </a:lnTo>
                  <a:lnTo>
                    <a:pt x="880" y="402"/>
                  </a:lnTo>
                  <a:lnTo>
                    <a:pt x="877" y="402"/>
                  </a:lnTo>
                  <a:lnTo>
                    <a:pt x="877" y="402"/>
                  </a:lnTo>
                  <a:lnTo>
                    <a:pt x="875" y="402"/>
                  </a:lnTo>
                  <a:lnTo>
                    <a:pt x="873" y="404"/>
                  </a:lnTo>
                  <a:lnTo>
                    <a:pt x="873" y="406"/>
                  </a:lnTo>
                  <a:lnTo>
                    <a:pt x="869" y="406"/>
                  </a:lnTo>
                  <a:lnTo>
                    <a:pt x="869" y="406"/>
                  </a:lnTo>
                  <a:lnTo>
                    <a:pt x="871" y="402"/>
                  </a:lnTo>
                  <a:lnTo>
                    <a:pt x="864" y="399"/>
                  </a:lnTo>
                  <a:lnTo>
                    <a:pt x="862" y="397"/>
                  </a:lnTo>
                  <a:lnTo>
                    <a:pt x="862" y="397"/>
                  </a:lnTo>
                  <a:lnTo>
                    <a:pt x="858" y="397"/>
                  </a:lnTo>
                  <a:lnTo>
                    <a:pt x="857" y="395"/>
                  </a:lnTo>
                  <a:lnTo>
                    <a:pt x="857" y="395"/>
                  </a:lnTo>
                  <a:lnTo>
                    <a:pt x="855" y="392"/>
                  </a:lnTo>
                  <a:lnTo>
                    <a:pt x="855" y="392"/>
                  </a:lnTo>
                  <a:lnTo>
                    <a:pt x="855" y="399"/>
                  </a:lnTo>
                  <a:lnTo>
                    <a:pt x="855" y="399"/>
                  </a:lnTo>
                  <a:lnTo>
                    <a:pt x="849" y="399"/>
                  </a:lnTo>
                  <a:lnTo>
                    <a:pt x="844" y="399"/>
                  </a:lnTo>
                  <a:lnTo>
                    <a:pt x="844" y="399"/>
                  </a:lnTo>
                  <a:lnTo>
                    <a:pt x="848" y="395"/>
                  </a:lnTo>
                  <a:lnTo>
                    <a:pt x="848" y="395"/>
                  </a:lnTo>
                  <a:lnTo>
                    <a:pt x="849" y="395"/>
                  </a:lnTo>
                  <a:lnTo>
                    <a:pt x="851" y="393"/>
                  </a:lnTo>
                  <a:lnTo>
                    <a:pt x="851" y="392"/>
                  </a:lnTo>
                  <a:lnTo>
                    <a:pt x="851" y="390"/>
                  </a:lnTo>
                  <a:lnTo>
                    <a:pt x="851" y="390"/>
                  </a:lnTo>
                  <a:lnTo>
                    <a:pt x="842" y="388"/>
                  </a:lnTo>
                  <a:lnTo>
                    <a:pt x="842" y="388"/>
                  </a:lnTo>
                  <a:lnTo>
                    <a:pt x="844" y="386"/>
                  </a:lnTo>
                  <a:lnTo>
                    <a:pt x="842" y="384"/>
                  </a:lnTo>
                  <a:lnTo>
                    <a:pt x="837" y="382"/>
                  </a:lnTo>
                  <a:lnTo>
                    <a:pt x="831" y="382"/>
                  </a:lnTo>
                  <a:lnTo>
                    <a:pt x="831" y="382"/>
                  </a:lnTo>
                  <a:lnTo>
                    <a:pt x="831" y="388"/>
                  </a:lnTo>
                  <a:lnTo>
                    <a:pt x="829" y="392"/>
                  </a:lnTo>
                  <a:lnTo>
                    <a:pt x="829" y="392"/>
                  </a:lnTo>
                  <a:lnTo>
                    <a:pt x="826" y="392"/>
                  </a:lnTo>
                  <a:lnTo>
                    <a:pt x="822" y="392"/>
                  </a:lnTo>
                  <a:lnTo>
                    <a:pt x="822" y="392"/>
                  </a:lnTo>
                  <a:lnTo>
                    <a:pt x="822" y="382"/>
                  </a:lnTo>
                  <a:lnTo>
                    <a:pt x="820" y="381"/>
                  </a:lnTo>
                  <a:lnTo>
                    <a:pt x="817" y="382"/>
                  </a:lnTo>
                  <a:lnTo>
                    <a:pt x="817" y="382"/>
                  </a:lnTo>
                  <a:lnTo>
                    <a:pt x="809" y="392"/>
                  </a:lnTo>
                  <a:lnTo>
                    <a:pt x="809" y="392"/>
                  </a:lnTo>
                  <a:lnTo>
                    <a:pt x="807" y="382"/>
                  </a:lnTo>
                  <a:lnTo>
                    <a:pt x="807" y="379"/>
                  </a:lnTo>
                  <a:lnTo>
                    <a:pt x="813" y="377"/>
                  </a:lnTo>
                  <a:lnTo>
                    <a:pt x="813" y="377"/>
                  </a:lnTo>
                  <a:lnTo>
                    <a:pt x="813" y="372"/>
                  </a:lnTo>
                  <a:lnTo>
                    <a:pt x="815" y="368"/>
                  </a:lnTo>
                  <a:lnTo>
                    <a:pt x="815" y="368"/>
                  </a:lnTo>
                  <a:lnTo>
                    <a:pt x="802" y="362"/>
                  </a:lnTo>
                  <a:lnTo>
                    <a:pt x="802" y="362"/>
                  </a:lnTo>
                  <a:lnTo>
                    <a:pt x="806" y="361"/>
                  </a:lnTo>
                  <a:lnTo>
                    <a:pt x="807" y="359"/>
                  </a:lnTo>
                  <a:lnTo>
                    <a:pt x="806" y="355"/>
                  </a:lnTo>
                  <a:lnTo>
                    <a:pt x="802" y="353"/>
                  </a:lnTo>
                  <a:lnTo>
                    <a:pt x="802" y="348"/>
                  </a:lnTo>
                  <a:lnTo>
                    <a:pt x="802" y="348"/>
                  </a:lnTo>
                  <a:lnTo>
                    <a:pt x="798" y="348"/>
                  </a:lnTo>
                  <a:lnTo>
                    <a:pt x="796" y="348"/>
                  </a:lnTo>
                  <a:lnTo>
                    <a:pt x="789" y="350"/>
                  </a:lnTo>
                  <a:lnTo>
                    <a:pt x="784" y="351"/>
                  </a:lnTo>
                  <a:lnTo>
                    <a:pt x="778" y="353"/>
                  </a:lnTo>
                  <a:lnTo>
                    <a:pt x="773" y="348"/>
                  </a:lnTo>
                  <a:lnTo>
                    <a:pt x="773" y="348"/>
                  </a:lnTo>
                  <a:lnTo>
                    <a:pt x="755" y="342"/>
                  </a:lnTo>
                  <a:lnTo>
                    <a:pt x="735" y="341"/>
                  </a:lnTo>
                  <a:lnTo>
                    <a:pt x="736" y="335"/>
                  </a:lnTo>
                  <a:lnTo>
                    <a:pt x="736" y="335"/>
                  </a:lnTo>
                  <a:lnTo>
                    <a:pt x="749" y="331"/>
                  </a:lnTo>
                  <a:lnTo>
                    <a:pt x="758" y="330"/>
                  </a:lnTo>
                  <a:lnTo>
                    <a:pt x="758" y="328"/>
                  </a:lnTo>
                  <a:lnTo>
                    <a:pt x="758" y="324"/>
                  </a:lnTo>
                  <a:lnTo>
                    <a:pt x="749" y="311"/>
                  </a:lnTo>
                  <a:lnTo>
                    <a:pt x="749" y="311"/>
                  </a:lnTo>
                  <a:lnTo>
                    <a:pt x="745" y="306"/>
                  </a:lnTo>
                  <a:lnTo>
                    <a:pt x="742" y="304"/>
                  </a:lnTo>
                  <a:lnTo>
                    <a:pt x="740" y="304"/>
                  </a:lnTo>
                  <a:lnTo>
                    <a:pt x="740" y="304"/>
                  </a:lnTo>
                  <a:lnTo>
                    <a:pt x="733" y="308"/>
                  </a:lnTo>
                  <a:lnTo>
                    <a:pt x="727" y="311"/>
                  </a:lnTo>
                  <a:lnTo>
                    <a:pt x="727" y="311"/>
                  </a:lnTo>
                  <a:lnTo>
                    <a:pt x="724" y="311"/>
                  </a:lnTo>
                  <a:lnTo>
                    <a:pt x="722" y="310"/>
                  </a:lnTo>
                  <a:lnTo>
                    <a:pt x="716" y="306"/>
                  </a:lnTo>
                  <a:lnTo>
                    <a:pt x="716" y="306"/>
                  </a:lnTo>
                  <a:lnTo>
                    <a:pt x="709" y="306"/>
                  </a:lnTo>
                  <a:lnTo>
                    <a:pt x="704" y="308"/>
                  </a:lnTo>
                  <a:lnTo>
                    <a:pt x="693" y="313"/>
                  </a:lnTo>
                  <a:lnTo>
                    <a:pt x="693" y="319"/>
                  </a:lnTo>
                  <a:lnTo>
                    <a:pt x="693" y="319"/>
                  </a:lnTo>
                  <a:lnTo>
                    <a:pt x="691" y="317"/>
                  </a:lnTo>
                  <a:lnTo>
                    <a:pt x="691" y="311"/>
                  </a:lnTo>
                  <a:lnTo>
                    <a:pt x="691" y="311"/>
                  </a:lnTo>
                  <a:lnTo>
                    <a:pt x="682" y="310"/>
                  </a:lnTo>
                  <a:lnTo>
                    <a:pt x="674" y="310"/>
                  </a:lnTo>
                  <a:lnTo>
                    <a:pt x="667" y="310"/>
                  </a:lnTo>
                  <a:lnTo>
                    <a:pt x="662" y="311"/>
                  </a:lnTo>
                  <a:lnTo>
                    <a:pt x="651" y="317"/>
                  </a:lnTo>
                  <a:lnTo>
                    <a:pt x="636" y="324"/>
                  </a:lnTo>
                  <a:lnTo>
                    <a:pt x="636" y="324"/>
                  </a:lnTo>
                  <a:lnTo>
                    <a:pt x="640" y="326"/>
                  </a:lnTo>
                  <a:lnTo>
                    <a:pt x="640" y="328"/>
                  </a:lnTo>
                  <a:lnTo>
                    <a:pt x="636" y="328"/>
                  </a:lnTo>
                  <a:lnTo>
                    <a:pt x="636" y="328"/>
                  </a:lnTo>
                  <a:lnTo>
                    <a:pt x="638" y="333"/>
                  </a:lnTo>
                  <a:lnTo>
                    <a:pt x="638" y="333"/>
                  </a:lnTo>
                  <a:lnTo>
                    <a:pt x="634" y="333"/>
                  </a:lnTo>
                  <a:lnTo>
                    <a:pt x="633" y="333"/>
                  </a:lnTo>
                  <a:lnTo>
                    <a:pt x="634" y="331"/>
                  </a:lnTo>
                  <a:lnTo>
                    <a:pt x="634" y="331"/>
                  </a:lnTo>
                  <a:lnTo>
                    <a:pt x="623" y="335"/>
                  </a:lnTo>
                  <a:lnTo>
                    <a:pt x="623" y="335"/>
                  </a:lnTo>
                  <a:lnTo>
                    <a:pt x="625" y="341"/>
                  </a:lnTo>
                  <a:lnTo>
                    <a:pt x="623" y="346"/>
                  </a:lnTo>
                  <a:lnTo>
                    <a:pt x="623" y="346"/>
                  </a:lnTo>
                  <a:lnTo>
                    <a:pt x="627" y="348"/>
                  </a:lnTo>
                  <a:lnTo>
                    <a:pt x="627" y="351"/>
                  </a:lnTo>
                  <a:lnTo>
                    <a:pt x="627" y="351"/>
                  </a:lnTo>
                  <a:lnTo>
                    <a:pt x="634" y="350"/>
                  </a:lnTo>
                  <a:lnTo>
                    <a:pt x="642" y="351"/>
                  </a:lnTo>
                  <a:lnTo>
                    <a:pt x="642" y="351"/>
                  </a:lnTo>
                  <a:lnTo>
                    <a:pt x="642" y="361"/>
                  </a:lnTo>
                  <a:lnTo>
                    <a:pt x="642" y="361"/>
                  </a:lnTo>
                  <a:lnTo>
                    <a:pt x="640" y="359"/>
                  </a:lnTo>
                  <a:lnTo>
                    <a:pt x="638" y="359"/>
                  </a:lnTo>
                  <a:lnTo>
                    <a:pt x="636" y="355"/>
                  </a:lnTo>
                  <a:lnTo>
                    <a:pt x="636" y="355"/>
                  </a:lnTo>
                  <a:lnTo>
                    <a:pt x="631" y="355"/>
                  </a:lnTo>
                  <a:lnTo>
                    <a:pt x="623" y="355"/>
                  </a:lnTo>
                  <a:lnTo>
                    <a:pt x="623" y="355"/>
                  </a:lnTo>
                  <a:lnTo>
                    <a:pt x="625" y="357"/>
                  </a:lnTo>
                  <a:lnTo>
                    <a:pt x="623" y="359"/>
                  </a:lnTo>
                  <a:lnTo>
                    <a:pt x="622" y="361"/>
                  </a:lnTo>
                  <a:lnTo>
                    <a:pt x="622" y="361"/>
                  </a:lnTo>
                  <a:lnTo>
                    <a:pt x="623" y="366"/>
                  </a:lnTo>
                  <a:lnTo>
                    <a:pt x="623" y="366"/>
                  </a:lnTo>
                  <a:lnTo>
                    <a:pt x="627" y="366"/>
                  </a:lnTo>
                  <a:lnTo>
                    <a:pt x="631" y="366"/>
                  </a:lnTo>
                  <a:lnTo>
                    <a:pt x="636" y="368"/>
                  </a:lnTo>
                  <a:lnTo>
                    <a:pt x="636" y="373"/>
                  </a:lnTo>
                  <a:lnTo>
                    <a:pt x="636" y="373"/>
                  </a:lnTo>
                  <a:lnTo>
                    <a:pt x="633" y="373"/>
                  </a:lnTo>
                  <a:lnTo>
                    <a:pt x="633" y="377"/>
                  </a:lnTo>
                  <a:lnTo>
                    <a:pt x="633" y="382"/>
                  </a:lnTo>
                  <a:lnTo>
                    <a:pt x="634" y="386"/>
                  </a:lnTo>
                  <a:lnTo>
                    <a:pt x="634" y="388"/>
                  </a:lnTo>
                  <a:lnTo>
                    <a:pt x="634" y="390"/>
                  </a:lnTo>
                  <a:lnTo>
                    <a:pt x="634" y="390"/>
                  </a:lnTo>
                  <a:lnTo>
                    <a:pt x="633" y="390"/>
                  </a:lnTo>
                  <a:lnTo>
                    <a:pt x="629" y="388"/>
                  </a:lnTo>
                  <a:lnTo>
                    <a:pt x="627" y="384"/>
                  </a:lnTo>
                  <a:lnTo>
                    <a:pt x="627" y="384"/>
                  </a:lnTo>
                  <a:lnTo>
                    <a:pt x="622" y="384"/>
                  </a:lnTo>
                  <a:lnTo>
                    <a:pt x="620" y="386"/>
                  </a:lnTo>
                  <a:lnTo>
                    <a:pt x="612" y="388"/>
                  </a:lnTo>
                  <a:lnTo>
                    <a:pt x="612" y="388"/>
                  </a:lnTo>
                  <a:lnTo>
                    <a:pt x="623" y="381"/>
                  </a:lnTo>
                  <a:lnTo>
                    <a:pt x="623" y="381"/>
                  </a:lnTo>
                  <a:lnTo>
                    <a:pt x="623" y="377"/>
                  </a:lnTo>
                  <a:lnTo>
                    <a:pt x="622" y="373"/>
                  </a:lnTo>
                  <a:lnTo>
                    <a:pt x="622" y="373"/>
                  </a:lnTo>
                  <a:lnTo>
                    <a:pt x="616" y="370"/>
                  </a:lnTo>
                  <a:lnTo>
                    <a:pt x="614" y="370"/>
                  </a:lnTo>
                  <a:lnTo>
                    <a:pt x="612" y="368"/>
                  </a:lnTo>
                  <a:lnTo>
                    <a:pt x="612" y="368"/>
                  </a:lnTo>
                  <a:lnTo>
                    <a:pt x="611" y="357"/>
                  </a:lnTo>
                  <a:lnTo>
                    <a:pt x="611" y="342"/>
                  </a:lnTo>
                  <a:lnTo>
                    <a:pt x="614" y="330"/>
                  </a:lnTo>
                  <a:lnTo>
                    <a:pt x="616" y="324"/>
                  </a:lnTo>
                  <a:lnTo>
                    <a:pt x="620" y="320"/>
                  </a:lnTo>
                  <a:lnTo>
                    <a:pt x="620" y="320"/>
                  </a:lnTo>
                  <a:lnTo>
                    <a:pt x="627" y="319"/>
                  </a:lnTo>
                  <a:lnTo>
                    <a:pt x="634" y="317"/>
                  </a:lnTo>
                  <a:lnTo>
                    <a:pt x="651" y="313"/>
                  </a:lnTo>
                  <a:lnTo>
                    <a:pt x="651" y="310"/>
                  </a:lnTo>
                  <a:lnTo>
                    <a:pt x="651" y="310"/>
                  </a:lnTo>
                  <a:lnTo>
                    <a:pt x="643" y="306"/>
                  </a:lnTo>
                  <a:lnTo>
                    <a:pt x="643" y="306"/>
                  </a:lnTo>
                  <a:lnTo>
                    <a:pt x="625" y="308"/>
                  </a:lnTo>
                  <a:lnTo>
                    <a:pt x="609" y="310"/>
                  </a:lnTo>
                  <a:lnTo>
                    <a:pt x="609" y="310"/>
                  </a:lnTo>
                  <a:lnTo>
                    <a:pt x="591" y="313"/>
                  </a:lnTo>
                  <a:lnTo>
                    <a:pt x="576" y="317"/>
                  </a:lnTo>
                  <a:lnTo>
                    <a:pt x="576" y="317"/>
                  </a:lnTo>
                  <a:lnTo>
                    <a:pt x="576" y="320"/>
                  </a:lnTo>
                  <a:lnTo>
                    <a:pt x="576" y="326"/>
                  </a:lnTo>
                  <a:lnTo>
                    <a:pt x="576" y="326"/>
                  </a:lnTo>
                  <a:lnTo>
                    <a:pt x="571" y="328"/>
                  </a:lnTo>
                  <a:lnTo>
                    <a:pt x="569" y="328"/>
                  </a:lnTo>
                  <a:lnTo>
                    <a:pt x="569" y="328"/>
                  </a:lnTo>
                  <a:lnTo>
                    <a:pt x="567" y="333"/>
                  </a:lnTo>
                  <a:lnTo>
                    <a:pt x="569" y="339"/>
                  </a:lnTo>
                  <a:lnTo>
                    <a:pt x="569" y="339"/>
                  </a:lnTo>
                  <a:lnTo>
                    <a:pt x="565" y="342"/>
                  </a:lnTo>
                  <a:lnTo>
                    <a:pt x="561" y="346"/>
                  </a:lnTo>
                  <a:lnTo>
                    <a:pt x="561" y="346"/>
                  </a:lnTo>
                  <a:lnTo>
                    <a:pt x="556" y="359"/>
                  </a:lnTo>
                  <a:lnTo>
                    <a:pt x="551" y="373"/>
                  </a:lnTo>
                  <a:lnTo>
                    <a:pt x="551" y="373"/>
                  </a:lnTo>
                  <a:lnTo>
                    <a:pt x="556" y="375"/>
                  </a:lnTo>
                  <a:lnTo>
                    <a:pt x="561" y="377"/>
                  </a:lnTo>
                  <a:lnTo>
                    <a:pt x="561" y="377"/>
                  </a:lnTo>
                  <a:lnTo>
                    <a:pt x="560" y="381"/>
                  </a:lnTo>
                  <a:lnTo>
                    <a:pt x="558" y="382"/>
                  </a:lnTo>
                  <a:lnTo>
                    <a:pt x="558" y="382"/>
                  </a:lnTo>
                  <a:lnTo>
                    <a:pt x="572" y="388"/>
                  </a:lnTo>
                  <a:lnTo>
                    <a:pt x="591" y="390"/>
                  </a:lnTo>
                  <a:lnTo>
                    <a:pt x="591" y="395"/>
                  </a:lnTo>
                  <a:lnTo>
                    <a:pt x="591" y="395"/>
                  </a:lnTo>
                  <a:lnTo>
                    <a:pt x="583" y="393"/>
                  </a:lnTo>
                  <a:lnTo>
                    <a:pt x="578" y="392"/>
                  </a:lnTo>
                  <a:lnTo>
                    <a:pt x="578" y="392"/>
                  </a:lnTo>
                  <a:lnTo>
                    <a:pt x="583" y="402"/>
                  </a:lnTo>
                  <a:lnTo>
                    <a:pt x="587" y="406"/>
                  </a:lnTo>
                  <a:lnTo>
                    <a:pt x="594" y="410"/>
                  </a:lnTo>
                  <a:lnTo>
                    <a:pt x="594" y="410"/>
                  </a:lnTo>
                  <a:lnTo>
                    <a:pt x="591" y="410"/>
                  </a:lnTo>
                  <a:lnTo>
                    <a:pt x="591" y="412"/>
                  </a:lnTo>
                  <a:lnTo>
                    <a:pt x="594" y="413"/>
                  </a:lnTo>
                  <a:lnTo>
                    <a:pt x="598" y="413"/>
                  </a:lnTo>
                  <a:lnTo>
                    <a:pt x="598" y="413"/>
                  </a:lnTo>
                  <a:lnTo>
                    <a:pt x="600" y="412"/>
                  </a:lnTo>
                  <a:lnTo>
                    <a:pt x="600" y="406"/>
                  </a:lnTo>
                  <a:lnTo>
                    <a:pt x="605" y="406"/>
                  </a:lnTo>
                  <a:lnTo>
                    <a:pt x="605" y="406"/>
                  </a:lnTo>
                  <a:lnTo>
                    <a:pt x="612" y="415"/>
                  </a:lnTo>
                  <a:lnTo>
                    <a:pt x="620" y="424"/>
                  </a:lnTo>
                  <a:lnTo>
                    <a:pt x="620" y="424"/>
                  </a:lnTo>
                  <a:lnTo>
                    <a:pt x="629" y="424"/>
                  </a:lnTo>
                  <a:lnTo>
                    <a:pt x="629" y="419"/>
                  </a:lnTo>
                  <a:lnTo>
                    <a:pt x="629" y="419"/>
                  </a:lnTo>
                  <a:lnTo>
                    <a:pt x="633" y="419"/>
                  </a:lnTo>
                  <a:lnTo>
                    <a:pt x="634" y="421"/>
                  </a:lnTo>
                  <a:lnTo>
                    <a:pt x="634" y="423"/>
                  </a:lnTo>
                  <a:lnTo>
                    <a:pt x="636" y="424"/>
                  </a:lnTo>
                  <a:lnTo>
                    <a:pt x="636" y="424"/>
                  </a:lnTo>
                  <a:lnTo>
                    <a:pt x="645" y="426"/>
                  </a:lnTo>
                  <a:lnTo>
                    <a:pt x="653" y="424"/>
                  </a:lnTo>
                  <a:lnTo>
                    <a:pt x="662" y="424"/>
                  </a:lnTo>
                  <a:lnTo>
                    <a:pt x="669" y="424"/>
                  </a:lnTo>
                  <a:lnTo>
                    <a:pt x="669" y="424"/>
                  </a:lnTo>
                  <a:lnTo>
                    <a:pt x="671" y="428"/>
                  </a:lnTo>
                  <a:lnTo>
                    <a:pt x="671" y="428"/>
                  </a:lnTo>
                  <a:lnTo>
                    <a:pt x="680" y="430"/>
                  </a:lnTo>
                  <a:lnTo>
                    <a:pt x="687" y="432"/>
                  </a:lnTo>
                  <a:lnTo>
                    <a:pt x="687" y="432"/>
                  </a:lnTo>
                  <a:lnTo>
                    <a:pt x="680" y="421"/>
                  </a:lnTo>
                  <a:lnTo>
                    <a:pt x="680" y="421"/>
                  </a:lnTo>
                  <a:lnTo>
                    <a:pt x="680" y="417"/>
                  </a:lnTo>
                  <a:lnTo>
                    <a:pt x="682" y="417"/>
                  </a:lnTo>
                  <a:lnTo>
                    <a:pt x="687" y="421"/>
                  </a:lnTo>
                  <a:lnTo>
                    <a:pt x="687" y="421"/>
                  </a:lnTo>
                  <a:lnTo>
                    <a:pt x="698" y="428"/>
                  </a:lnTo>
                  <a:lnTo>
                    <a:pt x="707" y="437"/>
                  </a:lnTo>
                  <a:lnTo>
                    <a:pt x="707" y="437"/>
                  </a:lnTo>
                  <a:lnTo>
                    <a:pt x="707" y="433"/>
                  </a:lnTo>
                  <a:lnTo>
                    <a:pt x="707" y="428"/>
                  </a:lnTo>
                  <a:lnTo>
                    <a:pt x="707" y="428"/>
                  </a:lnTo>
                  <a:lnTo>
                    <a:pt x="700" y="421"/>
                  </a:lnTo>
                  <a:lnTo>
                    <a:pt x="700" y="421"/>
                  </a:lnTo>
                  <a:lnTo>
                    <a:pt x="700" y="421"/>
                  </a:lnTo>
                  <a:lnTo>
                    <a:pt x="698" y="419"/>
                  </a:lnTo>
                  <a:lnTo>
                    <a:pt x="694" y="417"/>
                  </a:lnTo>
                  <a:lnTo>
                    <a:pt x="694" y="417"/>
                  </a:lnTo>
                  <a:lnTo>
                    <a:pt x="707" y="417"/>
                  </a:lnTo>
                  <a:lnTo>
                    <a:pt x="713" y="417"/>
                  </a:lnTo>
                  <a:lnTo>
                    <a:pt x="716" y="419"/>
                  </a:lnTo>
                  <a:lnTo>
                    <a:pt x="724" y="426"/>
                  </a:lnTo>
                  <a:lnTo>
                    <a:pt x="724" y="426"/>
                  </a:lnTo>
                  <a:lnTo>
                    <a:pt x="731" y="424"/>
                  </a:lnTo>
                  <a:lnTo>
                    <a:pt x="740" y="424"/>
                  </a:lnTo>
                  <a:lnTo>
                    <a:pt x="740" y="424"/>
                  </a:lnTo>
                  <a:lnTo>
                    <a:pt x="738" y="417"/>
                  </a:lnTo>
                  <a:lnTo>
                    <a:pt x="736" y="412"/>
                  </a:lnTo>
                  <a:lnTo>
                    <a:pt x="736" y="412"/>
                  </a:lnTo>
                  <a:lnTo>
                    <a:pt x="735" y="412"/>
                  </a:lnTo>
                  <a:lnTo>
                    <a:pt x="733" y="412"/>
                  </a:lnTo>
                  <a:lnTo>
                    <a:pt x="735" y="413"/>
                  </a:lnTo>
                  <a:lnTo>
                    <a:pt x="735" y="413"/>
                  </a:lnTo>
                  <a:lnTo>
                    <a:pt x="731" y="415"/>
                  </a:lnTo>
                  <a:lnTo>
                    <a:pt x="731" y="415"/>
                  </a:lnTo>
                  <a:lnTo>
                    <a:pt x="731" y="413"/>
                  </a:lnTo>
                  <a:lnTo>
                    <a:pt x="729" y="412"/>
                  </a:lnTo>
                  <a:lnTo>
                    <a:pt x="729" y="412"/>
                  </a:lnTo>
                  <a:lnTo>
                    <a:pt x="740" y="406"/>
                  </a:lnTo>
                  <a:lnTo>
                    <a:pt x="742" y="412"/>
                  </a:lnTo>
                  <a:lnTo>
                    <a:pt x="744" y="419"/>
                  </a:lnTo>
                  <a:lnTo>
                    <a:pt x="744" y="419"/>
                  </a:lnTo>
                  <a:lnTo>
                    <a:pt x="745" y="419"/>
                  </a:lnTo>
                  <a:lnTo>
                    <a:pt x="747" y="417"/>
                  </a:lnTo>
                  <a:lnTo>
                    <a:pt x="747" y="413"/>
                  </a:lnTo>
                  <a:lnTo>
                    <a:pt x="751" y="413"/>
                  </a:lnTo>
                  <a:lnTo>
                    <a:pt x="751" y="413"/>
                  </a:lnTo>
                  <a:lnTo>
                    <a:pt x="756" y="433"/>
                  </a:lnTo>
                  <a:lnTo>
                    <a:pt x="756" y="433"/>
                  </a:lnTo>
                  <a:lnTo>
                    <a:pt x="758" y="432"/>
                  </a:lnTo>
                  <a:lnTo>
                    <a:pt x="758" y="426"/>
                  </a:lnTo>
                  <a:lnTo>
                    <a:pt x="758" y="426"/>
                  </a:lnTo>
                  <a:lnTo>
                    <a:pt x="762" y="426"/>
                  </a:lnTo>
                  <a:lnTo>
                    <a:pt x="764" y="426"/>
                  </a:lnTo>
                  <a:lnTo>
                    <a:pt x="767" y="424"/>
                  </a:lnTo>
                  <a:lnTo>
                    <a:pt x="769" y="424"/>
                  </a:lnTo>
                  <a:lnTo>
                    <a:pt x="769" y="424"/>
                  </a:lnTo>
                  <a:lnTo>
                    <a:pt x="771" y="428"/>
                  </a:lnTo>
                  <a:lnTo>
                    <a:pt x="776" y="432"/>
                  </a:lnTo>
                  <a:lnTo>
                    <a:pt x="776" y="432"/>
                  </a:lnTo>
                  <a:lnTo>
                    <a:pt x="773" y="433"/>
                  </a:lnTo>
                  <a:lnTo>
                    <a:pt x="773" y="435"/>
                  </a:lnTo>
                  <a:lnTo>
                    <a:pt x="773" y="439"/>
                  </a:lnTo>
                  <a:lnTo>
                    <a:pt x="773" y="439"/>
                  </a:lnTo>
                  <a:lnTo>
                    <a:pt x="786" y="432"/>
                  </a:lnTo>
                  <a:lnTo>
                    <a:pt x="786" y="433"/>
                  </a:lnTo>
                  <a:lnTo>
                    <a:pt x="784" y="446"/>
                  </a:lnTo>
                  <a:lnTo>
                    <a:pt x="784" y="446"/>
                  </a:lnTo>
                  <a:lnTo>
                    <a:pt x="793" y="452"/>
                  </a:lnTo>
                  <a:lnTo>
                    <a:pt x="786" y="453"/>
                  </a:lnTo>
                  <a:lnTo>
                    <a:pt x="786" y="453"/>
                  </a:lnTo>
                  <a:lnTo>
                    <a:pt x="786" y="461"/>
                  </a:lnTo>
                  <a:lnTo>
                    <a:pt x="786" y="461"/>
                  </a:lnTo>
                  <a:lnTo>
                    <a:pt x="784" y="461"/>
                  </a:lnTo>
                  <a:lnTo>
                    <a:pt x="784" y="461"/>
                  </a:lnTo>
                  <a:lnTo>
                    <a:pt x="784" y="466"/>
                  </a:lnTo>
                  <a:lnTo>
                    <a:pt x="784" y="466"/>
                  </a:lnTo>
                  <a:lnTo>
                    <a:pt x="791" y="466"/>
                  </a:lnTo>
                  <a:lnTo>
                    <a:pt x="791" y="466"/>
                  </a:lnTo>
                  <a:lnTo>
                    <a:pt x="789" y="468"/>
                  </a:lnTo>
                  <a:lnTo>
                    <a:pt x="789" y="470"/>
                  </a:lnTo>
                  <a:lnTo>
                    <a:pt x="791" y="474"/>
                  </a:lnTo>
                  <a:lnTo>
                    <a:pt x="791" y="474"/>
                  </a:lnTo>
                  <a:lnTo>
                    <a:pt x="802" y="466"/>
                  </a:lnTo>
                  <a:lnTo>
                    <a:pt x="802" y="466"/>
                  </a:lnTo>
                  <a:lnTo>
                    <a:pt x="813" y="461"/>
                  </a:lnTo>
                  <a:lnTo>
                    <a:pt x="813" y="455"/>
                  </a:lnTo>
                  <a:lnTo>
                    <a:pt x="813" y="455"/>
                  </a:lnTo>
                  <a:lnTo>
                    <a:pt x="815" y="455"/>
                  </a:lnTo>
                  <a:lnTo>
                    <a:pt x="815" y="457"/>
                  </a:lnTo>
                  <a:lnTo>
                    <a:pt x="815" y="459"/>
                  </a:lnTo>
                  <a:lnTo>
                    <a:pt x="817" y="459"/>
                  </a:lnTo>
                  <a:lnTo>
                    <a:pt x="817" y="459"/>
                  </a:lnTo>
                  <a:lnTo>
                    <a:pt x="815" y="468"/>
                  </a:lnTo>
                  <a:lnTo>
                    <a:pt x="815" y="474"/>
                  </a:lnTo>
                  <a:lnTo>
                    <a:pt x="815" y="474"/>
                  </a:lnTo>
                  <a:lnTo>
                    <a:pt x="815" y="474"/>
                  </a:lnTo>
                  <a:lnTo>
                    <a:pt x="815" y="477"/>
                  </a:lnTo>
                  <a:lnTo>
                    <a:pt x="815" y="477"/>
                  </a:lnTo>
                  <a:lnTo>
                    <a:pt x="817" y="477"/>
                  </a:lnTo>
                  <a:lnTo>
                    <a:pt x="820" y="475"/>
                  </a:lnTo>
                  <a:lnTo>
                    <a:pt x="822" y="483"/>
                  </a:lnTo>
                  <a:lnTo>
                    <a:pt x="822" y="483"/>
                  </a:lnTo>
                  <a:lnTo>
                    <a:pt x="829" y="483"/>
                  </a:lnTo>
                  <a:lnTo>
                    <a:pt x="829" y="483"/>
                  </a:lnTo>
                  <a:lnTo>
                    <a:pt x="827" y="488"/>
                  </a:lnTo>
                  <a:lnTo>
                    <a:pt x="827" y="495"/>
                  </a:lnTo>
                  <a:lnTo>
                    <a:pt x="827" y="495"/>
                  </a:lnTo>
                  <a:lnTo>
                    <a:pt x="835" y="510"/>
                  </a:lnTo>
                  <a:lnTo>
                    <a:pt x="835" y="510"/>
                  </a:lnTo>
                  <a:lnTo>
                    <a:pt x="829" y="510"/>
                  </a:lnTo>
                  <a:lnTo>
                    <a:pt x="824" y="510"/>
                  </a:lnTo>
                  <a:lnTo>
                    <a:pt x="824" y="510"/>
                  </a:lnTo>
                  <a:lnTo>
                    <a:pt x="826" y="512"/>
                  </a:lnTo>
                  <a:lnTo>
                    <a:pt x="826" y="517"/>
                  </a:lnTo>
                  <a:lnTo>
                    <a:pt x="822" y="521"/>
                  </a:lnTo>
                  <a:lnTo>
                    <a:pt x="822" y="521"/>
                  </a:lnTo>
                  <a:lnTo>
                    <a:pt x="831" y="526"/>
                  </a:lnTo>
                  <a:lnTo>
                    <a:pt x="831" y="526"/>
                  </a:lnTo>
                  <a:lnTo>
                    <a:pt x="827" y="526"/>
                  </a:lnTo>
                  <a:lnTo>
                    <a:pt x="822" y="526"/>
                  </a:lnTo>
                  <a:lnTo>
                    <a:pt x="822" y="526"/>
                  </a:lnTo>
                  <a:lnTo>
                    <a:pt x="818" y="530"/>
                  </a:lnTo>
                  <a:lnTo>
                    <a:pt x="815" y="537"/>
                  </a:lnTo>
                  <a:lnTo>
                    <a:pt x="806" y="552"/>
                  </a:lnTo>
                  <a:lnTo>
                    <a:pt x="806" y="552"/>
                  </a:lnTo>
                  <a:lnTo>
                    <a:pt x="824" y="576"/>
                  </a:lnTo>
                  <a:lnTo>
                    <a:pt x="824" y="576"/>
                  </a:lnTo>
                  <a:lnTo>
                    <a:pt x="786" y="583"/>
                  </a:lnTo>
                  <a:lnTo>
                    <a:pt x="769" y="585"/>
                  </a:lnTo>
                  <a:lnTo>
                    <a:pt x="749" y="585"/>
                  </a:lnTo>
                  <a:lnTo>
                    <a:pt x="749" y="585"/>
                  </a:lnTo>
                  <a:lnTo>
                    <a:pt x="747" y="599"/>
                  </a:lnTo>
                  <a:lnTo>
                    <a:pt x="744" y="610"/>
                  </a:lnTo>
                  <a:lnTo>
                    <a:pt x="744" y="610"/>
                  </a:lnTo>
                  <a:lnTo>
                    <a:pt x="742" y="608"/>
                  </a:lnTo>
                  <a:lnTo>
                    <a:pt x="742" y="610"/>
                  </a:lnTo>
                  <a:lnTo>
                    <a:pt x="742" y="612"/>
                  </a:lnTo>
                  <a:lnTo>
                    <a:pt x="742" y="612"/>
                  </a:lnTo>
                  <a:lnTo>
                    <a:pt x="755" y="619"/>
                  </a:lnTo>
                  <a:lnTo>
                    <a:pt x="762" y="621"/>
                  </a:lnTo>
                  <a:lnTo>
                    <a:pt x="771" y="619"/>
                  </a:lnTo>
                  <a:lnTo>
                    <a:pt x="771" y="619"/>
                  </a:lnTo>
                  <a:lnTo>
                    <a:pt x="773" y="617"/>
                  </a:lnTo>
                  <a:lnTo>
                    <a:pt x="773" y="616"/>
                  </a:lnTo>
                  <a:lnTo>
                    <a:pt x="776" y="612"/>
                  </a:lnTo>
                  <a:lnTo>
                    <a:pt x="776" y="612"/>
                  </a:lnTo>
                  <a:lnTo>
                    <a:pt x="780" y="608"/>
                  </a:lnTo>
                  <a:lnTo>
                    <a:pt x="786" y="608"/>
                  </a:lnTo>
                  <a:lnTo>
                    <a:pt x="795" y="612"/>
                  </a:lnTo>
                  <a:lnTo>
                    <a:pt x="795" y="612"/>
                  </a:lnTo>
                  <a:lnTo>
                    <a:pt x="796" y="610"/>
                  </a:lnTo>
                  <a:lnTo>
                    <a:pt x="798" y="607"/>
                  </a:lnTo>
                  <a:lnTo>
                    <a:pt x="798" y="607"/>
                  </a:lnTo>
                  <a:lnTo>
                    <a:pt x="793" y="605"/>
                  </a:lnTo>
                  <a:lnTo>
                    <a:pt x="787" y="603"/>
                  </a:lnTo>
                  <a:lnTo>
                    <a:pt x="787" y="603"/>
                  </a:lnTo>
                  <a:lnTo>
                    <a:pt x="789" y="601"/>
                  </a:lnTo>
                  <a:lnTo>
                    <a:pt x="791" y="599"/>
                  </a:lnTo>
                  <a:lnTo>
                    <a:pt x="793" y="599"/>
                  </a:lnTo>
                  <a:lnTo>
                    <a:pt x="793" y="599"/>
                  </a:lnTo>
                  <a:lnTo>
                    <a:pt x="793" y="596"/>
                  </a:lnTo>
                  <a:lnTo>
                    <a:pt x="793" y="596"/>
                  </a:lnTo>
                  <a:lnTo>
                    <a:pt x="795" y="596"/>
                  </a:lnTo>
                  <a:lnTo>
                    <a:pt x="795" y="596"/>
                  </a:lnTo>
                  <a:lnTo>
                    <a:pt x="798" y="605"/>
                  </a:lnTo>
                  <a:lnTo>
                    <a:pt x="798" y="605"/>
                  </a:lnTo>
                  <a:lnTo>
                    <a:pt x="802" y="605"/>
                  </a:lnTo>
                  <a:lnTo>
                    <a:pt x="804" y="603"/>
                  </a:lnTo>
                  <a:lnTo>
                    <a:pt x="807" y="599"/>
                  </a:lnTo>
                  <a:lnTo>
                    <a:pt x="813" y="610"/>
                  </a:lnTo>
                  <a:lnTo>
                    <a:pt x="822" y="607"/>
                  </a:lnTo>
                  <a:lnTo>
                    <a:pt x="822" y="607"/>
                  </a:lnTo>
                  <a:lnTo>
                    <a:pt x="824" y="610"/>
                  </a:lnTo>
                  <a:lnTo>
                    <a:pt x="824" y="614"/>
                  </a:lnTo>
                  <a:lnTo>
                    <a:pt x="824" y="617"/>
                  </a:lnTo>
                  <a:lnTo>
                    <a:pt x="824" y="619"/>
                  </a:lnTo>
                  <a:lnTo>
                    <a:pt x="829" y="619"/>
                  </a:lnTo>
                  <a:lnTo>
                    <a:pt x="829" y="619"/>
                  </a:lnTo>
                  <a:lnTo>
                    <a:pt x="831" y="625"/>
                  </a:lnTo>
                  <a:lnTo>
                    <a:pt x="831" y="630"/>
                  </a:lnTo>
                  <a:lnTo>
                    <a:pt x="831" y="630"/>
                  </a:lnTo>
                  <a:lnTo>
                    <a:pt x="837" y="627"/>
                  </a:lnTo>
                  <a:lnTo>
                    <a:pt x="837" y="627"/>
                  </a:lnTo>
                  <a:lnTo>
                    <a:pt x="840" y="634"/>
                  </a:lnTo>
                  <a:lnTo>
                    <a:pt x="840" y="634"/>
                  </a:lnTo>
                  <a:lnTo>
                    <a:pt x="842" y="630"/>
                  </a:lnTo>
                  <a:lnTo>
                    <a:pt x="842" y="628"/>
                  </a:lnTo>
                  <a:lnTo>
                    <a:pt x="842" y="627"/>
                  </a:lnTo>
                  <a:lnTo>
                    <a:pt x="842" y="627"/>
                  </a:lnTo>
                  <a:lnTo>
                    <a:pt x="844" y="628"/>
                  </a:lnTo>
                  <a:lnTo>
                    <a:pt x="849" y="630"/>
                  </a:lnTo>
                  <a:lnTo>
                    <a:pt x="849" y="630"/>
                  </a:lnTo>
                  <a:lnTo>
                    <a:pt x="849" y="637"/>
                  </a:lnTo>
                  <a:lnTo>
                    <a:pt x="849" y="637"/>
                  </a:lnTo>
                  <a:lnTo>
                    <a:pt x="840" y="637"/>
                  </a:lnTo>
                  <a:lnTo>
                    <a:pt x="840" y="641"/>
                  </a:lnTo>
                  <a:lnTo>
                    <a:pt x="840" y="641"/>
                  </a:lnTo>
                  <a:lnTo>
                    <a:pt x="846" y="645"/>
                  </a:lnTo>
                  <a:lnTo>
                    <a:pt x="849" y="647"/>
                  </a:lnTo>
                  <a:lnTo>
                    <a:pt x="849" y="647"/>
                  </a:lnTo>
                  <a:lnTo>
                    <a:pt x="860" y="645"/>
                  </a:lnTo>
                  <a:lnTo>
                    <a:pt x="871" y="645"/>
                  </a:lnTo>
                  <a:lnTo>
                    <a:pt x="871" y="641"/>
                  </a:lnTo>
                  <a:lnTo>
                    <a:pt x="871" y="641"/>
                  </a:lnTo>
                  <a:lnTo>
                    <a:pt x="880" y="643"/>
                  </a:lnTo>
                  <a:lnTo>
                    <a:pt x="893" y="647"/>
                  </a:lnTo>
                  <a:lnTo>
                    <a:pt x="893" y="647"/>
                  </a:lnTo>
                  <a:lnTo>
                    <a:pt x="893" y="643"/>
                  </a:lnTo>
                  <a:lnTo>
                    <a:pt x="893" y="641"/>
                  </a:lnTo>
                  <a:lnTo>
                    <a:pt x="895" y="641"/>
                  </a:lnTo>
                  <a:lnTo>
                    <a:pt x="900" y="647"/>
                  </a:lnTo>
                  <a:lnTo>
                    <a:pt x="900" y="647"/>
                  </a:lnTo>
                  <a:lnTo>
                    <a:pt x="904" y="647"/>
                  </a:lnTo>
                  <a:lnTo>
                    <a:pt x="908" y="645"/>
                  </a:lnTo>
                  <a:lnTo>
                    <a:pt x="909" y="645"/>
                  </a:lnTo>
                  <a:lnTo>
                    <a:pt x="913" y="645"/>
                  </a:lnTo>
                  <a:lnTo>
                    <a:pt x="915" y="648"/>
                  </a:lnTo>
                  <a:lnTo>
                    <a:pt x="915" y="648"/>
                  </a:lnTo>
                  <a:lnTo>
                    <a:pt x="926" y="650"/>
                  </a:lnTo>
                  <a:lnTo>
                    <a:pt x="935" y="652"/>
                  </a:lnTo>
                  <a:lnTo>
                    <a:pt x="935" y="652"/>
                  </a:lnTo>
                  <a:lnTo>
                    <a:pt x="935" y="645"/>
                  </a:lnTo>
                  <a:lnTo>
                    <a:pt x="935" y="639"/>
                  </a:lnTo>
                  <a:lnTo>
                    <a:pt x="935" y="639"/>
                  </a:lnTo>
                  <a:lnTo>
                    <a:pt x="928" y="639"/>
                  </a:lnTo>
                  <a:lnTo>
                    <a:pt x="922" y="639"/>
                  </a:lnTo>
                  <a:lnTo>
                    <a:pt x="922" y="639"/>
                  </a:lnTo>
                  <a:lnTo>
                    <a:pt x="920" y="634"/>
                  </a:lnTo>
                  <a:lnTo>
                    <a:pt x="917" y="630"/>
                  </a:lnTo>
                  <a:lnTo>
                    <a:pt x="917" y="630"/>
                  </a:lnTo>
                  <a:lnTo>
                    <a:pt x="911" y="628"/>
                  </a:lnTo>
                  <a:lnTo>
                    <a:pt x="906" y="630"/>
                  </a:lnTo>
                  <a:lnTo>
                    <a:pt x="906" y="630"/>
                  </a:lnTo>
                  <a:lnTo>
                    <a:pt x="886" y="617"/>
                  </a:lnTo>
                  <a:lnTo>
                    <a:pt x="886" y="617"/>
                  </a:lnTo>
                  <a:lnTo>
                    <a:pt x="884" y="616"/>
                  </a:lnTo>
                  <a:lnTo>
                    <a:pt x="884" y="612"/>
                  </a:lnTo>
                  <a:lnTo>
                    <a:pt x="884" y="610"/>
                  </a:lnTo>
                  <a:lnTo>
                    <a:pt x="884" y="607"/>
                  </a:lnTo>
                  <a:lnTo>
                    <a:pt x="884" y="607"/>
                  </a:lnTo>
                  <a:lnTo>
                    <a:pt x="899" y="612"/>
                  </a:lnTo>
                  <a:lnTo>
                    <a:pt x="902" y="612"/>
                  </a:lnTo>
                  <a:lnTo>
                    <a:pt x="902" y="612"/>
                  </a:lnTo>
                  <a:lnTo>
                    <a:pt x="902" y="614"/>
                  </a:lnTo>
                  <a:lnTo>
                    <a:pt x="902" y="614"/>
                  </a:lnTo>
                  <a:lnTo>
                    <a:pt x="906" y="614"/>
                  </a:lnTo>
                  <a:lnTo>
                    <a:pt x="906" y="614"/>
                  </a:lnTo>
                  <a:lnTo>
                    <a:pt x="906" y="612"/>
                  </a:lnTo>
                  <a:lnTo>
                    <a:pt x="906" y="610"/>
                  </a:lnTo>
                  <a:lnTo>
                    <a:pt x="906" y="608"/>
                  </a:lnTo>
                  <a:lnTo>
                    <a:pt x="909" y="607"/>
                  </a:lnTo>
                  <a:lnTo>
                    <a:pt x="909" y="607"/>
                  </a:lnTo>
                  <a:lnTo>
                    <a:pt x="915" y="614"/>
                  </a:lnTo>
                  <a:lnTo>
                    <a:pt x="915" y="614"/>
                  </a:lnTo>
                  <a:lnTo>
                    <a:pt x="928" y="614"/>
                  </a:lnTo>
                  <a:lnTo>
                    <a:pt x="935" y="614"/>
                  </a:lnTo>
                  <a:lnTo>
                    <a:pt x="940" y="614"/>
                  </a:lnTo>
                  <a:lnTo>
                    <a:pt x="940" y="614"/>
                  </a:lnTo>
                  <a:lnTo>
                    <a:pt x="942" y="619"/>
                  </a:lnTo>
                  <a:lnTo>
                    <a:pt x="942" y="623"/>
                  </a:lnTo>
                  <a:lnTo>
                    <a:pt x="944" y="625"/>
                  </a:lnTo>
                  <a:lnTo>
                    <a:pt x="944" y="625"/>
                  </a:lnTo>
                  <a:lnTo>
                    <a:pt x="948" y="625"/>
                  </a:lnTo>
                  <a:lnTo>
                    <a:pt x="951" y="625"/>
                  </a:lnTo>
                  <a:lnTo>
                    <a:pt x="951" y="625"/>
                  </a:lnTo>
                  <a:lnTo>
                    <a:pt x="937" y="612"/>
                  </a:lnTo>
                  <a:lnTo>
                    <a:pt x="937" y="612"/>
                  </a:lnTo>
                  <a:lnTo>
                    <a:pt x="944" y="608"/>
                  </a:lnTo>
                  <a:lnTo>
                    <a:pt x="946" y="607"/>
                  </a:lnTo>
                  <a:lnTo>
                    <a:pt x="944" y="607"/>
                  </a:lnTo>
                  <a:lnTo>
                    <a:pt x="944" y="607"/>
                  </a:lnTo>
                  <a:lnTo>
                    <a:pt x="944" y="599"/>
                  </a:lnTo>
                  <a:lnTo>
                    <a:pt x="944" y="599"/>
                  </a:lnTo>
                  <a:lnTo>
                    <a:pt x="946" y="599"/>
                  </a:lnTo>
                  <a:lnTo>
                    <a:pt x="948" y="601"/>
                  </a:lnTo>
                  <a:lnTo>
                    <a:pt x="950" y="601"/>
                  </a:lnTo>
                  <a:lnTo>
                    <a:pt x="951" y="599"/>
                  </a:lnTo>
                  <a:lnTo>
                    <a:pt x="951" y="596"/>
                  </a:lnTo>
                  <a:lnTo>
                    <a:pt x="951" y="596"/>
                  </a:lnTo>
                  <a:lnTo>
                    <a:pt x="948" y="592"/>
                  </a:lnTo>
                  <a:lnTo>
                    <a:pt x="948" y="585"/>
                  </a:lnTo>
                  <a:lnTo>
                    <a:pt x="948" y="585"/>
                  </a:lnTo>
                  <a:lnTo>
                    <a:pt x="944" y="586"/>
                  </a:lnTo>
                  <a:lnTo>
                    <a:pt x="942" y="586"/>
                  </a:lnTo>
                  <a:lnTo>
                    <a:pt x="940" y="590"/>
                  </a:lnTo>
                  <a:lnTo>
                    <a:pt x="915" y="570"/>
                  </a:lnTo>
                  <a:lnTo>
                    <a:pt x="915" y="570"/>
                  </a:lnTo>
                  <a:lnTo>
                    <a:pt x="915" y="568"/>
                  </a:lnTo>
                  <a:lnTo>
                    <a:pt x="915" y="565"/>
                  </a:lnTo>
                  <a:lnTo>
                    <a:pt x="913" y="561"/>
                  </a:lnTo>
                  <a:lnTo>
                    <a:pt x="913" y="559"/>
                  </a:lnTo>
                  <a:lnTo>
                    <a:pt x="913" y="559"/>
                  </a:lnTo>
                  <a:lnTo>
                    <a:pt x="909" y="557"/>
                  </a:lnTo>
                  <a:lnTo>
                    <a:pt x="906" y="559"/>
                  </a:lnTo>
                  <a:lnTo>
                    <a:pt x="906" y="559"/>
                  </a:lnTo>
                  <a:lnTo>
                    <a:pt x="902" y="556"/>
                  </a:lnTo>
                  <a:lnTo>
                    <a:pt x="900" y="552"/>
                  </a:lnTo>
                  <a:lnTo>
                    <a:pt x="900" y="546"/>
                  </a:lnTo>
                  <a:lnTo>
                    <a:pt x="902" y="546"/>
                  </a:lnTo>
                  <a:lnTo>
                    <a:pt x="906" y="546"/>
                  </a:lnTo>
                  <a:lnTo>
                    <a:pt x="906" y="546"/>
                  </a:lnTo>
                  <a:lnTo>
                    <a:pt x="906" y="548"/>
                  </a:lnTo>
                  <a:lnTo>
                    <a:pt x="908" y="550"/>
                  </a:lnTo>
                  <a:lnTo>
                    <a:pt x="909" y="552"/>
                  </a:lnTo>
                  <a:lnTo>
                    <a:pt x="909" y="552"/>
                  </a:lnTo>
                  <a:lnTo>
                    <a:pt x="906" y="539"/>
                  </a:lnTo>
                  <a:lnTo>
                    <a:pt x="906" y="532"/>
                  </a:lnTo>
                  <a:lnTo>
                    <a:pt x="906" y="532"/>
                  </a:lnTo>
                  <a:lnTo>
                    <a:pt x="908" y="532"/>
                  </a:lnTo>
                  <a:lnTo>
                    <a:pt x="908" y="532"/>
                  </a:lnTo>
                  <a:lnTo>
                    <a:pt x="909" y="535"/>
                  </a:lnTo>
                  <a:lnTo>
                    <a:pt x="913" y="541"/>
                  </a:lnTo>
                  <a:lnTo>
                    <a:pt x="913" y="541"/>
                  </a:lnTo>
                  <a:lnTo>
                    <a:pt x="913" y="537"/>
                  </a:lnTo>
                  <a:lnTo>
                    <a:pt x="913" y="534"/>
                  </a:lnTo>
                  <a:lnTo>
                    <a:pt x="913" y="534"/>
                  </a:lnTo>
                  <a:lnTo>
                    <a:pt x="917" y="532"/>
                  </a:lnTo>
                  <a:lnTo>
                    <a:pt x="920" y="530"/>
                  </a:lnTo>
                  <a:lnTo>
                    <a:pt x="920" y="530"/>
                  </a:lnTo>
                  <a:lnTo>
                    <a:pt x="922" y="537"/>
                  </a:lnTo>
                  <a:lnTo>
                    <a:pt x="926" y="545"/>
                  </a:lnTo>
                  <a:lnTo>
                    <a:pt x="931" y="550"/>
                  </a:lnTo>
                  <a:lnTo>
                    <a:pt x="935" y="550"/>
                  </a:lnTo>
                  <a:lnTo>
                    <a:pt x="940" y="552"/>
                  </a:lnTo>
                  <a:lnTo>
                    <a:pt x="940" y="552"/>
                  </a:lnTo>
                  <a:lnTo>
                    <a:pt x="942" y="550"/>
                  </a:lnTo>
                  <a:lnTo>
                    <a:pt x="944" y="548"/>
                  </a:lnTo>
                  <a:lnTo>
                    <a:pt x="948" y="548"/>
                  </a:lnTo>
                  <a:lnTo>
                    <a:pt x="942" y="556"/>
                  </a:lnTo>
                  <a:lnTo>
                    <a:pt x="942" y="556"/>
                  </a:lnTo>
                  <a:lnTo>
                    <a:pt x="948" y="557"/>
                  </a:lnTo>
                  <a:lnTo>
                    <a:pt x="955" y="559"/>
                  </a:lnTo>
                  <a:lnTo>
                    <a:pt x="955" y="559"/>
                  </a:lnTo>
                  <a:lnTo>
                    <a:pt x="953" y="561"/>
                  </a:lnTo>
                  <a:lnTo>
                    <a:pt x="953" y="563"/>
                  </a:lnTo>
                  <a:lnTo>
                    <a:pt x="953" y="566"/>
                  </a:lnTo>
                  <a:lnTo>
                    <a:pt x="955" y="566"/>
                  </a:lnTo>
                  <a:lnTo>
                    <a:pt x="955" y="566"/>
                  </a:lnTo>
                  <a:lnTo>
                    <a:pt x="959" y="565"/>
                  </a:lnTo>
                  <a:lnTo>
                    <a:pt x="964" y="563"/>
                  </a:lnTo>
                  <a:lnTo>
                    <a:pt x="964" y="563"/>
                  </a:lnTo>
                  <a:lnTo>
                    <a:pt x="959" y="566"/>
                  </a:lnTo>
                  <a:lnTo>
                    <a:pt x="959" y="568"/>
                  </a:lnTo>
                  <a:lnTo>
                    <a:pt x="959" y="570"/>
                  </a:lnTo>
                  <a:lnTo>
                    <a:pt x="960" y="572"/>
                  </a:lnTo>
                  <a:lnTo>
                    <a:pt x="970" y="576"/>
                  </a:lnTo>
                  <a:lnTo>
                    <a:pt x="979" y="577"/>
                  </a:lnTo>
                  <a:lnTo>
                    <a:pt x="979" y="577"/>
                  </a:lnTo>
                  <a:lnTo>
                    <a:pt x="979" y="566"/>
                  </a:lnTo>
                  <a:lnTo>
                    <a:pt x="979" y="561"/>
                  </a:lnTo>
                  <a:lnTo>
                    <a:pt x="977" y="554"/>
                  </a:lnTo>
                  <a:lnTo>
                    <a:pt x="977" y="554"/>
                  </a:lnTo>
                  <a:lnTo>
                    <a:pt x="979" y="556"/>
                  </a:lnTo>
                  <a:lnTo>
                    <a:pt x="979" y="559"/>
                  </a:lnTo>
                  <a:lnTo>
                    <a:pt x="979" y="559"/>
                  </a:lnTo>
                  <a:lnTo>
                    <a:pt x="984" y="557"/>
                  </a:lnTo>
                  <a:lnTo>
                    <a:pt x="991" y="559"/>
                  </a:lnTo>
                  <a:lnTo>
                    <a:pt x="991" y="559"/>
                  </a:lnTo>
                  <a:lnTo>
                    <a:pt x="988" y="554"/>
                  </a:lnTo>
                  <a:lnTo>
                    <a:pt x="988" y="550"/>
                  </a:lnTo>
                  <a:lnTo>
                    <a:pt x="991" y="539"/>
                  </a:lnTo>
                  <a:lnTo>
                    <a:pt x="991" y="539"/>
                  </a:lnTo>
                  <a:close/>
                  <a:moveTo>
                    <a:pt x="399" y="106"/>
                  </a:moveTo>
                  <a:lnTo>
                    <a:pt x="399" y="106"/>
                  </a:lnTo>
                  <a:lnTo>
                    <a:pt x="399" y="111"/>
                  </a:lnTo>
                  <a:lnTo>
                    <a:pt x="399" y="115"/>
                  </a:lnTo>
                  <a:lnTo>
                    <a:pt x="401" y="118"/>
                  </a:lnTo>
                  <a:lnTo>
                    <a:pt x="401" y="120"/>
                  </a:lnTo>
                  <a:lnTo>
                    <a:pt x="401" y="120"/>
                  </a:lnTo>
                  <a:lnTo>
                    <a:pt x="410" y="124"/>
                  </a:lnTo>
                  <a:lnTo>
                    <a:pt x="414" y="126"/>
                  </a:lnTo>
                  <a:lnTo>
                    <a:pt x="412" y="124"/>
                  </a:lnTo>
                  <a:lnTo>
                    <a:pt x="412" y="124"/>
                  </a:lnTo>
                  <a:lnTo>
                    <a:pt x="407" y="109"/>
                  </a:lnTo>
                  <a:lnTo>
                    <a:pt x="407" y="109"/>
                  </a:lnTo>
                  <a:lnTo>
                    <a:pt x="403" y="107"/>
                  </a:lnTo>
                  <a:lnTo>
                    <a:pt x="399" y="106"/>
                  </a:lnTo>
                  <a:lnTo>
                    <a:pt x="399" y="10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28" name="Freeform 311">
              <a:extLst>
                <a:ext uri="{FF2B5EF4-FFF2-40B4-BE49-F238E27FC236}">
                  <a16:creationId xmlns:a16="http://schemas.microsoft.com/office/drawing/2014/main" id="{5675F8E8-B2C6-4B7C-B3E2-357A661EE1DD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6373" y="1507028"/>
              <a:ext cx="2028751" cy="1259071"/>
            </a:xfrm>
            <a:custGeom>
              <a:avLst/>
              <a:gdLst>
                <a:gd name="T0" fmla="*/ 898 w 1368"/>
                <a:gd name="T1" fmla="*/ 712 h 849"/>
                <a:gd name="T2" fmla="*/ 982 w 1368"/>
                <a:gd name="T3" fmla="*/ 783 h 849"/>
                <a:gd name="T4" fmla="*/ 934 w 1368"/>
                <a:gd name="T5" fmla="*/ 843 h 849"/>
                <a:gd name="T6" fmla="*/ 1024 w 1368"/>
                <a:gd name="T7" fmla="*/ 810 h 849"/>
                <a:gd name="T8" fmla="*/ 1124 w 1368"/>
                <a:gd name="T9" fmla="*/ 767 h 849"/>
                <a:gd name="T10" fmla="*/ 1178 w 1368"/>
                <a:gd name="T11" fmla="*/ 767 h 849"/>
                <a:gd name="T12" fmla="*/ 1226 w 1368"/>
                <a:gd name="T13" fmla="*/ 765 h 849"/>
                <a:gd name="T14" fmla="*/ 1211 w 1368"/>
                <a:gd name="T15" fmla="*/ 820 h 849"/>
                <a:gd name="T16" fmla="*/ 1270 w 1368"/>
                <a:gd name="T17" fmla="*/ 778 h 849"/>
                <a:gd name="T18" fmla="*/ 1226 w 1368"/>
                <a:gd name="T19" fmla="*/ 739 h 849"/>
                <a:gd name="T20" fmla="*/ 1219 w 1368"/>
                <a:gd name="T21" fmla="*/ 712 h 849"/>
                <a:gd name="T22" fmla="*/ 1131 w 1368"/>
                <a:gd name="T23" fmla="*/ 734 h 849"/>
                <a:gd name="T24" fmla="*/ 1186 w 1368"/>
                <a:gd name="T25" fmla="*/ 663 h 849"/>
                <a:gd name="T26" fmla="*/ 1288 w 1368"/>
                <a:gd name="T27" fmla="*/ 654 h 849"/>
                <a:gd name="T28" fmla="*/ 1364 w 1368"/>
                <a:gd name="T29" fmla="*/ 577 h 849"/>
                <a:gd name="T30" fmla="*/ 1313 w 1368"/>
                <a:gd name="T31" fmla="*/ 574 h 849"/>
                <a:gd name="T32" fmla="*/ 1291 w 1368"/>
                <a:gd name="T33" fmla="*/ 541 h 849"/>
                <a:gd name="T34" fmla="*/ 1264 w 1368"/>
                <a:gd name="T35" fmla="*/ 473 h 849"/>
                <a:gd name="T36" fmla="*/ 1231 w 1368"/>
                <a:gd name="T37" fmla="*/ 399 h 849"/>
                <a:gd name="T38" fmla="*/ 1164 w 1368"/>
                <a:gd name="T39" fmla="*/ 444 h 849"/>
                <a:gd name="T40" fmla="*/ 1133 w 1368"/>
                <a:gd name="T41" fmla="*/ 377 h 849"/>
                <a:gd name="T42" fmla="*/ 1042 w 1368"/>
                <a:gd name="T43" fmla="*/ 353 h 849"/>
                <a:gd name="T44" fmla="*/ 1020 w 1368"/>
                <a:gd name="T45" fmla="*/ 408 h 849"/>
                <a:gd name="T46" fmla="*/ 1027 w 1368"/>
                <a:gd name="T47" fmla="*/ 481 h 849"/>
                <a:gd name="T48" fmla="*/ 982 w 1368"/>
                <a:gd name="T49" fmla="*/ 630 h 849"/>
                <a:gd name="T50" fmla="*/ 942 w 1368"/>
                <a:gd name="T51" fmla="*/ 552 h 849"/>
                <a:gd name="T52" fmla="*/ 836 w 1368"/>
                <a:gd name="T53" fmla="*/ 494 h 849"/>
                <a:gd name="T54" fmla="*/ 743 w 1368"/>
                <a:gd name="T55" fmla="*/ 393 h 849"/>
                <a:gd name="T56" fmla="*/ 781 w 1368"/>
                <a:gd name="T57" fmla="*/ 348 h 849"/>
                <a:gd name="T58" fmla="*/ 827 w 1368"/>
                <a:gd name="T59" fmla="*/ 300 h 849"/>
                <a:gd name="T60" fmla="*/ 825 w 1368"/>
                <a:gd name="T61" fmla="*/ 266 h 849"/>
                <a:gd name="T62" fmla="*/ 912 w 1368"/>
                <a:gd name="T63" fmla="*/ 248 h 849"/>
                <a:gd name="T64" fmla="*/ 947 w 1368"/>
                <a:gd name="T65" fmla="*/ 189 h 849"/>
                <a:gd name="T66" fmla="*/ 938 w 1368"/>
                <a:gd name="T67" fmla="*/ 136 h 849"/>
                <a:gd name="T68" fmla="*/ 852 w 1368"/>
                <a:gd name="T69" fmla="*/ 206 h 849"/>
                <a:gd name="T70" fmla="*/ 818 w 1368"/>
                <a:gd name="T71" fmla="*/ 187 h 849"/>
                <a:gd name="T72" fmla="*/ 789 w 1368"/>
                <a:gd name="T73" fmla="*/ 115 h 849"/>
                <a:gd name="T74" fmla="*/ 747 w 1368"/>
                <a:gd name="T75" fmla="*/ 78 h 849"/>
                <a:gd name="T76" fmla="*/ 772 w 1368"/>
                <a:gd name="T77" fmla="*/ 0 h 849"/>
                <a:gd name="T78" fmla="*/ 738 w 1368"/>
                <a:gd name="T79" fmla="*/ 85 h 849"/>
                <a:gd name="T80" fmla="*/ 732 w 1368"/>
                <a:gd name="T81" fmla="*/ 136 h 849"/>
                <a:gd name="T82" fmla="*/ 761 w 1368"/>
                <a:gd name="T83" fmla="*/ 173 h 849"/>
                <a:gd name="T84" fmla="*/ 705 w 1368"/>
                <a:gd name="T85" fmla="*/ 191 h 849"/>
                <a:gd name="T86" fmla="*/ 603 w 1368"/>
                <a:gd name="T87" fmla="*/ 187 h 849"/>
                <a:gd name="T88" fmla="*/ 524 w 1368"/>
                <a:gd name="T89" fmla="*/ 191 h 849"/>
                <a:gd name="T90" fmla="*/ 526 w 1368"/>
                <a:gd name="T91" fmla="*/ 228 h 849"/>
                <a:gd name="T92" fmla="*/ 475 w 1368"/>
                <a:gd name="T93" fmla="*/ 198 h 849"/>
                <a:gd name="T94" fmla="*/ 397 w 1368"/>
                <a:gd name="T95" fmla="*/ 173 h 849"/>
                <a:gd name="T96" fmla="*/ 280 w 1368"/>
                <a:gd name="T97" fmla="*/ 129 h 849"/>
                <a:gd name="T98" fmla="*/ 198 w 1368"/>
                <a:gd name="T99" fmla="*/ 133 h 849"/>
                <a:gd name="T100" fmla="*/ 149 w 1368"/>
                <a:gd name="T101" fmla="*/ 142 h 849"/>
                <a:gd name="T102" fmla="*/ 123 w 1368"/>
                <a:gd name="T103" fmla="*/ 142 h 849"/>
                <a:gd name="T104" fmla="*/ 98 w 1368"/>
                <a:gd name="T105" fmla="*/ 166 h 849"/>
                <a:gd name="T106" fmla="*/ 21 w 1368"/>
                <a:gd name="T107" fmla="*/ 386 h 849"/>
                <a:gd name="T108" fmla="*/ 85 w 1368"/>
                <a:gd name="T109" fmla="*/ 413 h 849"/>
                <a:gd name="T110" fmla="*/ 171 w 1368"/>
                <a:gd name="T111" fmla="*/ 490 h 849"/>
                <a:gd name="T112" fmla="*/ 198 w 1368"/>
                <a:gd name="T113" fmla="*/ 545 h 849"/>
                <a:gd name="T114" fmla="*/ 205 w 1368"/>
                <a:gd name="T115" fmla="*/ 588 h 849"/>
                <a:gd name="T116" fmla="*/ 224 w 1368"/>
                <a:gd name="T117" fmla="*/ 667 h 849"/>
                <a:gd name="T118" fmla="*/ 300 w 1368"/>
                <a:gd name="T119" fmla="*/ 690 h 849"/>
                <a:gd name="T120" fmla="*/ 298 w 1368"/>
                <a:gd name="T121" fmla="*/ 667 h 849"/>
                <a:gd name="T122" fmla="*/ 778 w 1368"/>
                <a:gd name="T123" fmla="*/ 696 h 8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368" h="849">
                  <a:moveTo>
                    <a:pt x="829" y="710"/>
                  </a:moveTo>
                  <a:lnTo>
                    <a:pt x="829" y="710"/>
                  </a:lnTo>
                  <a:lnTo>
                    <a:pt x="830" y="705"/>
                  </a:lnTo>
                  <a:lnTo>
                    <a:pt x="832" y="699"/>
                  </a:lnTo>
                  <a:lnTo>
                    <a:pt x="832" y="699"/>
                  </a:lnTo>
                  <a:lnTo>
                    <a:pt x="836" y="698"/>
                  </a:lnTo>
                  <a:lnTo>
                    <a:pt x="840" y="698"/>
                  </a:lnTo>
                  <a:lnTo>
                    <a:pt x="841" y="698"/>
                  </a:lnTo>
                  <a:lnTo>
                    <a:pt x="845" y="694"/>
                  </a:lnTo>
                  <a:lnTo>
                    <a:pt x="845" y="690"/>
                  </a:lnTo>
                  <a:lnTo>
                    <a:pt x="845" y="690"/>
                  </a:lnTo>
                  <a:lnTo>
                    <a:pt x="847" y="694"/>
                  </a:lnTo>
                  <a:lnTo>
                    <a:pt x="847" y="696"/>
                  </a:lnTo>
                  <a:lnTo>
                    <a:pt x="849" y="698"/>
                  </a:lnTo>
                  <a:lnTo>
                    <a:pt x="849" y="698"/>
                  </a:lnTo>
                  <a:lnTo>
                    <a:pt x="849" y="690"/>
                  </a:lnTo>
                  <a:lnTo>
                    <a:pt x="849" y="688"/>
                  </a:lnTo>
                  <a:lnTo>
                    <a:pt x="852" y="687"/>
                  </a:lnTo>
                  <a:lnTo>
                    <a:pt x="852" y="687"/>
                  </a:lnTo>
                  <a:lnTo>
                    <a:pt x="856" y="687"/>
                  </a:lnTo>
                  <a:lnTo>
                    <a:pt x="861" y="688"/>
                  </a:lnTo>
                  <a:lnTo>
                    <a:pt x="874" y="690"/>
                  </a:lnTo>
                  <a:lnTo>
                    <a:pt x="874" y="690"/>
                  </a:lnTo>
                  <a:lnTo>
                    <a:pt x="878" y="703"/>
                  </a:lnTo>
                  <a:lnTo>
                    <a:pt x="881" y="708"/>
                  </a:lnTo>
                  <a:lnTo>
                    <a:pt x="885" y="712"/>
                  </a:lnTo>
                  <a:lnTo>
                    <a:pt x="885" y="712"/>
                  </a:lnTo>
                  <a:lnTo>
                    <a:pt x="892" y="712"/>
                  </a:lnTo>
                  <a:lnTo>
                    <a:pt x="898" y="712"/>
                  </a:lnTo>
                  <a:lnTo>
                    <a:pt x="898" y="712"/>
                  </a:lnTo>
                  <a:lnTo>
                    <a:pt x="898" y="716"/>
                  </a:lnTo>
                  <a:lnTo>
                    <a:pt x="898" y="721"/>
                  </a:lnTo>
                  <a:lnTo>
                    <a:pt x="898" y="721"/>
                  </a:lnTo>
                  <a:lnTo>
                    <a:pt x="902" y="723"/>
                  </a:lnTo>
                  <a:lnTo>
                    <a:pt x="905" y="723"/>
                  </a:lnTo>
                  <a:lnTo>
                    <a:pt x="905" y="723"/>
                  </a:lnTo>
                  <a:lnTo>
                    <a:pt x="905" y="729"/>
                  </a:lnTo>
                  <a:lnTo>
                    <a:pt x="905" y="734"/>
                  </a:lnTo>
                  <a:lnTo>
                    <a:pt x="905" y="739"/>
                  </a:lnTo>
                  <a:lnTo>
                    <a:pt x="907" y="745"/>
                  </a:lnTo>
                  <a:lnTo>
                    <a:pt x="907" y="745"/>
                  </a:lnTo>
                  <a:lnTo>
                    <a:pt x="911" y="745"/>
                  </a:lnTo>
                  <a:lnTo>
                    <a:pt x="916" y="745"/>
                  </a:lnTo>
                  <a:lnTo>
                    <a:pt x="916" y="750"/>
                  </a:lnTo>
                  <a:lnTo>
                    <a:pt x="916" y="750"/>
                  </a:lnTo>
                  <a:lnTo>
                    <a:pt x="938" y="754"/>
                  </a:lnTo>
                  <a:lnTo>
                    <a:pt x="960" y="759"/>
                  </a:lnTo>
                  <a:lnTo>
                    <a:pt x="960" y="759"/>
                  </a:lnTo>
                  <a:lnTo>
                    <a:pt x="958" y="759"/>
                  </a:lnTo>
                  <a:lnTo>
                    <a:pt x="962" y="758"/>
                  </a:lnTo>
                  <a:lnTo>
                    <a:pt x="967" y="758"/>
                  </a:lnTo>
                  <a:lnTo>
                    <a:pt x="967" y="758"/>
                  </a:lnTo>
                  <a:lnTo>
                    <a:pt x="971" y="765"/>
                  </a:lnTo>
                  <a:lnTo>
                    <a:pt x="978" y="767"/>
                  </a:lnTo>
                  <a:lnTo>
                    <a:pt x="978" y="767"/>
                  </a:lnTo>
                  <a:lnTo>
                    <a:pt x="980" y="770"/>
                  </a:lnTo>
                  <a:lnTo>
                    <a:pt x="978" y="774"/>
                  </a:lnTo>
                  <a:lnTo>
                    <a:pt x="978" y="780"/>
                  </a:lnTo>
                  <a:lnTo>
                    <a:pt x="978" y="780"/>
                  </a:lnTo>
                  <a:lnTo>
                    <a:pt x="982" y="783"/>
                  </a:lnTo>
                  <a:lnTo>
                    <a:pt x="985" y="787"/>
                  </a:lnTo>
                  <a:lnTo>
                    <a:pt x="978" y="787"/>
                  </a:lnTo>
                  <a:lnTo>
                    <a:pt x="978" y="787"/>
                  </a:lnTo>
                  <a:lnTo>
                    <a:pt x="978" y="792"/>
                  </a:lnTo>
                  <a:lnTo>
                    <a:pt x="978" y="798"/>
                  </a:lnTo>
                  <a:lnTo>
                    <a:pt x="978" y="798"/>
                  </a:lnTo>
                  <a:lnTo>
                    <a:pt x="974" y="794"/>
                  </a:lnTo>
                  <a:lnTo>
                    <a:pt x="971" y="794"/>
                  </a:lnTo>
                  <a:lnTo>
                    <a:pt x="971" y="792"/>
                  </a:lnTo>
                  <a:lnTo>
                    <a:pt x="971" y="792"/>
                  </a:lnTo>
                  <a:lnTo>
                    <a:pt x="971" y="792"/>
                  </a:lnTo>
                  <a:lnTo>
                    <a:pt x="965" y="790"/>
                  </a:lnTo>
                  <a:lnTo>
                    <a:pt x="960" y="787"/>
                  </a:lnTo>
                  <a:lnTo>
                    <a:pt x="960" y="787"/>
                  </a:lnTo>
                  <a:lnTo>
                    <a:pt x="954" y="794"/>
                  </a:lnTo>
                  <a:lnTo>
                    <a:pt x="951" y="801"/>
                  </a:lnTo>
                  <a:lnTo>
                    <a:pt x="949" y="809"/>
                  </a:lnTo>
                  <a:lnTo>
                    <a:pt x="949" y="821"/>
                  </a:lnTo>
                  <a:lnTo>
                    <a:pt x="949" y="821"/>
                  </a:lnTo>
                  <a:lnTo>
                    <a:pt x="943" y="823"/>
                  </a:lnTo>
                  <a:lnTo>
                    <a:pt x="942" y="825"/>
                  </a:lnTo>
                  <a:lnTo>
                    <a:pt x="940" y="827"/>
                  </a:lnTo>
                  <a:lnTo>
                    <a:pt x="940" y="827"/>
                  </a:lnTo>
                  <a:lnTo>
                    <a:pt x="938" y="829"/>
                  </a:lnTo>
                  <a:lnTo>
                    <a:pt x="938" y="834"/>
                  </a:lnTo>
                  <a:lnTo>
                    <a:pt x="938" y="834"/>
                  </a:lnTo>
                  <a:lnTo>
                    <a:pt x="936" y="838"/>
                  </a:lnTo>
                  <a:lnTo>
                    <a:pt x="932" y="841"/>
                  </a:lnTo>
                  <a:lnTo>
                    <a:pt x="932" y="841"/>
                  </a:lnTo>
                  <a:lnTo>
                    <a:pt x="934" y="843"/>
                  </a:lnTo>
                  <a:lnTo>
                    <a:pt x="934" y="847"/>
                  </a:lnTo>
                  <a:lnTo>
                    <a:pt x="934" y="849"/>
                  </a:lnTo>
                  <a:lnTo>
                    <a:pt x="940" y="849"/>
                  </a:lnTo>
                  <a:lnTo>
                    <a:pt x="940" y="849"/>
                  </a:lnTo>
                  <a:lnTo>
                    <a:pt x="943" y="845"/>
                  </a:lnTo>
                  <a:lnTo>
                    <a:pt x="945" y="845"/>
                  </a:lnTo>
                  <a:lnTo>
                    <a:pt x="945" y="843"/>
                  </a:lnTo>
                  <a:lnTo>
                    <a:pt x="945" y="843"/>
                  </a:lnTo>
                  <a:lnTo>
                    <a:pt x="962" y="831"/>
                  </a:lnTo>
                  <a:lnTo>
                    <a:pt x="962" y="831"/>
                  </a:lnTo>
                  <a:lnTo>
                    <a:pt x="967" y="831"/>
                  </a:lnTo>
                  <a:lnTo>
                    <a:pt x="971" y="831"/>
                  </a:lnTo>
                  <a:lnTo>
                    <a:pt x="974" y="827"/>
                  </a:lnTo>
                  <a:lnTo>
                    <a:pt x="974" y="827"/>
                  </a:lnTo>
                  <a:lnTo>
                    <a:pt x="982" y="827"/>
                  </a:lnTo>
                  <a:lnTo>
                    <a:pt x="989" y="827"/>
                  </a:lnTo>
                  <a:lnTo>
                    <a:pt x="989" y="821"/>
                  </a:lnTo>
                  <a:lnTo>
                    <a:pt x="989" y="821"/>
                  </a:lnTo>
                  <a:lnTo>
                    <a:pt x="980" y="820"/>
                  </a:lnTo>
                  <a:lnTo>
                    <a:pt x="980" y="820"/>
                  </a:lnTo>
                  <a:lnTo>
                    <a:pt x="985" y="816"/>
                  </a:lnTo>
                  <a:lnTo>
                    <a:pt x="985" y="816"/>
                  </a:lnTo>
                  <a:lnTo>
                    <a:pt x="989" y="812"/>
                  </a:lnTo>
                  <a:lnTo>
                    <a:pt x="993" y="809"/>
                  </a:lnTo>
                  <a:lnTo>
                    <a:pt x="993" y="809"/>
                  </a:lnTo>
                  <a:lnTo>
                    <a:pt x="1002" y="809"/>
                  </a:lnTo>
                  <a:lnTo>
                    <a:pt x="1009" y="809"/>
                  </a:lnTo>
                  <a:lnTo>
                    <a:pt x="1024" y="812"/>
                  </a:lnTo>
                  <a:lnTo>
                    <a:pt x="1024" y="812"/>
                  </a:lnTo>
                  <a:lnTo>
                    <a:pt x="1024" y="810"/>
                  </a:lnTo>
                  <a:lnTo>
                    <a:pt x="1025" y="809"/>
                  </a:lnTo>
                  <a:lnTo>
                    <a:pt x="1027" y="807"/>
                  </a:lnTo>
                  <a:lnTo>
                    <a:pt x="1027" y="807"/>
                  </a:lnTo>
                  <a:lnTo>
                    <a:pt x="1022" y="805"/>
                  </a:lnTo>
                  <a:lnTo>
                    <a:pt x="1016" y="805"/>
                  </a:lnTo>
                  <a:lnTo>
                    <a:pt x="1016" y="805"/>
                  </a:lnTo>
                  <a:lnTo>
                    <a:pt x="1013" y="800"/>
                  </a:lnTo>
                  <a:lnTo>
                    <a:pt x="1013" y="800"/>
                  </a:lnTo>
                  <a:lnTo>
                    <a:pt x="1024" y="801"/>
                  </a:lnTo>
                  <a:lnTo>
                    <a:pt x="1029" y="803"/>
                  </a:lnTo>
                  <a:lnTo>
                    <a:pt x="1035" y="801"/>
                  </a:lnTo>
                  <a:lnTo>
                    <a:pt x="1035" y="801"/>
                  </a:lnTo>
                  <a:lnTo>
                    <a:pt x="1038" y="800"/>
                  </a:lnTo>
                  <a:lnTo>
                    <a:pt x="1042" y="796"/>
                  </a:lnTo>
                  <a:lnTo>
                    <a:pt x="1042" y="796"/>
                  </a:lnTo>
                  <a:lnTo>
                    <a:pt x="1044" y="792"/>
                  </a:lnTo>
                  <a:lnTo>
                    <a:pt x="1047" y="789"/>
                  </a:lnTo>
                  <a:lnTo>
                    <a:pt x="1055" y="783"/>
                  </a:lnTo>
                  <a:lnTo>
                    <a:pt x="1055" y="783"/>
                  </a:lnTo>
                  <a:lnTo>
                    <a:pt x="1067" y="778"/>
                  </a:lnTo>
                  <a:lnTo>
                    <a:pt x="1069" y="778"/>
                  </a:lnTo>
                  <a:lnTo>
                    <a:pt x="1073" y="780"/>
                  </a:lnTo>
                  <a:lnTo>
                    <a:pt x="1073" y="780"/>
                  </a:lnTo>
                  <a:lnTo>
                    <a:pt x="1082" y="780"/>
                  </a:lnTo>
                  <a:lnTo>
                    <a:pt x="1096" y="776"/>
                  </a:lnTo>
                  <a:lnTo>
                    <a:pt x="1118" y="774"/>
                  </a:lnTo>
                  <a:lnTo>
                    <a:pt x="1118" y="774"/>
                  </a:lnTo>
                  <a:lnTo>
                    <a:pt x="1120" y="770"/>
                  </a:lnTo>
                  <a:lnTo>
                    <a:pt x="1124" y="767"/>
                  </a:lnTo>
                  <a:lnTo>
                    <a:pt x="1124" y="767"/>
                  </a:lnTo>
                  <a:lnTo>
                    <a:pt x="1133" y="761"/>
                  </a:lnTo>
                  <a:lnTo>
                    <a:pt x="1137" y="756"/>
                  </a:lnTo>
                  <a:lnTo>
                    <a:pt x="1138" y="752"/>
                  </a:lnTo>
                  <a:lnTo>
                    <a:pt x="1138" y="752"/>
                  </a:lnTo>
                  <a:lnTo>
                    <a:pt x="1138" y="750"/>
                  </a:lnTo>
                  <a:lnTo>
                    <a:pt x="1140" y="747"/>
                  </a:lnTo>
                  <a:lnTo>
                    <a:pt x="1142" y="741"/>
                  </a:lnTo>
                  <a:lnTo>
                    <a:pt x="1146" y="732"/>
                  </a:lnTo>
                  <a:lnTo>
                    <a:pt x="1146" y="732"/>
                  </a:lnTo>
                  <a:lnTo>
                    <a:pt x="1149" y="730"/>
                  </a:lnTo>
                  <a:lnTo>
                    <a:pt x="1151" y="730"/>
                  </a:lnTo>
                  <a:lnTo>
                    <a:pt x="1153" y="734"/>
                  </a:lnTo>
                  <a:lnTo>
                    <a:pt x="1153" y="734"/>
                  </a:lnTo>
                  <a:lnTo>
                    <a:pt x="1153" y="736"/>
                  </a:lnTo>
                  <a:lnTo>
                    <a:pt x="1155" y="734"/>
                  </a:lnTo>
                  <a:lnTo>
                    <a:pt x="1157" y="730"/>
                  </a:lnTo>
                  <a:lnTo>
                    <a:pt x="1158" y="730"/>
                  </a:lnTo>
                  <a:lnTo>
                    <a:pt x="1162" y="730"/>
                  </a:lnTo>
                  <a:lnTo>
                    <a:pt x="1162" y="730"/>
                  </a:lnTo>
                  <a:lnTo>
                    <a:pt x="1166" y="732"/>
                  </a:lnTo>
                  <a:lnTo>
                    <a:pt x="1169" y="734"/>
                  </a:lnTo>
                  <a:lnTo>
                    <a:pt x="1171" y="738"/>
                  </a:lnTo>
                  <a:lnTo>
                    <a:pt x="1171" y="743"/>
                  </a:lnTo>
                  <a:lnTo>
                    <a:pt x="1171" y="743"/>
                  </a:lnTo>
                  <a:lnTo>
                    <a:pt x="1171" y="758"/>
                  </a:lnTo>
                  <a:lnTo>
                    <a:pt x="1171" y="765"/>
                  </a:lnTo>
                  <a:lnTo>
                    <a:pt x="1171" y="765"/>
                  </a:lnTo>
                  <a:lnTo>
                    <a:pt x="1175" y="765"/>
                  </a:lnTo>
                  <a:lnTo>
                    <a:pt x="1177" y="765"/>
                  </a:lnTo>
                  <a:lnTo>
                    <a:pt x="1178" y="767"/>
                  </a:lnTo>
                  <a:lnTo>
                    <a:pt x="1178" y="767"/>
                  </a:lnTo>
                  <a:lnTo>
                    <a:pt x="1177" y="774"/>
                  </a:lnTo>
                  <a:lnTo>
                    <a:pt x="1178" y="776"/>
                  </a:lnTo>
                  <a:lnTo>
                    <a:pt x="1178" y="778"/>
                  </a:lnTo>
                  <a:lnTo>
                    <a:pt x="1178" y="778"/>
                  </a:lnTo>
                  <a:lnTo>
                    <a:pt x="1180" y="778"/>
                  </a:lnTo>
                  <a:lnTo>
                    <a:pt x="1180" y="778"/>
                  </a:lnTo>
                  <a:lnTo>
                    <a:pt x="1178" y="780"/>
                  </a:lnTo>
                  <a:lnTo>
                    <a:pt x="1178" y="780"/>
                  </a:lnTo>
                  <a:lnTo>
                    <a:pt x="1186" y="785"/>
                  </a:lnTo>
                  <a:lnTo>
                    <a:pt x="1186" y="785"/>
                  </a:lnTo>
                  <a:lnTo>
                    <a:pt x="1191" y="785"/>
                  </a:lnTo>
                  <a:lnTo>
                    <a:pt x="1195" y="783"/>
                  </a:lnTo>
                  <a:lnTo>
                    <a:pt x="1202" y="783"/>
                  </a:lnTo>
                  <a:lnTo>
                    <a:pt x="1202" y="783"/>
                  </a:lnTo>
                  <a:lnTo>
                    <a:pt x="1199" y="780"/>
                  </a:lnTo>
                  <a:lnTo>
                    <a:pt x="1199" y="776"/>
                  </a:lnTo>
                  <a:lnTo>
                    <a:pt x="1199" y="776"/>
                  </a:lnTo>
                  <a:lnTo>
                    <a:pt x="1199" y="776"/>
                  </a:lnTo>
                  <a:lnTo>
                    <a:pt x="1200" y="776"/>
                  </a:lnTo>
                  <a:lnTo>
                    <a:pt x="1202" y="776"/>
                  </a:lnTo>
                  <a:lnTo>
                    <a:pt x="1204" y="780"/>
                  </a:lnTo>
                  <a:lnTo>
                    <a:pt x="1204" y="780"/>
                  </a:lnTo>
                  <a:lnTo>
                    <a:pt x="1213" y="770"/>
                  </a:lnTo>
                  <a:lnTo>
                    <a:pt x="1220" y="759"/>
                  </a:lnTo>
                  <a:lnTo>
                    <a:pt x="1220" y="763"/>
                  </a:lnTo>
                  <a:lnTo>
                    <a:pt x="1220" y="763"/>
                  </a:lnTo>
                  <a:lnTo>
                    <a:pt x="1222" y="761"/>
                  </a:lnTo>
                  <a:lnTo>
                    <a:pt x="1224" y="763"/>
                  </a:lnTo>
                  <a:lnTo>
                    <a:pt x="1226" y="765"/>
                  </a:lnTo>
                  <a:lnTo>
                    <a:pt x="1220" y="765"/>
                  </a:lnTo>
                  <a:lnTo>
                    <a:pt x="1220" y="765"/>
                  </a:lnTo>
                  <a:lnTo>
                    <a:pt x="1220" y="772"/>
                  </a:lnTo>
                  <a:lnTo>
                    <a:pt x="1219" y="778"/>
                  </a:lnTo>
                  <a:lnTo>
                    <a:pt x="1219" y="778"/>
                  </a:lnTo>
                  <a:lnTo>
                    <a:pt x="1239" y="772"/>
                  </a:lnTo>
                  <a:lnTo>
                    <a:pt x="1239" y="772"/>
                  </a:lnTo>
                  <a:lnTo>
                    <a:pt x="1240" y="774"/>
                  </a:lnTo>
                  <a:lnTo>
                    <a:pt x="1242" y="776"/>
                  </a:lnTo>
                  <a:lnTo>
                    <a:pt x="1240" y="778"/>
                  </a:lnTo>
                  <a:lnTo>
                    <a:pt x="1240" y="778"/>
                  </a:lnTo>
                  <a:lnTo>
                    <a:pt x="1239" y="778"/>
                  </a:lnTo>
                  <a:lnTo>
                    <a:pt x="1237" y="780"/>
                  </a:lnTo>
                  <a:lnTo>
                    <a:pt x="1235" y="785"/>
                  </a:lnTo>
                  <a:lnTo>
                    <a:pt x="1235" y="785"/>
                  </a:lnTo>
                  <a:lnTo>
                    <a:pt x="1228" y="783"/>
                  </a:lnTo>
                  <a:lnTo>
                    <a:pt x="1222" y="783"/>
                  </a:lnTo>
                  <a:lnTo>
                    <a:pt x="1211" y="787"/>
                  </a:lnTo>
                  <a:lnTo>
                    <a:pt x="1211" y="792"/>
                  </a:lnTo>
                  <a:lnTo>
                    <a:pt x="1211" y="792"/>
                  </a:lnTo>
                  <a:lnTo>
                    <a:pt x="1204" y="792"/>
                  </a:lnTo>
                  <a:lnTo>
                    <a:pt x="1204" y="792"/>
                  </a:lnTo>
                  <a:lnTo>
                    <a:pt x="1199" y="800"/>
                  </a:lnTo>
                  <a:lnTo>
                    <a:pt x="1197" y="805"/>
                  </a:lnTo>
                  <a:lnTo>
                    <a:pt x="1195" y="807"/>
                  </a:lnTo>
                  <a:lnTo>
                    <a:pt x="1197" y="809"/>
                  </a:lnTo>
                  <a:lnTo>
                    <a:pt x="1206" y="814"/>
                  </a:lnTo>
                  <a:lnTo>
                    <a:pt x="1209" y="820"/>
                  </a:lnTo>
                  <a:lnTo>
                    <a:pt x="1209" y="820"/>
                  </a:lnTo>
                  <a:lnTo>
                    <a:pt x="1211" y="820"/>
                  </a:lnTo>
                  <a:lnTo>
                    <a:pt x="1213" y="818"/>
                  </a:lnTo>
                  <a:lnTo>
                    <a:pt x="1213" y="816"/>
                  </a:lnTo>
                  <a:lnTo>
                    <a:pt x="1217" y="816"/>
                  </a:lnTo>
                  <a:lnTo>
                    <a:pt x="1217" y="816"/>
                  </a:lnTo>
                  <a:lnTo>
                    <a:pt x="1217" y="820"/>
                  </a:lnTo>
                  <a:lnTo>
                    <a:pt x="1217" y="820"/>
                  </a:lnTo>
                  <a:lnTo>
                    <a:pt x="1219" y="821"/>
                  </a:lnTo>
                  <a:lnTo>
                    <a:pt x="1228" y="814"/>
                  </a:lnTo>
                  <a:lnTo>
                    <a:pt x="1228" y="814"/>
                  </a:lnTo>
                  <a:lnTo>
                    <a:pt x="1229" y="810"/>
                  </a:lnTo>
                  <a:lnTo>
                    <a:pt x="1229" y="807"/>
                  </a:lnTo>
                  <a:lnTo>
                    <a:pt x="1229" y="805"/>
                  </a:lnTo>
                  <a:lnTo>
                    <a:pt x="1231" y="801"/>
                  </a:lnTo>
                  <a:lnTo>
                    <a:pt x="1231" y="801"/>
                  </a:lnTo>
                  <a:lnTo>
                    <a:pt x="1235" y="800"/>
                  </a:lnTo>
                  <a:lnTo>
                    <a:pt x="1235" y="800"/>
                  </a:lnTo>
                  <a:lnTo>
                    <a:pt x="1237" y="801"/>
                  </a:lnTo>
                  <a:lnTo>
                    <a:pt x="1240" y="801"/>
                  </a:lnTo>
                  <a:lnTo>
                    <a:pt x="1240" y="801"/>
                  </a:lnTo>
                  <a:lnTo>
                    <a:pt x="1240" y="798"/>
                  </a:lnTo>
                  <a:lnTo>
                    <a:pt x="1242" y="794"/>
                  </a:lnTo>
                  <a:lnTo>
                    <a:pt x="1242" y="794"/>
                  </a:lnTo>
                  <a:lnTo>
                    <a:pt x="1250" y="794"/>
                  </a:lnTo>
                  <a:lnTo>
                    <a:pt x="1255" y="794"/>
                  </a:lnTo>
                  <a:lnTo>
                    <a:pt x="1255" y="792"/>
                  </a:lnTo>
                  <a:lnTo>
                    <a:pt x="1255" y="792"/>
                  </a:lnTo>
                  <a:lnTo>
                    <a:pt x="1264" y="789"/>
                  </a:lnTo>
                  <a:lnTo>
                    <a:pt x="1268" y="785"/>
                  </a:lnTo>
                  <a:lnTo>
                    <a:pt x="1270" y="783"/>
                  </a:lnTo>
                  <a:lnTo>
                    <a:pt x="1270" y="778"/>
                  </a:lnTo>
                  <a:lnTo>
                    <a:pt x="1275" y="778"/>
                  </a:lnTo>
                  <a:lnTo>
                    <a:pt x="1275" y="778"/>
                  </a:lnTo>
                  <a:lnTo>
                    <a:pt x="1271" y="770"/>
                  </a:lnTo>
                  <a:lnTo>
                    <a:pt x="1270" y="763"/>
                  </a:lnTo>
                  <a:lnTo>
                    <a:pt x="1270" y="763"/>
                  </a:lnTo>
                  <a:lnTo>
                    <a:pt x="1260" y="770"/>
                  </a:lnTo>
                  <a:lnTo>
                    <a:pt x="1255" y="772"/>
                  </a:lnTo>
                  <a:lnTo>
                    <a:pt x="1248" y="770"/>
                  </a:lnTo>
                  <a:lnTo>
                    <a:pt x="1242" y="765"/>
                  </a:lnTo>
                  <a:lnTo>
                    <a:pt x="1242" y="765"/>
                  </a:lnTo>
                  <a:lnTo>
                    <a:pt x="1240" y="765"/>
                  </a:lnTo>
                  <a:lnTo>
                    <a:pt x="1239" y="767"/>
                  </a:lnTo>
                  <a:lnTo>
                    <a:pt x="1237" y="767"/>
                  </a:lnTo>
                  <a:lnTo>
                    <a:pt x="1235" y="767"/>
                  </a:lnTo>
                  <a:lnTo>
                    <a:pt x="1235" y="767"/>
                  </a:lnTo>
                  <a:lnTo>
                    <a:pt x="1235" y="765"/>
                  </a:lnTo>
                  <a:lnTo>
                    <a:pt x="1233" y="763"/>
                  </a:lnTo>
                  <a:lnTo>
                    <a:pt x="1239" y="763"/>
                  </a:lnTo>
                  <a:lnTo>
                    <a:pt x="1239" y="763"/>
                  </a:lnTo>
                  <a:lnTo>
                    <a:pt x="1239" y="759"/>
                  </a:lnTo>
                  <a:lnTo>
                    <a:pt x="1240" y="758"/>
                  </a:lnTo>
                  <a:lnTo>
                    <a:pt x="1240" y="758"/>
                  </a:lnTo>
                  <a:lnTo>
                    <a:pt x="1224" y="752"/>
                  </a:lnTo>
                  <a:lnTo>
                    <a:pt x="1224" y="752"/>
                  </a:lnTo>
                  <a:lnTo>
                    <a:pt x="1224" y="747"/>
                  </a:lnTo>
                  <a:lnTo>
                    <a:pt x="1224" y="743"/>
                  </a:lnTo>
                  <a:lnTo>
                    <a:pt x="1224" y="741"/>
                  </a:lnTo>
                  <a:lnTo>
                    <a:pt x="1224" y="741"/>
                  </a:lnTo>
                  <a:lnTo>
                    <a:pt x="1226" y="741"/>
                  </a:lnTo>
                  <a:lnTo>
                    <a:pt x="1226" y="739"/>
                  </a:lnTo>
                  <a:lnTo>
                    <a:pt x="1226" y="736"/>
                  </a:lnTo>
                  <a:lnTo>
                    <a:pt x="1226" y="736"/>
                  </a:lnTo>
                  <a:lnTo>
                    <a:pt x="1222" y="738"/>
                  </a:lnTo>
                  <a:lnTo>
                    <a:pt x="1220" y="738"/>
                  </a:lnTo>
                  <a:lnTo>
                    <a:pt x="1220" y="738"/>
                  </a:lnTo>
                  <a:lnTo>
                    <a:pt x="1219" y="738"/>
                  </a:lnTo>
                  <a:lnTo>
                    <a:pt x="1219" y="738"/>
                  </a:lnTo>
                  <a:lnTo>
                    <a:pt x="1220" y="732"/>
                  </a:lnTo>
                  <a:lnTo>
                    <a:pt x="1222" y="729"/>
                  </a:lnTo>
                  <a:lnTo>
                    <a:pt x="1220" y="729"/>
                  </a:lnTo>
                  <a:lnTo>
                    <a:pt x="1224" y="723"/>
                  </a:lnTo>
                  <a:lnTo>
                    <a:pt x="1224" y="723"/>
                  </a:lnTo>
                  <a:lnTo>
                    <a:pt x="1224" y="719"/>
                  </a:lnTo>
                  <a:lnTo>
                    <a:pt x="1224" y="718"/>
                  </a:lnTo>
                  <a:lnTo>
                    <a:pt x="1224" y="716"/>
                  </a:lnTo>
                  <a:lnTo>
                    <a:pt x="1224" y="716"/>
                  </a:lnTo>
                  <a:lnTo>
                    <a:pt x="1209" y="718"/>
                  </a:lnTo>
                  <a:lnTo>
                    <a:pt x="1202" y="719"/>
                  </a:lnTo>
                  <a:lnTo>
                    <a:pt x="1204" y="719"/>
                  </a:lnTo>
                  <a:lnTo>
                    <a:pt x="1204" y="719"/>
                  </a:lnTo>
                  <a:lnTo>
                    <a:pt x="1199" y="708"/>
                  </a:lnTo>
                  <a:lnTo>
                    <a:pt x="1199" y="708"/>
                  </a:lnTo>
                  <a:lnTo>
                    <a:pt x="1202" y="710"/>
                  </a:lnTo>
                  <a:lnTo>
                    <a:pt x="1204" y="708"/>
                  </a:lnTo>
                  <a:lnTo>
                    <a:pt x="1204" y="707"/>
                  </a:lnTo>
                  <a:lnTo>
                    <a:pt x="1206" y="707"/>
                  </a:lnTo>
                  <a:lnTo>
                    <a:pt x="1211" y="714"/>
                  </a:lnTo>
                  <a:lnTo>
                    <a:pt x="1211" y="714"/>
                  </a:lnTo>
                  <a:lnTo>
                    <a:pt x="1213" y="712"/>
                  </a:lnTo>
                  <a:lnTo>
                    <a:pt x="1219" y="712"/>
                  </a:lnTo>
                  <a:lnTo>
                    <a:pt x="1219" y="712"/>
                  </a:lnTo>
                  <a:lnTo>
                    <a:pt x="1219" y="707"/>
                  </a:lnTo>
                  <a:lnTo>
                    <a:pt x="1220" y="701"/>
                  </a:lnTo>
                  <a:lnTo>
                    <a:pt x="1220" y="701"/>
                  </a:lnTo>
                  <a:lnTo>
                    <a:pt x="1228" y="701"/>
                  </a:lnTo>
                  <a:lnTo>
                    <a:pt x="1228" y="701"/>
                  </a:lnTo>
                  <a:lnTo>
                    <a:pt x="1229" y="699"/>
                  </a:lnTo>
                  <a:lnTo>
                    <a:pt x="1228" y="696"/>
                  </a:lnTo>
                  <a:lnTo>
                    <a:pt x="1228" y="692"/>
                  </a:lnTo>
                  <a:lnTo>
                    <a:pt x="1228" y="690"/>
                  </a:lnTo>
                  <a:lnTo>
                    <a:pt x="1228" y="690"/>
                  </a:lnTo>
                  <a:lnTo>
                    <a:pt x="1229" y="690"/>
                  </a:lnTo>
                  <a:lnTo>
                    <a:pt x="1231" y="690"/>
                  </a:lnTo>
                  <a:lnTo>
                    <a:pt x="1233" y="687"/>
                  </a:lnTo>
                  <a:lnTo>
                    <a:pt x="1233" y="687"/>
                  </a:lnTo>
                  <a:lnTo>
                    <a:pt x="1228" y="685"/>
                  </a:lnTo>
                  <a:lnTo>
                    <a:pt x="1226" y="683"/>
                  </a:lnTo>
                  <a:lnTo>
                    <a:pt x="1226" y="679"/>
                  </a:lnTo>
                  <a:lnTo>
                    <a:pt x="1226" y="678"/>
                  </a:lnTo>
                  <a:lnTo>
                    <a:pt x="1226" y="678"/>
                  </a:lnTo>
                  <a:lnTo>
                    <a:pt x="1217" y="676"/>
                  </a:lnTo>
                  <a:lnTo>
                    <a:pt x="1209" y="676"/>
                  </a:lnTo>
                  <a:lnTo>
                    <a:pt x="1193" y="679"/>
                  </a:lnTo>
                  <a:lnTo>
                    <a:pt x="1193" y="679"/>
                  </a:lnTo>
                  <a:lnTo>
                    <a:pt x="1184" y="685"/>
                  </a:lnTo>
                  <a:lnTo>
                    <a:pt x="1184" y="685"/>
                  </a:lnTo>
                  <a:lnTo>
                    <a:pt x="1168" y="694"/>
                  </a:lnTo>
                  <a:lnTo>
                    <a:pt x="1155" y="707"/>
                  </a:lnTo>
                  <a:lnTo>
                    <a:pt x="1142" y="719"/>
                  </a:lnTo>
                  <a:lnTo>
                    <a:pt x="1131" y="734"/>
                  </a:lnTo>
                  <a:lnTo>
                    <a:pt x="1131" y="734"/>
                  </a:lnTo>
                  <a:lnTo>
                    <a:pt x="1138" y="721"/>
                  </a:lnTo>
                  <a:lnTo>
                    <a:pt x="1138" y="721"/>
                  </a:lnTo>
                  <a:lnTo>
                    <a:pt x="1142" y="708"/>
                  </a:lnTo>
                  <a:lnTo>
                    <a:pt x="1142" y="708"/>
                  </a:lnTo>
                  <a:lnTo>
                    <a:pt x="1138" y="708"/>
                  </a:lnTo>
                  <a:lnTo>
                    <a:pt x="1137" y="708"/>
                  </a:lnTo>
                  <a:lnTo>
                    <a:pt x="1138" y="707"/>
                  </a:lnTo>
                  <a:lnTo>
                    <a:pt x="1138" y="707"/>
                  </a:lnTo>
                  <a:lnTo>
                    <a:pt x="1138" y="705"/>
                  </a:lnTo>
                  <a:lnTo>
                    <a:pt x="1140" y="705"/>
                  </a:lnTo>
                  <a:lnTo>
                    <a:pt x="1146" y="705"/>
                  </a:lnTo>
                  <a:lnTo>
                    <a:pt x="1146" y="705"/>
                  </a:lnTo>
                  <a:lnTo>
                    <a:pt x="1147" y="701"/>
                  </a:lnTo>
                  <a:lnTo>
                    <a:pt x="1149" y="698"/>
                  </a:lnTo>
                  <a:lnTo>
                    <a:pt x="1153" y="692"/>
                  </a:lnTo>
                  <a:lnTo>
                    <a:pt x="1155" y="690"/>
                  </a:lnTo>
                  <a:lnTo>
                    <a:pt x="1155" y="690"/>
                  </a:lnTo>
                  <a:lnTo>
                    <a:pt x="1158" y="688"/>
                  </a:lnTo>
                  <a:lnTo>
                    <a:pt x="1162" y="690"/>
                  </a:lnTo>
                  <a:lnTo>
                    <a:pt x="1162" y="690"/>
                  </a:lnTo>
                  <a:lnTo>
                    <a:pt x="1162" y="685"/>
                  </a:lnTo>
                  <a:lnTo>
                    <a:pt x="1162" y="681"/>
                  </a:lnTo>
                  <a:lnTo>
                    <a:pt x="1162" y="681"/>
                  </a:lnTo>
                  <a:lnTo>
                    <a:pt x="1164" y="681"/>
                  </a:lnTo>
                  <a:lnTo>
                    <a:pt x="1166" y="681"/>
                  </a:lnTo>
                  <a:lnTo>
                    <a:pt x="1169" y="681"/>
                  </a:lnTo>
                  <a:lnTo>
                    <a:pt x="1182" y="667"/>
                  </a:lnTo>
                  <a:lnTo>
                    <a:pt x="1182" y="667"/>
                  </a:lnTo>
                  <a:lnTo>
                    <a:pt x="1186" y="663"/>
                  </a:lnTo>
                  <a:lnTo>
                    <a:pt x="1186" y="663"/>
                  </a:lnTo>
                  <a:lnTo>
                    <a:pt x="1189" y="659"/>
                  </a:lnTo>
                  <a:lnTo>
                    <a:pt x="1193" y="656"/>
                  </a:lnTo>
                  <a:lnTo>
                    <a:pt x="1193" y="656"/>
                  </a:lnTo>
                  <a:lnTo>
                    <a:pt x="1209" y="654"/>
                  </a:lnTo>
                  <a:lnTo>
                    <a:pt x="1224" y="654"/>
                  </a:lnTo>
                  <a:lnTo>
                    <a:pt x="1237" y="656"/>
                  </a:lnTo>
                  <a:lnTo>
                    <a:pt x="1248" y="656"/>
                  </a:lnTo>
                  <a:lnTo>
                    <a:pt x="1248" y="656"/>
                  </a:lnTo>
                  <a:lnTo>
                    <a:pt x="1250" y="654"/>
                  </a:lnTo>
                  <a:lnTo>
                    <a:pt x="1251" y="652"/>
                  </a:lnTo>
                  <a:lnTo>
                    <a:pt x="1253" y="650"/>
                  </a:lnTo>
                  <a:lnTo>
                    <a:pt x="1257" y="650"/>
                  </a:lnTo>
                  <a:lnTo>
                    <a:pt x="1257" y="650"/>
                  </a:lnTo>
                  <a:lnTo>
                    <a:pt x="1259" y="652"/>
                  </a:lnTo>
                  <a:lnTo>
                    <a:pt x="1260" y="654"/>
                  </a:lnTo>
                  <a:lnTo>
                    <a:pt x="1260" y="656"/>
                  </a:lnTo>
                  <a:lnTo>
                    <a:pt x="1264" y="656"/>
                  </a:lnTo>
                  <a:lnTo>
                    <a:pt x="1264" y="656"/>
                  </a:lnTo>
                  <a:lnTo>
                    <a:pt x="1266" y="652"/>
                  </a:lnTo>
                  <a:lnTo>
                    <a:pt x="1268" y="650"/>
                  </a:lnTo>
                  <a:lnTo>
                    <a:pt x="1270" y="650"/>
                  </a:lnTo>
                  <a:lnTo>
                    <a:pt x="1270" y="650"/>
                  </a:lnTo>
                  <a:lnTo>
                    <a:pt x="1275" y="657"/>
                  </a:lnTo>
                  <a:lnTo>
                    <a:pt x="1275" y="657"/>
                  </a:lnTo>
                  <a:lnTo>
                    <a:pt x="1282" y="657"/>
                  </a:lnTo>
                  <a:lnTo>
                    <a:pt x="1282" y="652"/>
                  </a:lnTo>
                  <a:lnTo>
                    <a:pt x="1282" y="652"/>
                  </a:lnTo>
                  <a:lnTo>
                    <a:pt x="1286" y="652"/>
                  </a:lnTo>
                  <a:lnTo>
                    <a:pt x="1288" y="654"/>
                  </a:lnTo>
                  <a:lnTo>
                    <a:pt x="1290" y="656"/>
                  </a:lnTo>
                  <a:lnTo>
                    <a:pt x="1295" y="656"/>
                  </a:lnTo>
                  <a:lnTo>
                    <a:pt x="1295" y="650"/>
                  </a:lnTo>
                  <a:lnTo>
                    <a:pt x="1295" y="650"/>
                  </a:lnTo>
                  <a:lnTo>
                    <a:pt x="1299" y="650"/>
                  </a:lnTo>
                  <a:lnTo>
                    <a:pt x="1304" y="650"/>
                  </a:lnTo>
                  <a:lnTo>
                    <a:pt x="1304" y="650"/>
                  </a:lnTo>
                  <a:lnTo>
                    <a:pt x="1306" y="648"/>
                  </a:lnTo>
                  <a:lnTo>
                    <a:pt x="1306" y="647"/>
                  </a:lnTo>
                  <a:lnTo>
                    <a:pt x="1306" y="643"/>
                  </a:lnTo>
                  <a:lnTo>
                    <a:pt x="1306" y="643"/>
                  </a:lnTo>
                  <a:lnTo>
                    <a:pt x="1310" y="641"/>
                  </a:lnTo>
                  <a:lnTo>
                    <a:pt x="1313" y="641"/>
                  </a:lnTo>
                  <a:lnTo>
                    <a:pt x="1317" y="639"/>
                  </a:lnTo>
                  <a:lnTo>
                    <a:pt x="1319" y="637"/>
                  </a:lnTo>
                  <a:lnTo>
                    <a:pt x="1319" y="637"/>
                  </a:lnTo>
                  <a:lnTo>
                    <a:pt x="1319" y="632"/>
                  </a:lnTo>
                  <a:lnTo>
                    <a:pt x="1319" y="626"/>
                  </a:lnTo>
                  <a:lnTo>
                    <a:pt x="1321" y="623"/>
                  </a:lnTo>
                  <a:lnTo>
                    <a:pt x="1321" y="623"/>
                  </a:lnTo>
                  <a:lnTo>
                    <a:pt x="1332" y="619"/>
                  </a:lnTo>
                  <a:lnTo>
                    <a:pt x="1342" y="616"/>
                  </a:lnTo>
                  <a:lnTo>
                    <a:pt x="1342" y="616"/>
                  </a:lnTo>
                  <a:lnTo>
                    <a:pt x="1342" y="617"/>
                  </a:lnTo>
                  <a:lnTo>
                    <a:pt x="1344" y="617"/>
                  </a:lnTo>
                  <a:lnTo>
                    <a:pt x="1348" y="619"/>
                  </a:lnTo>
                  <a:lnTo>
                    <a:pt x="1348" y="619"/>
                  </a:lnTo>
                  <a:lnTo>
                    <a:pt x="1359" y="610"/>
                  </a:lnTo>
                  <a:lnTo>
                    <a:pt x="1368" y="601"/>
                  </a:lnTo>
                  <a:lnTo>
                    <a:pt x="1364" y="577"/>
                  </a:lnTo>
                  <a:lnTo>
                    <a:pt x="1364" y="577"/>
                  </a:lnTo>
                  <a:lnTo>
                    <a:pt x="1364" y="577"/>
                  </a:lnTo>
                  <a:lnTo>
                    <a:pt x="1363" y="577"/>
                  </a:lnTo>
                  <a:lnTo>
                    <a:pt x="1361" y="579"/>
                  </a:lnTo>
                  <a:lnTo>
                    <a:pt x="1357" y="579"/>
                  </a:lnTo>
                  <a:lnTo>
                    <a:pt x="1357" y="579"/>
                  </a:lnTo>
                  <a:lnTo>
                    <a:pt x="1353" y="575"/>
                  </a:lnTo>
                  <a:lnTo>
                    <a:pt x="1348" y="572"/>
                  </a:lnTo>
                  <a:lnTo>
                    <a:pt x="1342" y="568"/>
                  </a:lnTo>
                  <a:lnTo>
                    <a:pt x="1337" y="566"/>
                  </a:lnTo>
                  <a:lnTo>
                    <a:pt x="1332" y="566"/>
                  </a:lnTo>
                  <a:lnTo>
                    <a:pt x="1332" y="566"/>
                  </a:lnTo>
                  <a:lnTo>
                    <a:pt x="1332" y="570"/>
                  </a:lnTo>
                  <a:lnTo>
                    <a:pt x="1333" y="572"/>
                  </a:lnTo>
                  <a:lnTo>
                    <a:pt x="1333" y="572"/>
                  </a:lnTo>
                  <a:lnTo>
                    <a:pt x="1326" y="574"/>
                  </a:lnTo>
                  <a:lnTo>
                    <a:pt x="1321" y="574"/>
                  </a:lnTo>
                  <a:lnTo>
                    <a:pt x="1321" y="574"/>
                  </a:lnTo>
                  <a:lnTo>
                    <a:pt x="1299" y="585"/>
                  </a:lnTo>
                  <a:lnTo>
                    <a:pt x="1299" y="588"/>
                  </a:lnTo>
                  <a:lnTo>
                    <a:pt x="1299" y="588"/>
                  </a:lnTo>
                  <a:lnTo>
                    <a:pt x="1295" y="588"/>
                  </a:lnTo>
                  <a:lnTo>
                    <a:pt x="1293" y="586"/>
                  </a:lnTo>
                  <a:lnTo>
                    <a:pt x="1293" y="583"/>
                  </a:lnTo>
                  <a:lnTo>
                    <a:pt x="1291" y="579"/>
                  </a:lnTo>
                  <a:lnTo>
                    <a:pt x="1291" y="579"/>
                  </a:lnTo>
                  <a:lnTo>
                    <a:pt x="1299" y="579"/>
                  </a:lnTo>
                  <a:lnTo>
                    <a:pt x="1306" y="579"/>
                  </a:lnTo>
                  <a:lnTo>
                    <a:pt x="1306" y="579"/>
                  </a:lnTo>
                  <a:lnTo>
                    <a:pt x="1313" y="574"/>
                  </a:lnTo>
                  <a:lnTo>
                    <a:pt x="1321" y="566"/>
                  </a:lnTo>
                  <a:lnTo>
                    <a:pt x="1321" y="566"/>
                  </a:lnTo>
                  <a:lnTo>
                    <a:pt x="1324" y="566"/>
                  </a:lnTo>
                  <a:lnTo>
                    <a:pt x="1328" y="566"/>
                  </a:lnTo>
                  <a:lnTo>
                    <a:pt x="1332" y="566"/>
                  </a:lnTo>
                  <a:lnTo>
                    <a:pt x="1335" y="565"/>
                  </a:lnTo>
                  <a:lnTo>
                    <a:pt x="1335" y="565"/>
                  </a:lnTo>
                  <a:lnTo>
                    <a:pt x="1339" y="559"/>
                  </a:lnTo>
                  <a:lnTo>
                    <a:pt x="1342" y="555"/>
                  </a:lnTo>
                  <a:lnTo>
                    <a:pt x="1342" y="555"/>
                  </a:lnTo>
                  <a:lnTo>
                    <a:pt x="1335" y="557"/>
                  </a:lnTo>
                  <a:lnTo>
                    <a:pt x="1333" y="552"/>
                  </a:lnTo>
                  <a:lnTo>
                    <a:pt x="1333" y="552"/>
                  </a:lnTo>
                  <a:lnTo>
                    <a:pt x="1335" y="552"/>
                  </a:lnTo>
                  <a:lnTo>
                    <a:pt x="1335" y="550"/>
                  </a:lnTo>
                  <a:lnTo>
                    <a:pt x="1332" y="548"/>
                  </a:lnTo>
                  <a:lnTo>
                    <a:pt x="1332" y="548"/>
                  </a:lnTo>
                  <a:lnTo>
                    <a:pt x="1332" y="550"/>
                  </a:lnTo>
                  <a:lnTo>
                    <a:pt x="1330" y="552"/>
                  </a:lnTo>
                  <a:lnTo>
                    <a:pt x="1326" y="552"/>
                  </a:lnTo>
                  <a:lnTo>
                    <a:pt x="1326" y="552"/>
                  </a:lnTo>
                  <a:lnTo>
                    <a:pt x="1322" y="550"/>
                  </a:lnTo>
                  <a:lnTo>
                    <a:pt x="1321" y="548"/>
                  </a:lnTo>
                  <a:lnTo>
                    <a:pt x="1321" y="545"/>
                  </a:lnTo>
                  <a:lnTo>
                    <a:pt x="1319" y="541"/>
                  </a:lnTo>
                  <a:lnTo>
                    <a:pt x="1319" y="541"/>
                  </a:lnTo>
                  <a:lnTo>
                    <a:pt x="1311" y="543"/>
                  </a:lnTo>
                  <a:lnTo>
                    <a:pt x="1306" y="543"/>
                  </a:lnTo>
                  <a:lnTo>
                    <a:pt x="1291" y="541"/>
                  </a:lnTo>
                  <a:lnTo>
                    <a:pt x="1291" y="541"/>
                  </a:lnTo>
                  <a:lnTo>
                    <a:pt x="1291" y="537"/>
                  </a:lnTo>
                  <a:lnTo>
                    <a:pt x="1293" y="535"/>
                  </a:lnTo>
                  <a:lnTo>
                    <a:pt x="1293" y="532"/>
                  </a:lnTo>
                  <a:lnTo>
                    <a:pt x="1291" y="528"/>
                  </a:lnTo>
                  <a:lnTo>
                    <a:pt x="1290" y="528"/>
                  </a:lnTo>
                  <a:lnTo>
                    <a:pt x="1290" y="528"/>
                  </a:lnTo>
                  <a:lnTo>
                    <a:pt x="1286" y="524"/>
                  </a:lnTo>
                  <a:lnTo>
                    <a:pt x="1282" y="521"/>
                  </a:lnTo>
                  <a:lnTo>
                    <a:pt x="1282" y="521"/>
                  </a:lnTo>
                  <a:lnTo>
                    <a:pt x="1275" y="521"/>
                  </a:lnTo>
                  <a:lnTo>
                    <a:pt x="1270" y="508"/>
                  </a:lnTo>
                  <a:lnTo>
                    <a:pt x="1270" y="508"/>
                  </a:lnTo>
                  <a:lnTo>
                    <a:pt x="1268" y="510"/>
                  </a:lnTo>
                  <a:lnTo>
                    <a:pt x="1264" y="512"/>
                  </a:lnTo>
                  <a:lnTo>
                    <a:pt x="1264" y="512"/>
                  </a:lnTo>
                  <a:lnTo>
                    <a:pt x="1268" y="501"/>
                  </a:lnTo>
                  <a:lnTo>
                    <a:pt x="1268" y="501"/>
                  </a:lnTo>
                  <a:lnTo>
                    <a:pt x="1264" y="501"/>
                  </a:lnTo>
                  <a:lnTo>
                    <a:pt x="1264" y="501"/>
                  </a:lnTo>
                  <a:lnTo>
                    <a:pt x="1262" y="499"/>
                  </a:lnTo>
                  <a:lnTo>
                    <a:pt x="1262" y="499"/>
                  </a:lnTo>
                  <a:lnTo>
                    <a:pt x="1279" y="499"/>
                  </a:lnTo>
                  <a:lnTo>
                    <a:pt x="1279" y="499"/>
                  </a:lnTo>
                  <a:lnTo>
                    <a:pt x="1279" y="492"/>
                  </a:lnTo>
                  <a:lnTo>
                    <a:pt x="1279" y="492"/>
                  </a:lnTo>
                  <a:lnTo>
                    <a:pt x="1268" y="486"/>
                  </a:lnTo>
                  <a:lnTo>
                    <a:pt x="1268" y="486"/>
                  </a:lnTo>
                  <a:lnTo>
                    <a:pt x="1268" y="481"/>
                  </a:lnTo>
                  <a:lnTo>
                    <a:pt x="1268" y="473"/>
                  </a:lnTo>
                  <a:lnTo>
                    <a:pt x="1264" y="473"/>
                  </a:lnTo>
                  <a:lnTo>
                    <a:pt x="1264" y="473"/>
                  </a:lnTo>
                  <a:lnTo>
                    <a:pt x="1262" y="473"/>
                  </a:lnTo>
                  <a:lnTo>
                    <a:pt x="1259" y="470"/>
                  </a:lnTo>
                  <a:lnTo>
                    <a:pt x="1255" y="464"/>
                  </a:lnTo>
                  <a:lnTo>
                    <a:pt x="1255" y="464"/>
                  </a:lnTo>
                  <a:lnTo>
                    <a:pt x="1257" y="457"/>
                  </a:lnTo>
                  <a:lnTo>
                    <a:pt x="1257" y="457"/>
                  </a:lnTo>
                  <a:lnTo>
                    <a:pt x="1240" y="457"/>
                  </a:lnTo>
                  <a:lnTo>
                    <a:pt x="1240" y="457"/>
                  </a:lnTo>
                  <a:lnTo>
                    <a:pt x="1253" y="450"/>
                  </a:lnTo>
                  <a:lnTo>
                    <a:pt x="1253" y="450"/>
                  </a:lnTo>
                  <a:lnTo>
                    <a:pt x="1246" y="435"/>
                  </a:lnTo>
                  <a:lnTo>
                    <a:pt x="1246" y="435"/>
                  </a:lnTo>
                  <a:lnTo>
                    <a:pt x="1240" y="435"/>
                  </a:lnTo>
                  <a:lnTo>
                    <a:pt x="1235" y="435"/>
                  </a:lnTo>
                  <a:lnTo>
                    <a:pt x="1235" y="435"/>
                  </a:lnTo>
                  <a:lnTo>
                    <a:pt x="1235" y="433"/>
                  </a:lnTo>
                  <a:lnTo>
                    <a:pt x="1235" y="433"/>
                  </a:lnTo>
                  <a:lnTo>
                    <a:pt x="1235" y="432"/>
                  </a:lnTo>
                  <a:lnTo>
                    <a:pt x="1233" y="430"/>
                  </a:lnTo>
                  <a:lnTo>
                    <a:pt x="1233" y="422"/>
                  </a:lnTo>
                  <a:lnTo>
                    <a:pt x="1233" y="422"/>
                  </a:lnTo>
                  <a:lnTo>
                    <a:pt x="1233" y="419"/>
                  </a:lnTo>
                  <a:lnTo>
                    <a:pt x="1233" y="412"/>
                  </a:lnTo>
                  <a:lnTo>
                    <a:pt x="1228" y="408"/>
                  </a:lnTo>
                  <a:lnTo>
                    <a:pt x="1228" y="408"/>
                  </a:lnTo>
                  <a:lnTo>
                    <a:pt x="1228" y="404"/>
                  </a:lnTo>
                  <a:lnTo>
                    <a:pt x="1229" y="402"/>
                  </a:lnTo>
                  <a:lnTo>
                    <a:pt x="1231" y="399"/>
                  </a:lnTo>
                  <a:lnTo>
                    <a:pt x="1231" y="399"/>
                  </a:lnTo>
                  <a:lnTo>
                    <a:pt x="1224" y="399"/>
                  </a:lnTo>
                  <a:lnTo>
                    <a:pt x="1224" y="399"/>
                  </a:lnTo>
                  <a:lnTo>
                    <a:pt x="1215" y="415"/>
                  </a:lnTo>
                  <a:lnTo>
                    <a:pt x="1211" y="430"/>
                  </a:lnTo>
                  <a:lnTo>
                    <a:pt x="1211" y="430"/>
                  </a:lnTo>
                  <a:lnTo>
                    <a:pt x="1209" y="430"/>
                  </a:lnTo>
                  <a:lnTo>
                    <a:pt x="1208" y="428"/>
                  </a:lnTo>
                  <a:lnTo>
                    <a:pt x="1209" y="422"/>
                  </a:lnTo>
                  <a:lnTo>
                    <a:pt x="1209" y="422"/>
                  </a:lnTo>
                  <a:lnTo>
                    <a:pt x="1204" y="426"/>
                  </a:lnTo>
                  <a:lnTo>
                    <a:pt x="1202" y="428"/>
                  </a:lnTo>
                  <a:lnTo>
                    <a:pt x="1202" y="428"/>
                  </a:lnTo>
                  <a:lnTo>
                    <a:pt x="1202" y="432"/>
                  </a:lnTo>
                  <a:lnTo>
                    <a:pt x="1202" y="435"/>
                  </a:lnTo>
                  <a:lnTo>
                    <a:pt x="1202" y="435"/>
                  </a:lnTo>
                  <a:lnTo>
                    <a:pt x="1199" y="433"/>
                  </a:lnTo>
                  <a:lnTo>
                    <a:pt x="1197" y="433"/>
                  </a:lnTo>
                  <a:lnTo>
                    <a:pt x="1197" y="433"/>
                  </a:lnTo>
                  <a:lnTo>
                    <a:pt x="1195" y="435"/>
                  </a:lnTo>
                  <a:lnTo>
                    <a:pt x="1195" y="437"/>
                  </a:lnTo>
                  <a:lnTo>
                    <a:pt x="1193" y="443"/>
                  </a:lnTo>
                  <a:lnTo>
                    <a:pt x="1193" y="443"/>
                  </a:lnTo>
                  <a:lnTo>
                    <a:pt x="1188" y="446"/>
                  </a:lnTo>
                  <a:lnTo>
                    <a:pt x="1182" y="450"/>
                  </a:lnTo>
                  <a:lnTo>
                    <a:pt x="1182" y="450"/>
                  </a:lnTo>
                  <a:lnTo>
                    <a:pt x="1171" y="441"/>
                  </a:lnTo>
                  <a:lnTo>
                    <a:pt x="1171" y="441"/>
                  </a:lnTo>
                  <a:lnTo>
                    <a:pt x="1169" y="444"/>
                  </a:lnTo>
                  <a:lnTo>
                    <a:pt x="1168" y="444"/>
                  </a:lnTo>
                  <a:lnTo>
                    <a:pt x="1164" y="444"/>
                  </a:lnTo>
                  <a:lnTo>
                    <a:pt x="1164" y="444"/>
                  </a:lnTo>
                  <a:lnTo>
                    <a:pt x="1162" y="433"/>
                  </a:lnTo>
                  <a:lnTo>
                    <a:pt x="1162" y="433"/>
                  </a:lnTo>
                  <a:lnTo>
                    <a:pt x="1151" y="432"/>
                  </a:lnTo>
                  <a:lnTo>
                    <a:pt x="1151" y="432"/>
                  </a:lnTo>
                  <a:lnTo>
                    <a:pt x="1140" y="428"/>
                  </a:lnTo>
                  <a:lnTo>
                    <a:pt x="1140" y="428"/>
                  </a:lnTo>
                  <a:lnTo>
                    <a:pt x="1140" y="413"/>
                  </a:lnTo>
                  <a:lnTo>
                    <a:pt x="1138" y="401"/>
                  </a:lnTo>
                  <a:lnTo>
                    <a:pt x="1138" y="401"/>
                  </a:lnTo>
                  <a:lnTo>
                    <a:pt x="1142" y="401"/>
                  </a:lnTo>
                  <a:lnTo>
                    <a:pt x="1144" y="399"/>
                  </a:lnTo>
                  <a:lnTo>
                    <a:pt x="1146" y="399"/>
                  </a:lnTo>
                  <a:lnTo>
                    <a:pt x="1146" y="399"/>
                  </a:lnTo>
                  <a:lnTo>
                    <a:pt x="1146" y="397"/>
                  </a:lnTo>
                  <a:lnTo>
                    <a:pt x="1144" y="395"/>
                  </a:lnTo>
                  <a:lnTo>
                    <a:pt x="1140" y="395"/>
                  </a:lnTo>
                  <a:lnTo>
                    <a:pt x="1140" y="395"/>
                  </a:lnTo>
                  <a:lnTo>
                    <a:pt x="1149" y="379"/>
                  </a:lnTo>
                  <a:lnTo>
                    <a:pt x="1149" y="379"/>
                  </a:lnTo>
                  <a:lnTo>
                    <a:pt x="1147" y="381"/>
                  </a:lnTo>
                  <a:lnTo>
                    <a:pt x="1146" y="381"/>
                  </a:lnTo>
                  <a:lnTo>
                    <a:pt x="1142" y="384"/>
                  </a:lnTo>
                  <a:lnTo>
                    <a:pt x="1142" y="384"/>
                  </a:lnTo>
                  <a:lnTo>
                    <a:pt x="1138" y="382"/>
                  </a:lnTo>
                  <a:lnTo>
                    <a:pt x="1131" y="381"/>
                  </a:lnTo>
                  <a:lnTo>
                    <a:pt x="1131" y="381"/>
                  </a:lnTo>
                  <a:lnTo>
                    <a:pt x="1129" y="377"/>
                  </a:lnTo>
                  <a:lnTo>
                    <a:pt x="1131" y="377"/>
                  </a:lnTo>
                  <a:lnTo>
                    <a:pt x="1133" y="377"/>
                  </a:lnTo>
                  <a:lnTo>
                    <a:pt x="1133" y="377"/>
                  </a:lnTo>
                  <a:lnTo>
                    <a:pt x="1135" y="371"/>
                  </a:lnTo>
                  <a:lnTo>
                    <a:pt x="1135" y="371"/>
                  </a:lnTo>
                  <a:lnTo>
                    <a:pt x="1129" y="371"/>
                  </a:lnTo>
                  <a:lnTo>
                    <a:pt x="1124" y="371"/>
                  </a:lnTo>
                  <a:lnTo>
                    <a:pt x="1117" y="371"/>
                  </a:lnTo>
                  <a:lnTo>
                    <a:pt x="1111" y="371"/>
                  </a:lnTo>
                  <a:lnTo>
                    <a:pt x="1111" y="371"/>
                  </a:lnTo>
                  <a:lnTo>
                    <a:pt x="1111" y="364"/>
                  </a:lnTo>
                  <a:lnTo>
                    <a:pt x="1106" y="364"/>
                  </a:lnTo>
                  <a:lnTo>
                    <a:pt x="1106" y="359"/>
                  </a:lnTo>
                  <a:lnTo>
                    <a:pt x="1106" y="359"/>
                  </a:lnTo>
                  <a:lnTo>
                    <a:pt x="1102" y="353"/>
                  </a:lnTo>
                  <a:lnTo>
                    <a:pt x="1095" y="348"/>
                  </a:lnTo>
                  <a:lnTo>
                    <a:pt x="1082" y="340"/>
                  </a:lnTo>
                  <a:lnTo>
                    <a:pt x="1082" y="340"/>
                  </a:lnTo>
                  <a:lnTo>
                    <a:pt x="1076" y="340"/>
                  </a:lnTo>
                  <a:lnTo>
                    <a:pt x="1071" y="342"/>
                  </a:lnTo>
                  <a:lnTo>
                    <a:pt x="1071" y="342"/>
                  </a:lnTo>
                  <a:lnTo>
                    <a:pt x="1069" y="346"/>
                  </a:lnTo>
                  <a:lnTo>
                    <a:pt x="1067" y="350"/>
                  </a:lnTo>
                  <a:lnTo>
                    <a:pt x="1067" y="350"/>
                  </a:lnTo>
                  <a:lnTo>
                    <a:pt x="1064" y="350"/>
                  </a:lnTo>
                  <a:lnTo>
                    <a:pt x="1060" y="350"/>
                  </a:lnTo>
                  <a:lnTo>
                    <a:pt x="1058" y="350"/>
                  </a:lnTo>
                  <a:lnTo>
                    <a:pt x="1055" y="350"/>
                  </a:lnTo>
                  <a:lnTo>
                    <a:pt x="1055" y="355"/>
                  </a:lnTo>
                  <a:lnTo>
                    <a:pt x="1055" y="355"/>
                  </a:lnTo>
                  <a:lnTo>
                    <a:pt x="1047" y="355"/>
                  </a:lnTo>
                  <a:lnTo>
                    <a:pt x="1042" y="353"/>
                  </a:lnTo>
                  <a:lnTo>
                    <a:pt x="1027" y="350"/>
                  </a:lnTo>
                  <a:lnTo>
                    <a:pt x="1027" y="350"/>
                  </a:lnTo>
                  <a:lnTo>
                    <a:pt x="1022" y="350"/>
                  </a:lnTo>
                  <a:lnTo>
                    <a:pt x="1018" y="350"/>
                  </a:lnTo>
                  <a:lnTo>
                    <a:pt x="1011" y="351"/>
                  </a:lnTo>
                  <a:lnTo>
                    <a:pt x="1009" y="359"/>
                  </a:lnTo>
                  <a:lnTo>
                    <a:pt x="1009" y="359"/>
                  </a:lnTo>
                  <a:lnTo>
                    <a:pt x="1013" y="361"/>
                  </a:lnTo>
                  <a:lnTo>
                    <a:pt x="1018" y="362"/>
                  </a:lnTo>
                  <a:lnTo>
                    <a:pt x="1018" y="366"/>
                  </a:lnTo>
                  <a:lnTo>
                    <a:pt x="1013" y="366"/>
                  </a:lnTo>
                  <a:lnTo>
                    <a:pt x="1013" y="366"/>
                  </a:lnTo>
                  <a:lnTo>
                    <a:pt x="1013" y="368"/>
                  </a:lnTo>
                  <a:lnTo>
                    <a:pt x="1014" y="370"/>
                  </a:lnTo>
                  <a:lnTo>
                    <a:pt x="1016" y="371"/>
                  </a:lnTo>
                  <a:lnTo>
                    <a:pt x="1016" y="373"/>
                  </a:lnTo>
                  <a:lnTo>
                    <a:pt x="1016" y="373"/>
                  </a:lnTo>
                  <a:lnTo>
                    <a:pt x="1009" y="384"/>
                  </a:lnTo>
                  <a:lnTo>
                    <a:pt x="1009" y="384"/>
                  </a:lnTo>
                  <a:lnTo>
                    <a:pt x="1005" y="382"/>
                  </a:lnTo>
                  <a:lnTo>
                    <a:pt x="1005" y="384"/>
                  </a:lnTo>
                  <a:lnTo>
                    <a:pt x="1009" y="388"/>
                  </a:lnTo>
                  <a:lnTo>
                    <a:pt x="1009" y="388"/>
                  </a:lnTo>
                  <a:lnTo>
                    <a:pt x="1016" y="388"/>
                  </a:lnTo>
                  <a:lnTo>
                    <a:pt x="1016" y="388"/>
                  </a:lnTo>
                  <a:lnTo>
                    <a:pt x="1014" y="395"/>
                  </a:lnTo>
                  <a:lnTo>
                    <a:pt x="1014" y="399"/>
                  </a:lnTo>
                  <a:lnTo>
                    <a:pt x="1014" y="402"/>
                  </a:lnTo>
                  <a:lnTo>
                    <a:pt x="1020" y="408"/>
                  </a:lnTo>
                  <a:lnTo>
                    <a:pt x="1020" y="408"/>
                  </a:lnTo>
                  <a:lnTo>
                    <a:pt x="1020" y="410"/>
                  </a:lnTo>
                  <a:lnTo>
                    <a:pt x="1020" y="412"/>
                  </a:lnTo>
                  <a:lnTo>
                    <a:pt x="1018" y="413"/>
                  </a:lnTo>
                  <a:lnTo>
                    <a:pt x="1018" y="413"/>
                  </a:lnTo>
                  <a:lnTo>
                    <a:pt x="1018" y="413"/>
                  </a:lnTo>
                  <a:lnTo>
                    <a:pt x="1016" y="419"/>
                  </a:lnTo>
                  <a:lnTo>
                    <a:pt x="1016" y="419"/>
                  </a:lnTo>
                  <a:lnTo>
                    <a:pt x="1009" y="415"/>
                  </a:lnTo>
                  <a:lnTo>
                    <a:pt x="1011" y="421"/>
                  </a:lnTo>
                  <a:lnTo>
                    <a:pt x="1011" y="421"/>
                  </a:lnTo>
                  <a:lnTo>
                    <a:pt x="1013" y="421"/>
                  </a:lnTo>
                  <a:lnTo>
                    <a:pt x="1013" y="422"/>
                  </a:lnTo>
                  <a:lnTo>
                    <a:pt x="1013" y="428"/>
                  </a:lnTo>
                  <a:lnTo>
                    <a:pt x="1013" y="428"/>
                  </a:lnTo>
                  <a:lnTo>
                    <a:pt x="1005" y="428"/>
                  </a:lnTo>
                  <a:lnTo>
                    <a:pt x="998" y="430"/>
                  </a:lnTo>
                  <a:lnTo>
                    <a:pt x="998" y="430"/>
                  </a:lnTo>
                  <a:lnTo>
                    <a:pt x="998" y="437"/>
                  </a:lnTo>
                  <a:lnTo>
                    <a:pt x="998" y="444"/>
                  </a:lnTo>
                  <a:lnTo>
                    <a:pt x="998" y="444"/>
                  </a:lnTo>
                  <a:lnTo>
                    <a:pt x="1005" y="446"/>
                  </a:lnTo>
                  <a:lnTo>
                    <a:pt x="1009" y="448"/>
                  </a:lnTo>
                  <a:lnTo>
                    <a:pt x="1013" y="450"/>
                  </a:lnTo>
                  <a:lnTo>
                    <a:pt x="1013" y="450"/>
                  </a:lnTo>
                  <a:lnTo>
                    <a:pt x="1016" y="455"/>
                  </a:lnTo>
                  <a:lnTo>
                    <a:pt x="1018" y="463"/>
                  </a:lnTo>
                  <a:lnTo>
                    <a:pt x="1020" y="470"/>
                  </a:lnTo>
                  <a:lnTo>
                    <a:pt x="1024" y="477"/>
                  </a:lnTo>
                  <a:lnTo>
                    <a:pt x="1024" y="477"/>
                  </a:lnTo>
                  <a:lnTo>
                    <a:pt x="1027" y="481"/>
                  </a:lnTo>
                  <a:lnTo>
                    <a:pt x="1031" y="483"/>
                  </a:lnTo>
                  <a:lnTo>
                    <a:pt x="1033" y="484"/>
                  </a:lnTo>
                  <a:lnTo>
                    <a:pt x="1033" y="484"/>
                  </a:lnTo>
                  <a:lnTo>
                    <a:pt x="1031" y="494"/>
                  </a:lnTo>
                  <a:lnTo>
                    <a:pt x="1027" y="508"/>
                  </a:lnTo>
                  <a:lnTo>
                    <a:pt x="1027" y="508"/>
                  </a:lnTo>
                  <a:lnTo>
                    <a:pt x="1029" y="506"/>
                  </a:lnTo>
                  <a:lnTo>
                    <a:pt x="1033" y="504"/>
                  </a:lnTo>
                  <a:lnTo>
                    <a:pt x="1033" y="504"/>
                  </a:lnTo>
                  <a:lnTo>
                    <a:pt x="1035" y="508"/>
                  </a:lnTo>
                  <a:lnTo>
                    <a:pt x="1035" y="514"/>
                  </a:lnTo>
                  <a:lnTo>
                    <a:pt x="1035" y="514"/>
                  </a:lnTo>
                  <a:lnTo>
                    <a:pt x="1031" y="514"/>
                  </a:lnTo>
                  <a:lnTo>
                    <a:pt x="1027" y="514"/>
                  </a:lnTo>
                  <a:lnTo>
                    <a:pt x="1027" y="514"/>
                  </a:lnTo>
                  <a:lnTo>
                    <a:pt x="1020" y="528"/>
                  </a:lnTo>
                  <a:lnTo>
                    <a:pt x="1020" y="528"/>
                  </a:lnTo>
                  <a:lnTo>
                    <a:pt x="1014" y="535"/>
                  </a:lnTo>
                  <a:lnTo>
                    <a:pt x="1005" y="541"/>
                  </a:lnTo>
                  <a:lnTo>
                    <a:pt x="989" y="550"/>
                  </a:lnTo>
                  <a:lnTo>
                    <a:pt x="989" y="550"/>
                  </a:lnTo>
                  <a:lnTo>
                    <a:pt x="996" y="588"/>
                  </a:lnTo>
                  <a:lnTo>
                    <a:pt x="996" y="606"/>
                  </a:lnTo>
                  <a:lnTo>
                    <a:pt x="996" y="616"/>
                  </a:lnTo>
                  <a:lnTo>
                    <a:pt x="993" y="626"/>
                  </a:lnTo>
                  <a:lnTo>
                    <a:pt x="993" y="626"/>
                  </a:lnTo>
                  <a:lnTo>
                    <a:pt x="989" y="625"/>
                  </a:lnTo>
                  <a:lnTo>
                    <a:pt x="985" y="626"/>
                  </a:lnTo>
                  <a:lnTo>
                    <a:pt x="985" y="626"/>
                  </a:lnTo>
                  <a:lnTo>
                    <a:pt x="982" y="630"/>
                  </a:lnTo>
                  <a:lnTo>
                    <a:pt x="980" y="632"/>
                  </a:lnTo>
                  <a:lnTo>
                    <a:pt x="976" y="634"/>
                  </a:lnTo>
                  <a:lnTo>
                    <a:pt x="969" y="630"/>
                  </a:lnTo>
                  <a:lnTo>
                    <a:pt x="969" y="630"/>
                  </a:lnTo>
                  <a:lnTo>
                    <a:pt x="960" y="623"/>
                  </a:lnTo>
                  <a:lnTo>
                    <a:pt x="953" y="614"/>
                  </a:lnTo>
                  <a:lnTo>
                    <a:pt x="953" y="614"/>
                  </a:lnTo>
                  <a:lnTo>
                    <a:pt x="953" y="608"/>
                  </a:lnTo>
                  <a:lnTo>
                    <a:pt x="953" y="605"/>
                  </a:lnTo>
                  <a:lnTo>
                    <a:pt x="953" y="601"/>
                  </a:lnTo>
                  <a:lnTo>
                    <a:pt x="953" y="601"/>
                  </a:lnTo>
                  <a:lnTo>
                    <a:pt x="947" y="599"/>
                  </a:lnTo>
                  <a:lnTo>
                    <a:pt x="942" y="597"/>
                  </a:lnTo>
                  <a:lnTo>
                    <a:pt x="942" y="597"/>
                  </a:lnTo>
                  <a:lnTo>
                    <a:pt x="942" y="594"/>
                  </a:lnTo>
                  <a:lnTo>
                    <a:pt x="942" y="590"/>
                  </a:lnTo>
                  <a:lnTo>
                    <a:pt x="943" y="586"/>
                  </a:lnTo>
                  <a:lnTo>
                    <a:pt x="942" y="585"/>
                  </a:lnTo>
                  <a:lnTo>
                    <a:pt x="942" y="585"/>
                  </a:lnTo>
                  <a:lnTo>
                    <a:pt x="940" y="583"/>
                  </a:lnTo>
                  <a:lnTo>
                    <a:pt x="940" y="581"/>
                  </a:lnTo>
                  <a:lnTo>
                    <a:pt x="942" y="577"/>
                  </a:lnTo>
                  <a:lnTo>
                    <a:pt x="942" y="577"/>
                  </a:lnTo>
                  <a:lnTo>
                    <a:pt x="940" y="574"/>
                  </a:lnTo>
                  <a:lnTo>
                    <a:pt x="940" y="570"/>
                  </a:lnTo>
                  <a:lnTo>
                    <a:pt x="942" y="570"/>
                  </a:lnTo>
                  <a:lnTo>
                    <a:pt x="942" y="570"/>
                  </a:lnTo>
                  <a:lnTo>
                    <a:pt x="945" y="555"/>
                  </a:lnTo>
                  <a:lnTo>
                    <a:pt x="945" y="555"/>
                  </a:lnTo>
                  <a:lnTo>
                    <a:pt x="942" y="552"/>
                  </a:lnTo>
                  <a:lnTo>
                    <a:pt x="942" y="550"/>
                  </a:lnTo>
                  <a:lnTo>
                    <a:pt x="942" y="548"/>
                  </a:lnTo>
                  <a:lnTo>
                    <a:pt x="942" y="548"/>
                  </a:lnTo>
                  <a:lnTo>
                    <a:pt x="943" y="548"/>
                  </a:lnTo>
                  <a:lnTo>
                    <a:pt x="943" y="545"/>
                  </a:lnTo>
                  <a:lnTo>
                    <a:pt x="942" y="541"/>
                  </a:lnTo>
                  <a:lnTo>
                    <a:pt x="942" y="541"/>
                  </a:lnTo>
                  <a:lnTo>
                    <a:pt x="938" y="537"/>
                  </a:lnTo>
                  <a:lnTo>
                    <a:pt x="932" y="537"/>
                  </a:lnTo>
                  <a:lnTo>
                    <a:pt x="922" y="537"/>
                  </a:lnTo>
                  <a:lnTo>
                    <a:pt x="912" y="537"/>
                  </a:lnTo>
                  <a:lnTo>
                    <a:pt x="903" y="537"/>
                  </a:lnTo>
                  <a:lnTo>
                    <a:pt x="903" y="537"/>
                  </a:lnTo>
                  <a:lnTo>
                    <a:pt x="900" y="535"/>
                  </a:lnTo>
                  <a:lnTo>
                    <a:pt x="894" y="532"/>
                  </a:lnTo>
                  <a:lnTo>
                    <a:pt x="885" y="526"/>
                  </a:lnTo>
                  <a:lnTo>
                    <a:pt x="885" y="526"/>
                  </a:lnTo>
                  <a:lnTo>
                    <a:pt x="871" y="521"/>
                  </a:lnTo>
                  <a:lnTo>
                    <a:pt x="860" y="519"/>
                  </a:lnTo>
                  <a:lnTo>
                    <a:pt x="860" y="519"/>
                  </a:lnTo>
                  <a:lnTo>
                    <a:pt x="858" y="515"/>
                  </a:lnTo>
                  <a:lnTo>
                    <a:pt x="856" y="510"/>
                  </a:lnTo>
                  <a:lnTo>
                    <a:pt x="856" y="504"/>
                  </a:lnTo>
                  <a:lnTo>
                    <a:pt x="854" y="501"/>
                  </a:lnTo>
                  <a:lnTo>
                    <a:pt x="854" y="501"/>
                  </a:lnTo>
                  <a:lnTo>
                    <a:pt x="852" y="499"/>
                  </a:lnTo>
                  <a:lnTo>
                    <a:pt x="849" y="499"/>
                  </a:lnTo>
                  <a:lnTo>
                    <a:pt x="841" y="499"/>
                  </a:lnTo>
                  <a:lnTo>
                    <a:pt x="841" y="499"/>
                  </a:lnTo>
                  <a:lnTo>
                    <a:pt x="836" y="494"/>
                  </a:lnTo>
                  <a:lnTo>
                    <a:pt x="830" y="488"/>
                  </a:lnTo>
                  <a:lnTo>
                    <a:pt x="830" y="488"/>
                  </a:lnTo>
                  <a:lnTo>
                    <a:pt x="825" y="488"/>
                  </a:lnTo>
                  <a:lnTo>
                    <a:pt x="820" y="488"/>
                  </a:lnTo>
                  <a:lnTo>
                    <a:pt x="820" y="488"/>
                  </a:lnTo>
                  <a:lnTo>
                    <a:pt x="814" y="484"/>
                  </a:lnTo>
                  <a:lnTo>
                    <a:pt x="810" y="481"/>
                  </a:lnTo>
                  <a:lnTo>
                    <a:pt x="810" y="481"/>
                  </a:lnTo>
                  <a:lnTo>
                    <a:pt x="803" y="481"/>
                  </a:lnTo>
                  <a:lnTo>
                    <a:pt x="796" y="481"/>
                  </a:lnTo>
                  <a:lnTo>
                    <a:pt x="783" y="486"/>
                  </a:lnTo>
                  <a:lnTo>
                    <a:pt x="783" y="486"/>
                  </a:lnTo>
                  <a:lnTo>
                    <a:pt x="776" y="464"/>
                  </a:lnTo>
                  <a:lnTo>
                    <a:pt x="767" y="441"/>
                  </a:lnTo>
                  <a:lnTo>
                    <a:pt x="767" y="441"/>
                  </a:lnTo>
                  <a:lnTo>
                    <a:pt x="756" y="441"/>
                  </a:lnTo>
                  <a:lnTo>
                    <a:pt x="750" y="443"/>
                  </a:lnTo>
                  <a:lnTo>
                    <a:pt x="748" y="443"/>
                  </a:lnTo>
                  <a:lnTo>
                    <a:pt x="747" y="439"/>
                  </a:lnTo>
                  <a:lnTo>
                    <a:pt x="741" y="430"/>
                  </a:lnTo>
                  <a:lnTo>
                    <a:pt x="738" y="426"/>
                  </a:lnTo>
                  <a:lnTo>
                    <a:pt x="738" y="426"/>
                  </a:lnTo>
                  <a:lnTo>
                    <a:pt x="738" y="417"/>
                  </a:lnTo>
                  <a:lnTo>
                    <a:pt x="739" y="406"/>
                  </a:lnTo>
                  <a:lnTo>
                    <a:pt x="739" y="406"/>
                  </a:lnTo>
                  <a:lnTo>
                    <a:pt x="747" y="401"/>
                  </a:lnTo>
                  <a:lnTo>
                    <a:pt x="747" y="401"/>
                  </a:lnTo>
                  <a:lnTo>
                    <a:pt x="747" y="397"/>
                  </a:lnTo>
                  <a:lnTo>
                    <a:pt x="745" y="395"/>
                  </a:lnTo>
                  <a:lnTo>
                    <a:pt x="743" y="393"/>
                  </a:lnTo>
                  <a:lnTo>
                    <a:pt x="745" y="391"/>
                  </a:lnTo>
                  <a:lnTo>
                    <a:pt x="745" y="391"/>
                  </a:lnTo>
                  <a:lnTo>
                    <a:pt x="747" y="391"/>
                  </a:lnTo>
                  <a:lnTo>
                    <a:pt x="752" y="391"/>
                  </a:lnTo>
                  <a:lnTo>
                    <a:pt x="752" y="391"/>
                  </a:lnTo>
                  <a:lnTo>
                    <a:pt x="752" y="384"/>
                  </a:lnTo>
                  <a:lnTo>
                    <a:pt x="752" y="379"/>
                  </a:lnTo>
                  <a:lnTo>
                    <a:pt x="752" y="379"/>
                  </a:lnTo>
                  <a:lnTo>
                    <a:pt x="754" y="377"/>
                  </a:lnTo>
                  <a:lnTo>
                    <a:pt x="758" y="375"/>
                  </a:lnTo>
                  <a:lnTo>
                    <a:pt x="759" y="371"/>
                  </a:lnTo>
                  <a:lnTo>
                    <a:pt x="761" y="370"/>
                  </a:lnTo>
                  <a:lnTo>
                    <a:pt x="761" y="366"/>
                  </a:lnTo>
                  <a:lnTo>
                    <a:pt x="761" y="366"/>
                  </a:lnTo>
                  <a:lnTo>
                    <a:pt x="767" y="366"/>
                  </a:lnTo>
                  <a:lnTo>
                    <a:pt x="770" y="366"/>
                  </a:lnTo>
                  <a:lnTo>
                    <a:pt x="770" y="366"/>
                  </a:lnTo>
                  <a:lnTo>
                    <a:pt x="772" y="361"/>
                  </a:lnTo>
                  <a:lnTo>
                    <a:pt x="770" y="355"/>
                  </a:lnTo>
                  <a:lnTo>
                    <a:pt x="770" y="355"/>
                  </a:lnTo>
                  <a:lnTo>
                    <a:pt x="774" y="353"/>
                  </a:lnTo>
                  <a:lnTo>
                    <a:pt x="776" y="350"/>
                  </a:lnTo>
                  <a:lnTo>
                    <a:pt x="776" y="350"/>
                  </a:lnTo>
                  <a:lnTo>
                    <a:pt x="779" y="351"/>
                  </a:lnTo>
                  <a:lnTo>
                    <a:pt x="783" y="353"/>
                  </a:lnTo>
                  <a:lnTo>
                    <a:pt x="785" y="351"/>
                  </a:lnTo>
                  <a:lnTo>
                    <a:pt x="785" y="351"/>
                  </a:lnTo>
                  <a:lnTo>
                    <a:pt x="785" y="351"/>
                  </a:lnTo>
                  <a:lnTo>
                    <a:pt x="783" y="350"/>
                  </a:lnTo>
                  <a:lnTo>
                    <a:pt x="781" y="348"/>
                  </a:lnTo>
                  <a:lnTo>
                    <a:pt x="781" y="348"/>
                  </a:lnTo>
                  <a:lnTo>
                    <a:pt x="790" y="342"/>
                  </a:lnTo>
                  <a:lnTo>
                    <a:pt x="790" y="342"/>
                  </a:lnTo>
                  <a:lnTo>
                    <a:pt x="787" y="340"/>
                  </a:lnTo>
                  <a:lnTo>
                    <a:pt x="785" y="340"/>
                  </a:lnTo>
                  <a:lnTo>
                    <a:pt x="785" y="340"/>
                  </a:lnTo>
                  <a:lnTo>
                    <a:pt x="785" y="340"/>
                  </a:lnTo>
                  <a:lnTo>
                    <a:pt x="790" y="339"/>
                  </a:lnTo>
                  <a:lnTo>
                    <a:pt x="792" y="340"/>
                  </a:lnTo>
                  <a:lnTo>
                    <a:pt x="796" y="342"/>
                  </a:lnTo>
                  <a:lnTo>
                    <a:pt x="799" y="342"/>
                  </a:lnTo>
                  <a:lnTo>
                    <a:pt x="799" y="342"/>
                  </a:lnTo>
                  <a:lnTo>
                    <a:pt x="805" y="339"/>
                  </a:lnTo>
                  <a:lnTo>
                    <a:pt x="810" y="335"/>
                  </a:lnTo>
                  <a:lnTo>
                    <a:pt x="810" y="335"/>
                  </a:lnTo>
                  <a:lnTo>
                    <a:pt x="810" y="333"/>
                  </a:lnTo>
                  <a:lnTo>
                    <a:pt x="810" y="331"/>
                  </a:lnTo>
                  <a:lnTo>
                    <a:pt x="812" y="328"/>
                  </a:lnTo>
                  <a:lnTo>
                    <a:pt x="812" y="328"/>
                  </a:lnTo>
                  <a:lnTo>
                    <a:pt x="809" y="324"/>
                  </a:lnTo>
                  <a:lnTo>
                    <a:pt x="805" y="322"/>
                  </a:lnTo>
                  <a:lnTo>
                    <a:pt x="805" y="317"/>
                  </a:lnTo>
                  <a:lnTo>
                    <a:pt x="805" y="317"/>
                  </a:lnTo>
                  <a:lnTo>
                    <a:pt x="810" y="320"/>
                  </a:lnTo>
                  <a:lnTo>
                    <a:pt x="814" y="320"/>
                  </a:lnTo>
                  <a:lnTo>
                    <a:pt x="814" y="320"/>
                  </a:lnTo>
                  <a:lnTo>
                    <a:pt x="818" y="300"/>
                  </a:lnTo>
                  <a:lnTo>
                    <a:pt x="818" y="300"/>
                  </a:lnTo>
                  <a:lnTo>
                    <a:pt x="827" y="300"/>
                  </a:lnTo>
                  <a:lnTo>
                    <a:pt x="827" y="300"/>
                  </a:lnTo>
                  <a:lnTo>
                    <a:pt x="827" y="297"/>
                  </a:lnTo>
                  <a:lnTo>
                    <a:pt x="827" y="297"/>
                  </a:lnTo>
                  <a:lnTo>
                    <a:pt x="830" y="295"/>
                  </a:lnTo>
                  <a:lnTo>
                    <a:pt x="830" y="295"/>
                  </a:lnTo>
                  <a:lnTo>
                    <a:pt x="834" y="297"/>
                  </a:lnTo>
                  <a:lnTo>
                    <a:pt x="838" y="297"/>
                  </a:lnTo>
                  <a:lnTo>
                    <a:pt x="840" y="300"/>
                  </a:lnTo>
                  <a:lnTo>
                    <a:pt x="840" y="300"/>
                  </a:lnTo>
                  <a:lnTo>
                    <a:pt x="843" y="300"/>
                  </a:lnTo>
                  <a:lnTo>
                    <a:pt x="854" y="295"/>
                  </a:lnTo>
                  <a:lnTo>
                    <a:pt x="854" y="295"/>
                  </a:lnTo>
                  <a:lnTo>
                    <a:pt x="858" y="295"/>
                  </a:lnTo>
                  <a:lnTo>
                    <a:pt x="861" y="293"/>
                  </a:lnTo>
                  <a:lnTo>
                    <a:pt x="861" y="293"/>
                  </a:lnTo>
                  <a:lnTo>
                    <a:pt x="861" y="291"/>
                  </a:lnTo>
                  <a:lnTo>
                    <a:pt x="861" y="288"/>
                  </a:lnTo>
                  <a:lnTo>
                    <a:pt x="860" y="284"/>
                  </a:lnTo>
                  <a:lnTo>
                    <a:pt x="860" y="284"/>
                  </a:lnTo>
                  <a:lnTo>
                    <a:pt x="861" y="282"/>
                  </a:lnTo>
                  <a:lnTo>
                    <a:pt x="861" y="279"/>
                  </a:lnTo>
                  <a:lnTo>
                    <a:pt x="861" y="279"/>
                  </a:lnTo>
                  <a:lnTo>
                    <a:pt x="865" y="279"/>
                  </a:lnTo>
                  <a:lnTo>
                    <a:pt x="865" y="277"/>
                  </a:lnTo>
                  <a:lnTo>
                    <a:pt x="863" y="273"/>
                  </a:lnTo>
                  <a:lnTo>
                    <a:pt x="863" y="273"/>
                  </a:lnTo>
                  <a:lnTo>
                    <a:pt x="841" y="271"/>
                  </a:lnTo>
                  <a:lnTo>
                    <a:pt x="812" y="271"/>
                  </a:lnTo>
                  <a:lnTo>
                    <a:pt x="812" y="271"/>
                  </a:lnTo>
                  <a:lnTo>
                    <a:pt x="821" y="268"/>
                  </a:lnTo>
                  <a:lnTo>
                    <a:pt x="825" y="266"/>
                  </a:lnTo>
                  <a:lnTo>
                    <a:pt x="825" y="264"/>
                  </a:lnTo>
                  <a:lnTo>
                    <a:pt x="827" y="257"/>
                  </a:lnTo>
                  <a:lnTo>
                    <a:pt x="827" y="257"/>
                  </a:lnTo>
                  <a:lnTo>
                    <a:pt x="829" y="257"/>
                  </a:lnTo>
                  <a:lnTo>
                    <a:pt x="830" y="259"/>
                  </a:lnTo>
                  <a:lnTo>
                    <a:pt x="830" y="262"/>
                  </a:lnTo>
                  <a:lnTo>
                    <a:pt x="830" y="262"/>
                  </a:lnTo>
                  <a:lnTo>
                    <a:pt x="843" y="262"/>
                  </a:lnTo>
                  <a:lnTo>
                    <a:pt x="852" y="262"/>
                  </a:lnTo>
                  <a:lnTo>
                    <a:pt x="861" y="268"/>
                  </a:lnTo>
                  <a:lnTo>
                    <a:pt x="871" y="273"/>
                  </a:lnTo>
                  <a:lnTo>
                    <a:pt x="871" y="273"/>
                  </a:lnTo>
                  <a:lnTo>
                    <a:pt x="871" y="269"/>
                  </a:lnTo>
                  <a:lnTo>
                    <a:pt x="871" y="266"/>
                  </a:lnTo>
                  <a:lnTo>
                    <a:pt x="871" y="266"/>
                  </a:lnTo>
                  <a:lnTo>
                    <a:pt x="878" y="262"/>
                  </a:lnTo>
                  <a:lnTo>
                    <a:pt x="878" y="262"/>
                  </a:lnTo>
                  <a:lnTo>
                    <a:pt x="874" y="244"/>
                  </a:lnTo>
                  <a:lnTo>
                    <a:pt x="874" y="244"/>
                  </a:lnTo>
                  <a:lnTo>
                    <a:pt x="889" y="242"/>
                  </a:lnTo>
                  <a:lnTo>
                    <a:pt x="889" y="242"/>
                  </a:lnTo>
                  <a:lnTo>
                    <a:pt x="892" y="244"/>
                  </a:lnTo>
                  <a:lnTo>
                    <a:pt x="894" y="249"/>
                  </a:lnTo>
                  <a:lnTo>
                    <a:pt x="898" y="253"/>
                  </a:lnTo>
                  <a:lnTo>
                    <a:pt x="905" y="255"/>
                  </a:lnTo>
                  <a:lnTo>
                    <a:pt x="905" y="255"/>
                  </a:lnTo>
                  <a:lnTo>
                    <a:pt x="912" y="253"/>
                  </a:lnTo>
                  <a:lnTo>
                    <a:pt x="914" y="253"/>
                  </a:lnTo>
                  <a:lnTo>
                    <a:pt x="914" y="251"/>
                  </a:lnTo>
                  <a:lnTo>
                    <a:pt x="912" y="248"/>
                  </a:lnTo>
                  <a:lnTo>
                    <a:pt x="905" y="244"/>
                  </a:lnTo>
                  <a:lnTo>
                    <a:pt x="905" y="240"/>
                  </a:lnTo>
                  <a:lnTo>
                    <a:pt x="905" y="240"/>
                  </a:lnTo>
                  <a:lnTo>
                    <a:pt x="909" y="240"/>
                  </a:lnTo>
                  <a:lnTo>
                    <a:pt x="909" y="238"/>
                  </a:lnTo>
                  <a:lnTo>
                    <a:pt x="911" y="237"/>
                  </a:lnTo>
                  <a:lnTo>
                    <a:pt x="912" y="237"/>
                  </a:lnTo>
                  <a:lnTo>
                    <a:pt x="912" y="242"/>
                  </a:lnTo>
                  <a:lnTo>
                    <a:pt x="912" y="242"/>
                  </a:lnTo>
                  <a:lnTo>
                    <a:pt x="918" y="244"/>
                  </a:lnTo>
                  <a:lnTo>
                    <a:pt x="923" y="248"/>
                  </a:lnTo>
                  <a:lnTo>
                    <a:pt x="923" y="248"/>
                  </a:lnTo>
                  <a:lnTo>
                    <a:pt x="927" y="240"/>
                  </a:lnTo>
                  <a:lnTo>
                    <a:pt x="932" y="235"/>
                  </a:lnTo>
                  <a:lnTo>
                    <a:pt x="932" y="235"/>
                  </a:lnTo>
                  <a:lnTo>
                    <a:pt x="936" y="235"/>
                  </a:lnTo>
                  <a:lnTo>
                    <a:pt x="940" y="235"/>
                  </a:lnTo>
                  <a:lnTo>
                    <a:pt x="942" y="229"/>
                  </a:lnTo>
                  <a:lnTo>
                    <a:pt x="942" y="229"/>
                  </a:lnTo>
                  <a:lnTo>
                    <a:pt x="956" y="226"/>
                  </a:lnTo>
                  <a:lnTo>
                    <a:pt x="969" y="220"/>
                  </a:lnTo>
                  <a:lnTo>
                    <a:pt x="969" y="220"/>
                  </a:lnTo>
                  <a:lnTo>
                    <a:pt x="969" y="213"/>
                  </a:lnTo>
                  <a:lnTo>
                    <a:pt x="969" y="207"/>
                  </a:lnTo>
                  <a:lnTo>
                    <a:pt x="969" y="207"/>
                  </a:lnTo>
                  <a:lnTo>
                    <a:pt x="962" y="204"/>
                  </a:lnTo>
                  <a:lnTo>
                    <a:pt x="953" y="200"/>
                  </a:lnTo>
                  <a:lnTo>
                    <a:pt x="949" y="197"/>
                  </a:lnTo>
                  <a:lnTo>
                    <a:pt x="947" y="193"/>
                  </a:lnTo>
                  <a:lnTo>
                    <a:pt x="947" y="189"/>
                  </a:lnTo>
                  <a:lnTo>
                    <a:pt x="947" y="184"/>
                  </a:lnTo>
                  <a:lnTo>
                    <a:pt x="947" y="184"/>
                  </a:lnTo>
                  <a:lnTo>
                    <a:pt x="949" y="182"/>
                  </a:lnTo>
                  <a:lnTo>
                    <a:pt x="951" y="180"/>
                  </a:lnTo>
                  <a:lnTo>
                    <a:pt x="949" y="178"/>
                  </a:lnTo>
                  <a:lnTo>
                    <a:pt x="949" y="178"/>
                  </a:lnTo>
                  <a:lnTo>
                    <a:pt x="954" y="178"/>
                  </a:lnTo>
                  <a:lnTo>
                    <a:pt x="956" y="177"/>
                  </a:lnTo>
                  <a:lnTo>
                    <a:pt x="956" y="173"/>
                  </a:lnTo>
                  <a:lnTo>
                    <a:pt x="956" y="173"/>
                  </a:lnTo>
                  <a:lnTo>
                    <a:pt x="953" y="175"/>
                  </a:lnTo>
                  <a:lnTo>
                    <a:pt x="951" y="173"/>
                  </a:lnTo>
                  <a:lnTo>
                    <a:pt x="951" y="171"/>
                  </a:lnTo>
                  <a:lnTo>
                    <a:pt x="953" y="167"/>
                  </a:lnTo>
                  <a:lnTo>
                    <a:pt x="960" y="158"/>
                  </a:lnTo>
                  <a:lnTo>
                    <a:pt x="960" y="158"/>
                  </a:lnTo>
                  <a:lnTo>
                    <a:pt x="960" y="156"/>
                  </a:lnTo>
                  <a:lnTo>
                    <a:pt x="958" y="155"/>
                  </a:lnTo>
                  <a:lnTo>
                    <a:pt x="956" y="153"/>
                  </a:lnTo>
                  <a:lnTo>
                    <a:pt x="956" y="151"/>
                  </a:lnTo>
                  <a:lnTo>
                    <a:pt x="956" y="151"/>
                  </a:lnTo>
                  <a:lnTo>
                    <a:pt x="953" y="153"/>
                  </a:lnTo>
                  <a:lnTo>
                    <a:pt x="949" y="156"/>
                  </a:lnTo>
                  <a:lnTo>
                    <a:pt x="949" y="156"/>
                  </a:lnTo>
                  <a:lnTo>
                    <a:pt x="947" y="155"/>
                  </a:lnTo>
                  <a:lnTo>
                    <a:pt x="945" y="155"/>
                  </a:lnTo>
                  <a:lnTo>
                    <a:pt x="942" y="155"/>
                  </a:lnTo>
                  <a:lnTo>
                    <a:pt x="942" y="155"/>
                  </a:lnTo>
                  <a:lnTo>
                    <a:pt x="938" y="136"/>
                  </a:lnTo>
                  <a:lnTo>
                    <a:pt x="938" y="136"/>
                  </a:lnTo>
                  <a:lnTo>
                    <a:pt x="918" y="136"/>
                  </a:lnTo>
                  <a:lnTo>
                    <a:pt x="896" y="135"/>
                  </a:lnTo>
                  <a:lnTo>
                    <a:pt x="896" y="135"/>
                  </a:lnTo>
                  <a:lnTo>
                    <a:pt x="902" y="151"/>
                  </a:lnTo>
                  <a:lnTo>
                    <a:pt x="907" y="166"/>
                  </a:lnTo>
                  <a:lnTo>
                    <a:pt x="907" y="166"/>
                  </a:lnTo>
                  <a:lnTo>
                    <a:pt x="905" y="167"/>
                  </a:lnTo>
                  <a:lnTo>
                    <a:pt x="905" y="171"/>
                  </a:lnTo>
                  <a:lnTo>
                    <a:pt x="905" y="171"/>
                  </a:lnTo>
                  <a:lnTo>
                    <a:pt x="900" y="171"/>
                  </a:lnTo>
                  <a:lnTo>
                    <a:pt x="896" y="171"/>
                  </a:lnTo>
                  <a:lnTo>
                    <a:pt x="896" y="171"/>
                  </a:lnTo>
                  <a:lnTo>
                    <a:pt x="894" y="180"/>
                  </a:lnTo>
                  <a:lnTo>
                    <a:pt x="892" y="191"/>
                  </a:lnTo>
                  <a:lnTo>
                    <a:pt x="889" y="191"/>
                  </a:lnTo>
                  <a:lnTo>
                    <a:pt x="889" y="191"/>
                  </a:lnTo>
                  <a:lnTo>
                    <a:pt x="881" y="206"/>
                  </a:lnTo>
                  <a:lnTo>
                    <a:pt x="876" y="213"/>
                  </a:lnTo>
                  <a:lnTo>
                    <a:pt x="871" y="220"/>
                  </a:lnTo>
                  <a:lnTo>
                    <a:pt x="871" y="220"/>
                  </a:lnTo>
                  <a:lnTo>
                    <a:pt x="872" y="220"/>
                  </a:lnTo>
                  <a:lnTo>
                    <a:pt x="871" y="222"/>
                  </a:lnTo>
                  <a:lnTo>
                    <a:pt x="865" y="220"/>
                  </a:lnTo>
                  <a:lnTo>
                    <a:pt x="861" y="220"/>
                  </a:lnTo>
                  <a:lnTo>
                    <a:pt x="861" y="220"/>
                  </a:lnTo>
                  <a:lnTo>
                    <a:pt x="860" y="218"/>
                  </a:lnTo>
                  <a:lnTo>
                    <a:pt x="858" y="215"/>
                  </a:lnTo>
                  <a:lnTo>
                    <a:pt x="856" y="207"/>
                  </a:lnTo>
                  <a:lnTo>
                    <a:pt x="856" y="207"/>
                  </a:lnTo>
                  <a:lnTo>
                    <a:pt x="852" y="206"/>
                  </a:lnTo>
                  <a:lnTo>
                    <a:pt x="849" y="202"/>
                  </a:lnTo>
                  <a:lnTo>
                    <a:pt x="849" y="202"/>
                  </a:lnTo>
                  <a:lnTo>
                    <a:pt x="845" y="197"/>
                  </a:lnTo>
                  <a:lnTo>
                    <a:pt x="841" y="191"/>
                  </a:lnTo>
                  <a:lnTo>
                    <a:pt x="841" y="191"/>
                  </a:lnTo>
                  <a:lnTo>
                    <a:pt x="847" y="186"/>
                  </a:lnTo>
                  <a:lnTo>
                    <a:pt x="849" y="180"/>
                  </a:lnTo>
                  <a:lnTo>
                    <a:pt x="854" y="166"/>
                  </a:lnTo>
                  <a:lnTo>
                    <a:pt x="854" y="166"/>
                  </a:lnTo>
                  <a:lnTo>
                    <a:pt x="856" y="166"/>
                  </a:lnTo>
                  <a:lnTo>
                    <a:pt x="858" y="164"/>
                  </a:lnTo>
                  <a:lnTo>
                    <a:pt x="856" y="164"/>
                  </a:lnTo>
                  <a:lnTo>
                    <a:pt x="856" y="164"/>
                  </a:lnTo>
                  <a:lnTo>
                    <a:pt x="854" y="162"/>
                  </a:lnTo>
                  <a:lnTo>
                    <a:pt x="852" y="158"/>
                  </a:lnTo>
                  <a:lnTo>
                    <a:pt x="849" y="149"/>
                  </a:lnTo>
                  <a:lnTo>
                    <a:pt x="849" y="149"/>
                  </a:lnTo>
                  <a:lnTo>
                    <a:pt x="834" y="155"/>
                  </a:lnTo>
                  <a:lnTo>
                    <a:pt x="834" y="155"/>
                  </a:lnTo>
                  <a:lnTo>
                    <a:pt x="832" y="178"/>
                  </a:lnTo>
                  <a:lnTo>
                    <a:pt x="832" y="178"/>
                  </a:lnTo>
                  <a:lnTo>
                    <a:pt x="827" y="178"/>
                  </a:lnTo>
                  <a:lnTo>
                    <a:pt x="825" y="180"/>
                  </a:lnTo>
                  <a:lnTo>
                    <a:pt x="825" y="180"/>
                  </a:lnTo>
                  <a:lnTo>
                    <a:pt x="825" y="180"/>
                  </a:lnTo>
                  <a:lnTo>
                    <a:pt x="825" y="184"/>
                  </a:lnTo>
                  <a:lnTo>
                    <a:pt x="825" y="187"/>
                  </a:lnTo>
                  <a:lnTo>
                    <a:pt x="825" y="187"/>
                  </a:lnTo>
                  <a:lnTo>
                    <a:pt x="818" y="187"/>
                  </a:lnTo>
                  <a:lnTo>
                    <a:pt x="818" y="187"/>
                  </a:lnTo>
                  <a:lnTo>
                    <a:pt x="818" y="186"/>
                  </a:lnTo>
                  <a:lnTo>
                    <a:pt x="820" y="184"/>
                  </a:lnTo>
                  <a:lnTo>
                    <a:pt x="820" y="180"/>
                  </a:lnTo>
                  <a:lnTo>
                    <a:pt x="820" y="180"/>
                  </a:lnTo>
                  <a:lnTo>
                    <a:pt x="816" y="175"/>
                  </a:lnTo>
                  <a:lnTo>
                    <a:pt x="814" y="166"/>
                  </a:lnTo>
                  <a:lnTo>
                    <a:pt x="812" y="158"/>
                  </a:lnTo>
                  <a:lnTo>
                    <a:pt x="810" y="155"/>
                  </a:lnTo>
                  <a:lnTo>
                    <a:pt x="810" y="155"/>
                  </a:lnTo>
                  <a:lnTo>
                    <a:pt x="807" y="151"/>
                  </a:lnTo>
                  <a:lnTo>
                    <a:pt x="801" y="151"/>
                  </a:lnTo>
                  <a:lnTo>
                    <a:pt x="796" y="151"/>
                  </a:lnTo>
                  <a:lnTo>
                    <a:pt x="790" y="149"/>
                  </a:lnTo>
                  <a:lnTo>
                    <a:pt x="783" y="140"/>
                  </a:lnTo>
                  <a:lnTo>
                    <a:pt x="783" y="140"/>
                  </a:lnTo>
                  <a:lnTo>
                    <a:pt x="783" y="140"/>
                  </a:lnTo>
                  <a:lnTo>
                    <a:pt x="783" y="138"/>
                  </a:lnTo>
                  <a:lnTo>
                    <a:pt x="787" y="135"/>
                  </a:lnTo>
                  <a:lnTo>
                    <a:pt x="796" y="127"/>
                  </a:lnTo>
                  <a:lnTo>
                    <a:pt x="796" y="127"/>
                  </a:lnTo>
                  <a:lnTo>
                    <a:pt x="798" y="126"/>
                  </a:lnTo>
                  <a:lnTo>
                    <a:pt x="796" y="124"/>
                  </a:lnTo>
                  <a:lnTo>
                    <a:pt x="790" y="122"/>
                  </a:lnTo>
                  <a:lnTo>
                    <a:pt x="790" y="122"/>
                  </a:lnTo>
                  <a:lnTo>
                    <a:pt x="789" y="127"/>
                  </a:lnTo>
                  <a:lnTo>
                    <a:pt x="785" y="127"/>
                  </a:lnTo>
                  <a:lnTo>
                    <a:pt x="785" y="127"/>
                  </a:lnTo>
                  <a:lnTo>
                    <a:pt x="787" y="126"/>
                  </a:lnTo>
                  <a:lnTo>
                    <a:pt x="787" y="122"/>
                  </a:lnTo>
                  <a:lnTo>
                    <a:pt x="789" y="115"/>
                  </a:lnTo>
                  <a:lnTo>
                    <a:pt x="789" y="115"/>
                  </a:lnTo>
                  <a:lnTo>
                    <a:pt x="803" y="120"/>
                  </a:lnTo>
                  <a:lnTo>
                    <a:pt x="803" y="120"/>
                  </a:lnTo>
                  <a:lnTo>
                    <a:pt x="803" y="115"/>
                  </a:lnTo>
                  <a:lnTo>
                    <a:pt x="803" y="113"/>
                  </a:lnTo>
                  <a:lnTo>
                    <a:pt x="805" y="113"/>
                  </a:lnTo>
                  <a:lnTo>
                    <a:pt x="805" y="113"/>
                  </a:lnTo>
                  <a:lnTo>
                    <a:pt x="803" y="111"/>
                  </a:lnTo>
                  <a:lnTo>
                    <a:pt x="801" y="111"/>
                  </a:lnTo>
                  <a:lnTo>
                    <a:pt x="798" y="113"/>
                  </a:lnTo>
                  <a:lnTo>
                    <a:pt x="798" y="107"/>
                  </a:lnTo>
                  <a:lnTo>
                    <a:pt x="798" y="107"/>
                  </a:lnTo>
                  <a:lnTo>
                    <a:pt x="794" y="105"/>
                  </a:lnTo>
                  <a:lnTo>
                    <a:pt x="789" y="105"/>
                  </a:lnTo>
                  <a:lnTo>
                    <a:pt x="789" y="105"/>
                  </a:lnTo>
                  <a:lnTo>
                    <a:pt x="785" y="100"/>
                  </a:lnTo>
                  <a:lnTo>
                    <a:pt x="781" y="95"/>
                  </a:lnTo>
                  <a:lnTo>
                    <a:pt x="781" y="95"/>
                  </a:lnTo>
                  <a:lnTo>
                    <a:pt x="776" y="93"/>
                  </a:lnTo>
                  <a:lnTo>
                    <a:pt x="772" y="93"/>
                  </a:lnTo>
                  <a:lnTo>
                    <a:pt x="768" y="93"/>
                  </a:lnTo>
                  <a:lnTo>
                    <a:pt x="763" y="91"/>
                  </a:lnTo>
                  <a:lnTo>
                    <a:pt x="763" y="85"/>
                  </a:lnTo>
                  <a:lnTo>
                    <a:pt x="763" y="85"/>
                  </a:lnTo>
                  <a:lnTo>
                    <a:pt x="758" y="84"/>
                  </a:lnTo>
                  <a:lnTo>
                    <a:pt x="752" y="80"/>
                  </a:lnTo>
                  <a:lnTo>
                    <a:pt x="752" y="76"/>
                  </a:lnTo>
                  <a:lnTo>
                    <a:pt x="752" y="76"/>
                  </a:lnTo>
                  <a:lnTo>
                    <a:pt x="748" y="78"/>
                  </a:lnTo>
                  <a:lnTo>
                    <a:pt x="747" y="78"/>
                  </a:lnTo>
                  <a:lnTo>
                    <a:pt x="747" y="78"/>
                  </a:lnTo>
                  <a:lnTo>
                    <a:pt x="748" y="71"/>
                  </a:lnTo>
                  <a:lnTo>
                    <a:pt x="752" y="64"/>
                  </a:lnTo>
                  <a:lnTo>
                    <a:pt x="756" y="64"/>
                  </a:lnTo>
                  <a:lnTo>
                    <a:pt x="756" y="64"/>
                  </a:lnTo>
                  <a:lnTo>
                    <a:pt x="758" y="58"/>
                  </a:lnTo>
                  <a:lnTo>
                    <a:pt x="756" y="56"/>
                  </a:lnTo>
                  <a:lnTo>
                    <a:pt x="754" y="54"/>
                  </a:lnTo>
                  <a:lnTo>
                    <a:pt x="752" y="51"/>
                  </a:lnTo>
                  <a:lnTo>
                    <a:pt x="756" y="47"/>
                  </a:lnTo>
                  <a:lnTo>
                    <a:pt x="756" y="47"/>
                  </a:lnTo>
                  <a:lnTo>
                    <a:pt x="772" y="44"/>
                  </a:lnTo>
                  <a:lnTo>
                    <a:pt x="785" y="42"/>
                  </a:lnTo>
                  <a:lnTo>
                    <a:pt x="785" y="42"/>
                  </a:lnTo>
                  <a:lnTo>
                    <a:pt x="794" y="40"/>
                  </a:lnTo>
                  <a:lnTo>
                    <a:pt x="798" y="40"/>
                  </a:lnTo>
                  <a:lnTo>
                    <a:pt x="799" y="38"/>
                  </a:lnTo>
                  <a:lnTo>
                    <a:pt x="799" y="38"/>
                  </a:lnTo>
                  <a:lnTo>
                    <a:pt x="805" y="34"/>
                  </a:lnTo>
                  <a:lnTo>
                    <a:pt x="809" y="25"/>
                  </a:lnTo>
                  <a:lnTo>
                    <a:pt x="814" y="9"/>
                  </a:lnTo>
                  <a:lnTo>
                    <a:pt x="814" y="9"/>
                  </a:lnTo>
                  <a:lnTo>
                    <a:pt x="803" y="7"/>
                  </a:lnTo>
                  <a:lnTo>
                    <a:pt x="803" y="7"/>
                  </a:lnTo>
                  <a:lnTo>
                    <a:pt x="798" y="7"/>
                  </a:lnTo>
                  <a:lnTo>
                    <a:pt x="792" y="9"/>
                  </a:lnTo>
                  <a:lnTo>
                    <a:pt x="785" y="9"/>
                  </a:lnTo>
                  <a:lnTo>
                    <a:pt x="785" y="5"/>
                  </a:lnTo>
                  <a:lnTo>
                    <a:pt x="785" y="5"/>
                  </a:lnTo>
                  <a:lnTo>
                    <a:pt x="772" y="0"/>
                  </a:lnTo>
                  <a:lnTo>
                    <a:pt x="765" y="0"/>
                  </a:lnTo>
                  <a:lnTo>
                    <a:pt x="756" y="0"/>
                  </a:lnTo>
                  <a:lnTo>
                    <a:pt x="756" y="0"/>
                  </a:lnTo>
                  <a:lnTo>
                    <a:pt x="754" y="5"/>
                  </a:lnTo>
                  <a:lnTo>
                    <a:pt x="754" y="5"/>
                  </a:lnTo>
                  <a:lnTo>
                    <a:pt x="734" y="5"/>
                  </a:lnTo>
                  <a:lnTo>
                    <a:pt x="734" y="5"/>
                  </a:lnTo>
                  <a:lnTo>
                    <a:pt x="734" y="11"/>
                  </a:lnTo>
                  <a:lnTo>
                    <a:pt x="730" y="14"/>
                  </a:lnTo>
                  <a:lnTo>
                    <a:pt x="730" y="14"/>
                  </a:lnTo>
                  <a:lnTo>
                    <a:pt x="730" y="27"/>
                  </a:lnTo>
                  <a:lnTo>
                    <a:pt x="732" y="36"/>
                  </a:lnTo>
                  <a:lnTo>
                    <a:pt x="732" y="36"/>
                  </a:lnTo>
                  <a:lnTo>
                    <a:pt x="736" y="42"/>
                  </a:lnTo>
                  <a:lnTo>
                    <a:pt x="739" y="47"/>
                  </a:lnTo>
                  <a:lnTo>
                    <a:pt x="739" y="47"/>
                  </a:lnTo>
                  <a:lnTo>
                    <a:pt x="736" y="49"/>
                  </a:lnTo>
                  <a:lnTo>
                    <a:pt x="734" y="51"/>
                  </a:lnTo>
                  <a:lnTo>
                    <a:pt x="734" y="51"/>
                  </a:lnTo>
                  <a:lnTo>
                    <a:pt x="741" y="56"/>
                  </a:lnTo>
                  <a:lnTo>
                    <a:pt x="741" y="71"/>
                  </a:lnTo>
                  <a:lnTo>
                    <a:pt x="741" y="71"/>
                  </a:lnTo>
                  <a:lnTo>
                    <a:pt x="739" y="73"/>
                  </a:lnTo>
                  <a:lnTo>
                    <a:pt x="738" y="75"/>
                  </a:lnTo>
                  <a:lnTo>
                    <a:pt x="734" y="76"/>
                  </a:lnTo>
                  <a:lnTo>
                    <a:pt x="732" y="78"/>
                  </a:lnTo>
                  <a:lnTo>
                    <a:pt x="732" y="78"/>
                  </a:lnTo>
                  <a:lnTo>
                    <a:pt x="732" y="82"/>
                  </a:lnTo>
                  <a:lnTo>
                    <a:pt x="732" y="85"/>
                  </a:lnTo>
                  <a:lnTo>
                    <a:pt x="738" y="85"/>
                  </a:lnTo>
                  <a:lnTo>
                    <a:pt x="738" y="91"/>
                  </a:lnTo>
                  <a:lnTo>
                    <a:pt x="738" y="91"/>
                  </a:lnTo>
                  <a:lnTo>
                    <a:pt x="734" y="89"/>
                  </a:lnTo>
                  <a:lnTo>
                    <a:pt x="730" y="89"/>
                  </a:lnTo>
                  <a:lnTo>
                    <a:pt x="727" y="85"/>
                  </a:lnTo>
                  <a:lnTo>
                    <a:pt x="727" y="85"/>
                  </a:lnTo>
                  <a:lnTo>
                    <a:pt x="721" y="100"/>
                  </a:lnTo>
                  <a:lnTo>
                    <a:pt x="721" y="107"/>
                  </a:lnTo>
                  <a:lnTo>
                    <a:pt x="721" y="111"/>
                  </a:lnTo>
                  <a:lnTo>
                    <a:pt x="725" y="115"/>
                  </a:lnTo>
                  <a:lnTo>
                    <a:pt x="725" y="115"/>
                  </a:lnTo>
                  <a:lnTo>
                    <a:pt x="717" y="115"/>
                  </a:lnTo>
                  <a:lnTo>
                    <a:pt x="717" y="115"/>
                  </a:lnTo>
                  <a:lnTo>
                    <a:pt x="716" y="116"/>
                  </a:lnTo>
                  <a:lnTo>
                    <a:pt x="714" y="120"/>
                  </a:lnTo>
                  <a:lnTo>
                    <a:pt x="714" y="120"/>
                  </a:lnTo>
                  <a:lnTo>
                    <a:pt x="730" y="131"/>
                  </a:lnTo>
                  <a:lnTo>
                    <a:pt x="730" y="131"/>
                  </a:lnTo>
                  <a:lnTo>
                    <a:pt x="725" y="133"/>
                  </a:lnTo>
                  <a:lnTo>
                    <a:pt x="723" y="136"/>
                  </a:lnTo>
                  <a:lnTo>
                    <a:pt x="723" y="138"/>
                  </a:lnTo>
                  <a:lnTo>
                    <a:pt x="725" y="138"/>
                  </a:lnTo>
                  <a:lnTo>
                    <a:pt x="732" y="140"/>
                  </a:lnTo>
                  <a:lnTo>
                    <a:pt x="732" y="140"/>
                  </a:lnTo>
                  <a:lnTo>
                    <a:pt x="730" y="140"/>
                  </a:lnTo>
                  <a:lnTo>
                    <a:pt x="732" y="142"/>
                  </a:lnTo>
                  <a:lnTo>
                    <a:pt x="734" y="142"/>
                  </a:lnTo>
                  <a:lnTo>
                    <a:pt x="734" y="142"/>
                  </a:lnTo>
                  <a:lnTo>
                    <a:pt x="732" y="140"/>
                  </a:lnTo>
                  <a:lnTo>
                    <a:pt x="732" y="136"/>
                  </a:lnTo>
                  <a:lnTo>
                    <a:pt x="734" y="133"/>
                  </a:lnTo>
                  <a:lnTo>
                    <a:pt x="734" y="131"/>
                  </a:lnTo>
                  <a:lnTo>
                    <a:pt x="734" y="131"/>
                  </a:lnTo>
                  <a:lnTo>
                    <a:pt x="738" y="133"/>
                  </a:lnTo>
                  <a:lnTo>
                    <a:pt x="741" y="131"/>
                  </a:lnTo>
                  <a:lnTo>
                    <a:pt x="741" y="131"/>
                  </a:lnTo>
                  <a:lnTo>
                    <a:pt x="750" y="142"/>
                  </a:lnTo>
                  <a:lnTo>
                    <a:pt x="752" y="144"/>
                  </a:lnTo>
                  <a:lnTo>
                    <a:pt x="756" y="146"/>
                  </a:lnTo>
                  <a:lnTo>
                    <a:pt x="763" y="142"/>
                  </a:lnTo>
                  <a:lnTo>
                    <a:pt x="776" y="136"/>
                  </a:lnTo>
                  <a:lnTo>
                    <a:pt x="776" y="142"/>
                  </a:lnTo>
                  <a:lnTo>
                    <a:pt x="776" y="142"/>
                  </a:lnTo>
                  <a:lnTo>
                    <a:pt x="768" y="144"/>
                  </a:lnTo>
                  <a:lnTo>
                    <a:pt x="767" y="144"/>
                  </a:lnTo>
                  <a:lnTo>
                    <a:pt x="767" y="144"/>
                  </a:lnTo>
                  <a:lnTo>
                    <a:pt x="765" y="149"/>
                  </a:lnTo>
                  <a:lnTo>
                    <a:pt x="767" y="156"/>
                  </a:lnTo>
                  <a:lnTo>
                    <a:pt x="767" y="156"/>
                  </a:lnTo>
                  <a:lnTo>
                    <a:pt x="759" y="155"/>
                  </a:lnTo>
                  <a:lnTo>
                    <a:pt x="759" y="155"/>
                  </a:lnTo>
                  <a:lnTo>
                    <a:pt x="756" y="155"/>
                  </a:lnTo>
                  <a:lnTo>
                    <a:pt x="752" y="155"/>
                  </a:lnTo>
                  <a:lnTo>
                    <a:pt x="752" y="155"/>
                  </a:lnTo>
                  <a:lnTo>
                    <a:pt x="748" y="173"/>
                  </a:lnTo>
                  <a:lnTo>
                    <a:pt x="748" y="173"/>
                  </a:lnTo>
                  <a:lnTo>
                    <a:pt x="756" y="171"/>
                  </a:lnTo>
                  <a:lnTo>
                    <a:pt x="761" y="171"/>
                  </a:lnTo>
                  <a:lnTo>
                    <a:pt x="761" y="171"/>
                  </a:lnTo>
                  <a:lnTo>
                    <a:pt x="761" y="173"/>
                  </a:lnTo>
                  <a:lnTo>
                    <a:pt x="761" y="175"/>
                  </a:lnTo>
                  <a:lnTo>
                    <a:pt x="763" y="178"/>
                  </a:lnTo>
                  <a:lnTo>
                    <a:pt x="763" y="178"/>
                  </a:lnTo>
                  <a:lnTo>
                    <a:pt x="758" y="178"/>
                  </a:lnTo>
                  <a:lnTo>
                    <a:pt x="752" y="180"/>
                  </a:lnTo>
                  <a:lnTo>
                    <a:pt x="752" y="184"/>
                  </a:lnTo>
                  <a:lnTo>
                    <a:pt x="752" y="184"/>
                  </a:lnTo>
                  <a:lnTo>
                    <a:pt x="741" y="191"/>
                  </a:lnTo>
                  <a:lnTo>
                    <a:pt x="730" y="200"/>
                  </a:lnTo>
                  <a:lnTo>
                    <a:pt x="727" y="206"/>
                  </a:lnTo>
                  <a:lnTo>
                    <a:pt x="727" y="211"/>
                  </a:lnTo>
                  <a:lnTo>
                    <a:pt x="728" y="217"/>
                  </a:lnTo>
                  <a:lnTo>
                    <a:pt x="734" y="222"/>
                  </a:lnTo>
                  <a:lnTo>
                    <a:pt x="734" y="222"/>
                  </a:lnTo>
                  <a:lnTo>
                    <a:pt x="734" y="224"/>
                  </a:lnTo>
                  <a:lnTo>
                    <a:pt x="734" y="224"/>
                  </a:lnTo>
                  <a:lnTo>
                    <a:pt x="732" y="226"/>
                  </a:lnTo>
                  <a:lnTo>
                    <a:pt x="732" y="228"/>
                  </a:lnTo>
                  <a:lnTo>
                    <a:pt x="732" y="228"/>
                  </a:lnTo>
                  <a:lnTo>
                    <a:pt x="719" y="220"/>
                  </a:lnTo>
                  <a:lnTo>
                    <a:pt x="719" y="220"/>
                  </a:lnTo>
                  <a:lnTo>
                    <a:pt x="714" y="213"/>
                  </a:lnTo>
                  <a:lnTo>
                    <a:pt x="710" y="206"/>
                  </a:lnTo>
                  <a:lnTo>
                    <a:pt x="710" y="186"/>
                  </a:lnTo>
                  <a:lnTo>
                    <a:pt x="710" y="186"/>
                  </a:lnTo>
                  <a:lnTo>
                    <a:pt x="707" y="186"/>
                  </a:lnTo>
                  <a:lnTo>
                    <a:pt x="705" y="187"/>
                  </a:lnTo>
                  <a:lnTo>
                    <a:pt x="705" y="187"/>
                  </a:lnTo>
                  <a:lnTo>
                    <a:pt x="707" y="189"/>
                  </a:lnTo>
                  <a:lnTo>
                    <a:pt x="705" y="191"/>
                  </a:lnTo>
                  <a:lnTo>
                    <a:pt x="703" y="191"/>
                  </a:lnTo>
                  <a:lnTo>
                    <a:pt x="703" y="191"/>
                  </a:lnTo>
                  <a:lnTo>
                    <a:pt x="696" y="184"/>
                  </a:lnTo>
                  <a:lnTo>
                    <a:pt x="688" y="177"/>
                  </a:lnTo>
                  <a:lnTo>
                    <a:pt x="688" y="177"/>
                  </a:lnTo>
                  <a:lnTo>
                    <a:pt x="683" y="186"/>
                  </a:lnTo>
                  <a:lnTo>
                    <a:pt x="683" y="193"/>
                  </a:lnTo>
                  <a:lnTo>
                    <a:pt x="683" y="195"/>
                  </a:lnTo>
                  <a:lnTo>
                    <a:pt x="685" y="198"/>
                  </a:lnTo>
                  <a:lnTo>
                    <a:pt x="685" y="198"/>
                  </a:lnTo>
                  <a:lnTo>
                    <a:pt x="672" y="202"/>
                  </a:lnTo>
                  <a:lnTo>
                    <a:pt x="665" y="202"/>
                  </a:lnTo>
                  <a:lnTo>
                    <a:pt x="656" y="200"/>
                  </a:lnTo>
                  <a:lnTo>
                    <a:pt x="654" y="195"/>
                  </a:lnTo>
                  <a:lnTo>
                    <a:pt x="654" y="195"/>
                  </a:lnTo>
                  <a:lnTo>
                    <a:pt x="646" y="197"/>
                  </a:lnTo>
                  <a:lnTo>
                    <a:pt x="643" y="200"/>
                  </a:lnTo>
                  <a:lnTo>
                    <a:pt x="637" y="204"/>
                  </a:lnTo>
                  <a:lnTo>
                    <a:pt x="632" y="206"/>
                  </a:lnTo>
                  <a:lnTo>
                    <a:pt x="628" y="200"/>
                  </a:lnTo>
                  <a:lnTo>
                    <a:pt x="628" y="200"/>
                  </a:lnTo>
                  <a:lnTo>
                    <a:pt x="625" y="200"/>
                  </a:lnTo>
                  <a:lnTo>
                    <a:pt x="621" y="200"/>
                  </a:lnTo>
                  <a:lnTo>
                    <a:pt x="617" y="200"/>
                  </a:lnTo>
                  <a:lnTo>
                    <a:pt x="612" y="198"/>
                  </a:lnTo>
                  <a:lnTo>
                    <a:pt x="612" y="198"/>
                  </a:lnTo>
                  <a:lnTo>
                    <a:pt x="608" y="193"/>
                  </a:lnTo>
                  <a:lnTo>
                    <a:pt x="604" y="189"/>
                  </a:lnTo>
                  <a:lnTo>
                    <a:pt x="603" y="187"/>
                  </a:lnTo>
                  <a:lnTo>
                    <a:pt x="603" y="187"/>
                  </a:lnTo>
                  <a:lnTo>
                    <a:pt x="601" y="189"/>
                  </a:lnTo>
                  <a:lnTo>
                    <a:pt x="599" y="189"/>
                  </a:lnTo>
                  <a:lnTo>
                    <a:pt x="595" y="193"/>
                  </a:lnTo>
                  <a:lnTo>
                    <a:pt x="595" y="191"/>
                  </a:lnTo>
                  <a:lnTo>
                    <a:pt x="592" y="193"/>
                  </a:lnTo>
                  <a:lnTo>
                    <a:pt x="592" y="193"/>
                  </a:lnTo>
                  <a:lnTo>
                    <a:pt x="588" y="193"/>
                  </a:lnTo>
                  <a:lnTo>
                    <a:pt x="588" y="191"/>
                  </a:lnTo>
                  <a:lnTo>
                    <a:pt x="590" y="187"/>
                  </a:lnTo>
                  <a:lnTo>
                    <a:pt x="590" y="186"/>
                  </a:lnTo>
                  <a:lnTo>
                    <a:pt x="590" y="186"/>
                  </a:lnTo>
                  <a:lnTo>
                    <a:pt x="586" y="184"/>
                  </a:lnTo>
                  <a:lnTo>
                    <a:pt x="583" y="184"/>
                  </a:lnTo>
                  <a:lnTo>
                    <a:pt x="583" y="184"/>
                  </a:lnTo>
                  <a:lnTo>
                    <a:pt x="581" y="186"/>
                  </a:lnTo>
                  <a:lnTo>
                    <a:pt x="579" y="187"/>
                  </a:lnTo>
                  <a:lnTo>
                    <a:pt x="575" y="187"/>
                  </a:lnTo>
                  <a:lnTo>
                    <a:pt x="575" y="187"/>
                  </a:lnTo>
                  <a:lnTo>
                    <a:pt x="568" y="166"/>
                  </a:lnTo>
                  <a:lnTo>
                    <a:pt x="568" y="166"/>
                  </a:lnTo>
                  <a:lnTo>
                    <a:pt x="546" y="167"/>
                  </a:lnTo>
                  <a:lnTo>
                    <a:pt x="524" y="169"/>
                  </a:lnTo>
                  <a:lnTo>
                    <a:pt x="524" y="169"/>
                  </a:lnTo>
                  <a:lnTo>
                    <a:pt x="521" y="180"/>
                  </a:lnTo>
                  <a:lnTo>
                    <a:pt x="517" y="191"/>
                  </a:lnTo>
                  <a:lnTo>
                    <a:pt x="517" y="191"/>
                  </a:lnTo>
                  <a:lnTo>
                    <a:pt x="524" y="187"/>
                  </a:lnTo>
                  <a:lnTo>
                    <a:pt x="524" y="187"/>
                  </a:lnTo>
                  <a:lnTo>
                    <a:pt x="522" y="189"/>
                  </a:lnTo>
                  <a:lnTo>
                    <a:pt x="524" y="191"/>
                  </a:lnTo>
                  <a:lnTo>
                    <a:pt x="528" y="191"/>
                  </a:lnTo>
                  <a:lnTo>
                    <a:pt x="526" y="184"/>
                  </a:lnTo>
                  <a:lnTo>
                    <a:pt x="526" y="184"/>
                  </a:lnTo>
                  <a:lnTo>
                    <a:pt x="530" y="184"/>
                  </a:lnTo>
                  <a:lnTo>
                    <a:pt x="532" y="184"/>
                  </a:lnTo>
                  <a:lnTo>
                    <a:pt x="533" y="186"/>
                  </a:lnTo>
                  <a:lnTo>
                    <a:pt x="537" y="186"/>
                  </a:lnTo>
                  <a:lnTo>
                    <a:pt x="537" y="186"/>
                  </a:lnTo>
                  <a:lnTo>
                    <a:pt x="541" y="178"/>
                  </a:lnTo>
                  <a:lnTo>
                    <a:pt x="541" y="178"/>
                  </a:lnTo>
                  <a:lnTo>
                    <a:pt x="546" y="180"/>
                  </a:lnTo>
                  <a:lnTo>
                    <a:pt x="553" y="180"/>
                  </a:lnTo>
                  <a:lnTo>
                    <a:pt x="553" y="180"/>
                  </a:lnTo>
                  <a:lnTo>
                    <a:pt x="521" y="202"/>
                  </a:lnTo>
                  <a:lnTo>
                    <a:pt x="521" y="202"/>
                  </a:lnTo>
                  <a:lnTo>
                    <a:pt x="524" y="209"/>
                  </a:lnTo>
                  <a:lnTo>
                    <a:pt x="526" y="213"/>
                  </a:lnTo>
                  <a:lnTo>
                    <a:pt x="526" y="213"/>
                  </a:lnTo>
                  <a:lnTo>
                    <a:pt x="526" y="215"/>
                  </a:lnTo>
                  <a:lnTo>
                    <a:pt x="524" y="217"/>
                  </a:lnTo>
                  <a:lnTo>
                    <a:pt x="524" y="218"/>
                  </a:lnTo>
                  <a:lnTo>
                    <a:pt x="524" y="220"/>
                  </a:lnTo>
                  <a:lnTo>
                    <a:pt x="524" y="220"/>
                  </a:lnTo>
                  <a:lnTo>
                    <a:pt x="526" y="222"/>
                  </a:lnTo>
                  <a:lnTo>
                    <a:pt x="528" y="224"/>
                  </a:lnTo>
                  <a:lnTo>
                    <a:pt x="528" y="224"/>
                  </a:lnTo>
                  <a:lnTo>
                    <a:pt x="532" y="226"/>
                  </a:lnTo>
                  <a:lnTo>
                    <a:pt x="532" y="226"/>
                  </a:lnTo>
                  <a:lnTo>
                    <a:pt x="528" y="228"/>
                  </a:lnTo>
                  <a:lnTo>
                    <a:pt x="526" y="228"/>
                  </a:lnTo>
                  <a:lnTo>
                    <a:pt x="526" y="228"/>
                  </a:lnTo>
                  <a:lnTo>
                    <a:pt x="524" y="235"/>
                  </a:lnTo>
                  <a:lnTo>
                    <a:pt x="524" y="235"/>
                  </a:lnTo>
                  <a:lnTo>
                    <a:pt x="521" y="233"/>
                  </a:lnTo>
                  <a:lnTo>
                    <a:pt x="517" y="229"/>
                  </a:lnTo>
                  <a:lnTo>
                    <a:pt x="517" y="229"/>
                  </a:lnTo>
                  <a:lnTo>
                    <a:pt x="515" y="224"/>
                  </a:lnTo>
                  <a:lnTo>
                    <a:pt x="515" y="215"/>
                  </a:lnTo>
                  <a:lnTo>
                    <a:pt x="513" y="209"/>
                  </a:lnTo>
                  <a:lnTo>
                    <a:pt x="513" y="209"/>
                  </a:lnTo>
                  <a:lnTo>
                    <a:pt x="512" y="213"/>
                  </a:lnTo>
                  <a:lnTo>
                    <a:pt x="512" y="213"/>
                  </a:lnTo>
                  <a:lnTo>
                    <a:pt x="510" y="220"/>
                  </a:lnTo>
                  <a:lnTo>
                    <a:pt x="510" y="220"/>
                  </a:lnTo>
                  <a:lnTo>
                    <a:pt x="504" y="200"/>
                  </a:lnTo>
                  <a:lnTo>
                    <a:pt x="504" y="200"/>
                  </a:lnTo>
                  <a:lnTo>
                    <a:pt x="499" y="200"/>
                  </a:lnTo>
                  <a:lnTo>
                    <a:pt x="495" y="200"/>
                  </a:lnTo>
                  <a:lnTo>
                    <a:pt x="495" y="200"/>
                  </a:lnTo>
                  <a:lnTo>
                    <a:pt x="493" y="198"/>
                  </a:lnTo>
                  <a:lnTo>
                    <a:pt x="492" y="197"/>
                  </a:lnTo>
                  <a:lnTo>
                    <a:pt x="490" y="191"/>
                  </a:lnTo>
                  <a:lnTo>
                    <a:pt x="490" y="191"/>
                  </a:lnTo>
                  <a:lnTo>
                    <a:pt x="484" y="197"/>
                  </a:lnTo>
                  <a:lnTo>
                    <a:pt x="477" y="200"/>
                  </a:lnTo>
                  <a:lnTo>
                    <a:pt x="477" y="200"/>
                  </a:lnTo>
                  <a:lnTo>
                    <a:pt x="475" y="200"/>
                  </a:lnTo>
                  <a:lnTo>
                    <a:pt x="475" y="200"/>
                  </a:lnTo>
                  <a:lnTo>
                    <a:pt x="475" y="198"/>
                  </a:lnTo>
                  <a:lnTo>
                    <a:pt x="475" y="198"/>
                  </a:lnTo>
                  <a:lnTo>
                    <a:pt x="475" y="198"/>
                  </a:lnTo>
                  <a:lnTo>
                    <a:pt x="471" y="198"/>
                  </a:lnTo>
                  <a:lnTo>
                    <a:pt x="466" y="198"/>
                  </a:lnTo>
                  <a:lnTo>
                    <a:pt x="453" y="202"/>
                  </a:lnTo>
                  <a:lnTo>
                    <a:pt x="439" y="206"/>
                  </a:lnTo>
                  <a:lnTo>
                    <a:pt x="433" y="206"/>
                  </a:lnTo>
                  <a:lnTo>
                    <a:pt x="426" y="206"/>
                  </a:lnTo>
                  <a:lnTo>
                    <a:pt x="426" y="206"/>
                  </a:lnTo>
                  <a:lnTo>
                    <a:pt x="422" y="202"/>
                  </a:lnTo>
                  <a:lnTo>
                    <a:pt x="422" y="197"/>
                  </a:lnTo>
                  <a:lnTo>
                    <a:pt x="422" y="191"/>
                  </a:lnTo>
                  <a:lnTo>
                    <a:pt x="424" y="191"/>
                  </a:lnTo>
                  <a:lnTo>
                    <a:pt x="426" y="191"/>
                  </a:lnTo>
                  <a:lnTo>
                    <a:pt x="426" y="191"/>
                  </a:lnTo>
                  <a:lnTo>
                    <a:pt x="424" y="187"/>
                  </a:lnTo>
                  <a:lnTo>
                    <a:pt x="424" y="186"/>
                  </a:lnTo>
                  <a:lnTo>
                    <a:pt x="424" y="186"/>
                  </a:lnTo>
                  <a:lnTo>
                    <a:pt x="431" y="186"/>
                  </a:lnTo>
                  <a:lnTo>
                    <a:pt x="439" y="186"/>
                  </a:lnTo>
                  <a:lnTo>
                    <a:pt x="439" y="186"/>
                  </a:lnTo>
                  <a:lnTo>
                    <a:pt x="430" y="175"/>
                  </a:lnTo>
                  <a:lnTo>
                    <a:pt x="424" y="169"/>
                  </a:lnTo>
                  <a:lnTo>
                    <a:pt x="419" y="166"/>
                  </a:lnTo>
                  <a:lnTo>
                    <a:pt x="419" y="166"/>
                  </a:lnTo>
                  <a:lnTo>
                    <a:pt x="413" y="166"/>
                  </a:lnTo>
                  <a:lnTo>
                    <a:pt x="411" y="166"/>
                  </a:lnTo>
                  <a:lnTo>
                    <a:pt x="408" y="169"/>
                  </a:lnTo>
                  <a:lnTo>
                    <a:pt x="406" y="173"/>
                  </a:lnTo>
                  <a:lnTo>
                    <a:pt x="402" y="173"/>
                  </a:lnTo>
                  <a:lnTo>
                    <a:pt x="397" y="173"/>
                  </a:lnTo>
                  <a:lnTo>
                    <a:pt x="397" y="173"/>
                  </a:lnTo>
                  <a:lnTo>
                    <a:pt x="389" y="169"/>
                  </a:lnTo>
                  <a:lnTo>
                    <a:pt x="384" y="166"/>
                  </a:lnTo>
                  <a:lnTo>
                    <a:pt x="384" y="166"/>
                  </a:lnTo>
                  <a:lnTo>
                    <a:pt x="375" y="166"/>
                  </a:lnTo>
                  <a:lnTo>
                    <a:pt x="371" y="166"/>
                  </a:lnTo>
                  <a:lnTo>
                    <a:pt x="368" y="164"/>
                  </a:lnTo>
                  <a:lnTo>
                    <a:pt x="368" y="164"/>
                  </a:lnTo>
                  <a:lnTo>
                    <a:pt x="366" y="160"/>
                  </a:lnTo>
                  <a:lnTo>
                    <a:pt x="366" y="158"/>
                  </a:lnTo>
                  <a:lnTo>
                    <a:pt x="366" y="156"/>
                  </a:lnTo>
                  <a:lnTo>
                    <a:pt x="366" y="156"/>
                  </a:lnTo>
                  <a:lnTo>
                    <a:pt x="362" y="156"/>
                  </a:lnTo>
                  <a:lnTo>
                    <a:pt x="360" y="156"/>
                  </a:lnTo>
                  <a:lnTo>
                    <a:pt x="360" y="158"/>
                  </a:lnTo>
                  <a:lnTo>
                    <a:pt x="358" y="158"/>
                  </a:lnTo>
                  <a:lnTo>
                    <a:pt x="353" y="155"/>
                  </a:lnTo>
                  <a:lnTo>
                    <a:pt x="353" y="155"/>
                  </a:lnTo>
                  <a:lnTo>
                    <a:pt x="329" y="142"/>
                  </a:lnTo>
                  <a:lnTo>
                    <a:pt x="315" y="138"/>
                  </a:lnTo>
                  <a:lnTo>
                    <a:pt x="307" y="138"/>
                  </a:lnTo>
                  <a:lnTo>
                    <a:pt x="302" y="140"/>
                  </a:lnTo>
                  <a:lnTo>
                    <a:pt x="302" y="144"/>
                  </a:lnTo>
                  <a:lnTo>
                    <a:pt x="302" y="144"/>
                  </a:lnTo>
                  <a:lnTo>
                    <a:pt x="287" y="151"/>
                  </a:lnTo>
                  <a:lnTo>
                    <a:pt x="287" y="151"/>
                  </a:lnTo>
                  <a:lnTo>
                    <a:pt x="284" y="138"/>
                  </a:lnTo>
                  <a:lnTo>
                    <a:pt x="282" y="127"/>
                  </a:lnTo>
                  <a:lnTo>
                    <a:pt x="282" y="127"/>
                  </a:lnTo>
                  <a:lnTo>
                    <a:pt x="280" y="129"/>
                  </a:lnTo>
                  <a:lnTo>
                    <a:pt x="276" y="131"/>
                  </a:lnTo>
                  <a:lnTo>
                    <a:pt x="276" y="131"/>
                  </a:lnTo>
                  <a:lnTo>
                    <a:pt x="278" y="133"/>
                  </a:lnTo>
                  <a:lnTo>
                    <a:pt x="278" y="135"/>
                  </a:lnTo>
                  <a:lnTo>
                    <a:pt x="278" y="140"/>
                  </a:lnTo>
                  <a:lnTo>
                    <a:pt x="275" y="155"/>
                  </a:lnTo>
                  <a:lnTo>
                    <a:pt x="269" y="155"/>
                  </a:lnTo>
                  <a:lnTo>
                    <a:pt x="269" y="155"/>
                  </a:lnTo>
                  <a:lnTo>
                    <a:pt x="255" y="142"/>
                  </a:lnTo>
                  <a:lnTo>
                    <a:pt x="247" y="135"/>
                  </a:lnTo>
                  <a:lnTo>
                    <a:pt x="242" y="129"/>
                  </a:lnTo>
                  <a:lnTo>
                    <a:pt x="242" y="124"/>
                  </a:lnTo>
                  <a:lnTo>
                    <a:pt x="238" y="124"/>
                  </a:lnTo>
                  <a:lnTo>
                    <a:pt x="238" y="122"/>
                  </a:lnTo>
                  <a:lnTo>
                    <a:pt x="238" y="122"/>
                  </a:lnTo>
                  <a:lnTo>
                    <a:pt x="231" y="118"/>
                  </a:lnTo>
                  <a:lnTo>
                    <a:pt x="224" y="111"/>
                  </a:lnTo>
                  <a:lnTo>
                    <a:pt x="211" y="100"/>
                  </a:lnTo>
                  <a:lnTo>
                    <a:pt x="211" y="100"/>
                  </a:lnTo>
                  <a:lnTo>
                    <a:pt x="209" y="113"/>
                  </a:lnTo>
                  <a:lnTo>
                    <a:pt x="209" y="113"/>
                  </a:lnTo>
                  <a:lnTo>
                    <a:pt x="211" y="113"/>
                  </a:lnTo>
                  <a:lnTo>
                    <a:pt x="211" y="115"/>
                  </a:lnTo>
                  <a:lnTo>
                    <a:pt x="211" y="116"/>
                  </a:lnTo>
                  <a:lnTo>
                    <a:pt x="209" y="116"/>
                  </a:lnTo>
                  <a:lnTo>
                    <a:pt x="209" y="116"/>
                  </a:lnTo>
                  <a:lnTo>
                    <a:pt x="205" y="126"/>
                  </a:lnTo>
                  <a:lnTo>
                    <a:pt x="202" y="135"/>
                  </a:lnTo>
                  <a:lnTo>
                    <a:pt x="202" y="135"/>
                  </a:lnTo>
                  <a:lnTo>
                    <a:pt x="198" y="133"/>
                  </a:lnTo>
                  <a:lnTo>
                    <a:pt x="191" y="131"/>
                  </a:lnTo>
                  <a:lnTo>
                    <a:pt x="191" y="131"/>
                  </a:lnTo>
                  <a:lnTo>
                    <a:pt x="185" y="135"/>
                  </a:lnTo>
                  <a:lnTo>
                    <a:pt x="182" y="140"/>
                  </a:lnTo>
                  <a:lnTo>
                    <a:pt x="176" y="155"/>
                  </a:lnTo>
                  <a:lnTo>
                    <a:pt x="174" y="155"/>
                  </a:lnTo>
                  <a:lnTo>
                    <a:pt x="174" y="155"/>
                  </a:lnTo>
                  <a:lnTo>
                    <a:pt x="174" y="153"/>
                  </a:lnTo>
                  <a:lnTo>
                    <a:pt x="174" y="151"/>
                  </a:lnTo>
                  <a:lnTo>
                    <a:pt x="173" y="149"/>
                  </a:lnTo>
                  <a:lnTo>
                    <a:pt x="173" y="149"/>
                  </a:lnTo>
                  <a:lnTo>
                    <a:pt x="169" y="151"/>
                  </a:lnTo>
                  <a:lnTo>
                    <a:pt x="165" y="155"/>
                  </a:lnTo>
                  <a:lnTo>
                    <a:pt x="165" y="149"/>
                  </a:lnTo>
                  <a:lnTo>
                    <a:pt x="165" y="149"/>
                  </a:lnTo>
                  <a:lnTo>
                    <a:pt x="156" y="153"/>
                  </a:lnTo>
                  <a:lnTo>
                    <a:pt x="149" y="156"/>
                  </a:lnTo>
                  <a:lnTo>
                    <a:pt x="145" y="171"/>
                  </a:lnTo>
                  <a:lnTo>
                    <a:pt x="145" y="171"/>
                  </a:lnTo>
                  <a:lnTo>
                    <a:pt x="142" y="173"/>
                  </a:lnTo>
                  <a:lnTo>
                    <a:pt x="140" y="173"/>
                  </a:lnTo>
                  <a:lnTo>
                    <a:pt x="138" y="173"/>
                  </a:lnTo>
                  <a:lnTo>
                    <a:pt x="134" y="173"/>
                  </a:lnTo>
                  <a:lnTo>
                    <a:pt x="134" y="173"/>
                  </a:lnTo>
                  <a:lnTo>
                    <a:pt x="134" y="173"/>
                  </a:lnTo>
                  <a:lnTo>
                    <a:pt x="134" y="171"/>
                  </a:lnTo>
                  <a:lnTo>
                    <a:pt x="134" y="169"/>
                  </a:lnTo>
                  <a:lnTo>
                    <a:pt x="133" y="171"/>
                  </a:lnTo>
                  <a:lnTo>
                    <a:pt x="133" y="171"/>
                  </a:lnTo>
                  <a:lnTo>
                    <a:pt x="149" y="142"/>
                  </a:lnTo>
                  <a:lnTo>
                    <a:pt x="149" y="142"/>
                  </a:lnTo>
                  <a:lnTo>
                    <a:pt x="156" y="140"/>
                  </a:lnTo>
                  <a:lnTo>
                    <a:pt x="164" y="138"/>
                  </a:lnTo>
                  <a:lnTo>
                    <a:pt x="169" y="136"/>
                  </a:lnTo>
                  <a:lnTo>
                    <a:pt x="176" y="135"/>
                  </a:lnTo>
                  <a:lnTo>
                    <a:pt x="176" y="135"/>
                  </a:lnTo>
                  <a:lnTo>
                    <a:pt x="187" y="127"/>
                  </a:lnTo>
                  <a:lnTo>
                    <a:pt x="189" y="124"/>
                  </a:lnTo>
                  <a:lnTo>
                    <a:pt x="189" y="124"/>
                  </a:lnTo>
                  <a:lnTo>
                    <a:pt x="182" y="122"/>
                  </a:lnTo>
                  <a:lnTo>
                    <a:pt x="169" y="120"/>
                  </a:lnTo>
                  <a:lnTo>
                    <a:pt x="169" y="120"/>
                  </a:lnTo>
                  <a:lnTo>
                    <a:pt x="167" y="127"/>
                  </a:lnTo>
                  <a:lnTo>
                    <a:pt x="165" y="135"/>
                  </a:lnTo>
                  <a:lnTo>
                    <a:pt x="165" y="135"/>
                  </a:lnTo>
                  <a:lnTo>
                    <a:pt x="160" y="131"/>
                  </a:lnTo>
                  <a:lnTo>
                    <a:pt x="158" y="129"/>
                  </a:lnTo>
                  <a:lnTo>
                    <a:pt x="158" y="129"/>
                  </a:lnTo>
                  <a:lnTo>
                    <a:pt x="145" y="133"/>
                  </a:lnTo>
                  <a:lnTo>
                    <a:pt x="134" y="136"/>
                  </a:lnTo>
                  <a:lnTo>
                    <a:pt x="134" y="136"/>
                  </a:lnTo>
                  <a:lnTo>
                    <a:pt x="134" y="140"/>
                  </a:lnTo>
                  <a:lnTo>
                    <a:pt x="134" y="142"/>
                  </a:lnTo>
                  <a:lnTo>
                    <a:pt x="134" y="144"/>
                  </a:lnTo>
                  <a:lnTo>
                    <a:pt x="133" y="147"/>
                  </a:lnTo>
                  <a:lnTo>
                    <a:pt x="133" y="147"/>
                  </a:lnTo>
                  <a:lnTo>
                    <a:pt x="127" y="147"/>
                  </a:lnTo>
                  <a:lnTo>
                    <a:pt x="123" y="149"/>
                  </a:lnTo>
                  <a:lnTo>
                    <a:pt x="123" y="149"/>
                  </a:lnTo>
                  <a:lnTo>
                    <a:pt x="123" y="142"/>
                  </a:lnTo>
                  <a:lnTo>
                    <a:pt x="123" y="142"/>
                  </a:lnTo>
                  <a:lnTo>
                    <a:pt x="118" y="140"/>
                  </a:lnTo>
                  <a:lnTo>
                    <a:pt x="112" y="136"/>
                  </a:lnTo>
                  <a:lnTo>
                    <a:pt x="112" y="136"/>
                  </a:lnTo>
                  <a:lnTo>
                    <a:pt x="112" y="142"/>
                  </a:lnTo>
                  <a:lnTo>
                    <a:pt x="112" y="144"/>
                  </a:lnTo>
                  <a:lnTo>
                    <a:pt x="112" y="147"/>
                  </a:lnTo>
                  <a:lnTo>
                    <a:pt x="111" y="151"/>
                  </a:lnTo>
                  <a:lnTo>
                    <a:pt x="111" y="151"/>
                  </a:lnTo>
                  <a:lnTo>
                    <a:pt x="109" y="153"/>
                  </a:lnTo>
                  <a:lnTo>
                    <a:pt x="109" y="151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03" y="149"/>
                  </a:lnTo>
                  <a:lnTo>
                    <a:pt x="103" y="151"/>
                  </a:lnTo>
                  <a:lnTo>
                    <a:pt x="103" y="155"/>
                  </a:lnTo>
                  <a:lnTo>
                    <a:pt x="103" y="156"/>
                  </a:lnTo>
                  <a:lnTo>
                    <a:pt x="103" y="156"/>
                  </a:lnTo>
                  <a:lnTo>
                    <a:pt x="96" y="156"/>
                  </a:lnTo>
                  <a:lnTo>
                    <a:pt x="89" y="155"/>
                  </a:lnTo>
                  <a:lnTo>
                    <a:pt x="89" y="155"/>
                  </a:lnTo>
                  <a:lnTo>
                    <a:pt x="89" y="158"/>
                  </a:lnTo>
                  <a:lnTo>
                    <a:pt x="89" y="158"/>
                  </a:lnTo>
                  <a:lnTo>
                    <a:pt x="91" y="158"/>
                  </a:lnTo>
                  <a:lnTo>
                    <a:pt x="91" y="162"/>
                  </a:lnTo>
                  <a:lnTo>
                    <a:pt x="91" y="162"/>
                  </a:lnTo>
                  <a:lnTo>
                    <a:pt x="94" y="162"/>
                  </a:lnTo>
                  <a:lnTo>
                    <a:pt x="96" y="164"/>
                  </a:lnTo>
                  <a:lnTo>
                    <a:pt x="96" y="164"/>
                  </a:lnTo>
                  <a:lnTo>
                    <a:pt x="98" y="166"/>
                  </a:lnTo>
                  <a:lnTo>
                    <a:pt x="98" y="167"/>
                  </a:lnTo>
                  <a:lnTo>
                    <a:pt x="94" y="169"/>
                  </a:lnTo>
                  <a:lnTo>
                    <a:pt x="91" y="169"/>
                  </a:lnTo>
                  <a:lnTo>
                    <a:pt x="91" y="169"/>
                  </a:lnTo>
                  <a:lnTo>
                    <a:pt x="89" y="162"/>
                  </a:lnTo>
                  <a:lnTo>
                    <a:pt x="89" y="162"/>
                  </a:lnTo>
                  <a:lnTo>
                    <a:pt x="85" y="160"/>
                  </a:lnTo>
                  <a:lnTo>
                    <a:pt x="83" y="160"/>
                  </a:lnTo>
                  <a:lnTo>
                    <a:pt x="80" y="160"/>
                  </a:lnTo>
                  <a:lnTo>
                    <a:pt x="76" y="158"/>
                  </a:lnTo>
                  <a:lnTo>
                    <a:pt x="74" y="155"/>
                  </a:lnTo>
                  <a:lnTo>
                    <a:pt x="74" y="155"/>
                  </a:lnTo>
                  <a:lnTo>
                    <a:pt x="56" y="147"/>
                  </a:lnTo>
                  <a:lnTo>
                    <a:pt x="47" y="144"/>
                  </a:lnTo>
                  <a:lnTo>
                    <a:pt x="40" y="140"/>
                  </a:lnTo>
                  <a:lnTo>
                    <a:pt x="40" y="140"/>
                  </a:lnTo>
                  <a:lnTo>
                    <a:pt x="38" y="135"/>
                  </a:lnTo>
                  <a:lnTo>
                    <a:pt x="38" y="135"/>
                  </a:lnTo>
                  <a:lnTo>
                    <a:pt x="30" y="135"/>
                  </a:lnTo>
                  <a:lnTo>
                    <a:pt x="27" y="135"/>
                  </a:lnTo>
                  <a:lnTo>
                    <a:pt x="21" y="136"/>
                  </a:lnTo>
                  <a:lnTo>
                    <a:pt x="16" y="136"/>
                  </a:lnTo>
                  <a:lnTo>
                    <a:pt x="16" y="136"/>
                  </a:lnTo>
                  <a:lnTo>
                    <a:pt x="9" y="135"/>
                  </a:lnTo>
                  <a:lnTo>
                    <a:pt x="0" y="131"/>
                  </a:lnTo>
                  <a:lnTo>
                    <a:pt x="7" y="390"/>
                  </a:lnTo>
                  <a:lnTo>
                    <a:pt x="7" y="390"/>
                  </a:lnTo>
                  <a:lnTo>
                    <a:pt x="12" y="388"/>
                  </a:lnTo>
                  <a:lnTo>
                    <a:pt x="18" y="386"/>
                  </a:lnTo>
                  <a:lnTo>
                    <a:pt x="21" y="386"/>
                  </a:lnTo>
                  <a:lnTo>
                    <a:pt x="21" y="386"/>
                  </a:lnTo>
                  <a:lnTo>
                    <a:pt x="27" y="390"/>
                  </a:lnTo>
                  <a:lnTo>
                    <a:pt x="29" y="391"/>
                  </a:lnTo>
                  <a:lnTo>
                    <a:pt x="30" y="390"/>
                  </a:lnTo>
                  <a:lnTo>
                    <a:pt x="30" y="390"/>
                  </a:lnTo>
                  <a:lnTo>
                    <a:pt x="38" y="386"/>
                  </a:lnTo>
                  <a:lnTo>
                    <a:pt x="38" y="386"/>
                  </a:lnTo>
                  <a:lnTo>
                    <a:pt x="40" y="388"/>
                  </a:lnTo>
                  <a:lnTo>
                    <a:pt x="40" y="391"/>
                  </a:lnTo>
                  <a:lnTo>
                    <a:pt x="40" y="397"/>
                  </a:lnTo>
                  <a:lnTo>
                    <a:pt x="40" y="397"/>
                  </a:lnTo>
                  <a:lnTo>
                    <a:pt x="45" y="408"/>
                  </a:lnTo>
                  <a:lnTo>
                    <a:pt x="45" y="408"/>
                  </a:lnTo>
                  <a:lnTo>
                    <a:pt x="49" y="412"/>
                  </a:lnTo>
                  <a:lnTo>
                    <a:pt x="54" y="415"/>
                  </a:lnTo>
                  <a:lnTo>
                    <a:pt x="61" y="421"/>
                  </a:lnTo>
                  <a:lnTo>
                    <a:pt x="65" y="424"/>
                  </a:lnTo>
                  <a:lnTo>
                    <a:pt x="65" y="424"/>
                  </a:lnTo>
                  <a:lnTo>
                    <a:pt x="65" y="430"/>
                  </a:lnTo>
                  <a:lnTo>
                    <a:pt x="65" y="432"/>
                  </a:lnTo>
                  <a:lnTo>
                    <a:pt x="67" y="432"/>
                  </a:lnTo>
                  <a:lnTo>
                    <a:pt x="71" y="428"/>
                  </a:lnTo>
                  <a:lnTo>
                    <a:pt x="71" y="428"/>
                  </a:lnTo>
                  <a:lnTo>
                    <a:pt x="76" y="426"/>
                  </a:lnTo>
                  <a:lnTo>
                    <a:pt x="80" y="424"/>
                  </a:lnTo>
                  <a:lnTo>
                    <a:pt x="83" y="424"/>
                  </a:lnTo>
                  <a:lnTo>
                    <a:pt x="87" y="421"/>
                  </a:lnTo>
                  <a:lnTo>
                    <a:pt x="87" y="421"/>
                  </a:lnTo>
                  <a:lnTo>
                    <a:pt x="87" y="417"/>
                  </a:lnTo>
                  <a:lnTo>
                    <a:pt x="85" y="413"/>
                  </a:lnTo>
                  <a:lnTo>
                    <a:pt x="85" y="412"/>
                  </a:lnTo>
                  <a:lnTo>
                    <a:pt x="87" y="412"/>
                  </a:lnTo>
                  <a:lnTo>
                    <a:pt x="87" y="412"/>
                  </a:lnTo>
                  <a:lnTo>
                    <a:pt x="94" y="410"/>
                  </a:lnTo>
                  <a:lnTo>
                    <a:pt x="98" y="408"/>
                  </a:lnTo>
                  <a:lnTo>
                    <a:pt x="102" y="412"/>
                  </a:lnTo>
                  <a:lnTo>
                    <a:pt x="102" y="412"/>
                  </a:lnTo>
                  <a:lnTo>
                    <a:pt x="103" y="413"/>
                  </a:lnTo>
                  <a:lnTo>
                    <a:pt x="109" y="415"/>
                  </a:lnTo>
                  <a:lnTo>
                    <a:pt x="111" y="417"/>
                  </a:lnTo>
                  <a:lnTo>
                    <a:pt x="112" y="421"/>
                  </a:lnTo>
                  <a:lnTo>
                    <a:pt x="112" y="421"/>
                  </a:lnTo>
                  <a:lnTo>
                    <a:pt x="114" y="426"/>
                  </a:lnTo>
                  <a:lnTo>
                    <a:pt x="116" y="428"/>
                  </a:lnTo>
                  <a:lnTo>
                    <a:pt x="120" y="430"/>
                  </a:lnTo>
                  <a:lnTo>
                    <a:pt x="120" y="430"/>
                  </a:lnTo>
                  <a:lnTo>
                    <a:pt x="123" y="432"/>
                  </a:lnTo>
                  <a:lnTo>
                    <a:pt x="129" y="433"/>
                  </a:lnTo>
                  <a:lnTo>
                    <a:pt x="134" y="443"/>
                  </a:lnTo>
                  <a:lnTo>
                    <a:pt x="134" y="443"/>
                  </a:lnTo>
                  <a:lnTo>
                    <a:pt x="145" y="453"/>
                  </a:lnTo>
                  <a:lnTo>
                    <a:pt x="154" y="464"/>
                  </a:lnTo>
                  <a:lnTo>
                    <a:pt x="154" y="464"/>
                  </a:lnTo>
                  <a:lnTo>
                    <a:pt x="160" y="473"/>
                  </a:lnTo>
                  <a:lnTo>
                    <a:pt x="162" y="479"/>
                  </a:lnTo>
                  <a:lnTo>
                    <a:pt x="165" y="481"/>
                  </a:lnTo>
                  <a:lnTo>
                    <a:pt x="165" y="481"/>
                  </a:lnTo>
                  <a:lnTo>
                    <a:pt x="167" y="483"/>
                  </a:lnTo>
                  <a:lnTo>
                    <a:pt x="169" y="484"/>
                  </a:lnTo>
                  <a:lnTo>
                    <a:pt x="171" y="490"/>
                  </a:lnTo>
                  <a:lnTo>
                    <a:pt x="171" y="495"/>
                  </a:lnTo>
                  <a:lnTo>
                    <a:pt x="173" y="497"/>
                  </a:lnTo>
                  <a:lnTo>
                    <a:pt x="174" y="499"/>
                  </a:lnTo>
                  <a:lnTo>
                    <a:pt x="174" y="499"/>
                  </a:lnTo>
                  <a:lnTo>
                    <a:pt x="180" y="503"/>
                  </a:lnTo>
                  <a:lnTo>
                    <a:pt x="185" y="506"/>
                  </a:lnTo>
                  <a:lnTo>
                    <a:pt x="185" y="506"/>
                  </a:lnTo>
                  <a:lnTo>
                    <a:pt x="191" y="508"/>
                  </a:lnTo>
                  <a:lnTo>
                    <a:pt x="193" y="510"/>
                  </a:lnTo>
                  <a:lnTo>
                    <a:pt x="194" y="512"/>
                  </a:lnTo>
                  <a:lnTo>
                    <a:pt x="194" y="512"/>
                  </a:lnTo>
                  <a:lnTo>
                    <a:pt x="196" y="515"/>
                  </a:lnTo>
                  <a:lnTo>
                    <a:pt x="196" y="514"/>
                  </a:lnTo>
                  <a:lnTo>
                    <a:pt x="198" y="514"/>
                  </a:lnTo>
                  <a:lnTo>
                    <a:pt x="200" y="514"/>
                  </a:lnTo>
                  <a:lnTo>
                    <a:pt x="200" y="514"/>
                  </a:lnTo>
                  <a:lnTo>
                    <a:pt x="202" y="517"/>
                  </a:lnTo>
                  <a:lnTo>
                    <a:pt x="204" y="519"/>
                  </a:lnTo>
                  <a:lnTo>
                    <a:pt x="204" y="523"/>
                  </a:lnTo>
                  <a:lnTo>
                    <a:pt x="205" y="524"/>
                  </a:lnTo>
                  <a:lnTo>
                    <a:pt x="205" y="524"/>
                  </a:lnTo>
                  <a:lnTo>
                    <a:pt x="205" y="524"/>
                  </a:lnTo>
                  <a:lnTo>
                    <a:pt x="205" y="528"/>
                  </a:lnTo>
                  <a:lnTo>
                    <a:pt x="204" y="530"/>
                  </a:lnTo>
                  <a:lnTo>
                    <a:pt x="204" y="532"/>
                  </a:lnTo>
                  <a:lnTo>
                    <a:pt x="204" y="532"/>
                  </a:lnTo>
                  <a:lnTo>
                    <a:pt x="204" y="535"/>
                  </a:lnTo>
                  <a:lnTo>
                    <a:pt x="204" y="539"/>
                  </a:lnTo>
                  <a:lnTo>
                    <a:pt x="204" y="539"/>
                  </a:lnTo>
                  <a:lnTo>
                    <a:pt x="198" y="545"/>
                  </a:lnTo>
                  <a:lnTo>
                    <a:pt x="198" y="545"/>
                  </a:lnTo>
                  <a:lnTo>
                    <a:pt x="198" y="546"/>
                  </a:lnTo>
                  <a:lnTo>
                    <a:pt x="198" y="548"/>
                  </a:lnTo>
                  <a:lnTo>
                    <a:pt x="198" y="548"/>
                  </a:lnTo>
                  <a:lnTo>
                    <a:pt x="191" y="555"/>
                  </a:lnTo>
                  <a:lnTo>
                    <a:pt x="191" y="555"/>
                  </a:lnTo>
                  <a:lnTo>
                    <a:pt x="189" y="555"/>
                  </a:lnTo>
                  <a:lnTo>
                    <a:pt x="189" y="555"/>
                  </a:lnTo>
                  <a:lnTo>
                    <a:pt x="189" y="559"/>
                  </a:lnTo>
                  <a:lnTo>
                    <a:pt x="189" y="561"/>
                  </a:lnTo>
                  <a:lnTo>
                    <a:pt x="187" y="559"/>
                  </a:lnTo>
                  <a:lnTo>
                    <a:pt x="187" y="559"/>
                  </a:lnTo>
                  <a:lnTo>
                    <a:pt x="185" y="565"/>
                  </a:lnTo>
                  <a:lnTo>
                    <a:pt x="184" y="566"/>
                  </a:lnTo>
                  <a:lnTo>
                    <a:pt x="191" y="570"/>
                  </a:lnTo>
                  <a:lnTo>
                    <a:pt x="191" y="570"/>
                  </a:lnTo>
                  <a:lnTo>
                    <a:pt x="191" y="588"/>
                  </a:lnTo>
                  <a:lnTo>
                    <a:pt x="191" y="588"/>
                  </a:lnTo>
                  <a:lnTo>
                    <a:pt x="198" y="594"/>
                  </a:lnTo>
                  <a:lnTo>
                    <a:pt x="198" y="594"/>
                  </a:lnTo>
                  <a:lnTo>
                    <a:pt x="194" y="596"/>
                  </a:lnTo>
                  <a:lnTo>
                    <a:pt x="196" y="597"/>
                  </a:lnTo>
                  <a:lnTo>
                    <a:pt x="202" y="597"/>
                  </a:lnTo>
                  <a:lnTo>
                    <a:pt x="202" y="597"/>
                  </a:lnTo>
                  <a:lnTo>
                    <a:pt x="204" y="594"/>
                  </a:lnTo>
                  <a:lnTo>
                    <a:pt x="204" y="592"/>
                  </a:lnTo>
                  <a:lnTo>
                    <a:pt x="202" y="592"/>
                  </a:lnTo>
                  <a:lnTo>
                    <a:pt x="202" y="588"/>
                  </a:lnTo>
                  <a:lnTo>
                    <a:pt x="202" y="588"/>
                  </a:lnTo>
                  <a:lnTo>
                    <a:pt x="205" y="588"/>
                  </a:lnTo>
                  <a:lnTo>
                    <a:pt x="211" y="586"/>
                  </a:lnTo>
                  <a:lnTo>
                    <a:pt x="211" y="586"/>
                  </a:lnTo>
                  <a:lnTo>
                    <a:pt x="209" y="592"/>
                  </a:lnTo>
                  <a:lnTo>
                    <a:pt x="209" y="599"/>
                  </a:lnTo>
                  <a:lnTo>
                    <a:pt x="204" y="599"/>
                  </a:lnTo>
                  <a:lnTo>
                    <a:pt x="204" y="599"/>
                  </a:lnTo>
                  <a:lnTo>
                    <a:pt x="204" y="603"/>
                  </a:lnTo>
                  <a:lnTo>
                    <a:pt x="204" y="603"/>
                  </a:lnTo>
                  <a:lnTo>
                    <a:pt x="205" y="605"/>
                  </a:lnTo>
                  <a:lnTo>
                    <a:pt x="205" y="606"/>
                  </a:lnTo>
                  <a:lnTo>
                    <a:pt x="205" y="606"/>
                  </a:lnTo>
                  <a:lnTo>
                    <a:pt x="209" y="606"/>
                  </a:lnTo>
                  <a:lnTo>
                    <a:pt x="209" y="608"/>
                  </a:lnTo>
                  <a:lnTo>
                    <a:pt x="209" y="614"/>
                  </a:lnTo>
                  <a:lnTo>
                    <a:pt x="209" y="614"/>
                  </a:lnTo>
                  <a:lnTo>
                    <a:pt x="211" y="614"/>
                  </a:lnTo>
                  <a:lnTo>
                    <a:pt x="211" y="612"/>
                  </a:lnTo>
                  <a:lnTo>
                    <a:pt x="211" y="608"/>
                  </a:lnTo>
                  <a:lnTo>
                    <a:pt x="211" y="608"/>
                  </a:lnTo>
                  <a:lnTo>
                    <a:pt x="227" y="619"/>
                  </a:lnTo>
                  <a:lnTo>
                    <a:pt x="227" y="619"/>
                  </a:lnTo>
                  <a:lnTo>
                    <a:pt x="229" y="630"/>
                  </a:lnTo>
                  <a:lnTo>
                    <a:pt x="227" y="648"/>
                  </a:lnTo>
                  <a:lnTo>
                    <a:pt x="227" y="648"/>
                  </a:lnTo>
                  <a:lnTo>
                    <a:pt x="224" y="647"/>
                  </a:lnTo>
                  <a:lnTo>
                    <a:pt x="218" y="648"/>
                  </a:lnTo>
                  <a:lnTo>
                    <a:pt x="218" y="648"/>
                  </a:lnTo>
                  <a:lnTo>
                    <a:pt x="222" y="657"/>
                  </a:lnTo>
                  <a:lnTo>
                    <a:pt x="224" y="667"/>
                  </a:lnTo>
                  <a:lnTo>
                    <a:pt x="224" y="667"/>
                  </a:lnTo>
                  <a:lnTo>
                    <a:pt x="235" y="667"/>
                  </a:lnTo>
                  <a:lnTo>
                    <a:pt x="240" y="665"/>
                  </a:lnTo>
                  <a:lnTo>
                    <a:pt x="247" y="667"/>
                  </a:lnTo>
                  <a:lnTo>
                    <a:pt x="247" y="667"/>
                  </a:lnTo>
                  <a:lnTo>
                    <a:pt x="247" y="674"/>
                  </a:lnTo>
                  <a:lnTo>
                    <a:pt x="246" y="678"/>
                  </a:lnTo>
                  <a:lnTo>
                    <a:pt x="246" y="678"/>
                  </a:lnTo>
                  <a:lnTo>
                    <a:pt x="249" y="678"/>
                  </a:lnTo>
                  <a:lnTo>
                    <a:pt x="251" y="676"/>
                  </a:lnTo>
                  <a:lnTo>
                    <a:pt x="255" y="674"/>
                  </a:lnTo>
                  <a:lnTo>
                    <a:pt x="255" y="674"/>
                  </a:lnTo>
                  <a:lnTo>
                    <a:pt x="258" y="676"/>
                  </a:lnTo>
                  <a:lnTo>
                    <a:pt x="262" y="679"/>
                  </a:lnTo>
                  <a:lnTo>
                    <a:pt x="269" y="687"/>
                  </a:lnTo>
                  <a:lnTo>
                    <a:pt x="269" y="687"/>
                  </a:lnTo>
                  <a:lnTo>
                    <a:pt x="269" y="685"/>
                  </a:lnTo>
                  <a:lnTo>
                    <a:pt x="271" y="683"/>
                  </a:lnTo>
                  <a:lnTo>
                    <a:pt x="273" y="685"/>
                  </a:lnTo>
                  <a:lnTo>
                    <a:pt x="273" y="685"/>
                  </a:lnTo>
                  <a:lnTo>
                    <a:pt x="273" y="688"/>
                  </a:lnTo>
                  <a:lnTo>
                    <a:pt x="273" y="692"/>
                  </a:lnTo>
                  <a:lnTo>
                    <a:pt x="275" y="696"/>
                  </a:lnTo>
                  <a:lnTo>
                    <a:pt x="276" y="699"/>
                  </a:lnTo>
                  <a:lnTo>
                    <a:pt x="276" y="699"/>
                  </a:lnTo>
                  <a:lnTo>
                    <a:pt x="284" y="701"/>
                  </a:lnTo>
                  <a:lnTo>
                    <a:pt x="291" y="703"/>
                  </a:lnTo>
                  <a:lnTo>
                    <a:pt x="304" y="701"/>
                  </a:lnTo>
                  <a:lnTo>
                    <a:pt x="307" y="701"/>
                  </a:lnTo>
                  <a:lnTo>
                    <a:pt x="307" y="701"/>
                  </a:lnTo>
                  <a:lnTo>
                    <a:pt x="300" y="690"/>
                  </a:lnTo>
                  <a:lnTo>
                    <a:pt x="291" y="679"/>
                  </a:lnTo>
                  <a:lnTo>
                    <a:pt x="291" y="679"/>
                  </a:lnTo>
                  <a:lnTo>
                    <a:pt x="287" y="678"/>
                  </a:lnTo>
                  <a:lnTo>
                    <a:pt x="282" y="676"/>
                  </a:lnTo>
                  <a:lnTo>
                    <a:pt x="276" y="676"/>
                  </a:lnTo>
                  <a:lnTo>
                    <a:pt x="273" y="672"/>
                  </a:lnTo>
                  <a:lnTo>
                    <a:pt x="266" y="663"/>
                  </a:lnTo>
                  <a:lnTo>
                    <a:pt x="266" y="663"/>
                  </a:lnTo>
                  <a:lnTo>
                    <a:pt x="266" y="659"/>
                  </a:lnTo>
                  <a:lnTo>
                    <a:pt x="267" y="657"/>
                  </a:lnTo>
                  <a:lnTo>
                    <a:pt x="249" y="656"/>
                  </a:lnTo>
                  <a:lnTo>
                    <a:pt x="249" y="656"/>
                  </a:lnTo>
                  <a:lnTo>
                    <a:pt x="267" y="652"/>
                  </a:lnTo>
                  <a:lnTo>
                    <a:pt x="267" y="652"/>
                  </a:lnTo>
                  <a:lnTo>
                    <a:pt x="266" y="652"/>
                  </a:lnTo>
                  <a:lnTo>
                    <a:pt x="267" y="650"/>
                  </a:lnTo>
                  <a:lnTo>
                    <a:pt x="273" y="648"/>
                  </a:lnTo>
                  <a:lnTo>
                    <a:pt x="273" y="648"/>
                  </a:lnTo>
                  <a:lnTo>
                    <a:pt x="276" y="659"/>
                  </a:lnTo>
                  <a:lnTo>
                    <a:pt x="289" y="663"/>
                  </a:lnTo>
                  <a:lnTo>
                    <a:pt x="291" y="667"/>
                  </a:lnTo>
                  <a:lnTo>
                    <a:pt x="291" y="667"/>
                  </a:lnTo>
                  <a:lnTo>
                    <a:pt x="289" y="668"/>
                  </a:lnTo>
                  <a:lnTo>
                    <a:pt x="287" y="670"/>
                  </a:lnTo>
                  <a:lnTo>
                    <a:pt x="289" y="672"/>
                  </a:lnTo>
                  <a:lnTo>
                    <a:pt x="289" y="672"/>
                  </a:lnTo>
                  <a:lnTo>
                    <a:pt x="293" y="672"/>
                  </a:lnTo>
                  <a:lnTo>
                    <a:pt x="295" y="670"/>
                  </a:lnTo>
                  <a:lnTo>
                    <a:pt x="298" y="667"/>
                  </a:lnTo>
                  <a:lnTo>
                    <a:pt x="298" y="667"/>
                  </a:lnTo>
                  <a:lnTo>
                    <a:pt x="300" y="668"/>
                  </a:lnTo>
                  <a:lnTo>
                    <a:pt x="298" y="672"/>
                  </a:lnTo>
                  <a:lnTo>
                    <a:pt x="297" y="674"/>
                  </a:lnTo>
                  <a:lnTo>
                    <a:pt x="297" y="674"/>
                  </a:lnTo>
                  <a:lnTo>
                    <a:pt x="306" y="679"/>
                  </a:lnTo>
                  <a:lnTo>
                    <a:pt x="309" y="683"/>
                  </a:lnTo>
                  <a:lnTo>
                    <a:pt x="311" y="687"/>
                  </a:lnTo>
                  <a:lnTo>
                    <a:pt x="741" y="688"/>
                  </a:lnTo>
                  <a:lnTo>
                    <a:pt x="741" y="688"/>
                  </a:lnTo>
                  <a:lnTo>
                    <a:pt x="741" y="685"/>
                  </a:lnTo>
                  <a:lnTo>
                    <a:pt x="741" y="683"/>
                  </a:lnTo>
                  <a:lnTo>
                    <a:pt x="745" y="681"/>
                  </a:lnTo>
                  <a:lnTo>
                    <a:pt x="745" y="681"/>
                  </a:lnTo>
                  <a:lnTo>
                    <a:pt x="747" y="683"/>
                  </a:lnTo>
                  <a:lnTo>
                    <a:pt x="748" y="688"/>
                  </a:lnTo>
                  <a:lnTo>
                    <a:pt x="752" y="696"/>
                  </a:lnTo>
                  <a:lnTo>
                    <a:pt x="752" y="696"/>
                  </a:lnTo>
                  <a:lnTo>
                    <a:pt x="754" y="698"/>
                  </a:lnTo>
                  <a:lnTo>
                    <a:pt x="759" y="698"/>
                  </a:lnTo>
                  <a:lnTo>
                    <a:pt x="759" y="698"/>
                  </a:lnTo>
                  <a:lnTo>
                    <a:pt x="763" y="699"/>
                  </a:lnTo>
                  <a:lnTo>
                    <a:pt x="767" y="701"/>
                  </a:lnTo>
                  <a:lnTo>
                    <a:pt x="768" y="701"/>
                  </a:lnTo>
                  <a:lnTo>
                    <a:pt x="770" y="699"/>
                  </a:lnTo>
                  <a:lnTo>
                    <a:pt x="770" y="699"/>
                  </a:lnTo>
                  <a:lnTo>
                    <a:pt x="772" y="698"/>
                  </a:lnTo>
                  <a:lnTo>
                    <a:pt x="774" y="696"/>
                  </a:lnTo>
                  <a:lnTo>
                    <a:pt x="776" y="696"/>
                  </a:lnTo>
                  <a:lnTo>
                    <a:pt x="778" y="696"/>
                  </a:lnTo>
                  <a:lnTo>
                    <a:pt x="778" y="696"/>
                  </a:lnTo>
                  <a:lnTo>
                    <a:pt x="783" y="699"/>
                  </a:lnTo>
                  <a:lnTo>
                    <a:pt x="790" y="703"/>
                  </a:lnTo>
                  <a:lnTo>
                    <a:pt x="790" y="703"/>
                  </a:lnTo>
                  <a:lnTo>
                    <a:pt x="794" y="703"/>
                  </a:lnTo>
                  <a:lnTo>
                    <a:pt x="799" y="703"/>
                  </a:lnTo>
                  <a:lnTo>
                    <a:pt x="799" y="703"/>
                  </a:lnTo>
                  <a:lnTo>
                    <a:pt x="803" y="703"/>
                  </a:lnTo>
                  <a:lnTo>
                    <a:pt x="809" y="705"/>
                  </a:lnTo>
                  <a:lnTo>
                    <a:pt x="809" y="705"/>
                  </a:lnTo>
                  <a:lnTo>
                    <a:pt x="814" y="705"/>
                  </a:lnTo>
                  <a:lnTo>
                    <a:pt x="816" y="703"/>
                  </a:lnTo>
                  <a:lnTo>
                    <a:pt x="818" y="705"/>
                  </a:lnTo>
                  <a:lnTo>
                    <a:pt x="818" y="705"/>
                  </a:lnTo>
                  <a:lnTo>
                    <a:pt x="821" y="708"/>
                  </a:lnTo>
                  <a:lnTo>
                    <a:pt x="825" y="708"/>
                  </a:lnTo>
                  <a:lnTo>
                    <a:pt x="829" y="710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29" name="Freeform 312">
              <a:extLst>
                <a:ext uri="{FF2B5EF4-FFF2-40B4-BE49-F238E27FC236}">
                  <a16:creationId xmlns:a16="http://schemas.microsoft.com/office/drawing/2014/main" id="{E7ABC329-98CE-41A8-B1A0-828A4C73864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6475" y="1760621"/>
              <a:ext cx="14830" cy="13348"/>
            </a:xfrm>
            <a:custGeom>
              <a:avLst/>
              <a:gdLst>
                <a:gd name="T0" fmla="*/ 2 w 10"/>
                <a:gd name="T1" fmla="*/ 0 h 9"/>
                <a:gd name="T2" fmla="*/ 2 w 10"/>
                <a:gd name="T3" fmla="*/ 0 h 9"/>
                <a:gd name="T4" fmla="*/ 8 w 10"/>
                <a:gd name="T5" fmla="*/ 6 h 9"/>
                <a:gd name="T6" fmla="*/ 10 w 10"/>
                <a:gd name="T7" fmla="*/ 7 h 9"/>
                <a:gd name="T8" fmla="*/ 8 w 10"/>
                <a:gd name="T9" fmla="*/ 9 h 9"/>
                <a:gd name="T10" fmla="*/ 2 w 10"/>
                <a:gd name="T11" fmla="*/ 7 h 9"/>
                <a:gd name="T12" fmla="*/ 2 w 10"/>
                <a:gd name="T13" fmla="*/ 7 h 9"/>
                <a:gd name="T14" fmla="*/ 0 w 10"/>
                <a:gd name="T15" fmla="*/ 4 h 9"/>
                <a:gd name="T16" fmla="*/ 0 w 10"/>
                <a:gd name="T17" fmla="*/ 0 h 9"/>
                <a:gd name="T18" fmla="*/ 2 w 10"/>
                <a:gd name="T19" fmla="*/ 0 h 9"/>
                <a:gd name="T20" fmla="*/ 2 w 10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" h="9">
                  <a:moveTo>
                    <a:pt x="2" y="0"/>
                  </a:moveTo>
                  <a:lnTo>
                    <a:pt x="2" y="0"/>
                  </a:lnTo>
                  <a:lnTo>
                    <a:pt x="8" y="6"/>
                  </a:lnTo>
                  <a:lnTo>
                    <a:pt x="10" y="7"/>
                  </a:lnTo>
                  <a:lnTo>
                    <a:pt x="8" y="9"/>
                  </a:lnTo>
                  <a:lnTo>
                    <a:pt x="2" y="7"/>
                  </a:lnTo>
                  <a:lnTo>
                    <a:pt x="2" y="7"/>
                  </a:lnTo>
                  <a:lnTo>
                    <a:pt x="0" y="4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30" name="Freeform 313">
              <a:extLst>
                <a:ext uri="{FF2B5EF4-FFF2-40B4-BE49-F238E27FC236}">
                  <a16:creationId xmlns:a16="http://schemas.microsoft.com/office/drawing/2014/main" id="{DD405396-8784-47A9-AF59-C59B77451D0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1324" y="1263815"/>
              <a:ext cx="29660" cy="19280"/>
            </a:xfrm>
            <a:custGeom>
              <a:avLst/>
              <a:gdLst>
                <a:gd name="T0" fmla="*/ 0 w 20"/>
                <a:gd name="T1" fmla="*/ 0 h 13"/>
                <a:gd name="T2" fmla="*/ 0 w 20"/>
                <a:gd name="T3" fmla="*/ 0 h 13"/>
                <a:gd name="T4" fmla="*/ 0 w 20"/>
                <a:gd name="T5" fmla="*/ 9 h 13"/>
                <a:gd name="T6" fmla="*/ 0 w 20"/>
                <a:gd name="T7" fmla="*/ 9 h 13"/>
                <a:gd name="T8" fmla="*/ 7 w 20"/>
                <a:gd name="T9" fmla="*/ 11 h 13"/>
                <a:gd name="T10" fmla="*/ 13 w 20"/>
                <a:gd name="T11" fmla="*/ 13 h 13"/>
                <a:gd name="T12" fmla="*/ 16 w 20"/>
                <a:gd name="T13" fmla="*/ 13 h 13"/>
                <a:gd name="T14" fmla="*/ 16 w 20"/>
                <a:gd name="T15" fmla="*/ 13 h 13"/>
                <a:gd name="T16" fmla="*/ 16 w 20"/>
                <a:gd name="T17" fmla="*/ 7 h 13"/>
                <a:gd name="T18" fmla="*/ 18 w 20"/>
                <a:gd name="T19" fmla="*/ 5 h 13"/>
                <a:gd name="T20" fmla="*/ 20 w 20"/>
                <a:gd name="T21" fmla="*/ 5 h 13"/>
                <a:gd name="T22" fmla="*/ 20 w 20"/>
                <a:gd name="T23" fmla="*/ 2 h 13"/>
                <a:gd name="T24" fmla="*/ 20 w 20"/>
                <a:gd name="T25" fmla="*/ 2 h 13"/>
                <a:gd name="T26" fmla="*/ 0 w 20"/>
                <a:gd name="T27" fmla="*/ 0 h 13"/>
                <a:gd name="T28" fmla="*/ 0 w 20"/>
                <a:gd name="T2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0" h="13">
                  <a:moveTo>
                    <a:pt x="0" y="0"/>
                  </a:moveTo>
                  <a:lnTo>
                    <a:pt x="0" y="0"/>
                  </a:lnTo>
                  <a:lnTo>
                    <a:pt x="0" y="9"/>
                  </a:lnTo>
                  <a:lnTo>
                    <a:pt x="0" y="9"/>
                  </a:lnTo>
                  <a:lnTo>
                    <a:pt x="7" y="11"/>
                  </a:lnTo>
                  <a:lnTo>
                    <a:pt x="13" y="13"/>
                  </a:lnTo>
                  <a:lnTo>
                    <a:pt x="16" y="13"/>
                  </a:lnTo>
                  <a:lnTo>
                    <a:pt x="16" y="13"/>
                  </a:lnTo>
                  <a:lnTo>
                    <a:pt x="16" y="7"/>
                  </a:lnTo>
                  <a:lnTo>
                    <a:pt x="18" y="5"/>
                  </a:lnTo>
                  <a:lnTo>
                    <a:pt x="20" y="5"/>
                  </a:lnTo>
                  <a:lnTo>
                    <a:pt x="20" y="2"/>
                  </a:lnTo>
                  <a:lnTo>
                    <a:pt x="20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31" name="Freeform 314">
              <a:extLst>
                <a:ext uri="{FF2B5EF4-FFF2-40B4-BE49-F238E27FC236}">
                  <a16:creationId xmlns:a16="http://schemas.microsoft.com/office/drawing/2014/main" id="{9E8E3A2F-0C19-40B7-9194-5C4C25A2136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4496" y="1149623"/>
              <a:ext cx="37076" cy="16314"/>
            </a:xfrm>
            <a:custGeom>
              <a:avLst/>
              <a:gdLst>
                <a:gd name="T0" fmla="*/ 21 w 25"/>
                <a:gd name="T1" fmla="*/ 0 h 11"/>
                <a:gd name="T2" fmla="*/ 21 w 25"/>
                <a:gd name="T3" fmla="*/ 0 h 11"/>
                <a:gd name="T4" fmla="*/ 25 w 25"/>
                <a:gd name="T5" fmla="*/ 0 h 11"/>
                <a:gd name="T6" fmla="*/ 25 w 25"/>
                <a:gd name="T7" fmla="*/ 0 h 11"/>
                <a:gd name="T8" fmla="*/ 23 w 25"/>
                <a:gd name="T9" fmla="*/ 2 h 11"/>
                <a:gd name="T10" fmla="*/ 23 w 25"/>
                <a:gd name="T11" fmla="*/ 2 h 11"/>
                <a:gd name="T12" fmla="*/ 25 w 25"/>
                <a:gd name="T13" fmla="*/ 4 h 11"/>
                <a:gd name="T14" fmla="*/ 25 w 25"/>
                <a:gd name="T15" fmla="*/ 4 h 11"/>
                <a:gd name="T16" fmla="*/ 20 w 25"/>
                <a:gd name="T17" fmla="*/ 8 h 11"/>
                <a:gd name="T18" fmla="*/ 14 w 25"/>
                <a:gd name="T19" fmla="*/ 11 h 11"/>
                <a:gd name="T20" fmla="*/ 14 w 25"/>
                <a:gd name="T21" fmla="*/ 11 h 11"/>
                <a:gd name="T22" fmla="*/ 10 w 25"/>
                <a:gd name="T23" fmla="*/ 11 h 11"/>
                <a:gd name="T24" fmla="*/ 5 w 25"/>
                <a:gd name="T25" fmla="*/ 9 h 11"/>
                <a:gd name="T26" fmla="*/ 0 w 25"/>
                <a:gd name="T27" fmla="*/ 8 h 11"/>
                <a:gd name="T28" fmla="*/ 0 w 25"/>
                <a:gd name="T29" fmla="*/ 8 h 11"/>
                <a:gd name="T30" fmla="*/ 20 w 25"/>
                <a:gd name="T31" fmla="*/ 6 h 11"/>
                <a:gd name="T32" fmla="*/ 20 w 25"/>
                <a:gd name="T33" fmla="*/ 6 h 11"/>
                <a:gd name="T34" fmla="*/ 20 w 25"/>
                <a:gd name="T35" fmla="*/ 2 h 11"/>
                <a:gd name="T36" fmla="*/ 21 w 25"/>
                <a:gd name="T37" fmla="*/ 0 h 11"/>
                <a:gd name="T38" fmla="*/ 21 w 25"/>
                <a:gd name="T3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5" h="11">
                  <a:moveTo>
                    <a:pt x="21" y="0"/>
                  </a:moveTo>
                  <a:lnTo>
                    <a:pt x="21" y="0"/>
                  </a:lnTo>
                  <a:lnTo>
                    <a:pt x="25" y="0"/>
                  </a:lnTo>
                  <a:lnTo>
                    <a:pt x="25" y="0"/>
                  </a:lnTo>
                  <a:lnTo>
                    <a:pt x="23" y="2"/>
                  </a:lnTo>
                  <a:lnTo>
                    <a:pt x="23" y="2"/>
                  </a:lnTo>
                  <a:lnTo>
                    <a:pt x="25" y="4"/>
                  </a:lnTo>
                  <a:lnTo>
                    <a:pt x="25" y="4"/>
                  </a:lnTo>
                  <a:lnTo>
                    <a:pt x="20" y="8"/>
                  </a:lnTo>
                  <a:lnTo>
                    <a:pt x="14" y="11"/>
                  </a:lnTo>
                  <a:lnTo>
                    <a:pt x="14" y="11"/>
                  </a:lnTo>
                  <a:lnTo>
                    <a:pt x="10" y="11"/>
                  </a:lnTo>
                  <a:lnTo>
                    <a:pt x="5" y="9"/>
                  </a:lnTo>
                  <a:lnTo>
                    <a:pt x="0" y="8"/>
                  </a:lnTo>
                  <a:lnTo>
                    <a:pt x="0" y="8"/>
                  </a:lnTo>
                  <a:lnTo>
                    <a:pt x="20" y="6"/>
                  </a:lnTo>
                  <a:lnTo>
                    <a:pt x="20" y="6"/>
                  </a:lnTo>
                  <a:lnTo>
                    <a:pt x="20" y="2"/>
                  </a:lnTo>
                  <a:lnTo>
                    <a:pt x="21" y="0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32" name="Freeform 315">
              <a:extLst>
                <a:ext uri="{FF2B5EF4-FFF2-40B4-BE49-F238E27FC236}">
                  <a16:creationId xmlns:a16="http://schemas.microsoft.com/office/drawing/2014/main" id="{4C6A15C2-8BB9-483A-AB7B-42FFB4D16E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9244" y="1103651"/>
              <a:ext cx="16314" cy="8898"/>
            </a:xfrm>
            <a:custGeom>
              <a:avLst/>
              <a:gdLst>
                <a:gd name="T0" fmla="*/ 7 w 11"/>
                <a:gd name="T1" fmla="*/ 0 h 6"/>
                <a:gd name="T2" fmla="*/ 7 w 11"/>
                <a:gd name="T3" fmla="*/ 0 h 6"/>
                <a:gd name="T4" fmla="*/ 11 w 11"/>
                <a:gd name="T5" fmla="*/ 0 h 6"/>
                <a:gd name="T6" fmla="*/ 11 w 11"/>
                <a:gd name="T7" fmla="*/ 2 h 6"/>
                <a:gd name="T8" fmla="*/ 7 w 11"/>
                <a:gd name="T9" fmla="*/ 6 h 6"/>
                <a:gd name="T10" fmla="*/ 7 w 11"/>
                <a:gd name="T11" fmla="*/ 6 h 6"/>
                <a:gd name="T12" fmla="*/ 0 w 11"/>
                <a:gd name="T13" fmla="*/ 6 h 6"/>
                <a:gd name="T14" fmla="*/ 0 w 11"/>
                <a:gd name="T15" fmla="*/ 6 h 6"/>
                <a:gd name="T16" fmla="*/ 0 w 11"/>
                <a:gd name="T17" fmla="*/ 4 h 6"/>
                <a:gd name="T18" fmla="*/ 2 w 11"/>
                <a:gd name="T19" fmla="*/ 2 h 6"/>
                <a:gd name="T20" fmla="*/ 7 w 11"/>
                <a:gd name="T21" fmla="*/ 0 h 6"/>
                <a:gd name="T22" fmla="*/ 7 w 11"/>
                <a:gd name="T2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" h="6">
                  <a:moveTo>
                    <a:pt x="7" y="0"/>
                  </a:moveTo>
                  <a:lnTo>
                    <a:pt x="7" y="0"/>
                  </a:lnTo>
                  <a:lnTo>
                    <a:pt x="11" y="0"/>
                  </a:lnTo>
                  <a:lnTo>
                    <a:pt x="11" y="2"/>
                  </a:lnTo>
                  <a:lnTo>
                    <a:pt x="7" y="6"/>
                  </a:lnTo>
                  <a:lnTo>
                    <a:pt x="7" y="6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4"/>
                  </a:lnTo>
                  <a:lnTo>
                    <a:pt x="2" y="2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33" name="Freeform 316">
              <a:extLst>
                <a:ext uri="{FF2B5EF4-FFF2-40B4-BE49-F238E27FC236}">
                  <a16:creationId xmlns:a16="http://schemas.microsoft.com/office/drawing/2014/main" id="{67F2843C-B637-44A2-A26D-59299AE3766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1746" y="1633083"/>
              <a:ext cx="2966" cy="8898"/>
            </a:xfrm>
            <a:custGeom>
              <a:avLst/>
              <a:gdLst>
                <a:gd name="T0" fmla="*/ 0 w 2"/>
                <a:gd name="T1" fmla="*/ 0 h 6"/>
                <a:gd name="T2" fmla="*/ 2 w 2"/>
                <a:gd name="T3" fmla="*/ 6 h 6"/>
                <a:gd name="T4" fmla="*/ 2 w 2"/>
                <a:gd name="T5" fmla="*/ 6 h 6"/>
                <a:gd name="T6" fmla="*/ 2 w 2"/>
                <a:gd name="T7" fmla="*/ 2 h 6"/>
                <a:gd name="T8" fmla="*/ 2 w 2"/>
                <a:gd name="T9" fmla="*/ 0 h 6"/>
                <a:gd name="T10" fmla="*/ 0 w 2"/>
                <a:gd name="T11" fmla="*/ 0 h 6"/>
                <a:gd name="T12" fmla="*/ 0 w 2"/>
                <a:gd name="T1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6">
                  <a:moveTo>
                    <a:pt x="0" y="0"/>
                  </a:moveTo>
                  <a:lnTo>
                    <a:pt x="2" y="6"/>
                  </a:lnTo>
                  <a:lnTo>
                    <a:pt x="2" y="6"/>
                  </a:lnTo>
                  <a:lnTo>
                    <a:pt x="2" y="2"/>
                  </a:lnTo>
                  <a:lnTo>
                    <a:pt x="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34" name="Freeform 317">
              <a:extLst>
                <a:ext uri="{FF2B5EF4-FFF2-40B4-BE49-F238E27FC236}">
                  <a16:creationId xmlns:a16="http://schemas.microsoft.com/office/drawing/2014/main" id="{3FF660DA-4C48-496E-8B78-10AA54AD47E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6031" y="1609355"/>
              <a:ext cx="4449" cy="13348"/>
            </a:xfrm>
            <a:custGeom>
              <a:avLst/>
              <a:gdLst>
                <a:gd name="T0" fmla="*/ 2 w 3"/>
                <a:gd name="T1" fmla="*/ 0 h 9"/>
                <a:gd name="T2" fmla="*/ 2 w 3"/>
                <a:gd name="T3" fmla="*/ 0 h 9"/>
                <a:gd name="T4" fmla="*/ 3 w 3"/>
                <a:gd name="T5" fmla="*/ 4 h 9"/>
                <a:gd name="T6" fmla="*/ 3 w 3"/>
                <a:gd name="T7" fmla="*/ 7 h 9"/>
                <a:gd name="T8" fmla="*/ 2 w 3"/>
                <a:gd name="T9" fmla="*/ 9 h 9"/>
                <a:gd name="T10" fmla="*/ 0 w 3"/>
                <a:gd name="T11" fmla="*/ 9 h 9"/>
                <a:gd name="T12" fmla="*/ 0 w 3"/>
                <a:gd name="T13" fmla="*/ 9 h 9"/>
                <a:gd name="T14" fmla="*/ 0 w 3"/>
                <a:gd name="T15" fmla="*/ 2 h 9"/>
                <a:gd name="T16" fmla="*/ 0 w 3"/>
                <a:gd name="T17" fmla="*/ 0 h 9"/>
                <a:gd name="T18" fmla="*/ 2 w 3"/>
                <a:gd name="T19" fmla="*/ 0 h 9"/>
                <a:gd name="T20" fmla="*/ 2 w 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" h="9">
                  <a:moveTo>
                    <a:pt x="2" y="0"/>
                  </a:moveTo>
                  <a:lnTo>
                    <a:pt x="2" y="0"/>
                  </a:lnTo>
                  <a:lnTo>
                    <a:pt x="3" y="4"/>
                  </a:lnTo>
                  <a:lnTo>
                    <a:pt x="3" y="7"/>
                  </a:lnTo>
                  <a:lnTo>
                    <a:pt x="2" y="9"/>
                  </a:lnTo>
                  <a:lnTo>
                    <a:pt x="0" y="9"/>
                  </a:lnTo>
                  <a:lnTo>
                    <a:pt x="0" y="9"/>
                  </a:lnTo>
                  <a:lnTo>
                    <a:pt x="0" y="2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35" name="Freeform 318">
              <a:extLst>
                <a:ext uri="{FF2B5EF4-FFF2-40B4-BE49-F238E27FC236}">
                  <a16:creationId xmlns:a16="http://schemas.microsoft.com/office/drawing/2014/main" id="{0805F013-A240-41FA-9FCF-9B71873CE09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7339" y="2027562"/>
              <a:ext cx="10382" cy="8898"/>
            </a:xfrm>
            <a:custGeom>
              <a:avLst/>
              <a:gdLst>
                <a:gd name="T0" fmla="*/ 0 w 7"/>
                <a:gd name="T1" fmla="*/ 0 h 6"/>
                <a:gd name="T2" fmla="*/ 4 w 7"/>
                <a:gd name="T3" fmla="*/ 6 h 6"/>
                <a:gd name="T4" fmla="*/ 4 w 7"/>
                <a:gd name="T5" fmla="*/ 6 h 6"/>
                <a:gd name="T6" fmla="*/ 7 w 7"/>
                <a:gd name="T7" fmla="*/ 6 h 6"/>
                <a:gd name="T8" fmla="*/ 7 w 7"/>
                <a:gd name="T9" fmla="*/ 4 h 6"/>
                <a:gd name="T10" fmla="*/ 0 w 7"/>
                <a:gd name="T11" fmla="*/ 0 h 6"/>
                <a:gd name="T12" fmla="*/ 0 w 7"/>
                <a:gd name="T1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6">
                  <a:moveTo>
                    <a:pt x="0" y="0"/>
                  </a:moveTo>
                  <a:lnTo>
                    <a:pt x="4" y="6"/>
                  </a:lnTo>
                  <a:lnTo>
                    <a:pt x="4" y="6"/>
                  </a:lnTo>
                  <a:lnTo>
                    <a:pt x="7" y="6"/>
                  </a:lnTo>
                  <a:lnTo>
                    <a:pt x="7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36" name="Freeform 319">
              <a:extLst>
                <a:ext uri="{FF2B5EF4-FFF2-40B4-BE49-F238E27FC236}">
                  <a16:creationId xmlns:a16="http://schemas.microsoft.com/office/drawing/2014/main" id="{83E7B7C0-3420-4B63-B4A7-BC27D142529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1571" y="1996419"/>
              <a:ext cx="22246" cy="17796"/>
            </a:xfrm>
            <a:custGeom>
              <a:avLst/>
              <a:gdLst>
                <a:gd name="T0" fmla="*/ 11 w 15"/>
                <a:gd name="T1" fmla="*/ 0 h 12"/>
                <a:gd name="T2" fmla="*/ 11 w 15"/>
                <a:gd name="T3" fmla="*/ 0 h 12"/>
                <a:gd name="T4" fmla="*/ 2 w 15"/>
                <a:gd name="T5" fmla="*/ 3 h 12"/>
                <a:gd name="T6" fmla="*/ 2 w 15"/>
                <a:gd name="T7" fmla="*/ 3 h 12"/>
                <a:gd name="T8" fmla="*/ 0 w 15"/>
                <a:gd name="T9" fmla="*/ 3 h 12"/>
                <a:gd name="T10" fmla="*/ 0 w 15"/>
                <a:gd name="T11" fmla="*/ 5 h 12"/>
                <a:gd name="T12" fmla="*/ 2 w 15"/>
                <a:gd name="T13" fmla="*/ 7 h 12"/>
                <a:gd name="T14" fmla="*/ 9 w 15"/>
                <a:gd name="T15" fmla="*/ 12 h 12"/>
                <a:gd name="T16" fmla="*/ 9 w 15"/>
                <a:gd name="T17" fmla="*/ 12 h 12"/>
                <a:gd name="T18" fmla="*/ 13 w 15"/>
                <a:gd name="T19" fmla="*/ 5 h 12"/>
                <a:gd name="T20" fmla="*/ 15 w 15"/>
                <a:gd name="T21" fmla="*/ 1 h 12"/>
                <a:gd name="T22" fmla="*/ 13 w 15"/>
                <a:gd name="T23" fmla="*/ 0 h 12"/>
                <a:gd name="T24" fmla="*/ 11 w 15"/>
                <a:gd name="T25" fmla="*/ 0 h 12"/>
                <a:gd name="T26" fmla="*/ 11 w 15"/>
                <a:gd name="T27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5" h="12">
                  <a:moveTo>
                    <a:pt x="11" y="0"/>
                  </a:moveTo>
                  <a:lnTo>
                    <a:pt x="11" y="0"/>
                  </a:lnTo>
                  <a:lnTo>
                    <a:pt x="2" y="3"/>
                  </a:lnTo>
                  <a:lnTo>
                    <a:pt x="2" y="3"/>
                  </a:lnTo>
                  <a:lnTo>
                    <a:pt x="0" y="3"/>
                  </a:lnTo>
                  <a:lnTo>
                    <a:pt x="0" y="5"/>
                  </a:lnTo>
                  <a:lnTo>
                    <a:pt x="2" y="7"/>
                  </a:lnTo>
                  <a:lnTo>
                    <a:pt x="9" y="12"/>
                  </a:lnTo>
                  <a:lnTo>
                    <a:pt x="9" y="12"/>
                  </a:lnTo>
                  <a:lnTo>
                    <a:pt x="13" y="5"/>
                  </a:lnTo>
                  <a:lnTo>
                    <a:pt x="15" y="1"/>
                  </a:lnTo>
                  <a:lnTo>
                    <a:pt x="13" y="0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37" name="Freeform 320">
              <a:extLst>
                <a:ext uri="{FF2B5EF4-FFF2-40B4-BE49-F238E27FC236}">
                  <a16:creationId xmlns:a16="http://schemas.microsoft.com/office/drawing/2014/main" id="{E208E80C-94D9-4E72-973B-E33F8FDE671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6958" y="1911888"/>
              <a:ext cx="32626" cy="38558"/>
            </a:xfrm>
            <a:custGeom>
              <a:avLst/>
              <a:gdLst>
                <a:gd name="T0" fmla="*/ 4 w 22"/>
                <a:gd name="T1" fmla="*/ 0 h 26"/>
                <a:gd name="T2" fmla="*/ 4 w 22"/>
                <a:gd name="T3" fmla="*/ 0 h 26"/>
                <a:gd name="T4" fmla="*/ 9 w 22"/>
                <a:gd name="T5" fmla="*/ 2 h 26"/>
                <a:gd name="T6" fmla="*/ 14 w 22"/>
                <a:gd name="T7" fmla="*/ 6 h 26"/>
                <a:gd name="T8" fmla="*/ 18 w 22"/>
                <a:gd name="T9" fmla="*/ 9 h 26"/>
                <a:gd name="T10" fmla="*/ 20 w 22"/>
                <a:gd name="T11" fmla="*/ 15 h 26"/>
                <a:gd name="T12" fmla="*/ 22 w 22"/>
                <a:gd name="T13" fmla="*/ 18 h 26"/>
                <a:gd name="T14" fmla="*/ 22 w 22"/>
                <a:gd name="T15" fmla="*/ 24 h 26"/>
                <a:gd name="T16" fmla="*/ 20 w 22"/>
                <a:gd name="T17" fmla="*/ 26 h 26"/>
                <a:gd name="T18" fmla="*/ 18 w 22"/>
                <a:gd name="T19" fmla="*/ 26 h 26"/>
                <a:gd name="T20" fmla="*/ 18 w 22"/>
                <a:gd name="T21" fmla="*/ 26 h 26"/>
                <a:gd name="T22" fmla="*/ 0 w 22"/>
                <a:gd name="T23" fmla="*/ 22 h 26"/>
                <a:gd name="T24" fmla="*/ 0 w 22"/>
                <a:gd name="T25" fmla="*/ 22 h 26"/>
                <a:gd name="T26" fmla="*/ 4 w 22"/>
                <a:gd name="T27" fmla="*/ 18 h 26"/>
                <a:gd name="T28" fmla="*/ 4 w 22"/>
                <a:gd name="T29" fmla="*/ 15 h 26"/>
                <a:gd name="T30" fmla="*/ 4 w 22"/>
                <a:gd name="T31" fmla="*/ 7 h 26"/>
                <a:gd name="T32" fmla="*/ 0 w 22"/>
                <a:gd name="T33" fmla="*/ 4 h 26"/>
                <a:gd name="T34" fmla="*/ 0 w 22"/>
                <a:gd name="T35" fmla="*/ 2 h 26"/>
                <a:gd name="T36" fmla="*/ 4 w 22"/>
                <a:gd name="T37" fmla="*/ 0 h 26"/>
                <a:gd name="T38" fmla="*/ 4 w 22"/>
                <a:gd name="T39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2" h="26">
                  <a:moveTo>
                    <a:pt x="4" y="0"/>
                  </a:moveTo>
                  <a:lnTo>
                    <a:pt x="4" y="0"/>
                  </a:lnTo>
                  <a:lnTo>
                    <a:pt x="9" y="2"/>
                  </a:lnTo>
                  <a:lnTo>
                    <a:pt x="14" y="6"/>
                  </a:lnTo>
                  <a:lnTo>
                    <a:pt x="18" y="9"/>
                  </a:lnTo>
                  <a:lnTo>
                    <a:pt x="20" y="15"/>
                  </a:lnTo>
                  <a:lnTo>
                    <a:pt x="22" y="18"/>
                  </a:lnTo>
                  <a:lnTo>
                    <a:pt x="22" y="24"/>
                  </a:lnTo>
                  <a:lnTo>
                    <a:pt x="20" y="26"/>
                  </a:lnTo>
                  <a:lnTo>
                    <a:pt x="18" y="26"/>
                  </a:lnTo>
                  <a:lnTo>
                    <a:pt x="18" y="26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4" y="18"/>
                  </a:lnTo>
                  <a:lnTo>
                    <a:pt x="4" y="15"/>
                  </a:lnTo>
                  <a:lnTo>
                    <a:pt x="4" y="7"/>
                  </a:lnTo>
                  <a:lnTo>
                    <a:pt x="0" y="4"/>
                  </a:lnTo>
                  <a:lnTo>
                    <a:pt x="0" y="2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38" name="Freeform 321">
              <a:extLst>
                <a:ext uri="{FF2B5EF4-FFF2-40B4-BE49-F238E27FC236}">
                  <a16:creationId xmlns:a16="http://schemas.microsoft.com/office/drawing/2014/main" id="{306A6938-AA5B-4A35-B174-E2C6FD64997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7339" y="1825873"/>
              <a:ext cx="59320" cy="53388"/>
            </a:xfrm>
            <a:custGeom>
              <a:avLst/>
              <a:gdLst>
                <a:gd name="T0" fmla="*/ 6 w 40"/>
                <a:gd name="T1" fmla="*/ 0 h 36"/>
                <a:gd name="T2" fmla="*/ 6 w 40"/>
                <a:gd name="T3" fmla="*/ 0 h 36"/>
                <a:gd name="T4" fmla="*/ 13 w 40"/>
                <a:gd name="T5" fmla="*/ 9 h 36"/>
                <a:gd name="T6" fmla="*/ 13 w 40"/>
                <a:gd name="T7" fmla="*/ 9 h 36"/>
                <a:gd name="T8" fmla="*/ 15 w 40"/>
                <a:gd name="T9" fmla="*/ 11 h 36"/>
                <a:gd name="T10" fmla="*/ 18 w 40"/>
                <a:gd name="T11" fmla="*/ 11 h 36"/>
                <a:gd name="T12" fmla="*/ 26 w 40"/>
                <a:gd name="T13" fmla="*/ 9 h 36"/>
                <a:gd name="T14" fmla="*/ 26 w 40"/>
                <a:gd name="T15" fmla="*/ 9 h 36"/>
                <a:gd name="T16" fmla="*/ 33 w 40"/>
                <a:gd name="T17" fmla="*/ 14 h 36"/>
                <a:gd name="T18" fmla="*/ 40 w 40"/>
                <a:gd name="T19" fmla="*/ 20 h 36"/>
                <a:gd name="T20" fmla="*/ 40 w 40"/>
                <a:gd name="T21" fmla="*/ 20 h 36"/>
                <a:gd name="T22" fmla="*/ 40 w 40"/>
                <a:gd name="T23" fmla="*/ 27 h 36"/>
                <a:gd name="T24" fmla="*/ 40 w 40"/>
                <a:gd name="T25" fmla="*/ 27 h 36"/>
                <a:gd name="T26" fmla="*/ 37 w 40"/>
                <a:gd name="T27" fmla="*/ 27 h 36"/>
                <a:gd name="T28" fmla="*/ 33 w 40"/>
                <a:gd name="T29" fmla="*/ 25 h 36"/>
                <a:gd name="T30" fmla="*/ 29 w 40"/>
                <a:gd name="T31" fmla="*/ 25 h 36"/>
                <a:gd name="T32" fmla="*/ 27 w 40"/>
                <a:gd name="T33" fmla="*/ 29 h 36"/>
                <a:gd name="T34" fmla="*/ 27 w 40"/>
                <a:gd name="T35" fmla="*/ 29 h 36"/>
                <a:gd name="T36" fmla="*/ 22 w 40"/>
                <a:gd name="T37" fmla="*/ 29 h 36"/>
                <a:gd name="T38" fmla="*/ 18 w 40"/>
                <a:gd name="T39" fmla="*/ 29 h 36"/>
                <a:gd name="T40" fmla="*/ 18 w 40"/>
                <a:gd name="T41" fmla="*/ 29 h 36"/>
                <a:gd name="T42" fmla="*/ 15 w 40"/>
                <a:gd name="T43" fmla="*/ 33 h 36"/>
                <a:gd name="T44" fmla="*/ 11 w 40"/>
                <a:gd name="T45" fmla="*/ 36 h 36"/>
                <a:gd name="T46" fmla="*/ 11 w 40"/>
                <a:gd name="T47" fmla="*/ 36 h 36"/>
                <a:gd name="T48" fmla="*/ 4 w 40"/>
                <a:gd name="T49" fmla="*/ 23 h 36"/>
                <a:gd name="T50" fmla="*/ 2 w 40"/>
                <a:gd name="T51" fmla="*/ 16 h 36"/>
                <a:gd name="T52" fmla="*/ 0 w 40"/>
                <a:gd name="T53" fmla="*/ 9 h 36"/>
                <a:gd name="T54" fmla="*/ 6 w 40"/>
                <a:gd name="T55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40" h="36">
                  <a:moveTo>
                    <a:pt x="6" y="0"/>
                  </a:moveTo>
                  <a:lnTo>
                    <a:pt x="6" y="0"/>
                  </a:lnTo>
                  <a:lnTo>
                    <a:pt x="13" y="9"/>
                  </a:lnTo>
                  <a:lnTo>
                    <a:pt x="13" y="9"/>
                  </a:lnTo>
                  <a:lnTo>
                    <a:pt x="15" y="11"/>
                  </a:lnTo>
                  <a:lnTo>
                    <a:pt x="18" y="11"/>
                  </a:lnTo>
                  <a:lnTo>
                    <a:pt x="26" y="9"/>
                  </a:lnTo>
                  <a:lnTo>
                    <a:pt x="26" y="9"/>
                  </a:lnTo>
                  <a:lnTo>
                    <a:pt x="33" y="14"/>
                  </a:lnTo>
                  <a:lnTo>
                    <a:pt x="40" y="20"/>
                  </a:lnTo>
                  <a:lnTo>
                    <a:pt x="40" y="20"/>
                  </a:lnTo>
                  <a:lnTo>
                    <a:pt x="40" y="27"/>
                  </a:lnTo>
                  <a:lnTo>
                    <a:pt x="40" y="27"/>
                  </a:lnTo>
                  <a:lnTo>
                    <a:pt x="37" y="27"/>
                  </a:lnTo>
                  <a:lnTo>
                    <a:pt x="33" y="25"/>
                  </a:lnTo>
                  <a:lnTo>
                    <a:pt x="29" y="25"/>
                  </a:lnTo>
                  <a:lnTo>
                    <a:pt x="27" y="29"/>
                  </a:lnTo>
                  <a:lnTo>
                    <a:pt x="27" y="29"/>
                  </a:lnTo>
                  <a:lnTo>
                    <a:pt x="22" y="29"/>
                  </a:lnTo>
                  <a:lnTo>
                    <a:pt x="18" y="29"/>
                  </a:lnTo>
                  <a:lnTo>
                    <a:pt x="18" y="29"/>
                  </a:lnTo>
                  <a:lnTo>
                    <a:pt x="15" y="33"/>
                  </a:lnTo>
                  <a:lnTo>
                    <a:pt x="11" y="36"/>
                  </a:lnTo>
                  <a:lnTo>
                    <a:pt x="11" y="36"/>
                  </a:lnTo>
                  <a:lnTo>
                    <a:pt x="4" y="23"/>
                  </a:lnTo>
                  <a:lnTo>
                    <a:pt x="2" y="16"/>
                  </a:lnTo>
                  <a:lnTo>
                    <a:pt x="0" y="9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39" name="Freeform 322">
              <a:extLst>
                <a:ext uri="{FF2B5EF4-FFF2-40B4-BE49-F238E27FC236}">
                  <a16:creationId xmlns:a16="http://schemas.microsoft.com/office/drawing/2014/main" id="{57FEACFE-FDAB-404B-8322-42A37E0AFA4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1706" y="1790281"/>
              <a:ext cx="13348" cy="10381"/>
            </a:xfrm>
            <a:custGeom>
              <a:avLst/>
              <a:gdLst>
                <a:gd name="T0" fmla="*/ 0 w 9"/>
                <a:gd name="T1" fmla="*/ 0 h 7"/>
                <a:gd name="T2" fmla="*/ 0 w 9"/>
                <a:gd name="T3" fmla="*/ 7 h 7"/>
                <a:gd name="T4" fmla="*/ 0 w 9"/>
                <a:gd name="T5" fmla="*/ 7 h 7"/>
                <a:gd name="T6" fmla="*/ 7 w 9"/>
                <a:gd name="T7" fmla="*/ 6 h 7"/>
                <a:gd name="T8" fmla="*/ 9 w 9"/>
                <a:gd name="T9" fmla="*/ 4 h 7"/>
                <a:gd name="T10" fmla="*/ 7 w 9"/>
                <a:gd name="T11" fmla="*/ 2 h 7"/>
                <a:gd name="T12" fmla="*/ 0 w 9"/>
                <a:gd name="T13" fmla="*/ 0 h 7"/>
                <a:gd name="T14" fmla="*/ 0 w 9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" h="7">
                  <a:moveTo>
                    <a:pt x="0" y="0"/>
                  </a:moveTo>
                  <a:lnTo>
                    <a:pt x="0" y="7"/>
                  </a:lnTo>
                  <a:lnTo>
                    <a:pt x="0" y="7"/>
                  </a:lnTo>
                  <a:lnTo>
                    <a:pt x="7" y="6"/>
                  </a:lnTo>
                  <a:lnTo>
                    <a:pt x="9" y="4"/>
                  </a:lnTo>
                  <a:lnTo>
                    <a:pt x="7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40" name="Freeform 323">
              <a:extLst>
                <a:ext uri="{FF2B5EF4-FFF2-40B4-BE49-F238E27FC236}">
                  <a16:creationId xmlns:a16="http://schemas.microsoft.com/office/drawing/2014/main" id="{D926442C-83A9-4F6C-939B-3F14D6D608B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5732" y="1779901"/>
              <a:ext cx="26694" cy="34110"/>
            </a:xfrm>
            <a:custGeom>
              <a:avLst/>
              <a:gdLst>
                <a:gd name="T0" fmla="*/ 9 w 18"/>
                <a:gd name="T1" fmla="*/ 0 h 23"/>
                <a:gd name="T2" fmla="*/ 9 w 18"/>
                <a:gd name="T3" fmla="*/ 0 h 23"/>
                <a:gd name="T4" fmla="*/ 0 w 18"/>
                <a:gd name="T5" fmla="*/ 7 h 23"/>
                <a:gd name="T6" fmla="*/ 0 w 18"/>
                <a:gd name="T7" fmla="*/ 7 h 23"/>
                <a:gd name="T8" fmla="*/ 2 w 18"/>
                <a:gd name="T9" fmla="*/ 23 h 23"/>
                <a:gd name="T10" fmla="*/ 2 w 18"/>
                <a:gd name="T11" fmla="*/ 23 h 23"/>
                <a:gd name="T12" fmla="*/ 17 w 18"/>
                <a:gd name="T13" fmla="*/ 22 h 23"/>
                <a:gd name="T14" fmla="*/ 17 w 18"/>
                <a:gd name="T15" fmla="*/ 22 h 23"/>
                <a:gd name="T16" fmla="*/ 17 w 18"/>
                <a:gd name="T17" fmla="*/ 14 h 23"/>
                <a:gd name="T18" fmla="*/ 18 w 18"/>
                <a:gd name="T19" fmla="*/ 7 h 23"/>
                <a:gd name="T20" fmla="*/ 18 w 18"/>
                <a:gd name="T21" fmla="*/ 7 h 23"/>
                <a:gd name="T22" fmla="*/ 13 w 18"/>
                <a:gd name="T23" fmla="*/ 3 h 23"/>
                <a:gd name="T24" fmla="*/ 9 w 18"/>
                <a:gd name="T25" fmla="*/ 0 h 23"/>
                <a:gd name="T26" fmla="*/ 9 w 18"/>
                <a:gd name="T27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" h="23">
                  <a:moveTo>
                    <a:pt x="9" y="0"/>
                  </a:moveTo>
                  <a:lnTo>
                    <a:pt x="9" y="0"/>
                  </a:lnTo>
                  <a:lnTo>
                    <a:pt x="0" y="7"/>
                  </a:lnTo>
                  <a:lnTo>
                    <a:pt x="0" y="7"/>
                  </a:lnTo>
                  <a:lnTo>
                    <a:pt x="2" y="23"/>
                  </a:lnTo>
                  <a:lnTo>
                    <a:pt x="2" y="23"/>
                  </a:lnTo>
                  <a:lnTo>
                    <a:pt x="17" y="22"/>
                  </a:lnTo>
                  <a:lnTo>
                    <a:pt x="17" y="22"/>
                  </a:lnTo>
                  <a:lnTo>
                    <a:pt x="17" y="14"/>
                  </a:lnTo>
                  <a:lnTo>
                    <a:pt x="18" y="7"/>
                  </a:lnTo>
                  <a:lnTo>
                    <a:pt x="18" y="7"/>
                  </a:lnTo>
                  <a:lnTo>
                    <a:pt x="13" y="3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41" name="Freeform 324">
              <a:extLst>
                <a:ext uri="{FF2B5EF4-FFF2-40B4-BE49-F238E27FC236}">
                  <a16:creationId xmlns:a16="http://schemas.microsoft.com/office/drawing/2014/main" id="{55196847-A028-4D5F-A5EB-0B14604764A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0604" y="1769519"/>
              <a:ext cx="7415" cy="13348"/>
            </a:xfrm>
            <a:custGeom>
              <a:avLst/>
              <a:gdLst>
                <a:gd name="T0" fmla="*/ 1 w 5"/>
                <a:gd name="T1" fmla="*/ 0 h 9"/>
                <a:gd name="T2" fmla="*/ 0 w 5"/>
                <a:gd name="T3" fmla="*/ 7 h 9"/>
                <a:gd name="T4" fmla="*/ 1 w 5"/>
                <a:gd name="T5" fmla="*/ 7 h 9"/>
                <a:gd name="T6" fmla="*/ 1 w 5"/>
                <a:gd name="T7" fmla="*/ 7 h 9"/>
                <a:gd name="T8" fmla="*/ 0 w 5"/>
                <a:gd name="T9" fmla="*/ 7 h 9"/>
                <a:gd name="T10" fmla="*/ 0 w 5"/>
                <a:gd name="T11" fmla="*/ 9 h 9"/>
                <a:gd name="T12" fmla="*/ 3 w 5"/>
                <a:gd name="T13" fmla="*/ 9 h 9"/>
                <a:gd name="T14" fmla="*/ 3 w 5"/>
                <a:gd name="T15" fmla="*/ 9 h 9"/>
                <a:gd name="T16" fmla="*/ 5 w 5"/>
                <a:gd name="T17" fmla="*/ 3 h 9"/>
                <a:gd name="T18" fmla="*/ 3 w 5"/>
                <a:gd name="T19" fmla="*/ 0 h 9"/>
                <a:gd name="T20" fmla="*/ 1 w 5"/>
                <a:gd name="T21" fmla="*/ 0 h 9"/>
                <a:gd name="T22" fmla="*/ 1 w 5"/>
                <a:gd name="T23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9">
                  <a:moveTo>
                    <a:pt x="1" y="0"/>
                  </a:moveTo>
                  <a:lnTo>
                    <a:pt x="0" y="7"/>
                  </a:lnTo>
                  <a:lnTo>
                    <a:pt x="1" y="7"/>
                  </a:lnTo>
                  <a:lnTo>
                    <a:pt x="1" y="7"/>
                  </a:lnTo>
                  <a:lnTo>
                    <a:pt x="0" y="7"/>
                  </a:lnTo>
                  <a:lnTo>
                    <a:pt x="0" y="9"/>
                  </a:lnTo>
                  <a:lnTo>
                    <a:pt x="3" y="9"/>
                  </a:lnTo>
                  <a:lnTo>
                    <a:pt x="3" y="9"/>
                  </a:lnTo>
                  <a:lnTo>
                    <a:pt x="5" y="3"/>
                  </a:lnTo>
                  <a:lnTo>
                    <a:pt x="3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42" name="Freeform 325">
              <a:extLst>
                <a:ext uri="{FF2B5EF4-FFF2-40B4-BE49-F238E27FC236}">
                  <a16:creationId xmlns:a16="http://schemas.microsoft.com/office/drawing/2014/main" id="{9F6CF70A-2682-434D-8481-BB94588CD9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6412" y="1730961"/>
              <a:ext cx="5932" cy="7415"/>
            </a:xfrm>
            <a:custGeom>
              <a:avLst/>
              <a:gdLst>
                <a:gd name="T0" fmla="*/ 0 w 4"/>
                <a:gd name="T1" fmla="*/ 0 h 5"/>
                <a:gd name="T2" fmla="*/ 2 w 4"/>
                <a:gd name="T3" fmla="*/ 5 h 5"/>
                <a:gd name="T4" fmla="*/ 2 w 4"/>
                <a:gd name="T5" fmla="*/ 5 h 5"/>
                <a:gd name="T6" fmla="*/ 4 w 4"/>
                <a:gd name="T7" fmla="*/ 5 h 5"/>
                <a:gd name="T8" fmla="*/ 4 w 4"/>
                <a:gd name="T9" fmla="*/ 4 h 5"/>
                <a:gd name="T10" fmla="*/ 0 w 4"/>
                <a:gd name="T11" fmla="*/ 0 h 5"/>
                <a:gd name="T12" fmla="*/ 0 w 4"/>
                <a:gd name="T1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5">
                  <a:moveTo>
                    <a:pt x="0" y="0"/>
                  </a:moveTo>
                  <a:lnTo>
                    <a:pt x="2" y="5"/>
                  </a:lnTo>
                  <a:lnTo>
                    <a:pt x="2" y="5"/>
                  </a:lnTo>
                  <a:lnTo>
                    <a:pt x="4" y="5"/>
                  </a:lnTo>
                  <a:lnTo>
                    <a:pt x="4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43" name="Freeform 326">
              <a:extLst>
                <a:ext uri="{FF2B5EF4-FFF2-40B4-BE49-F238E27FC236}">
                  <a16:creationId xmlns:a16="http://schemas.microsoft.com/office/drawing/2014/main" id="{485989BD-643A-4D38-88D2-73D71C1C1E1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5732" y="1727995"/>
              <a:ext cx="10382" cy="8898"/>
            </a:xfrm>
            <a:custGeom>
              <a:avLst/>
              <a:gdLst>
                <a:gd name="T0" fmla="*/ 2 w 7"/>
                <a:gd name="T1" fmla="*/ 0 h 6"/>
                <a:gd name="T2" fmla="*/ 2 w 7"/>
                <a:gd name="T3" fmla="*/ 0 h 6"/>
                <a:gd name="T4" fmla="*/ 0 w 7"/>
                <a:gd name="T5" fmla="*/ 0 h 6"/>
                <a:gd name="T6" fmla="*/ 2 w 7"/>
                <a:gd name="T7" fmla="*/ 2 h 6"/>
                <a:gd name="T8" fmla="*/ 7 w 7"/>
                <a:gd name="T9" fmla="*/ 6 h 6"/>
                <a:gd name="T10" fmla="*/ 7 w 7"/>
                <a:gd name="T11" fmla="*/ 6 h 6"/>
                <a:gd name="T12" fmla="*/ 7 w 7"/>
                <a:gd name="T13" fmla="*/ 2 h 6"/>
                <a:gd name="T14" fmla="*/ 7 w 7"/>
                <a:gd name="T15" fmla="*/ 0 h 6"/>
                <a:gd name="T16" fmla="*/ 2 w 7"/>
                <a:gd name="T17" fmla="*/ 0 h 6"/>
                <a:gd name="T18" fmla="*/ 2 w 7"/>
                <a:gd name="T1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6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2" y="2"/>
                  </a:lnTo>
                  <a:lnTo>
                    <a:pt x="7" y="6"/>
                  </a:lnTo>
                  <a:lnTo>
                    <a:pt x="7" y="6"/>
                  </a:lnTo>
                  <a:lnTo>
                    <a:pt x="7" y="2"/>
                  </a:lnTo>
                  <a:lnTo>
                    <a:pt x="7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44" name="Freeform 327">
              <a:extLst>
                <a:ext uri="{FF2B5EF4-FFF2-40B4-BE49-F238E27FC236}">
                  <a16:creationId xmlns:a16="http://schemas.microsoft.com/office/drawing/2014/main" id="{D8360555-FE3C-4761-8308-D60F0407A800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4394" y="1725029"/>
              <a:ext cx="5932" cy="5932"/>
            </a:xfrm>
            <a:custGeom>
              <a:avLst/>
              <a:gdLst>
                <a:gd name="T0" fmla="*/ 0 w 4"/>
                <a:gd name="T1" fmla="*/ 0 h 4"/>
                <a:gd name="T2" fmla="*/ 0 w 4"/>
                <a:gd name="T3" fmla="*/ 0 h 4"/>
                <a:gd name="T4" fmla="*/ 2 w 4"/>
                <a:gd name="T5" fmla="*/ 2 h 4"/>
                <a:gd name="T6" fmla="*/ 2 w 4"/>
                <a:gd name="T7" fmla="*/ 4 h 4"/>
                <a:gd name="T8" fmla="*/ 2 w 4"/>
                <a:gd name="T9" fmla="*/ 4 h 4"/>
                <a:gd name="T10" fmla="*/ 4 w 4"/>
                <a:gd name="T11" fmla="*/ 4 h 4"/>
                <a:gd name="T12" fmla="*/ 4 w 4"/>
                <a:gd name="T13" fmla="*/ 2 h 4"/>
                <a:gd name="T14" fmla="*/ 0 w 4"/>
                <a:gd name="T15" fmla="*/ 0 h 4"/>
                <a:gd name="T16" fmla="*/ 0 w 4"/>
                <a:gd name="T1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4">
                  <a:moveTo>
                    <a:pt x="0" y="0"/>
                  </a:moveTo>
                  <a:lnTo>
                    <a:pt x="0" y="0"/>
                  </a:lnTo>
                  <a:lnTo>
                    <a:pt x="2" y="2"/>
                  </a:lnTo>
                  <a:lnTo>
                    <a:pt x="2" y="4"/>
                  </a:lnTo>
                  <a:lnTo>
                    <a:pt x="2" y="4"/>
                  </a:lnTo>
                  <a:lnTo>
                    <a:pt x="4" y="4"/>
                  </a:lnTo>
                  <a:lnTo>
                    <a:pt x="4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45" name="Freeform 328">
              <a:extLst>
                <a:ext uri="{FF2B5EF4-FFF2-40B4-BE49-F238E27FC236}">
                  <a16:creationId xmlns:a16="http://schemas.microsoft.com/office/drawing/2014/main" id="{A3B48089-0A00-41F6-B327-351588445E5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6793" y="1720580"/>
              <a:ext cx="8898" cy="7415"/>
            </a:xfrm>
            <a:custGeom>
              <a:avLst/>
              <a:gdLst>
                <a:gd name="T0" fmla="*/ 0 w 6"/>
                <a:gd name="T1" fmla="*/ 0 h 5"/>
                <a:gd name="T2" fmla="*/ 0 w 6"/>
                <a:gd name="T3" fmla="*/ 5 h 5"/>
                <a:gd name="T4" fmla="*/ 6 w 6"/>
                <a:gd name="T5" fmla="*/ 5 h 5"/>
                <a:gd name="T6" fmla="*/ 6 w 6"/>
                <a:gd name="T7" fmla="*/ 5 h 5"/>
                <a:gd name="T8" fmla="*/ 4 w 6"/>
                <a:gd name="T9" fmla="*/ 3 h 5"/>
                <a:gd name="T10" fmla="*/ 4 w 6"/>
                <a:gd name="T11" fmla="*/ 2 h 5"/>
                <a:gd name="T12" fmla="*/ 4 w 6"/>
                <a:gd name="T13" fmla="*/ 0 h 5"/>
                <a:gd name="T14" fmla="*/ 0 w 6"/>
                <a:gd name="T15" fmla="*/ 0 h 5"/>
                <a:gd name="T16" fmla="*/ 0 w 6"/>
                <a:gd name="T1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" h="5">
                  <a:moveTo>
                    <a:pt x="0" y="0"/>
                  </a:moveTo>
                  <a:lnTo>
                    <a:pt x="0" y="5"/>
                  </a:lnTo>
                  <a:lnTo>
                    <a:pt x="6" y="5"/>
                  </a:lnTo>
                  <a:lnTo>
                    <a:pt x="6" y="5"/>
                  </a:lnTo>
                  <a:lnTo>
                    <a:pt x="4" y="3"/>
                  </a:lnTo>
                  <a:lnTo>
                    <a:pt x="4" y="2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46" name="Freeform 329">
              <a:extLst>
                <a:ext uri="{FF2B5EF4-FFF2-40B4-BE49-F238E27FC236}">
                  <a16:creationId xmlns:a16="http://schemas.microsoft.com/office/drawing/2014/main" id="{77E03F8B-DD9B-45AD-A49D-F101AD77B8A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3786" y="1708716"/>
              <a:ext cx="35592" cy="19280"/>
            </a:xfrm>
            <a:custGeom>
              <a:avLst/>
              <a:gdLst>
                <a:gd name="T0" fmla="*/ 17 w 24"/>
                <a:gd name="T1" fmla="*/ 0 h 13"/>
                <a:gd name="T2" fmla="*/ 13 w 24"/>
                <a:gd name="T3" fmla="*/ 6 h 13"/>
                <a:gd name="T4" fmla="*/ 13 w 24"/>
                <a:gd name="T5" fmla="*/ 6 h 13"/>
                <a:gd name="T6" fmla="*/ 6 w 24"/>
                <a:gd name="T7" fmla="*/ 6 h 13"/>
                <a:gd name="T8" fmla="*/ 0 w 24"/>
                <a:gd name="T9" fmla="*/ 6 h 13"/>
                <a:gd name="T10" fmla="*/ 0 w 24"/>
                <a:gd name="T11" fmla="*/ 6 h 13"/>
                <a:gd name="T12" fmla="*/ 2 w 24"/>
                <a:gd name="T13" fmla="*/ 11 h 13"/>
                <a:gd name="T14" fmla="*/ 2 w 24"/>
                <a:gd name="T15" fmla="*/ 11 h 13"/>
                <a:gd name="T16" fmla="*/ 8 w 24"/>
                <a:gd name="T17" fmla="*/ 11 h 13"/>
                <a:gd name="T18" fmla="*/ 17 w 24"/>
                <a:gd name="T19" fmla="*/ 13 h 13"/>
                <a:gd name="T20" fmla="*/ 17 w 24"/>
                <a:gd name="T21" fmla="*/ 13 h 13"/>
                <a:gd name="T22" fmla="*/ 24 w 24"/>
                <a:gd name="T23" fmla="*/ 4 h 13"/>
                <a:gd name="T24" fmla="*/ 24 w 24"/>
                <a:gd name="T25" fmla="*/ 2 h 13"/>
                <a:gd name="T26" fmla="*/ 24 w 24"/>
                <a:gd name="T27" fmla="*/ 2 h 13"/>
                <a:gd name="T28" fmla="*/ 22 w 24"/>
                <a:gd name="T29" fmla="*/ 0 h 13"/>
                <a:gd name="T30" fmla="*/ 17 w 24"/>
                <a:gd name="T31" fmla="*/ 0 h 13"/>
                <a:gd name="T32" fmla="*/ 17 w 24"/>
                <a:gd name="T33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" h="13">
                  <a:moveTo>
                    <a:pt x="17" y="0"/>
                  </a:moveTo>
                  <a:lnTo>
                    <a:pt x="13" y="6"/>
                  </a:lnTo>
                  <a:lnTo>
                    <a:pt x="13" y="6"/>
                  </a:lnTo>
                  <a:lnTo>
                    <a:pt x="6" y="6"/>
                  </a:lnTo>
                  <a:lnTo>
                    <a:pt x="0" y="6"/>
                  </a:lnTo>
                  <a:lnTo>
                    <a:pt x="0" y="6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8" y="11"/>
                  </a:lnTo>
                  <a:lnTo>
                    <a:pt x="17" y="13"/>
                  </a:lnTo>
                  <a:lnTo>
                    <a:pt x="17" y="13"/>
                  </a:lnTo>
                  <a:lnTo>
                    <a:pt x="24" y="4"/>
                  </a:lnTo>
                  <a:lnTo>
                    <a:pt x="24" y="2"/>
                  </a:lnTo>
                  <a:lnTo>
                    <a:pt x="24" y="2"/>
                  </a:lnTo>
                  <a:lnTo>
                    <a:pt x="22" y="0"/>
                  </a:lnTo>
                  <a:lnTo>
                    <a:pt x="17" y="0"/>
                  </a:lnTo>
                  <a:lnTo>
                    <a:pt x="1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47" name="Freeform 330">
              <a:extLst>
                <a:ext uri="{FF2B5EF4-FFF2-40B4-BE49-F238E27FC236}">
                  <a16:creationId xmlns:a16="http://schemas.microsoft.com/office/drawing/2014/main" id="{C9427ECE-6376-4334-A4BE-C12E6BC1AC6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2931" y="1707233"/>
              <a:ext cx="19280" cy="7415"/>
            </a:xfrm>
            <a:custGeom>
              <a:avLst/>
              <a:gdLst>
                <a:gd name="T0" fmla="*/ 3 w 13"/>
                <a:gd name="T1" fmla="*/ 0 h 5"/>
                <a:gd name="T2" fmla="*/ 3 w 13"/>
                <a:gd name="T3" fmla="*/ 0 h 5"/>
                <a:gd name="T4" fmla="*/ 9 w 13"/>
                <a:gd name="T5" fmla="*/ 1 h 5"/>
                <a:gd name="T6" fmla="*/ 11 w 13"/>
                <a:gd name="T7" fmla="*/ 3 h 5"/>
                <a:gd name="T8" fmla="*/ 13 w 13"/>
                <a:gd name="T9" fmla="*/ 5 h 5"/>
                <a:gd name="T10" fmla="*/ 11 w 13"/>
                <a:gd name="T11" fmla="*/ 5 h 5"/>
                <a:gd name="T12" fmla="*/ 5 w 13"/>
                <a:gd name="T13" fmla="*/ 5 h 5"/>
                <a:gd name="T14" fmla="*/ 5 w 13"/>
                <a:gd name="T15" fmla="*/ 5 h 5"/>
                <a:gd name="T16" fmla="*/ 2 w 13"/>
                <a:gd name="T17" fmla="*/ 1 h 5"/>
                <a:gd name="T18" fmla="*/ 0 w 13"/>
                <a:gd name="T19" fmla="*/ 0 h 5"/>
                <a:gd name="T20" fmla="*/ 3 w 13"/>
                <a:gd name="T21" fmla="*/ 0 h 5"/>
                <a:gd name="T22" fmla="*/ 3 w 13"/>
                <a:gd name="T2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" h="5">
                  <a:moveTo>
                    <a:pt x="3" y="0"/>
                  </a:moveTo>
                  <a:lnTo>
                    <a:pt x="3" y="0"/>
                  </a:lnTo>
                  <a:lnTo>
                    <a:pt x="9" y="1"/>
                  </a:lnTo>
                  <a:lnTo>
                    <a:pt x="11" y="3"/>
                  </a:lnTo>
                  <a:lnTo>
                    <a:pt x="13" y="5"/>
                  </a:lnTo>
                  <a:lnTo>
                    <a:pt x="11" y="5"/>
                  </a:lnTo>
                  <a:lnTo>
                    <a:pt x="5" y="5"/>
                  </a:lnTo>
                  <a:lnTo>
                    <a:pt x="5" y="5"/>
                  </a:lnTo>
                  <a:lnTo>
                    <a:pt x="2" y="1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48" name="Freeform 331">
              <a:extLst>
                <a:ext uri="{FF2B5EF4-FFF2-40B4-BE49-F238E27FC236}">
                  <a16:creationId xmlns:a16="http://schemas.microsoft.com/office/drawing/2014/main" id="{4EA80F73-E39B-4DF8-9ED3-C38F613879F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4033" y="1690920"/>
              <a:ext cx="5932" cy="7415"/>
            </a:xfrm>
            <a:custGeom>
              <a:avLst/>
              <a:gdLst>
                <a:gd name="T0" fmla="*/ 4 w 4"/>
                <a:gd name="T1" fmla="*/ 0 h 5"/>
                <a:gd name="T2" fmla="*/ 4 w 4"/>
                <a:gd name="T3" fmla="*/ 5 h 5"/>
                <a:gd name="T4" fmla="*/ 4 w 4"/>
                <a:gd name="T5" fmla="*/ 5 h 5"/>
                <a:gd name="T6" fmla="*/ 0 w 4"/>
                <a:gd name="T7" fmla="*/ 5 h 5"/>
                <a:gd name="T8" fmla="*/ 0 w 4"/>
                <a:gd name="T9" fmla="*/ 3 h 5"/>
                <a:gd name="T10" fmla="*/ 2 w 4"/>
                <a:gd name="T11" fmla="*/ 2 h 5"/>
                <a:gd name="T12" fmla="*/ 4 w 4"/>
                <a:gd name="T13" fmla="*/ 0 h 5"/>
                <a:gd name="T14" fmla="*/ 4 w 4"/>
                <a:gd name="T15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5">
                  <a:moveTo>
                    <a:pt x="4" y="0"/>
                  </a:moveTo>
                  <a:lnTo>
                    <a:pt x="4" y="5"/>
                  </a:lnTo>
                  <a:lnTo>
                    <a:pt x="4" y="5"/>
                  </a:lnTo>
                  <a:lnTo>
                    <a:pt x="0" y="5"/>
                  </a:lnTo>
                  <a:lnTo>
                    <a:pt x="0" y="3"/>
                  </a:lnTo>
                  <a:lnTo>
                    <a:pt x="2" y="2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49" name="Freeform 332">
              <a:extLst>
                <a:ext uri="{FF2B5EF4-FFF2-40B4-BE49-F238E27FC236}">
                  <a16:creationId xmlns:a16="http://schemas.microsoft.com/office/drawing/2014/main" id="{08689640-CB57-4D7D-8F74-2B49A386C3B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3364" y="1677573"/>
              <a:ext cx="10382" cy="7415"/>
            </a:xfrm>
            <a:custGeom>
              <a:avLst/>
              <a:gdLst>
                <a:gd name="T0" fmla="*/ 3 w 7"/>
                <a:gd name="T1" fmla="*/ 0 h 5"/>
                <a:gd name="T2" fmla="*/ 3 w 7"/>
                <a:gd name="T3" fmla="*/ 0 h 5"/>
                <a:gd name="T4" fmla="*/ 5 w 7"/>
                <a:gd name="T5" fmla="*/ 1 h 5"/>
                <a:gd name="T6" fmla="*/ 7 w 7"/>
                <a:gd name="T7" fmla="*/ 3 h 5"/>
                <a:gd name="T8" fmla="*/ 7 w 7"/>
                <a:gd name="T9" fmla="*/ 5 h 5"/>
                <a:gd name="T10" fmla="*/ 3 w 7"/>
                <a:gd name="T11" fmla="*/ 5 h 5"/>
                <a:gd name="T12" fmla="*/ 3 w 7"/>
                <a:gd name="T13" fmla="*/ 5 h 5"/>
                <a:gd name="T14" fmla="*/ 0 w 7"/>
                <a:gd name="T15" fmla="*/ 1 h 5"/>
                <a:gd name="T16" fmla="*/ 0 w 7"/>
                <a:gd name="T17" fmla="*/ 0 h 5"/>
                <a:gd name="T18" fmla="*/ 3 w 7"/>
                <a:gd name="T19" fmla="*/ 0 h 5"/>
                <a:gd name="T20" fmla="*/ 3 w 7"/>
                <a:gd name="T2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5">
                  <a:moveTo>
                    <a:pt x="3" y="0"/>
                  </a:moveTo>
                  <a:lnTo>
                    <a:pt x="3" y="0"/>
                  </a:lnTo>
                  <a:lnTo>
                    <a:pt x="5" y="1"/>
                  </a:lnTo>
                  <a:lnTo>
                    <a:pt x="7" y="3"/>
                  </a:lnTo>
                  <a:lnTo>
                    <a:pt x="7" y="5"/>
                  </a:lnTo>
                  <a:lnTo>
                    <a:pt x="3" y="5"/>
                  </a:lnTo>
                  <a:lnTo>
                    <a:pt x="3" y="5"/>
                  </a:lnTo>
                  <a:lnTo>
                    <a:pt x="0" y="1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50" name="Freeform 333">
              <a:extLst>
                <a:ext uri="{FF2B5EF4-FFF2-40B4-BE49-F238E27FC236}">
                  <a16:creationId xmlns:a16="http://schemas.microsoft.com/office/drawing/2014/main" id="{7F363989-BE80-4F9C-A07C-A65976FF622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7720" y="1662743"/>
              <a:ext cx="8898" cy="22246"/>
            </a:xfrm>
            <a:custGeom>
              <a:avLst/>
              <a:gdLst>
                <a:gd name="T0" fmla="*/ 4 w 6"/>
                <a:gd name="T1" fmla="*/ 0 h 15"/>
                <a:gd name="T2" fmla="*/ 4 w 6"/>
                <a:gd name="T3" fmla="*/ 0 h 15"/>
                <a:gd name="T4" fmla="*/ 6 w 6"/>
                <a:gd name="T5" fmla="*/ 15 h 15"/>
                <a:gd name="T6" fmla="*/ 0 w 6"/>
                <a:gd name="T7" fmla="*/ 15 h 15"/>
                <a:gd name="T8" fmla="*/ 0 w 6"/>
                <a:gd name="T9" fmla="*/ 15 h 15"/>
                <a:gd name="T10" fmla="*/ 0 w 6"/>
                <a:gd name="T11" fmla="*/ 6 h 15"/>
                <a:gd name="T12" fmla="*/ 0 w 6"/>
                <a:gd name="T13" fmla="*/ 2 h 15"/>
                <a:gd name="T14" fmla="*/ 4 w 6"/>
                <a:gd name="T15" fmla="*/ 0 h 15"/>
                <a:gd name="T16" fmla="*/ 4 w 6"/>
                <a:gd name="T17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" h="15">
                  <a:moveTo>
                    <a:pt x="4" y="0"/>
                  </a:moveTo>
                  <a:lnTo>
                    <a:pt x="4" y="0"/>
                  </a:lnTo>
                  <a:lnTo>
                    <a:pt x="6" y="15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0" y="6"/>
                  </a:lnTo>
                  <a:lnTo>
                    <a:pt x="0" y="2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51" name="Freeform 334">
              <a:extLst>
                <a:ext uri="{FF2B5EF4-FFF2-40B4-BE49-F238E27FC236}">
                  <a16:creationId xmlns:a16="http://schemas.microsoft.com/office/drawing/2014/main" id="{277FBA89-6134-4F0F-94AB-F57091DF0FCE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9677" y="1539654"/>
              <a:ext cx="99362" cy="75634"/>
            </a:xfrm>
            <a:custGeom>
              <a:avLst/>
              <a:gdLst>
                <a:gd name="T0" fmla="*/ 7 w 67"/>
                <a:gd name="T1" fmla="*/ 0 h 51"/>
                <a:gd name="T2" fmla="*/ 7 w 67"/>
                <a:gd name="T3" fmla="*/ 5 h 51"/>
                <a:gd name="T4" fmla="*/ 9 w 67"/>
                <a:gd name="T5" fmla="*/ 9 h 51"/>
                <a:gd name="T6" fmla="*/ 7 w 67"/>
                <a:gd name="T7" fmla="*/ 14 h 51"/>
                <a:gd name="T8" fmla="*/ 3 w 67"/>
                <a:gd name="T9" fmla="*/ 20 h 51"/>
                <a:gd name="T10" fmla="*/ 32 w 67"/>
                <a:gd name="T11" fmla="*/ 27 h 51"/>
                <a:gd name="T12" fmla="*/ 43 w 67"/>
                <a:gd name="T13" fmla="*/ 27 h 51"/>
                <a:gd name="T14" fmla="*/ 45 w 67"/>
                <a:gd name="T15" fmla="*/ 23 h 51"/>
                <a:gd name="T16" fmla="*/ 47 w 67"/>
                <a:gd name="T17" fmla="*/ 25 h 51"/>
                <a:gd name="T18" fmla="*/ 47 w 67"/>
                <a:gd name="T19" fmla="*/ 32 h 51"/>
                <a:gd name="T20" fmla="*/ 67 w 67"/>
                <a:gd name="T21" fmla="*/ 42 h 51"/>
                <a:gd name="T22" fmla="*/ 45 w 67"/>
                <a:gd name="T23" fmla="*/ 36 h 51"/>
                <a:gd name="T24" fmla="*/ 45 w 67"/>
                <a:gd name="T25" fmla="*/ 43 h 51"/>
                <a:gd name="T26" fmla="*/ 43 w 67"/>
                <a:gd name="T27" fmla="*/ 47 h 51"/>
                <a:gd name="T28" fmla="*/ 41 w 67"/>
                <a:gd name="T29" fmla="*/ 45 h 51"/>
                <a:gd name="T30" fmla="*/ 40 w 67"/>
                <a:gd name="T31" fmla="*/ 36 h 51"/>
                <a:gd name="T32" fmla="*/ 31 w 67"/>
                <a:gd name="T33" fmla="*/ 40 h 51"/>
                <a:gd name="T34" fmla="*/ 32 w 67"/>
                <a:gd name="T35" fmla="*/ 40 h 51"/>
                <a:gd name="T36" fmla="*/ 25 w 67"/>
                <a:gd name="T37" fmla="*/ 42 h 51"/>
                <a:gd name="T38" fmla="*/ 27 w 67"/>
                <a:gd name="T39" fmla="*/ 40 h 51"/>
                <a:gd name="T40" fmla="*/ 27 w 67"/>
                <a:gd name="T41" fmla="*/ 36 h 51"/>
                <a:gd name="T42" fmla="*/ 25 w 67"/>
                <a:gd name="T43" fmla="*/ 34 h 51"/>
                <a:gd name="T44" fmla="*/ 18 w 67"/>
                <a:gd name="T45" fmla="*/ 34 h 51"/>
                <a:gd name="T46" fmla="*/ 16 w 67"/>
                <a:gd name="T47" fmla="*/ 38 h 51"/>
                <a:gd name="T48" fmla="*/ 14 w 67"/>
                <a:gd name="T49" fmla="*/ 45 h 51"/>
                <a:gd name="T50" fmla="*/ 18 w 67"/>
                <a:gd name="T51" fmla="*/ 47 h 51"/>
                <a:gd name="T52" fmla="*/ 16 w 67"/>
                <a:gd name="T53" fmla="*/ 49 h 51"/>
                <a:gd name="T54" fmla="*/ 16 w 67"/>
                <a:gd name="T55" fmla="*/ 51 h 51"/>
                <a:gd name="T56" fmla="*/ 1 w 67"/>
                <a:gd name="T57" fmla="*/ 51 h 51"/>
                <a:gd name="T58" fmla="*/ 3 w 67"/>
                <a:gd name="T59" fmla="*/ 49 h 51"/>
                <a:gd name="T60" fmla="*/ 7 w 67"/>
                <a:gd name="T61" fmla="*/ 49 h 51"/>
                <a:gd name="T62" fmla="*/ 7 w 67"/>
                <a:gd name="T63" fmla="*/ 40 h 51"/>
                <a:gd name="T64" fmla="*/ 9 w 67"/>
                <a:gd name="T65" fmla="*/ 40 h 51"/>
                <a:gd name="T66" fmla="*/ 9 w 67"/>
                <a:gd name="T67" fmla="*/ 36 h 51"/>
                <a:gd name="T68" fmla="*/ 3 w 67"/>
                <a:gd name="T69" fmla="*/ 36 h 51"/>
                <a:gd name="T70" fmla="*/ 5 w 67"/>
                <a:gd name="T71" fmla="*/ 32 h 51"/>
                <a:gd name="T72" fmla="*/ 7 w 67"/>
                <a:gd name="T73" fmla="*/ 27 h 51"/>
                <a:gd name="T74" fmla="*/ 5 w 67"/>
                <a:gd name="T75" fmla="*/ 23 h 51"/>
                <a:gd name="T76" fmla="*/ 0 w 67"/>
                <a:gd name="T77" fmla="*/ 22 h 51"/>
                <a:gd name="T78" fmla="*/ 0 w 67"/>
                <a:gd name="T79" fmla="*/ 12 h 51"/>
                <a:gd name="T80" fmla="*/ 1 w 67"/>
                <a:gd name="T81" fmla="*/ 11 h 51"/>
                <a:gd name="T82" fmla="*/ 7 w 67"/>
                <a:gd name="T83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67" h="51">
                  <a:moveTo>
                    <a:pt x="7" y="0"/>
                  </a:moveTo>
                  <a:lnTo>
                    <a:pt x="7" y="0"/>
                  </a:lnTo>
                  <a:lnTo>
                    <a:pt x="7" y="3"/>
                  </a:lnTo>
                  <a:lnTo>
                    <a:pt x="7" y="5"/>
                  </a:lnTo>
                  <a:lnTo>
                    <a:pt x="9" y="7"/>
                  </a:lnTo>
                  <a:lnTo>
                    <a:pt x="9" y="9"/>
                  </a:lnTo>
                  <a:lnTo>
                    <a:pt x="9" y="9"/>
                  </a:lnTo>
                  <a:lnTo>
                    <a:pt x="7" y="14"/>
                  </a:lnTo>
                  <a:lnTo>
                    <a:pt x="3" y="20"/>
                  </a:lnTo>
                  <a:lnTo>
                    <a:pt x="3" y="20"/>
                  </a:lnTo>
                  <a:lnTo>
                    <a:pt x="21" y="25"/>
                  </a:lnTo>
                  <a:lnTo>
                    <a:pt x="32" y="27"/>
                  </a:lnTo>
                  <a:lnTo>
                    <a:pt x="43" y="27"/>
                  </a:lnTo>
                  <a:lnTo>
                    <a:pt x="43" y="27"/>
                  </a:lnTo>
                  <a:lnTo>
                    <a:pt x="43" y="25"/>
                  </a:lnTo>
                  <a:lnTo>
                    <a:pt x="45" y="23"/>
                  </a:lnTo>
                  <a:lnTo>
                    <a:pt x="47" y="25"/>
                  </a:lnTo>
                  <a:lnTo>
                    <a:pt x="47" y="25"/>
                  </a:lnTo>
                  <a:lnTo>
                    <a:pt x="47" y="32"/>
                  </a:lnTo>
                  <a:lnTo>
                    <a:pt x="47" y="32"/>
                  </a:lnTo>
                  <a:lnTo>
                    <a:pt x="67" y="42"/>
                  </a:lnTo>
                  <a:lnTo>
                    <a:pt x="67" y="42"/>
                  </a:lnTo>
                  <a:lnTo>
                    <a:pt x="56" y="40"/>
                  </a:lnTo>
                  <a:lnTo>
                    <a:pt x="45" y="36"/>
                  </a:lnTo>
                  <a:lnTo>
                    <a:pt x="45" y="36"/>
                  </a:lnTo>
                  <a:lnTo>
                    <a:pt x="45" y="43"/>
                  </a:lnTo>
                  <a:lnTo>
                    <a:pt x="45" y="45"/>
                  </a:lnTo>
                  <a:lnTo>
                    <a:pt x="43" y="47"/>
                  </a:lnTo>
                  <a:lnTo>
                    <a:pt x="43" y="47"/>
                  </a:lnTo>
                  <a:lnTo>
                    <a:pt x="41" y="45"/>
                  </a:lnTo>
                  <a:lnTo>
                    <a:pt x="40" y="43"/>
                  </a:lnTo>
                  <a:lnTo>
                    <a:pt x="40" y="36"/>
                  </a:lnTo>
                  <a:lnTo>
                    <a:pt x="40" y="36"/>
                  </a:lnTo>
                  <a:lnTo>
                    <a:pt x="31" y="40"/>
                  </a:lnTo>
                  <a:lnTo>
                    <a:pt x="31" y="40"/>
                  </a:lnTo>
                  <a:lnTo>
                    <a:pt x="32" y="40"/>
                  </a:lnTo>
                  <a:lnTo>
                    <a:pt x="31" y="42"/>
                  </a:lnTo>
                  <a:lnTo>
                    <a:pt x="25" y="42"/>
                  </a:lnTo>
                  <a:lnTo>
                    <a:pt x="25" y="42"/>
                  </a:lnTo>
                  <a:lnTo>
                    <a:pt x="27" y="40"/>
                  </a:lnTo>
                  <a:lnTo>
                    <a:pt x="27" y="38"/>
                  </a:lnTo>
                  <a:lnTo>
                    <a:pt x="27" y="36"/>
                  </a:lnTo>
                  <a:lnTo>
                    <a:pt x="25" y="34"/>
                  </a:lnTo>
                  <a:lnTo>
                    <a:pt x="25" y="34"/>
                  </a:lnTo>
                  <a:lnTo>
                    <a:pt x="21" y="34"/>
                  </a:lnTo>
                  <a:lnTo>
                    <a:pt x="18" y="34"/>
                  </a:lnTo>
                  <a:lnTo>
                    <a:pt x="18" y="34"/>
                  </a:lnTo>
                  <a:lnTo>
                    <a:pt x="16" y="38"/>
                  </a:lnTo>
                  <a:lnTo>
                    <a:pt x="14" y="42"/>
                  </a:lnTo>
                  <a:lnTo>
                    <a:pt x="14" y="45"/>
                  </a:lnTo>
                  <a:lnTo>
                    <a:pt x="16" y="47"/>
                  </a:lnTo>
                  <a:lnTo>
                    <a:pt x="18" y="47"/>
                  </a:lnTo>
                  <a:lnTo>
                    <a:pt x="18" y="47"/>
                  </a:lnTo>
                  <a:lnTo>
                    <a:pt x="16" y="49"/>
                  </a:lnTo>
                  <a:lnTo>
                    <a:pt x="16" y="51"/>
                  </a:lnTo>
                  <a:lnTo>
                    <a:pt x="16" y="51"/>
                  </a:lnTo>
                  <a:lnTo>
                    <a:pt x="7" y="51"/>
                  </a:lnTo>
                  <a:lnTo>
                    <a:pt x="1" y="51"/>
                  </a:lnTo>
                  <a:lnTo>
                    <a:pt x="1" y="51"/>
                  </a:lnTo>
                  <a:lnTo>
                    <a:pt x="3" y="49"/>
                  </a:lnTo>
                  <a:lnTo>
                    <a:pt x="7" y="49"/>
                  </a:lnTo>
                  <a:lnTo>
                    <a:pt x="7" y="49"/>
                  </a:lnTo>
                  <a:lnTo>
                    <a:pt x="5" y="43"/>
                  </a:lnTo>
                  <a:lnTo>
                    <a:pt x="7" y="40"/>
                  </a:lnTo>
                  <a:lnTo>
                    <a:pt x="7" y="40"/>
                  </a:lnTo>
                  <a:lnTo>
                    <a:pt x="9" y="40"/>
                  </a:lnTo>
                  <a:lnTo>
                    <a:pt x="9" y="40"/>
                  </a:lnTo>
                  <a:lnTo>
                    <a:pt x="9" y="36"/>
                  </a:lnTo>
                  <a:lnTo>
                    <a:pt x="3" y="36"/>
                  </a:lnTo>
                  <a:lnTo>
                    <a:pt x="3" y="36"/>
                  </a:lnTo>
                  <a:lnTo>
                    <a:pt x="3" y="34"/>
                  </a:lnTo>
                  <a:lnTo>
                    <a:pt x="5" y="32"/>
                  </a:lnTo>
                  <a:lnTo>
                    <a:pt x="7" y="31"/>
                  </a:lnTo>
                  <a:lnTo>
                    <a:pt x="7" y="27"/>
                  </a:lnTo>
                  <a:lnTo>
                    <a:pt x="7" y="27"/>
                  </a:lnTo>
                  <a:lnTo>
                    <a:pt x="5" y="23"/>
                  </a:lnTo>
                  <a:lnTo>
                    <a:pt x="1" y="23"/>
                  </a:lnTo>
                  <a:lnTo>
                    <a:pt x="0" y="22"/>
                  </a:lnTo>
                  <a:lnTo>
                    <a:pt x="0" y="16"/>
                  </a:lnTo>
                  <a:lnTo>
                    <a:pt x="0" y="12"/>
                  </a:lnTo>
                  <a:lnTo>
                    <a:pt x="0" y="12"/>
                  </a:lnTo>
                  <a:lnTo>
                    <a:pt x="1" y="11"/>
                  </a:lnTo>
                  <a:lnTo>
                    <a:pt x="3" y="7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52" name="Freeform 335">
              <a:extLst>
                <a:ext uri="{FF2B5EF4-FFF2-40B4-BE49-F238E27FC236}">
                  <a16:creationId xmlns:a16="http://schemas.microsoft.com/office/drawing/2014/main" id="{1BB88CA3-53A2-4E22-93CB-F76CB46FE99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6752" y="1474402"/>
              <a:ext cx="13348" cy="7415"/>
            </a:xfrm>
            <a:custGeom>
              <a:avLst/>
              <a:gdLst>
                <a:gd name="T0" fmla="*/ 0 w 9"/>
                <a:gd name="T1" fmla="*/ 0 h 5"/>
                <a:gd name="T2" fmla="*/ 4 w 9"/>
                <a:gd name="T3" fmla="*/ 5 h 5"/>
                <a:gd name="T4" fmla="*/ 4 w 9"/>
                <a:gd name="T5" fmla="*/ 5 h 5"/>
                <a:gd name="T6" fmla="*/ 7 w 9"/>
                <a:gd name="T7" fmla="*/ 5 h 5"/>
                <a:gd name="T8" fmla="*/ 9 w 9"/>
                <a:gd name="T9" fmla="*/ 4 h 5"/>
                <a:gd name="T10" fmla="*/ 7 w 9"/>
                <a:gd name="T11" fmla="*/ 2 h 5"/>
                <a:gd name="T12" fmla="*/ 0 w 9"/>
                <a:gd name="T13" fmla="*/ 0 h 5"/>
                <a:gd name="T14" fmla="*/ 0 w 9"/>
                <a:gd name="T15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" h="5">
                  <a:moveTo>
                    <a:pt x="0" y="0"/>
                  </a:moveTo>
                  <a:lnTo>
                    <a:pt x="4" y="5"/>
                  </a:lnTo>
                  <a:lnTo>
                    <a:pt x="4" y="5"/>
                  </a:lnTo>
                  <a:lnTo>
                    <a:pt x="7" y="5"/>
                  </a:lnTo>
                  <a:lnTo>
                    <a:pt x="9" y="4"/>
                  </a:lnTo>
                  <a:lnTo>
                    <a:pt x="7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53" name="Freeform 336">
              <a:extLst>
                <a:ext uri="{FF2B5EF4-FFF2-40B4-BE49-F238E27FC236}">
                  <a16:creationId xmlns:a16="http://schemas.microsoft.com/office/drawing/2014/main" id="{4FA41467-30F2-4CB0-AC0A-D4F3F691F49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2684" y="1415082"/>
              <a:ext cx="16314" cy="19280"/>
            </a:xfrm>
            <a:custGeom>
              <a:avLst/>
              <a:gdLst>
                <a:gd name="T0" fmla="*/ 7 w 11"/>
                <a:gd name="T1" fmla="*/ 0 h 13"/>
                <a:gd name="T2" fmla="*/ 7 w 11"/>
                <a:gd name="T3" fmla="*/ 0 h 13"/>
                <a:gd name="T4" fmla="*/ 0 w 11"/>
                <a:gd name="T5" fmla="*/ 4 h 13"/>
                <a:gd name="T6" fmla="*/ 0 w 11"/>
                <a:gd name="T7" fmla="*/ 5 h 13"/>
                <a:gd name="T8" fmla="*/ 2 w 11"/>
                <a:gd name="T9" fmla="*/ 9 h 13"/>
                <a:gd name="T10" fmla="*/ 7 w 11"/>
                <a:gd name="T11" fmla="*/ 13 h 13"/>
                <a:gd name="T12" fmla="*/ 7 w 11"/>
                <a:gd name="T13" fmla="*/ 13 h 13"/>
                <a:gd name="T14" fmla="*/ 11 w 11"/>
                <a:gd name="T15" fmla="*/ 5 h 13"/>
                <a:gd name="T16" fmla="*/ 11 w 11"/>
                <a:gd name="T17" fmla="*/ 2 h 13"/>
                <a:gd name="T18" fmla="*/ 9 w 11"/>
                <a:gd name="T19" fmla="*/ 0 h 13"/>
                <a:gd name="T20" fmla="*/ 7 w 11"/>
                <a:gd name="T21" fmla="*/ 0 h 13"/>
                <a:gd name="T22" fmla="*/ 7 w 11"/>
                <a:gd name="T23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" h="13">
                  <a:moveTo>
                    <a:pt x="7" y="0"/>
                  </a:moveTo>
                  <a:lnTo>
                    <a:pt x="7" y="0"/>
                  </a:lnTo>
                  <a:lnTo>
                    <a:pt x="0" y="4"/>
                  </a:lnTo>
                  <a:lnTo>
                    <a:pt x="0" y="5"/>
                  </a:lnTo>
                  <a:lnTo>
                    <a:pt x="2" y="9"/>
                  </a:lnTo>
                  <a:lnTo>
                    <a:pt x="7" y="13"/>
                  </a:lnTo>
                  <a:lnTo>
                    <a:pt x="7" y="13"/>
                  </a:lnTo>
                  <a:lnTo>
                    <a:pt x="11" y="5"/>
                  </a:lnTo>
                  <a:lnTo>
                    <a:pt x="11" y="2"/>
                  </a:lnTo>
                  <a:lnTo>
                    <a:pt x="9" y="0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54" name="Freeform 337">
              <a:extLst>
                <a:ext uri="{FF2B5EF4-FFF2-40B4-BE49-F238E27FC236}">
                  <a16:creationId xmlns:a16="http://schemas.microsoft.com/office/drawing/2014/main" id="{B19948B6-66EB-42AA-9AA0-7DC95B44468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9677" y="1349829"/>
              <a:ext cx="20762" cy="8898"/>
            </a:xfrm>
            <a:custGeom>
              <a:avLst/>
              <a:gdLst>
                <a:gd name="T0" fmla="*/ 1 w 14"/>
                <a:gd name="T1" fmla="*/ 0 h 6"/>
                <a:gd name="T2" fmla="*/ 1 w 14"/>
                <a:gd name="T3" fmla="*/ 0 h 6"/>
                <a:gd name="T4" fmla="*/ 12 w 14"/>
                <a:gd name="T5" fmla="*/ 4 h 6"/>
                <a:gd name="T6" fmla="*/ 14 w 14"/>
                <a:gd name="T7" fmla="*/ 6 h 6"/>
                <a:gd name="T8" fmla="*/ 9 w 14"/>
                <a:gd name="T9" fmla="*/ 6 h 6"/>
                <a:gd name="T10" fmla="*/ 9 w 14"/>
                <a:gd name="T11" fmla="*/ 6 h 6"/>
                <a:gd name="T12" fmla="*/ 1 w 14"/>
                <a:gd name="T13" fmla="*/ 2 h 6"/>
                <a:gd name="T14" fmla="*/ 0 w 14"/>
                <a:gd name="T15" fmla="*/ 0 h 6"/>
                <a:gd name="T16" fmla="*/ 1 w 14"/>
                <a:gd name="T17" fmla="*/ 0 h 6"/>
                <a:gd name="T18" fmla="*/ 1 w 14"/>
                <a:gd name="T1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" h="6">
                  <a:moveTo>
                    <a:pt x="1" y="0"/>
                  </a:moveTo>
                  <a:lnTo>
                    <a:pt x="1" y="0"/>
                  </a:lnTo>
                  <a:lnTo>
                    <a:pt x="12" y="4"/>
                  </a:lnTo>
                  <a:lnTo>
                    <a:pt x="14" y="6"/>
                  </a:lnTo>
                  <a:lnTo>
                    <a:pt x="9" y="6"/>
                  </a:lnTo>
                  <a:lnTo>
                    <a:pt x="9" y="6"/>
                  </a:lnTo>
                  <a:lnTo>
                    <a:pt x="1" y="2"/>
                  </a:ln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55" name="Freeform 338">
              <a:extLst>
                <a:ext uri="{FF2B5EF4-FFF2-40B4-BE49-F238E27FC236}">
                  <a16:creationId xmlns:a16="http://schemas.microsoft.com/office/drawing/2014/main" id="{90849B70-34EE-4BCD-BF7E-95EE1436E73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6031" y="1125895"/>
              <a:ext cx="10382" cy="7415"/>
            </a:xfrm>
            <a:custGeom>
              <a:avLst/>
              <a:gdLst>
                <a:gd name="T0" fmla="*/ 2 w 7"/>
                <a:gd name="T1" fmla="*/ 0 h 5"/>
                <a:gd name="T2" fmla="*/ 2 w 7"/>
                <a:gd name="T3" fmla="*/ 0 h 5"/>
                <a:gd name="T4" fmla="*/ 7 w 7"/>
                <a:gd name="T5" fmla="*/ 0 h 5"/>
                <a:gd name="T6" fmla="*/ 7 w 7"/>
                <a:gd name="T7" fmla="*/ 2 h 5"/>
                <a:gd name="T8" fmla="*/ 5 w 7"/>
                <a:gd name="T9" fmla="*/ 5 h 5"/>
                <a:gd name="T10" fmla="*/ 5 w 7"/>
                <a:gd name="T11" fmla="*/ 5 h 5"/>
                <a:gd name="T12" fmla="*/ 0 w 7"/>
                <a:gd name="T13" fmla="*/ 4 h 5"/>
                <a:gd name="T14" fmla="*/ 0 w 7"/>
                <a:gd name="T15" fmla="*/ 2 h 5"/>
                <a:gd name="T16" fmla="*/ 2 w 7"/>
                <a:gd name="T17" fmla="*/ 0 h 5"/>
                <a:gd name="T18" fmla="*/ 2 w 7"/>
                <a:gd name="T1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5">
                  <a:moveTo>
                    <a:pt x="2" y="0"/>
                  </a:moveTo>
                  <a:lnTo>
                    <a:pt x="2" y="0"/>
                  </a:lnTo>
                  <a:lnTo>
                    <a:pt x="7" y="0"/>
                  </a:lnTo>
                  <a:lnTo>
                    <a:pt x="7" y="2"/>
                  </a:lnTo>
                  <a:lnTo>
                    <a:pt x="5" y="5"/>
                  </a:lnTo>
                  <a:lnTo>
                    <a:pt x="5" y="5"/>
                  </a:lnTo>
                  <a:lnTo>
                    <a:pt x="0" y="4"/>
                  </a:lnTo>
                  <a:lnTo>
                    <a:pt x="0" y="2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56" name="Freeform 339">
              <a:extLst>
                <a:ext uri="{FF2B5EF4-FFF2-40B4-BE49-F238E27FC236}">
                  <a16:creationId xmlns:a16="http://schemas.microsoft.com/office/drawing/2014/main" id="{6D2AE2DC-CB2F-4503-8CBA-DFBA43B6526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2766" y="1112549"/>
              <a:ext cx="8898" cy="10381"/>
            </a:xfrm>
            <a:custGeom>
              <a:avLst/>
              <a:gdLst>
                <a:gd name="T0" fmla="*/ 4 w 6"/>
                <a:gd name="T1" fmla="*/ 0 h 7"/>
                <a:gd name="T2" fmla="*/ 4 w 6"/>
                <a:gd name="T3" fmla="*/ 0 h 7"/>
                <a:gd name="T4" fmla="*/ 6 w 6"/>
                <a:gd name="T5" fmla="*/ 0 h 7"/>
                <a:gd name="T6" fmla="*/ 6 w 6"/>
                <a:gd name="T7" fmla="*/ 3 h 7"/>
                <a:gd name="T8" fmla="*/ 4 w 6"/>
                <a:gd name="T9" fmla="*/ 5 h 7"/>
                <a:gd name="T10" fmla="*/ 2 w 6"/>
                <a:gd name="T11" fmla="*/ 7 h 7"/>
                <a:gd name="T12" fmla="*/ 2 w 6"/>
                <a:gd name="T13" fmla="*/ 7 h 7"/>
                <a:gd name="T14" fmla="*/ 0 w 6"/>
                <a:gd name="T15" fmla="*/ 2 h 7"/>
                <a:gd name="T16" fmla="*/ 2 w 6"/>
                <a:gd name="T17" fmla="*/ 0 h 7"/>
                <a:gd name="T18" fmla="*/ 4 w 6"/>
                <a:gd name="T19" fmla="*/ 0 h 7"/>
                <a:gd name="T20" fmla="*/ 4 w 6"/>
                <a:gd name="T21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" h="7">
                  <a:moveTo>
                    <a:pt x="4" y="0"/>
                  </a:moveTo>
                  <a:lnTo>
                    <a:pt x="4" y="0"/>
                  </a:lnTo>
                  <a:lnTo>
                    <a:pt x="6" y="0"/>
                  </a:lnTo>
                  <a:lnTo>
                    <a:pt x="6" y="3"/>
                  </a:lnTo>
                  <a:lnTo>
                    <a:pt x="4" y="5"/>
                  </a:lnTo>
                  <a:lnTo>
                    <a:pt x="2" y="7"/>
                  </a:lnTo>
                  <a:lnTo>
                    <a:pt x="2" y="7"/>
                  </a:lnTo>
                  <a:lnTo>
                    <a:pt x="0" y="2"/>
                  </a:lnTo>
                  <a:lnTo>
                    <a:pt x="2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57" name="Freeform 340">
              <a:extLst>
                <a:ext uri="{FF2B5EF4-FFF2-40B4-BE49-F238E27FC236}">
                  <a16:creationId xmlns:a16="http://schemas.microsoft.com/office/drawing/2014/main" id="{B2C21F4A-28E9-49A8-B25E-EE101B79171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2067" y="1760621"/>
              <a:ext cx="19280" cy="8898"/>
            </a:xfrm>
            <a:custGeom>
              <a:avLst/>
              <a:gdLst>
                <a:gd name="T0" fmla="*/ 4 w 13"/>
                <a:gd name="T1" fmla="*/ 0 h 6"/>
                <a:gd name="T2" fmla="*/ 4 w 13"/>
                <a:gd name="T3" fmla="*/ 0 h 6"/>
                <a:gd name="T4" fmla="*/ 0 w 13"/>
                <a:gd name="T5" fmla="*/ 0 h 6"/>
                <a:gd name="T6" fmla="*/ 0 w 13"/>
                <a:gd name="T7" fmla="*/ 2 h 6"/>
                <a:gd name="T8" fmla="*/ 4 w 13"/>
                <a:gd name="T9" fmla="*/ 2 h 6"/>
                <a:gd name="T10" fmla="*/ 13 w 13"/>
                <a:gd name="T11" fmla="*/ 6 h 6"/>
                <a:gd name="T12" fmla="*/ 13 w 13"/>
                <a:gd name="T13" fmla="*/ 6 h 6"/>
                <a:gd name="T14" fmla="*/ 11 w 13"/>
                <a:gd name="T15" fmla="*/ 2 h 6"/>
                <a:gd name="T16" fmla="*/ 9 w 13"/>
                <a:gd name="T17" fmla="*/ 0 h 6"/>
                <a:gd name="T18" fmla="*/ 4 w 13"/>
                <a:gd name="T19" fmla="*/ 0 h 6"/>
                <a:gd name="T20" fmla="*/ 4 w 13"/>
                <a:gd name="T2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3" h="6">
                  <a:moveTo>
                    <a:pt x="4" y="0"/>
                  </a:moveTo>
                  <a:lnTo>
                    <a:pt x="4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4" y="2"/>
                  </a:lnTo>
                  <a:lnTo>
                    <a:pt x="13" y="6"/>
                  </a:lnTo>
                  <a:lnTo>
                    <a:pt x="13" y="6"/>
                  </a:lnTo>
                  <a:lnTo>
                    <a:pt x="11" y="2"/>
                  </a:lnTo>
                  <a:lnTo>
                    <a:pt x="9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58" name="Freeform 341">
              <a:extLst>
                <a:ext uri="{FF2B5EF4-FFF2-40B4-BE49-F238E27FC236}">
                  <a16:creationId xmlns:a16="http://schemas.microsoft.com/office/drawing/2014/main" id="{8AFB0B8E-0251-445E-85EA-28BD2819689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0666" y="1750241"/>
              <a:ext cx="10382" cy="10381"/>
            </a:xfrm>
            <a:custGeom>
              <a:avLst/>
              <a:gdLst>
                <a:gd name="T0" fmla="*/ 2 w 7"/>
                <a:gd name="T1" fmla="*/ 0 h 7"/>
                <a:gd name="T2" fmla="*/ 2 w 7"/>
                <a:gd name="T3" fmla="*/ 0 h 7"/>
                <a:gd name="T4" fmla="*/ 0 w 7"/>
                <a:gd name="T5" fmla="*/ 2 h 7"/>
                <a:gd name="T6" fmla="*/ 0 w 7"/>
                <a:gd name="T7" fmla="*/ 3 h 7"/>
                <a:gd name="T8" fmla="*/ 2 w 7"/>
                <a:gd name="T9" fmla="*/ 7 h 7"/>
                <a:gd name="T10" fmla="*/ 4 w 7"/>
                <a:gd name="T11" fmla="*/ 7 h 7"/>
                <a:gd name="T12" fmla="*/ 4 w 7"/>
                <a:gd name="T13" fmla="*/ 7 h 7"/>
                <a:gd name="T14" fmla="*/ 7 w 7"/>
                <a:gd name="T15" fmla="*/ 5 h 7"/>
                <a:gd name="T16" fmla="*/ 7 w 7"/>
                <a:gd name="T17" fmla="*/ 2 h 7"/>
                <a:gd name="T18" fmla="*/ 7 w 7"/>
                <a:gd name="T19" fmla="*/ 0 h 7"/>
                <a:gd name="T20" fmla="*/ 2 w 7"/>
                <a:gd name="T21" fmla="*/ 0 h 7"/>
                <a:gd name="T22" fmla="*/ 2 w 7"/>
                <a:gd name="T23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" h="7">
                  <a:moveTo>
                    <a:pt x="2" y="0"/>
                  </a:moveTo>
                  <a:lnTo>
                    <a:pt x="2" y="0"/>
                  </a:lnTo>
                  <a:lnTo>
                    <a:pt x="0" y="2"/>
                  </a:lnTo>
                  <a:lnTo>
                    <a:pt x="0" y="3"/>
                  </a:lnTo>
                  <a:lnTo>
                    <a:pt x="2" y="7"/>
                  </a:lnTo>
                  <a:lnTo>
                    <a:pt x="4" y="7"/>
                  </a:lnTo>
                  <a:lnTo>
                    <a:pt x="4" y="7"/>
                  </a:lnTo>
                  <a:lnTo>
                    <a:pt x="7" y="5"/>
                  </a:lnTo>
                  <a:lnTo>
                    <a:pt x="7" y="2"/>
                  </a:lnTo>
                  <a:lnTo>
                    <a:pt x="7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59" name="Freeform 342">
              <a:extLst>
                <a:ext uri="{FF2B5EF4-FFF2-40B4-BE49-F238E27FC236}">
                  <a16:creationId xmlns:a16="http://schemas.microsoft.com/office/drawing/2014/main" id="{BF0E33EB-DB58-46DB-8AAD-2B83BF9D08C2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7360" y="1738377"/>
              <a:ext cx="19280" cy="11864"/>
            </a:xfrm>
            <a:custGeom>
              <a:avLst/>
              <a:gdLst>
                <a:gd name="T0" fmla="*/ 8 w 13"/>
                <a:gd name="T1" fmla="*/ 0 h 8"/>
                <a:gd name="T2" fmla="*/ 8 w 13"/>
                <a:gd name="T3" fmla="*/ 0 h 8"/>
                <a:gd name="T4" fmla="*/ 8 w 13"/>
                <a:gd name="T5" fmla="*/ 0 h 8"/>
                <a:gd name="T6" fmla="*/ 6 w 13"/>
                <a:gd name="T7" fmla="*/ 2 h 8"/>
                <a:gd name="T8" fmla="*/ 0 w 13"/>
                <a:gd name="T9" fmla="*/ 6 h 8"/>
                <a:gd name="T10" fmla="*/ 0 w 13"/>
                <a:gd name="T11" fmla="*/ 6 h 8"/>
                <a:gd name="T12" fmla="*/ 4 w 13"/>
                <a:gd name="T13" fmla="*/ 4 h 8"/>
                <a:gd name="T14" fmla="*/ 6 w 13"/>
                <a:gd name="T15" fmla="*/ 6 h 8"/>
                <a:gd name="T16" fmla="*/ 9 w 13"/>
                <a:gd name="T17" fmla="*/ 8 h 8"/>
                <a:gd name="T18" fmla="*/ 11 w 13"/>
                <a:gd name="T19" fmla="*/ 8 h 8"/>
                <a:gd name="T20" fmla="*/ 11 w 13"/>
                <a:gd name="T21" fmla="*/ 8 h 8"/>
                <a:gd name="T22" fmla="*/ 13 w 13"/>
                <a:gd name="T23" fmla="*/ 2 h 8"/>
                <a:gd name="T24" fmla="*/ 13 w 13"/>
                <a:gd name="T25" fmla="*/ 0 h 8"/>
                <a:gd name="T26" fmla="*/ 8 w 13"/>
                <a:gd name="T27" fmla="*/ 0 h 8"/>
                <a:gd name="T28" fmla="*/ 8 w 13"/>
                <a:gd name="T29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" h="8">
                  <a:moveTo>
                    <a:pt x="8" y="0"/>
                  </a:moveTo>
                  <a:lnTo>
                    <a:pt x="8" y="0"/>
                  </a:lnTo>
                  <a:lnTo>
                    <a:pt x="8" y="0"/>
                  </a:lnTo>
                  <a:lnTo>
                    <a:pt x="6" y="2"/>
                  </a:lnTo>
                  <a:lnTo>
                    <a:pt x="0" y="6"/>
                  </a:lnTo>
                  <a:lnTo>
                    <a:pt x="0" y="6"/>
                  </a:lnTo>
                  <a:lnTo>
                    <a:pt x="4" y="4"/>
                  </a:lnTo>
                  <a:lnTo>
                    <a:pt x="6" y="6"/>
                  </a:lnTo>
                  <a:lnTo>
                    <a:pt x="9" y="8"/>
                  </a:lnTo>
                  <a:lnTo>
                    <a:pt x="11" y="8"/>
                  </a:lnTo>
                  <a:lnTo>
                    <a:pt x="11" y="8"/>
                  </a:lnTo>
                  <a:lnTo>
                    <a:pt x="13" y="2"/>
                  </a:lnTo>
                  <a:lnTo>
                    <a:pt x="13" y="0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60" name="Freeform 343">
              <a:extLst>
                <a:ext uri="{FF2B5EF4-FFF2-40B4-BE49-F238E27FC236}">
                  <a16:creationId xmlns:a16="http://schemas.microsoft.com/office/drawing/2014/main" id="{22AD5918-4A43-4AE0-ACAF-C16BF781A3B7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5918" y="1707233"/>
              <a:ext cx="88980" cy="63770"/>
            </a:xfrm>
            <a:custGeom>
              <a:avLst/>
              <a:gdLst>
                <a:gd name="T0" fmla="*/ 18 w 60"/>
                <a:gd name="T1" fmla="*/ 0 h 43"/>
                <a:gd name="T2" fmla="*/ 18 w 60"/>
                <a:gd name="T3" fmla="*/ 1 h 43"/>
                <a:gd name="T4" fmla="*/ 18 w 60"/>
                <a:gd name="T5" fmla="*/ 1 h 43"/>
                <a:gd name="T6" fmla="*/ 12 w 60"/>
                <a:gd name="T7" fmla="*/ 5 h 43"/>
                <a:gd name="T8" fmla="*/ 11 w 60"/>
                <a:gd name="T9" fmla="*/ 9 h 43"/>
                <a:gd name="T10" fmla="*/ 9 w 60"/>
                <a:gd name="T11" fmla="*/ 12 h 43"/>
                <a:gd name="T12" fmla="*/ 9 w 60"/>
                <a:gd name="T13" fmla="*/ 12 h 43"/>
                <a:gd name="T14" fmla="*/ 9 w 60"/>
                <a:gd name="T15" fmla="*/ 20 h 43"/>
                <a:gd name="T16" fmla="*/ 9 w 60"/>
                <a:gd name="T17" fmla="*/ 20 h 43"/>
                <a:gd name="T18" fmla="*/ 3 w 60"/>
                <a:gd name="T19" fmla="*/ 20 h 43"/>
                <a:gd name="T20" fmla="*/ 0 w 60"/>
                <a:gd name="T21" fmla="*/ 21 h 43"/>
                <a:gd name="T22" fmla="*/ 0 w 60"/>
                <a:gd name="T23" fmla="*/ 21 h 43"/>
                <a:gd name="T24" fmla="*/ 0 w 60"/>
                <a:gd name="T25" fmla="*/ 25 h 43"/>
                <a:gd name="T26" fmla="*/ 0 w 60"/>
                <a:gd name="T27" fmla="*/ 29 h 43"/>
                <a:gd name="T28" fmla="*/ 0 w 60"/>
                <a:gd name="T29" fmla="*/ 29 h 43"/>
                <a:gd name="T30" fmla="*/ 3 w 60"/>
                <a:gd name="T31" fmla="*/ 29 h 43"/>
                <a:gd name="T32" fmla="*/ 5 w 60"/>
                <a:gd name="T33" fmla="*/ 31 h 43"/>
                <a:gd name="T34" fmla="*/ 9 w 60"/>
                <a:gd name="T35" fmla="*/ 31 h 43"/>
                <a:gd name="T36" fmla="*/ 11 w 60"/>
                <a:gd name="T37" fmla="*/ 31 h 43"/>
                <a:gd name="T38" fmla="*/ 11 w 60"/>
                <a:gd name="T39" fmla="*/ 31 h 43"/>
                <a:gd name="T40" fmla="*/ 12 w 60"/>
                <a:gd name="T41" fmla="*/ 29 h 43"/>
                <a:gd name="T42" fmla="*/ 14 w 60"/>
                <a:gd name="T43" fmla="*/ 27 h 43"/>
                <a:gd name="T44" fmla="*/ 16 w 60"/>
                <a:gd name="T45" fmla="*/ 27 h 43"/>
                <a:gd name="T46" fmla="*/ 16 w 60"/>
                <a:gd name="T47" fmla="*/ 27 h 43"/>
                <a:gd name="T48" fmla="*/ 16 w 60"/>
                <a:gd name="T49" fmla="*/ 31 h 43"/>
                <a:gd name="T50" fmla="*/ 16 w 60"/>
                <a:gd name="T51" fmla="*/ 36 h 43"/>
                <a:gd name="T52" fmla="*/ 16 w 60"/>
                <a:gd name="T53" fmla="*/ 36 h 43"/>
                <a:gd name="T54" fmla="*/ 20 w 60"/>
                <a:gd name="T55" fmla="*/ 38 h 43"/>
                <a:gd name="T56" fmla="*/ 23 w 60"/>
                <a:gd name="T57" fmla="*/ 42 h 43"/>
                <a:gd name="T58" fmla="*/ 31 w 60"/>
                <a:gd name="T59" fmla="*/ 43 h 43"/>
                <a:gd name="T60" fmla="*/ 31 w 60"/>
                <a:gd name="T61" fmla="*/ 43 h 43"/>
                <a:gd name="T62" fmla="*/ 33 w 60"/>
                <a:gd name="T63" fmla="*/ 42 h 43"/>
                <a:gd name="T64" fmla="*/ 34 w 60"/>
                <a:gd name="T65" fmla="*/ 40 h 43"/>
                <a:gd name="T66" fmla="*/ 33 w 60"/>
                <a:gd name="T67" fmla="*/ 36 h 43"/>
                <a:gd name="T68" fmla="*/ 33 w 60"/>
                <a:gd name="T69" fmla="*/ 36 h 43"/>
                <a:gd name="T70" fmla="*/ 36 w 60"/>
                <a:gd name="T71" fmla="*/ 36 h 43"/>
                <a:gd name="T72" fmla="*/ 38 w 60"/>
                <a:gd name="T73" fmla="*/ 36 h 43"/>
                <a:gd name="T74" fmla="*/ 40 w 60"/>
                <a:gd name="T75" fmla="*/ 38 h 43"/>
                <a:gd name="T76" fmla="*/ 60 w 60"/>
                <a:gd name="T77" fmla="*/ 34 h 43"/>
                <a:gd name="T78" fmla="*/ 60 w 60"/>
                <a:gd name="T79" fmla="*/ 34 h 43"/>
                <a:gd name="T80" fmla="*/ 60 w 60"/>
                <a:gd name="T81" fmla="*/ 31 h 43"/>
                <a:gd name="T82" fmla="*/ 58 w 60"/>
                <a:gd name="T83" fmla="*/ 31 h 43"/>
                <a:gd name="T84" fmla="*/ 53 w 60"/>
                <a:gd name="T85" fmla="*/ 31 h 43"/>
                <a:gd name="T86" fmla="*/ 53 w 60"/>
                <a:gd name="T87" fmla="*/ 31 h 43"/>
                <a:gd name="T88" fmla="*/ 53 w 60"/>
                <a:gd name="T89" fmla="*/ 21 h 43"/>
                <a:gd name="T90" fmla="*/ 54 w 60"/>
                <a:gd name="T91" fmla="*/ 18 h 43"/>
                <a:gd name="T92" fmla="*/ 53 w 60"/>
                <a:gd name="T93" fmla="*/ 14 h 43"/>
                <a:gd name="T94" fmla="*/ 53 w 60"/>
                <a:gd name="T95" fmla="*/ 14 h 43"/>
                <a:gd name="T96" fmla="*/ 47 w 60"/>
                <a:gd name="T97" fmla="*/ 11 h 43"/>
                <a:gd name="T98" fmla="*/ 38 w 60"/>
                <a:gd name="T99" fmla="*/ 5 h 43"/>
                <a:gd name="T100" fmla="*/ 27 w 60"/>
                <a:gd name="T101" fmla="*/ 1 h 43"/>
                <a:gd name="T102" fmla="*/ 18 w 60"/>
                <a:gd name="T103" fmla="*/ 0 h 43"/>
                <a:gd name="T104" fmla="*/ 18 w 60"/>
                <a:gd name="T105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60" h="43">
                  <a:moveTo>
                    <a:pt x="18" y="0"/>
                  </a:moveTo>
                  <a:lnTo>
                    <a:pt x="18" y="1"/>
                  </a:lnTo>
                  <a:lnTo>
                    <a:pt x="18" y="1"/>
                  </a:lnTo>
                  <a:lnTo>
                    <a:pt x="12" y="5"/>
                  </a:lnTo>
                  <a:lnTo>
                    <a:pt x="11" y="9"/>
                  </a:lnTo>
                  <a:lnTo>
                    <a:pt x="9" y="12"/>
                  </a:lnTo>
                  <a:lnTo>
                    <a:pt x="9" y="12"/>
                  </a:lnTo>
                  <a:lnTo>
                    <a:pt x="9" y="20"/>
                  </a:lnTo>
                  <a:lnTo>
                    <a:pt x="9" y="20"/>
                  </a:lnTo>
                  <a:lnTo>
                    <a:pt x="3" y="20"/>
                  </a:lnTo>
                  <a:lnTo>
                    <a:pt x="0" y="21"/>
                  </a:lnTo>
                  <a:lnTo>
                    <a:pt x="0" y="21"/>
                  </a:lnTo>
                  <a:lnTo>
                    <a:pt x="0" y="25"/>
                  </a:lnTo>
                  <a:lnTo>
                    <a:pt x="0" y="29"/>
                  </a:lnTo>
                  <a:lnTo>
                    <a:pt x="0" y="29"/>
                  </a:lnTo>
                  <a:lnTo>
                    <a:pt x="3" y="29"/>
                  </a:lnTo>
                  <a:lnTo>
                    <a:pt x="5" y="31"/>
                  </a:lnTo>
                  <a:lnTo>
                    <a:pt x="9" y="31"/>
                  </a:lnTo>
                  <a:lnTo>
                    <a:pt x="11" y="31"/>
                  </a:lnTo>
                  <a:lnTo>
                    <a:pt x="11" y="31"/>
                  </a:lnTo>
                  <a:lnTo>
                    <a:pt x="12" y="29"/>
                  </a:lnTo>
                  <a:lnTo>
                    <a:pt x="14" y="27"/>
                  </a:lnTo>
                  <a:lnTo>
                    <a:pt x="16" y="27"/>
                  </a:lnTo>
                  <a:lnTo>
                    <a:pt x="16" y="27"/>
                  </a:lnTo>
                  <a:lnTo>
                    <a:pt x="16" y="31"/>
                  </a:lnTo>
                  <a:lnTo>
                    <a:pt x="16" y="36"/>
                  </a:lnTo>
                  <a:lnTo>
                    <a:pt x="16" y="36"/>
                  </a:lnTo>
                  <a:lnTo>
                    <a:pt x="20" y="38"/>
                  </a:lnTo>
                  <a:lnTo>
                    <a:pt x="23" y="42"/>
                  </a:lnTo>
                  <a:lnTo>
                    <a:pt x="31" y="43"/>
                  </a:lnTo>
                  <a:lnTo>
                    <a:pt x="31" y="43"/>
                  </a:lnTo>
                  <a:lnTo>
                    <a:pt x="33" y="42"/>
                  </a:lnTo>
                  <a:lnTo>
                    <a:pt x="34" y="40"/>
                  </a:lnTo>
                  <a:lnTo>
                    <a:pt x="33" y="36"/>
                  </a:lnTo>
                  <a:lnTo>
                    <a:pt x="33" y="36"/>
                  </a:lnTo>
                  <a:lnTo>
                    <a:pt x="36" y="36"/>
                  </a:lnTo>
                  <a:lnTo>
                    <a:pt x="38" y="36"/>
                  </a:lnTo>
                  <a:lnTo>
                    <a:pt x="40" y="38"/>
                  </a:lnTo>
                  <a:lnTo>
                    <a:pt x="60" y="34"/>
                  </a:lnTo>
                  <a:lnTo>
                    <a:pt x="60" y="34"/>
                  </a:lnTo>
                  <a:lnTo>
                    <a:pt x="60" y="31"/>
                  </a:lnTo>
                  <a:lnTo>
                    <a:pt x="58" y="31"/>
                  </a:lnTo>
                  <a:lnTo>
                    <a:pt x="53" y="31"/>
                  </a:lnTo>
                  <a:lnTo>
                    <a:pt x="53" y="31"/>
                  </a:lnTo>
                  <a:lnTo>
                    <a:pt x="53" y="21"/>
                  </a:lnTo>
                  <a:lnTo>
                    <a:pt x="54" y="18"/>
                  </a:lnTo>
                  <a:lnTo>
                    <a:pt x="53" y="14"/>
                  </a:lnTo>
                  <a:lnTo>
                    <a:pt x="53" y="14"/>
                  </a:lnTo>
                  <a:lnTo>
                    <a:pt x="47" y="11"/>
                  </a:lnTo>
                  <a:lnTo>
                    <a:pt x="38" y="5"/>
                  </a:lnTo>
                  <a:lnTo>
                    <a:pt x="27" y="1"/>
                  </a:lnTo>
                  <a:lnTo>
                    <a:pt x="18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61" name="Freeform 344">
              <a:extLst>
                <a:ext uri="{FF2B5EF4-FFF2-40B4-BE49-F238E27FC236}">
                  <a16:creationId xmlns:a16="http://schemas.microsoft.com/office/drawing/2014/main" id="{1EDD5425-F359-4A75-A144-19D6572A4A9E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5105" y="1695369"/>
              <a:ext cx="20762" cy="22246"/>
            </a:xfrm>
            <a:custGeom>
              <a:avLst/>
              <a:gdLst>
                <a:gd name="T0" fmla="*/ 0 w 14"/>
                <a:gd name="T1" fmla="*/ 0 h 15"/>
                <a:gd name="T2" fmla="*/ 0 w 14"/>
                <a:gd name="T3" fmla="*/ 0 h 15"/>
                <a:gd name="T4" fmla="*/ 2 w 14"/>
                <a:gd name="T5" fmla="*/ 4 h 15"/>
                <a:gd name="T6" fmla="*/ 2 w 14"/>
                <a:gd name="T7" fmla="*/ 9 h 15"/>
                <a:gd name="T8" fmla="*/ 2 w 14"/>
                <a:gd name="T9" fmla="*/ 9 h 15"/>
                <a:gd name="T10" fmla="*/ 5 w 14"/>
                <a:gd name="T11" fmla="*/ 13 h 15"/>
                <a:gd name="T12" fmla="*/ 7 w 14"/>
                <a:gd name="T13" fmla="*/ 13 h 15"/>
                <a:gd name="T14" fmla="*/ 11 w 14"/>
                <a:gd name="T15" fmla="*/ 13 h 15"/>
                <a:gd name="T16" fmla="*/ 14 w 14"/>
                <a:gd name="T17" fmla="*/ 15 h 15"/>
                <a:gd name="T18" fmla="*/ 14 w 14"/>
                <a:gd name="T19" fmla="*/ 13 h 15"/>
                <a:gd name="T20" fmla="*/ 14 w 14"/>
                <a:gd name="T21" fmla="*/ 13 h 15"/>
                <a:gd name="T22" fmla="*/ 7 w 14"/>
                <a:gd name="T23" fmla="*/ 6 h 15"/>
                <a:gd name="T24" fmla="*/ 0 w 14"/>
                <a:gd name="T25" fmla="*/ 0 h 15"/>
                <a:gd name="T26" fmla="*/ 0 w 14"/>
                <a:gd name="T27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4" h="15">
                  <a:moveTo>
                    <a:pt x="0" y="0"/>
                  </a:moveTo>
                  <a:lnTo>
                    <a:pt x="0" y="0"/>
                  </a:lnTo>
                  <a:lnTo>
                    <a:pt x="2" y="4"/>
                  </a:lnTo>
                  <a:lnTo>
                    <a:pt x="2" y="9"/>
                  </a:lnTo>
                  <a:lnTo>
                    <a:pt x="2" y="9"/>
                  </a:lnTo>
                  <a:lnTo>
                    <a:pt x="5" y="13"/>
                  </a:lnTo>
                  <a:lnTo>
                    <a:pt x="7" y="13"/>
                  </a:lnTo>
                  <a:lnTo>
                    <a:pt x="11" y="13"/>
                  </a:lnTo>
                  <a:lnTo>
                    <a:pt x="14" y="15"/>
                  </a:lnTo>
                  <a:lnTo>
                    <a:pt x="14" y="13"/>
                  </a:lnTo>
                  <a:lnTo>
                    <a:pt x="14" y="13"/>
                  </a:lnTo>
                  <a:lnTo>
                    <a:pt x="7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62" name="Freeform 345">
              <a:extLst>
                <a:ext uri="{FF2B5EF4-FFF2-40B4-BE49-F238E27FC236}">
                  <a16:creationId xmlns:a16="http://schemas.microsoft.com/office/drawing/2014/main" id="{8BA7A352-28D8-4C50-82C6-73A6CD6DC2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7360" y="1665709"/>
              <a:ext cx="8898" cy="16314"/>
            </a:xfrm>
            <a:custGeom>
              <a:avLst/>
              <a:gdLst>
                <a:gd name="T0" fmla="*/ 4 w 6"/>
                <a:gd name="T1" fmla="*/ 0 h 11"/>
                <a:gd name="T2" fmla="*/ 4 w 6"/>
                <a:gd name="T3" fmla="*/ 0 h 11"/>
                <a:gd name="T4" fmla="*/ 0 w 6"/>
                <a:gd name="T5" fmla="*/ 2 h 11"/>
                <a:gd name="T6" fmla="*/ 0 w 6"/>
                <a:gd name="T7" fmla="*/ 6 h 11"/>
                <a:gd name="T8" fmla="*/ 0 w 6"/>
                <a:gd name="T9" fmla="*/ 9 h 11"/>
                <a:gd name="T10" fmla="*/ 0 w 6"/>
                <a:gd name="T11" fmla="*/ 11 h 11"/>
                <a:gd name="T12" fmla="*/ 4 w 6"/>
                <a:gd name="T13" fmla="*/ 9 h 11"/>
                <a:gd name="T14" fmla="*/ 4 w 6"/>
                <a:gd name="T15" fmla="*/ 9 h 11"/>
                <a:gd name="T16" fmla="*/ 6 w 6"/>
                <a:gd name="T17" fmla="*/ 4 h 11"/>
                <a:gd name="T18" fmla="*/ 6 w 6"/>
                <a:gd name="T19" fmla="*/ 0 h 11"/>
                <a:gd name="T20" fmla="*/ 6 w 6"/>
                <a:gd name="T21" fmla="*/ 0 h 11"/>
                <a:gd name="T22" fmla="*/ 4 w 6"/>
                <a:gd name="T23" fmla="*/ 0 h 11"/>
                <a:gd name="T24" fmla="*/ 4 w 6"/>
                <a:gd name="T25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" h="11">
                  <a:moveTo>
                    <a:pt x="4" y="0"/>
                  </a:moveTo>
                  <a:lnTo>
                    <a:pt x="4" y="0"/>
                  </a:lnTo>
                  <a:lnTo>
                    <a:pt x="0" y="2"/>
                  </a:lnTo>
                  <a:lnTo>
                    <a:pt x="0" y="6"/>
                  </a:lnTo>
                  <a:lnTo>
                    <a:pt x="0" y="9"/>
                  </a:lnTo>
                  <a:lnTo>
                    <a:pt x="0" y="11"/>
                  </a:lnTo>
                  <a:lnTo>
                    <a:pt x="4" y="9"/>
                  </a:lnTo>
                  <a:lnTo>
                    <a:pt x="4" y="9"/>
                  </a:lnTo>
                  <a:lnTo>
                    <a:pt x="6" y="4"/>
                  </a:lnTo>
                  <a:lnTo>
                    <a:pt x="6" y="0"/>
                  </a:lnTo>
                  <a:lnTo>
                    <a:pt x="6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63" name="Freeform 346">
              <a:extLst>
                <a:ext uri="{FF2B5EF4-FFF2-40B4-BE49-F238E27FC236}">
                  <a16:creationId xmlns:a16="http://schemas.microsoft.com/office/drawing/2014/main" id="{3148E66E-25FD-4326-8160-107410FFE0B1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9307" y="1541136"/>
              <a:ext cx="5932" cy="8898"/>
            </a:xfrm>
            <a:custGeom>
              <a:avLst/>
              <a:gdLst>
                <a:gd name="T0" fmla="*/ 0 w 4"/>
                <a:gd name="T1" fmla="*/ 0 h 6"/>
                <a:gd name="T2" fmla="*/ 0 w 4"/>
                <a:gd name="T3" fmla="*/ 6 h 6"/>
                <a:gd name="T4" fmla="*/ 4 w 4"/>
                <a:gd name="T5" fmla="*/ 6 h 6"/>
                <a:gd name="T6" fmla="*/ 4 w 4"/>
                <a:gd name="T7" fmla="*/ 6 h 6"/>
                <a:gd name="T8" fmla="*/ 4 w 4"/>
                <a:gd name="T9" fmla="*/ 4 h 6"/>
                <a:gd name="T10" fmla="*/ 4 w 4"/>
                <a:gd name="T11" fmla="*/ 2 h 6"/>
                <a:gd name="T12" fmla="*/ 4 w 4"/>
                <a:gd name="T13" fmla="*/ 2 h 6"/>
                <a:gd name="T14" fmla="*/ 0 w 4"/>
                <a:gd name="T15" fmla="*/ 0 h 6"/>
                <a:gd name="T16" fmla="*/ 0 w 4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6">
                  <a:moveTo>
                    <a:pt x="0" y="0"/>
                  </a:moveTo>
                  <a:lnTo>
                    <a:pt x="0" y="6"/>
                  </a:lnTo>
                  <a:lnTo>
                    <a:pt x="4" y="6"/>
                  </a:lnTo>
                  <a:lnTo>
                    <a:pt x="4" y="6"/>
                  </a:lnTo>
                  <a:lnTo>
                    <a:pt x="4" y="4"/>
                  </a:lnTo>
                  <a:lnTo>
                    <a:pt x="4" y="2"/>
                  </a:lnTo>
                  <a:lnTo>
                    <a:pt x="4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64" name="Freeform 347">
              <a:extLst>
                <a:ext uri="{FF2B5EF4-FFF2-40B4-BE49-F238E27FC236}">
                  <a16:creationId xmlns:a16="http://schemas.microsoft.com/office/drawing/2014/main" id="{6FA7DBCA-2EC9-471B-AB67-18C9AE4E202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2840" y="1536688"/>
              <a:ext cx="446385" cy="232832"/>
            </a:xfrm>
            <a:custGeom>
              <a:avLst/>
              <a:gdLst>
                <a:gd name="T0" fmla="*/ 58 w 301"/>
                <a:gd name="T1" fmla="*/ 16 h 157"/>
                <a:gd name="T2" fmla="*/ 33 w 301"/>
                <a:gd name="T3" fmla="*/ 24 h 157"/>
                <a:gd name="T4" fmla="*/ 22 w 301"/>
                <a:gd name="T5" fmla="*/ 33 h 157"/>
                <a:gd name="T6" fmla="*/ 11 w 301"/>
                <a:gd name="T7" fmla="*/ 49 h 157"/>
                <a:gd name="T8" fmla="*/ 0 w 301"/>
                <a:gd name="T9" fmla="*/ 64 h 157"/>
                <a:gd name="T10" fmla="*/ 22 w 301"/>
                <a:gd name="T11" fmla="*/ 60 h 157"/>
                <a:gd name="T12" fmla="*/ 27 w 301"/>
                <a:gd name="T13" fmla="*/ 67 h 157"/>
                <a:gd name="T14" fmla="*/ 25 w 301"/>
                <a:gd name="T15" fmla="*/ 73 h 157"/>
                <a:gd name="T16" fmla="*/ 51 w 301"/>
                <a:gd name="T17" fmla="*/ 65 h 157"/>
                <a:gd name="T18" fmla="*/ 42 w 301"/>
                <a:gd name="T19" fmla="*/ 73 h 157"/>
                <a:gd name="T20" fmla="*/ 22 w 301"/>
                <a:gd name="T21" fmla="*/ 87 h 157"/>
                <a:gd name="T22" fmla="*/ 76 w 301"/>
                <a:gd name="T23" fmla="*/ 89 h 157"/>
                <a:gd name="T24" fmla="*/ 93 w 301"/>
                <a:gd name="T25" fmla="*/ 89 h 157"/>
                <a:gd name="T26" fmla="*/ 111 w 301"/>
                <a:gd name="T27" fmla="*/ 89 h 157"/>
                <a:gd name="T28" fmla="*/ 120 w 301"/>
                <a:gd name="T29" fmla="*/ 96 h 157"/>
                <a:gd name="T30" fmla="*/ 85 w 301"/>
                <a:gd name="T31" fmla="*/ 100 h 157"/>
                <a:gd name="T32" fmla="*/ 56 w 301"/>
                <a:gd name="T33" fmla="*/ 107 h 157"/>
                <a:gd name="T34" fmla="*/ 40 w 301"/>
                <a:gd name="T35" fmla="*/ 124 h 157"/>
                <a:gd name="T36" fmla="*/ 67 w 301"/>
                <a:gd name="T37" fmla="*/ 135 h 157"/>
                <a:gd name="T38" fmla="*/ 85 w 301"/>
                <a:gd name="T39" fmla="*/ 153 h 157"/>
                <a:gd name="T40" fmla="*/ 96 w 301"/>
                <a:gd name="T41" fmla="*/ 157 h 157"/>
                <a:gd name="T42" fmla="*/ 178 w 301"/>
                <a:gd name="T43" fmla="*/ 136 h 157"/>
                <a:gd name="T44" fmla="*/ 200 w 301"/>
                <a:gd name="T45" fmla="*/ 126 h 157"/>
                <a:gd name="T46" fmla="*/ 215 w 301"/>
                <a:gd name="T47" fmla="*/ 124 h 157"/>
                <a:gd name="T48" fmla="*/ 229 w 301"/>
                <a:gd name="T49" fmla="*/ 142 h 157"/>
                <a:gd name="T50" fmla="*/ 242 w 301"/>
                <a:gd name="T51" fmla="*/ 142 h 157"/>
                <a:gd name="T52" fmla="*/ 260 w 301"/>
                <a:gd name="T53" fmla="*/ 142 h 157"/>
                <a:gd name="T54" fmla="*/ 279 w 301"/>
                <a:gd name="T55" fmla="*/ 138 h 157"/>
                <a:gd name="T56" fmla="*/ 271 w 301"/>
                <a:gd name="T57" fmla="*/ 124 h 157"/>
                <a:gd name="T58" fmla="*/ 259 w 301"/>
                <a:gd name="T59" fmla="*/ 129 h 157"/>
                <a:gd name="T60" fmla="*/ 260 w 301"/>
                <a:gd name="T61" fmla="*/ 118 h 157"/>
                <a:gd name="T62" fmla="*/ 273 w 301"/>
                <a:gd name="T63" fmla="*/ 115 h 157"/>
                <a:gd name="T64" fmla="*/ 284 w 301"/>
                <a:gd name="T65" fmla="*/ 116 h 157"/>
                <a:gd name="T66" fmla="*/ 297 w 301"/>
                <a:gd name="T67" fmla="*/ 124 h 157"/>
                <a:gd name="T68" fmla="*/ 297 w 301"/>
                <a:gd name="T69" fmla="*/ 115 h 157"/>
                <a:gd name="T70" fmla="*/ 286 w 301"/>
                <a:gd name="T71" fmla="*/ 100 h 157"/>
                <a:gd name="T72" fmla="*/ 262 w 301"/>
                <a:gd name="T73" fmla="*/ 93 h 157"/>
                <a:gd name="T74" fmla="*/ 259 w 301"/>
                <a:gd name="T75" fmla="*/ 95 h 157"/>
                <a:gd name="T76" fmla="*/ 244 w 301"/>
                <a:gd name="T77" fmla="*/ 89 h 157"/>
                <a:gd name="T78" fmla="*/ 235 w 301"/>
                <a:gd name="T79" fmla="*/ 65 h 157"/>
                <a:gd name="T80" fmla="*/ 226 w 301"/>
                <a:gd name="T81" fmla="*/ 58 h 157"/>
                <a:gd name="T82" fmla="*/ 220 w 301"/>
                <a:gd name="T83" fmla="*/ 42 h 157"/>
                <a:gd name="T84" fmla="*/ 215 w 301"/>
                <a:gd name="T85" fmla="*/ 36 h 157"/>
                <a:gd name="T86" fmla="*/ 186 w 301"/>
                <a:gd name="T87" fmla="*/ 7 h 157"/>
                <a:gd name="T88" fmla="*/ 211 w 301"/>
                <a:gd name="T89" fmla="*/ 36 h 157"/>
                <a:gd name="T90" fmla="*/ 202 w 301"/>
                <a:gd name="T91" fmla="*/ 38 h 157"/>
                <a:gd name="T92" fmla="*/ 193 w 301"/>
                <a:gd name="T93" fmla="*/ 44 h 157"/>
                <a:gd name="T94" fmla="*/ 186 w 301"/>
                <a:gd name="T95" fmla="*/ 45 h 157"/>
                <a:gd name="T96" fmla="*/ 171 w 301"/>
                <a:gd name="T97" fmla="*/ 53 h 157"/>
                <a:gd name="T98" fmla="*/ 178 w 301"/>
                <a:gd name="T99" fmla="*/ 31 h 157"/>
                <a:gd name="T100" fmla="*/ 166 w 301"/>
                <a:gd name="T101" fmla="*/ 16 h 157"/>
                <a:gd name="T102" fmla="*/ 162 w 301"/>
                <a:gd name="T103" fmla="*/ 18 h 157"/>
                <a:gd name="T104" fmla="*/ 140 w 301"/>
                <a:gd name="T105" fmla="*/ 31 h 157"/>
                <a:gd name="T106" fmla="*/ 118 w 301"/>
                <a:gd name="T107" fmla="*/ 11 h 157"/>
                <a:gd name="T108" fmla="*/ 107 w 301"/>
                <a:gd name="T109" fmla="*/ 44 h 157"/>
                <a:gd name="T110" fmla="*/ 89 w 301"/>
                <a:gd name="T111" fmla="*/ 2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01" h="157">
                  <a:moveTo>
                    <a:pt x="76" y="0"/>
                  </a:moveTo>
                  <a:lnTo>
                    <a:pt x="76" y="0"/>
                  </a:lnTo>
                  <a:lnTo>
                    <a:pt x="67" y="9"/>
                  </a:lnTo>
                  <a:lnTo>
                    <a:pt x="64" y="13"/>
                  </a:lnTo>
                  <a:lnTo>
                    <a:pt x="58" y="16"/>
                  </a:lnTo>
                  <a:lnTo>
                    <a:pt x="58" y="16"/>
                  </a:lnTo>
                  <a:lnTo>
                    <a:pt x="55" y="16"/>
                  </a:lnTo>
                  <a:lnTo>
                    <a:pt x="51" y="16"/>
                  </a:lnTo>
                  <a:lnTo>
                    <a:pt x="42" y="16"/>
                  </a:lnTo>
                  <a:lnTo>
                    <a:pt x="42" y="16"/>
                  </a:lnTo>
                  <a:lnTo>
                    <a:pt x="36" y="20"/>
                  </a:lnTo>
                  <a:lnTo>
                    <a:pt x="33" y="24"/>
                  </a:lnTo>
                  <a:lnTo>
                    <a:pt x="33" y="24"/>
                  </a:lnTo>
                  <a:lnTo>
                    <a:pt x="29" y="24"/>
                  </a:lnTo>
                  <a:lnTo>
                    <a:pt x="25" y="24"/>
                  </a:lnTo>
                  <a:lnTo>
                    <a:pt x="25" y="24"/>
                  </a:lnTo>
                  <a:lnTo>
                    <a:pt x="22" y="29"/>
                  </a:lnTo>
                  <a:lnTo>
                    <a:pt x="22" y="33"/>
                  </a:lnTo>
                  <a:lnTo>
                    <a:pt x="22" y="36"/>
                  </a:lnTo>
                  <a:lnTo>
                    <a:pt x="22" y="42"/>
                  </a:lnTo>
                  <a:lnTo>
                    <a:pt x="20" y="42"/>
                  </a:lnTo>
                  <a:lnTo>
                    <a:pt x="20" y="42"/>
                  </a:lnTo>
                  <a:lnTo>
                    <a:pt x="14" y="44"/>
                  </a:lnTo>
                  <a:lnTo>
                    <a:pt x="11" y="49"/>
                  </a:lnTo>
                  <a:lnTo>
                    <a:pt x="3" y="58"/>
                  </a:lnTo>
                  <a:lnTo>
                    <a:pt x="3" y="58"/>
                  </a:lnTo>
                  <a:lnTo>
                    <a:pt x="0" y="58"/>
                  </a:lnTo>
                  <a:lnTo>
                    <a:pt x="0" y="60"/>
                  </a:lnTo>
                  <a:lnTo>
                    <a:pt x="0" y="64"/>
                  </a:lnTo>
                  <a:lnTo>
                    <a:pt x="0" y="64"/>
                  </a:lnTo>
                  <a:lnTo>
                    <a:pt x="7" y="65"/>
                  </a:lnTo>
                  <a:lnTo>
                    <a:pt x="13" y="65"/>
                  </a:lnTo>
                  <a:lnTo>
                    <a:pt x="18" y="65"/>
                  </a:lnTo>
                  <a:lnTo>
                    <a:pt x="18" y="65"/>
                  </a:lnTo>
                  <a:lnTo>
                    <a:pt x="20" y="64"/>
                  </a:lnTo>
                  <a:lnTo>
                    <a:pt x="22" y="60"/>
                  </a:lnTo>
                  <a:lnTo>
                    <a:pt x="22" y="60"/>
                  </a:lnTo>
                  <a:lnTo>
                    <a:pt x="22" y="62"/>
                  </a:lnTo>
                  <a:lnTo>
                    <a:pt x="22" y="62"/>
                  </a:lnTo>
                  <a:lnTo>
                    <a:pt x="24" y="64"/>
                  </a:lnTo>
                  <a:lnTo>
                    <a:pt x="27" y="67"/>
                  </a:lnTo>
                  <a:lnTo>
                    <a:pt x="27" y="67"/>
                  </a:lnTo>
                  <a:lnTo>
                    <a:pt x="20" y="69"/>
                  </a:lnTo>
                  <a:lnTo>
                    <a:pt x="18" y="71"/>
                  </a:lnTo>
                  <a:lnTo>
                    <a:pt x="18" y="73"/>
                  </a:lnTo>
                  <a:lnTo>
                    <a:pt x="18" y="73"/>
                  </a:lnTo>
                  <a:lnTo>
                    <a:pt x="22" y="73"/>
                  </a:lnTo>
                  <a:lnTo>
                    <a:pt x="25" y="73"/>
                  </a:lnTo>
                  <a:lnTo>
                    <a:pt x="29" y="73"/>
                  </a:lnTo>
                  <a:lnTo>
                    <a:pt x="33" y="73"/>
                  </a:lnTo>
                  <a:lnTo>
                    <a:pt x="33" y="73"/>
                  </a:lnTo>
                  <a:lnTo>
                    <a:pt x="33" y="65"/>
                  </a:lnTo>
                  <a:lnTo>
                    <a:pt x="33" y="65"/>
                  </a:lnTo>
                  <a:lnTo>
                    <a:pt x="51" y="65"/>
                  </a:lnTo>
                  <a:lnTo>
                    <a:pt x="71" y="64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56" y="69"/>
                  </a:lnTo>
                  <a:lnTo>
                    <a:pt x="49" y="71"/>
                  </a:lnTo>
                  <a:lnTo>
                    <a:pt x="42" y="73"/>
                  </a:lnTo>
                  <a:lnTo>
                    <a:pt x="40" y="78"/>
                  </a:lnTo>
                  <a:lnTo>
                    <a:pt x="40" y="78"/>
                  </a:lnTo>
                  <a:lnTo>
                    <a:pt x="31" y="80"/>
                  </a:lnTo>
                  <a:lnTo>
                    <a:pt x="22" y="80"/>
                  </a:lnTo>
                  <a:lnTo>
                    <a:pt x="22" y="80"/>
                  </a:lnTo>
                  <a:lnTo>
                    <a:pt x="22" y="87"/>
                  </a:lnTo>
                  <a:lnTo>
                    <a:pt x="22" y="87"/>
                  </a:lnTo>
                  <a:lnTo>
                    <a:pt x="25" y="87"/>
                  </a:lnTo>
                  <a:lnTo>
                    <a:pt x="27" y="89"/>
                  </a:lnTo>
                  <a:lnTo>
                    <a:pt x="27" y="89"/>
                  </a:lnTo>
                  <a:lnTo>
                    <a:pt x="51" y="91"/>
                  </a:lnTo>
                  <a:lnTo>
                    <a:pt x="76" y="89"/>
                  </a:lnTo>
                  <a:lnTo>
                    <a:pt x="76" y="89"/>
                  </a:lnTo>
                  <a:lnTo>
                    <a:pt x="82" y="87"/>
                  </a:lnTo>
                  <a:lnTo>
                    <a:pt x="89" y="85"/>
                  </a:lnTo>
                  <a:lnTo>
                    <a:pt x="89" y="85"/>
                  </a:lnTo>
                  <a:lnTo>
                    <a:pt x="91" y="87"/>
                  </a:lnTo>
                  <a:lnTo>
                    <a:pt x="93" y="89"/>
                  </a:lnTo>
                  <a:lnTo>
                    <a:pt x="96" y="89"/>
                  </a:lnTo>
                  <a:lnTo>
                    <a:pt x="104" y="82"/>
                  </a:lnTo>
                  <a:lnTo>
                    <a:pt x="104" y="82"/>
                  </a:lnTo>
                  <a:lnTo>
                    <a:pt x="106" y="84"/>
                  </a:lnTo>
                  <a:lnTo>
                    <a:pt x="107" y="85"/>
                  </a:lnTo>
                  <a:lnTo>
                    <a:pt x="111" y="89"/>
                  </a:lnTo>
                  <a:lnTo>
                    <a:pt x="111" y="89"/>
                  </a:lnTo>
                  <a:lnTo>
                    <a:pt x="115" y="91"/>
                  </a:lnTo>
                  <a:lnTo>
                    <a:pt x="118" y="89"/>
                  </a:lnTo>
                  <a:lnTo>
                    <a:pt x="127" y="87"/>
                  </a:lnTo>
                  <a:lnTo>
                    <a:pt x="127" y="87"/>
                  </a:lnTo>
                  <a:lnTo>
                    <a:pt x="120" y="96"/>
                  </a:lnTo>
                  <a:lnTo>
                    <a:pt x="118" y="100"/>
                  </a:lnTo>
                  <a:lnTo>
                    <a:pt x="115" y="102"/>
                  </a:lnTo>
                  <a:lnTo>
                    <a:pt x="115" y="102"/>
                  </a:lnTo>
                  <a:lnTo>
                    <a:pt x="106" y="104"/>
                  </a:lnTo>
                  <a:lnTo>
                    <a:pt x="95" y="102"/>
                  </a:lnTo>
                  <a:lnTo>
                    <a:pt x="85" y="100"/>
                  </a:lnTo>
                  <a:lnTo>
                    <a:pt x="76" y="100"/>
                  </a:lnTo>
                  <a:lnTo>
                    <a:pt x="76" y="100"/>
                  </a:lnTo>
                  <a:lnTo>
                    <a:pt x="69" y="104"/>
                  </a:lnTo>
                  <a:lnTo>
                    <a:pt x="64" y="107"/>
                  </a:lnTo>
                  <a:lnTo>
                    <a:pt x="64" y="107"/>
                  </a:lnTo>
                  <a:lnTo>
                    <a:pt x="56" y="107"/>
                  </a:lnTo>
                  <a:lnTo>
                    <a:pt x="53" y="107"/>
                  </a:lnTo>
                  <a:lnTo>
                    <a:pt x="40" y="107"/>
                  </a:lnTo>
                  <a:lnTo>
                    <a:pt x="40" y="107"/>
                  </a:lnTo>
                  <a:lnTo>
                    <a:pt x="40" y="116"/>
                  </a:lnTo>
                  <a:lnTo>
                    <a:pt x="40" y="124"/>
                  </a:lnTo>
                  <a:lnTo>
                    <a:pt x="40" y="124"/>
                  </a:lnTo>
                  <a:lnTo>
                    <a:pt x="44" y="126"/>
                  </a:lnTo>
                  <a:lnTo>
                    <a:pt x="49" y="127"/>
                  </a:lnTo>
                  <a:lnTo>
                    <a:pt x="49" y="131"/>
                  </a:lnTo>
                  <a:lnTo>
                    <a:pt x="49" y="131"/>
                  </a:lnTo>
                  <a:lnTo>
                    <a:pt x="58" y="135"/>
                  </a:lnTo>
                  <a:lnTo>
                    <a:pt x="67" y="135"/>
                  </a:lnTo>
                  <a:lnTo>
                    <a:pt x="78" y="136"/>
                  </a:lnTo>
                  <a:lnTo>
                    <a:pt x="85" y="138"/>
                  </a:lnTo>
                  <a:lnTo>
                    <a:pt x="85" y="138"/>
                  </a:lnTo>
                  <a:lnTo>
                    <a:pt x="85" y="146"/>
                  </a:lnTo>
                  <a:lnTo>
                    <a:pt x="85" y="153"/>
                  </a:lnTo>
                  <a:lnTo>
                    <a:pt x="85" y="153"/>
                  </a:lnTo>
                  <a:lnTo>
                    <a:pt x="89" y="153"/>
                  </a:lnTo>
                  <a:lnTo>
                    <a:pt x="91" y="153"/>
                  </a:lnTo>
                  <a:lnTo>
                    <a:pt x="93" y="151"/>
                  </a:lnTo>
                  <a:lnTo>
                    <a:pt x="96" y="151"/>
                  </a:lnTo>
                  <a:lnTo>
                    <a:pt x="96" y="157"/>
                  </a:lnTo>
                  <a:lnTo>
                    <a:pt x="96" y="157"/>
                  </a:lnTo>
                  <a:lnTo>
                    <a:pt x="127" y="153"/>
                  </a:lnTo>
                  <a:lnTo>
                    <a:pt x="144" y="151"/>
                  </a:lnTo>
                  <a:lnTo>
                    <a:pt x="157" y="149"/>
                  </a:lnTo>
                  <a:lnTo>
                    <a:pt x="158" y="144"/>
                  </a:lnTo>
                  <a:lnTo>
                    <a:pt x="158" y="144"/>
                  </a:lnTo>
                  <a:lnTo>
                    <a:pt x="178" y="136"/>
                  </a:lnTo>
                  <a:lnTo>
                    <a:pt x="178" y="136"/>
                  </a:lnTo>
                  <a:lnTo>
                    <a:pt x="184" y="136"/>
                  </a:lnTo>
                  <a:lnTo>
                    <a:pt x="189" y="136"/>
                  </a:lnTo>
                  <a:lnTo>
                    <a:pt x="189" y="136"/>
                  </a:lnTo>
                  <a:lnTo>
                    <a:pt x="193" y="133"/>
                  </a:lnTo>
                  <a:lnTo>
                    <a:pt x="200" y="126"/>
                  </a:lnTo>
                  <a:lnTo>
                    <a:pt x="206" y="120"/>
                  </a:lnTo>
                  <a:lnTo>
                    <a:pt x="211" y="116"/>
                  </a:lnTo>
                  <a:lnTo>
                    <a:pt x="211" y="116"/>
                  </a:lnTo>
                  <a:lnTo>
                    <a:pt x="219" y="116"/>
                  </a:lnTo>
                  <a:lnTo>
                    <a:pt x="219" y="116"/>
                  </a:lnTo>
                  <a:lnTo>
                    <a:pt x="215" y="124"/>
                  </a:lnTo>
                  <a:lnTo>
                    <a:pt x="213" y="129"/>
                  </a:lnTo>
                  <a:lnTo>
                    <a:pt x="213" y="129"/>
                  </a:lnTo>
                  <a:lnTo>
                    <a:pt x="229" y="135"/>
                  </a:lnTo>
                  <a:lnTo>
                    <a:pt x="229" y="135"/>
                  </a:lnTo>
                  <a:lnTo>
                    <a:pt x="229" y="142"/>
                  </a:lnTo>
                  <a:lnTo>
                    <a:pt x="229" y="142"/>
                  </a:lnTo>
                  <a:lnTo>
                    <a:pt x="233" y="140"/>
                  </a:lnTo>
                  <a:lnTo>
                    <a:pt x="235" y="138"/>
                  </a:lnTo>
                  <a:lnTo>
                    <a:pt x="237" y="136"/>
                  </a:lnTo>
                  <a:lnTo>
                    <a:pt x="240" y="136"/>
                  </a:lnTo>
                  <a:lnTo>
                    <a:pt x="242" y="142"/>
                  </a:lnTo>
                  <a:lnTo>
                    <a:pt x="242" y="142"/>
                  </a:lnTo>
                  <a:lnTo>
                    <a:pt x="248" y="140"/>
                  </a:lnTo>
                  <a:lnTo>
                    <a:pt x="255" y="142"/>
                  </a:lnTo>
                  <a:lnTo>
                    <a:pt x="255" y="144"/>
                  </a:lnTo>
                  <a:lnTo>
                    <a:pt x="255" y="144"/>
                  </a:lnTo>
                  <a:lnTo>
                    <a:pt x="259" y="144"/>
                  </a:lnTo>
                  <a:lnTo>
                    <a:pt x="260" y="142"/>
                  </a:lnTo>
                  <a:lnTo>
                    <a:pt x="262" y="138"/>
                  </a:lnTo>
                  <a:lnTo>
                    <a:pt x="262" y="138"/>
                  </a:lnTo>
                  <a:lnTo>
                    <a:pt x="266" y="138"/>
                  </a:lnTo>
                  <a:lnTo>
                    <a:pt x="270" y="140"/>
                  </a:lnTo>
                  <a:lnTo>
                    <a:pt x="273" y="140"/>
                  </a:lnTo>
                  <a:lnTo>
                    <a:pt x="279" y="138"/>
                  </a:lnTo>
                  <a:lnTo>
                    <a:pt x="279" y="138"/>
                  </a:lnTo>
                  <a:lnTo>
                    <a:pt x="282" y="135"/>
                  </a:lnTo>
                  <a:lnTo>
                    <a:pt x="284" y="131"/>
                  </a:lnTo>
                  <a:lnTo>
                    <a:pt x="284" y="131"/>
                  </a:lnTo>
                  <a:lnTo>
                    <a:pt x="279" y="127"/>
                  </a:lnTo>
                  <a:lnTo>
                    <a:pt x="271" y="124"/>
                  </a:lnTo>
                  <a:lnTo>
                    <a:pt x="271" y="124"/>
                  </a:lnTo>
                  <a:lnTo>
                    <a:pt x="270" y="129"/>
                  </a:lnTo>
                  <a:lnTo>
                    <a:pt x="270" y="129"/>
                  </a:lnTo>
                  <a:lnTo>
                    <a:pt x="264" y="129"/>
                  </a:lnTo>
                  <a:lnTo>
                    <a:pt x="259" y="129"/>
                  </a:lnTo>
                  <a:lnTo>
                    <a:pt x="259" y="129"/>
                  </a:lnTo>
                  <a:lnTo>
                    <a:pt x="259" y="124"/>
                  </a:lnTo>
                  <a:lnTo>
                    <a:pt x="257" y="122"/>
                  </a:lnTo>
                  <a:lnTo>
                    <a:pt x="257" y="122"/>
                  </a:lnTo>
                  <a:lnTo>
                    <a:pt x="253" y="120"/>
                  </a:lnTo>
                  <a:lnTo>
                    <a:pt x="253" y="118"/>
                  </a:lnTo>
                  <a:lnTo>
                    <a:pt x="260" y="118"/>
                  </a:lnTo>
                  <a:lnTo>
                    <a:pt x="279" y="122"/>
                  </a:lnTo>
                  <a:lnTo>
                    <a:pt x="279" y="122"/>
                  </a:lnTo>
                  <a:lnTo>
                    <a:pt x="280" y="122"/>
                  </a:lnTo>
                  <a:lnTo>
                    <a:pt x="273" y="120"/>
                  </a:lnTo>
                  <a:lnTo>
                    <a:pt x="273" y="115"/>
                  </a:lnTo>
                  <a:lnTo>
                    <a:pt x="273" y="115"/>
                  </a:lnTo>
                  <a:lnTo>
                    <a:pt x="277" y="115"/>
                  </a:lnTo>
                  <a:lnTo>
                    <a:pt x="279" y="113"/>
                  </a:lnTo>
                  <a:lnTo>
                    <a:pt x="280" y="111"/>
                  </a:lnTo>
                  <a:lnTo>
                    <a:pt x="284" y="111"/>
                  </a:lnTo>
                  <a:lnTo>
                    <a:pt x="284" y="116"/>
                  </a:lnTo>
                  <a:lnTo>
                    <a:pt x="284" y="116"/>
                  </a:lnTo>
                  <a:lnTo>
                    <a:pt x="291" y="116"/>
                  </a:lnTo>
                  <a:lnTo>
                    <a:pt x="291" y="116"/>
                  </a:lnTo>
                  <a:lnTo>
                    <a:pt x="291" y="124"/>
                  </a:lnTo>
                  <a:lnTo>
                    <a:pt x="291" y="124"/>
                  </a:lnTo>
                  <a:lnTo>
                    <a:pt x="295" y="126"/>
                  </a:lnTo>
                  <a:lnTo>
                    <a:pt x="297" y="124"/>
                  </a:lnTo>
                  <a:lnTo>
                    <a:pt x="301" y="122"/>
                  </a:lnTo>
                  <a:lnTo>
                    <a:pt x="299" y="118"/>
                  </a:lnTo>
                  <a:lnTo>
                    <a:pt x="299" y="116"/>
                  </a:lnTo>
                  <a:lnTo>
                    <a:pt x="297" y="116"/>
                  </a:lnTo>
                  <a:lnTo>
                    <a:pt x="297" y="116"/>
                  </a:lnTo>
                  <a:lnTo>
                    <a:pt x="297" y="115"/>
                  </a:lnTo>
                  <a:lnTo>
                    <a:pt x="299" y="109"/>
                  </a:lnTo>
                  <a:lnTo>
                    <a:pt x="299" y="106"/>
                  </a:lnTo>
                  <a:lnTo>
                    <a:pt x="297" y="102"/>
                  </a:lnTo>
                  <a:lnTo>
                    <a:pt x="297" y="102"/>
                  </a:lnTo>
                  <a:lnTo>
                    <a:pt x="291" y="100"/>
                  </a:lnTo>
                  <a:lnTo>
                    <a:pt x="286" y="100"/>
                  </a:lnTo>
                  <a:lnTo>
                    <a:pt x="277" y="100"/>
                  </a:lnTo>
                  <a:lnTo>
                    <a:pt x="271" y="100"/>
                  </a:lnTo>
                  <a:lnTo>
                    <a:pt x="268" y="100"/>
                  </a:lnTo>
                  <a:lnTo>
                    <a:pt x="264" y="96"/>
                  </a:lnTo>
                  <a:lnTo>
                    <a:pt x="262" y="93"/>
                  </a:lnTo>
                  <a:lnTo>
                    <a:pt x="262" y="93"/>
                  </a:lnTo>
                  <a:lnTo>
                    <a:pt x="262" y="89"/>
                  </a:lnTo>
                  <a:lnTo>
                    <a:pt x="262" y="85"/>
                  </a:lnTo>
                  <a:lnTo>
                    <a:pt x="257" y="85"/>
                  </a:lnTo>
                  <a:lnTo>
                    <a:pt x="259" y="93"/>
                  </a:lnTo>
                  <a:lnTo>
                    <a:pt x="259" y="95"/>
                  </a:lnTo>
                  <a:lnTo>
                    <a:pt x="259" y="95"/>
                  </a:lnTo>
                  <a:lnTo>
                    <a:pt x="257" y="95"/>
                  </a:lnTo>
                  <a:lnTo>
                    <a:pt x="257" y="93"/>
                  </a:lnTo>
                  <a:lnTo>
                    <a:pt x="257" y="93"/>
                  </a:lnTo>
                  <a:lnTo>
                    <a:pt x="257" y="93"/>
                  </a:lnTo>
                  <a:lnTo>
                    <a:pt x="249" y="91"/>
                  </a:lnTo>
                  <a:lnTo>
                    <a:pt x="244" y="89"/>
                  </a:lnTo>
                  <a:lnTo>
                    <a:pt x="244" y="85"/>
                  </a:lnTo>
                  <a:lnTo>
                    <a:pt x="244" y="85"/>
                  </a:lnTo>
                  <a:lnTo>
                    <a:pt x="240" y="80"/>
                  </a:lnTo>
                  <a:lnTo>
                    <a:pt x="239" y="76"/>
                  </a:lnTo>
                  <a:lnTo>
                    <a:pt x="237" y="71"/>
                  </a:lnTo>
                  <a:lnTo>
                    <a:pt x="235" y="65"/>
                  </a:lnTo>
                  <a:lnTo>
                    <a:pt x="235" y="65"/>
                  </a:lnTo>
                  <a:lnTo>
                    <a:pt x="233" y="64"/>
                  </a:lnTo>
                  <a:lnTo>
                    <a:pt x="231" y="64"/>
                  </a:lnTo>
                  <a:lnTo>
                    <a:pt x="228" y="64"/>
                  </a:lnTo>
                  <a:lnTo>
                    <a:pt x="228" y="64"/>
                  </a:lnTo>
                  <a:lnTo>
                    <a:pt x="226" y="58"/>
                  </a:lnTo>
                  <a:lnTo>
                    <a:pt x="224" y="53"/>
                  </a:lnTo>
                  <a:lnTo>
                    <a:pt x="224" y="47"/>
                  </a:lnTo>
                  <a:lnTo>
                    <a:pt x="222" y="45"/>
                  </a:lnTo>
                  <a:lnTo>
                    <a:pt x="220" y="44"/>
                  </a:lnTo>
                  <a:lnTo>
                    <a:pt x="220" y="42"/>
                  </a:lnTo>
                  <a:lnTo>
                    <a:pt x="220" y="42"/>
                  </a:lnTo>
                  <a:lnTo>
                    <a:pt x="215" y="42"/>
                  </a:lnTo>
                  <a:lnTo>
                    <a:pt x="211" y="42"/>
                  </a:lnTo>
                  <a:lnTo>
                    <a:pt x="211" y="42"/>
                  </a:lnTo>
                  <a:lnTo>
                    <a:pt x="213" y="38"/>
                  </a:lnTo>
                  <a:lnTo>
                    <a:pt x="215" y="36"/>
                  </a:lnTo>
                  <a:lnTo>
                    <a:pt x="215" y="36"/>
                  </a:lnTo>
                  <a:lnTo>
                    <a:pt x="215" y="31"/>
                  </a:lnTo>
                  <a:lnTo>
                    <a:pt x="215" y="27"/>
                  </a:lnTo>
                  <a:lnTo>
                    <a:pt x="215" y="27"/>
                  </a:lnTo>
                  <a:lnTo>
                    <a:pt x="193" y="2"/>
                  </a:lnTo>
                  <a:lnTo>
                    <a:pt x="186" y="7"/>
                  </a:lnTo>
                  <a:lnTo>
                    <a:pt x="186" y="7"/>
                  </a:lnTo>
                  <a:lnTo>
                    <a:pt x="188" y="22"/>
                  </a:lnTo>
                  <a:lnTo>
                    <a:pt x="189" y="25"/>
                  </a:lnTo>
                  <a:lnTo>
                    <a:pt x="189" y="29"/>
                  </a:lnTo>
                  <a:lnTo>
                    <a:pt x="193" y="31"/>
                  </a:lnTo>
                  <a:lnTo>
                    <a:pt x="197" y="33"/>
                  </a:lnTo>
                  <a:lnTo>
                    <a:pt x="211" y="36"/>
                  </a:lnTo>
                  <a:lnTo>
                    <a:pt x="211" y="36"/>
                  </a:lnTo>
                  <a:lnTo>
                    <a:pt x="208" y="42"/>
                  </a:lnTo>
                  <a:lnTo>
                    <a:pt x="208" y="42"/>
                  </a:lnTo>
                  <a:lnTo>
                    <a:pt x="206" y="40"/>
                  </a:lnTo>
                  <a:lnTo>
                    <a:pt x="204" y="40"/>
                  </a:lnTo>
                  <a:lnTo>
                    <a:pt x="202" y="38"/>
                  </a:lnTo>
                  <a:lnTo>
                    <a:pt x="200" y="38"/>
                  </a:lnTo>
                  <a:lnTo>
                    <a:pt x="200" y="38"/>
                  </a:lnTo>
                  <a:lnTo>
                    <a:pt x="200" y="40"/>
                  </a:lnTo>
                  <a:lnTo>
                    <a:pt x="198" y="42"/>
                  </a:lnTo>
                  <a:lnTo>
                    <a:pt x="197" y="44"/>
                  </a:lnTo>
                  <a:lnTo>
                    <a:pt x="193" y="44"/>
                  </a:lnTo>
                  <a:lnTo>
                    <a:pt x="193" y="44"/>
                  </a:lnTo>
                  <a:lnTo>
                    <a:pt x="193" y="40"/>
                  </a:lnTo>
                  <a:lnTo>
                    <a:pt x="191" y="40"/>
                  </a:lnTo>
                  <a:lnTo>
                    <a:pt x="189" y="38"/>
                  </a:lnTo>
                  <a:lnTo>
                    <a:pt x="189" y="38"/>
                  </a:lnTo>
                  <a:lnTo>
                    <a:pt x="186" y="45"/>
                  </a:lnTo>
                  <a:lnTo>
                    <a:pt x="186" y="45"/>
                  </a:lnTo>
                  <a:lnTo>
                    <a:pt x="184" y="51"/>
                  </a:lnTo>
                  <a:lnTo>
                    <a:pt x="182" y="56"/>
                  </a:lnTo>
                  <a:lnTo>
                    <a:pt x="182" y="56"/>
                  </a:lnTo>
                  <a:lnTo>
                    <a:pt x="171" y="58"/>
                  </a:lnTo>
                  <a:lnTo>
                    <a:pt x="171" y="53"/>
                  </a:lnTo>
                  <a:lnTo>
                    <a:pt x="171" y="53"/>
                  </a:lnTo>
                  <a:lnTo>
                    <a:pt x="173" y="44"/>
                  </a:lnTo>
                  <a:lnTo>
                    <a:pt x="173" y="44"/>
                  </a:lnTo>
                  <a:lnTo>
                    <a:pt x="177" y="38"/>
                  </a:lnTo>
                  <a:lnTo>
                    <a:pt x="178" y="34"/>
                  </a:lnTo>
                  <a:lnTo>
                    <a:pt x="178" y="31"/>
                  </a:lnTo>
                  <a:lnTo>
                    <a:pt x="171" y="29"/>
                  </a:lnTo>
                  <a:lnTo>
                    <a:pt x="171" y="29"/>
                  </a:lnTo>
                  <a:lnTo>
                    <a:pt x="169" y="25"/>
                  </a:lnTo>
                  <a:lnTo>
                    <a:pt x="169" y="22"/>
                  </a:lnTo>
                  <a:lnTo>
                    <a:pt x="167" y="20"/>
                  </a:lnTo>
                  <a:lnTo>
                    <a:pt x="166" y="16"/>
                  </a:lnTo>
                  <a:lnTo>
                    <a:pt x="166" y="16"/>
                  </a:lnTo>
                  <a:lnTo>
                    <a:pt x="166" y="16"/>
                  </a:lnTo>
                  <a:lnTo>
                    <a:pt x="164" y="16"/>
                  </a:lnTo>
                  <a:lnTo>
                    <a:pt x="164" y="18"/>
                  </a:lnTo>
                  <a:lnTo>
                    <a:pt x="162" y="18"/>
                  </a:lnTo>
                  <a:lnTo>
                    <a:pt x="162" y="18"/>
                  </a:lnTo>
                  <a:lnTo>
                    <a:pt x="155" y="14"/>
                  </a:lnTo>
                  <a:lnTo>
                    <a:pt x="155" y="14"/>
                  </a:lnTo>
                  <a:lnTo>
                    <a:pt x="151" y="22"/>
                  </a:lnTo>
                  <a:lnTo>
                    <a:pt x="147" y="31"/>
                  </a:lnTo>
                  <a:lnTo>
                    <a:pt x="147" y="31"/>
                  </a:lnTo>
                  <a:lnTo>
                    <a:pt x="140" y="31"/>
                  </a:lnTo>
                  <a:lnTo>
                    <a:pt x="140" y="31"/>
                  </a:lnTo>
                  <a:lnTo>
                    <a:pt x="133" y="20"/>
                  </a:lnTo>
                  <a:lnTo>
                    <a:pt x="127" y="14"/>
                  </a:lnTo>
                  <a:lnTo>
                    <a:pt x="122" y="11"/>
                  </a:lnTo>
                  <a:lnTo>
                    <a:pt x="122" y="11"/>
                  </a:lnTo>
                  <a:lnTo>
                    <a:pt x="118" y="11"/>
                  </a:lnTo>
                  <a:lnTo>
                    <a:pt x="113" y="11"/>
                  </a:lnTo>
                  <a:lnTo>
                    <a:pt x="113" y="11"/>
                  </a:lnTo>
                  <a:lnTo>
                    <a:pt x="113" y="27"/>
                  </a:lnTo>
                  <a:lnTo>
                    <a:pt x="115" y="42"/>
                  </a:lnTo>
                  <a:lnTo>
                    <a:pt x="107" y="44"/>
                  </a:lnTo>
                  <a:lnTo>
                    <a:pt x="107" y="44"/>
                  </a:lnTo>
                  <a:lnTo>
                    <a:pt x="89" y="31"/>
                  </a:lnTo>
                  <a:lnTo>
                    <a:pt x="89" y="31"/>
                  </a:lnTo>
                  <a:lnTo>
                    <a:pt x="89" y="16"/>
                  </a:lnTo>
                  <a:lnTo>
                    <a:pt x="89" y="7"/>
                  </a:lnTo>
                  <a:lnTo>
                    <a:pt x="89" y="2"/>
                  </a:lnTo>
                  <a:lnTo>
                    <a:pt x="89" y="2"/>
                  </a:lnTo>
                  <a:lnTo>
                    <a:pt x="85" y="0"/>
                  </a:lnTo>
                  <a:lnTo>
                    <a:pt x="82" y="0"/>
                  </a:lnTo>
                  <a:lnTo>
                    <a:pt x="80" y="0"/>
                  </a:lnTo>
                  <a:lnTo>
                    <a:pt x="76" y="0"/>
                  </a:lnTo>
                  <a:lnTo>
                    <a:pt x="7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65" name="Freeform 348">
              <a:extLst>
                <a:ext uri="{FF2B5EF4-FFF2-40B4-BE49-F238E27FC236}">
                  <a16:creationId xmlns:a16="http://schemas.microsoft.com/office/drawing/2014/main" id="{DCE07056-34B0-4AD3-A7F6-CD648F58CCC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3334" y="1520374"/>
              <a:ext cx="10382" cy="7415"/>
            </a:xfrm>
            <a:custGeom>
              <a:avLst/>
              <a:gdLst>
                <a:gd name="T0" fmla="*/ 4 w 7"/>
                <a:gd name="T1" fmla="*/ 0 h 5"/>
                <a:gd name="T2" fmla="*/ 4 w 7"/>
                <a:gd name="T3" fmla="*/ 0 h 5"/>
                <a:gd name="T4" fmla="*/ 7 w 7"/>
                <a:gd name="T5" fmla="*/ 0 h 5"/>
                <a:gd name="T6" fmla="*/ 7 w 7"/>
                <a:gd name="T7" fmla="*/ 2 h 5"/>
                <a:gd name="T8" fmla="*/ 4 w 7"/>
                <a:gd name="T9" fmla="*/ 5 h 5"/>
                <a:gd name="T10" fmla="*/ 4 w 7"/>
                <a:gd name="T11" fmla="*/ 5 h 5"/>
                <a:gd name="T12" fmla="*/ 0 w 7"/>
                <a:gd name="T13" fmla="*/ 5 h 5"/>
                <a:gd name="T14" fmla="*/ 0 w 7"/>
                <a:gd name="T15" fmla="*/ 4 h 5"/>
                <a:gd name="T16" fmla="*/ 2 w 7"/>
                <a:gd name="T17" fmla="*/ 2 h 5"/>
                <a:gd name="T18" fmla="*/ 4 w 7"/>
                <a:gd name="T19" fmla="*/ 0 h 5"/>
                <a:gd name="T20" fmla="*/ 4 w 7"/>
                <a:gd name="T2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5">
                  <a:moveTo>
                    <a:pt x="4" y="0"/>
                  </a:moveTo>
                  <a:lnTo>
                    <a:pt x="4" y="0"/>
                  </a:lnTo>
                  <a:lnTo>
                    <a:pt x="7" y="0"/>
                  </a:lnTo>
                  <a:lnTo>
                    <a:pt x="7" y="2"/>
                  </a:lnTo>
                  <a:lnTo>
                    <a:pt x="4" y="5"/>
                  </a:lnTo>
                  <a:lnTo>
                    <a:pt x="4" y="5"/>
                  </a:lnTo>
                  <a:lnTo>
                    <a:pt x="0" y="5"/>
                  </a:lnTo>
                  <a:lnTo>
                    <a:pt x="0" y="4"/>
                  </a:lnTo>
                  <a:lnTo>
                    <a:pt x="2" y="2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66" name="Freeform 349">
              <a:extLst>
                <a:ext uri="{FF2B5EF4-FFF2-40B4-BE49-F238E27FC236}">
                  <a16:creationId xmlns:a16="http://schemas.microsoft.com/office/drawing/2014/main" id="{CC074463-28DD-4DD0-ADE5-F1951E6C07A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1388" y="1501096"/>
              <a:ext cx="157199" cy="146818"/>
            </a:xfrm>
            <a:custGeom>
              <a:avLst/>
              <a:gdLst>
                <a:gd name="T0" fmla="*/ 71 w 106"/>
                <a:gd name="T1" fmla="*/ 6 h 99"/>
                <a:gd name="T2" fmla="*/ 49 w 106"/>
                <a:gd name="T3" fmla="*/ 13 h 99"/>
                <a:gd name="T4" fmla="*/ 51 w 106"/>
                <a:gd name="T5" fmla="*/ 17 h 99"/>
                <a:gd name="T6" fmla="*/ 53 w 106"/>
                <a:gd name="T7" fmla="*/ 18 h 99"/>
                <a:gd name="T8" fmla="*/ 35 w 106"/>
                <a:gd name="T9" fmla="*/ 17 h 99"/>
                <a:gd name="T10" fmla="*/ 29 w 106"/>
                <a:gd name="T11" fmla="*/ 18 h 99"/>
                <a:gd name="T12" fmla="*/ 24 w 106"/>
                <a:gd name="T13" fmla="*/ 26 h 99"/>
                <a:gd name="T14" fmla="*/ 22 w 106"/>
                <a:gd name="T15" fmla="*/ 26 h 99"/>
                <a:gd name="T16" fmla="*/ 24 w 106"/>
                <a:gd name="T17" fmla="*/ 33 h 99"/>
                <a:gd name="T18" fmla="*/ 28 w 106"/>
                <a:gd name="T19" fmla="*/ 35 h 99"/>
                <a:gd name="T20" fmla="*/ 42 w 106"/>
                <a:gd name="T21" fmla="*/ 35 h 99"/>
                <a:gd name="T22" fmla="*/ 40 w 106"/>
                <a:gd name="T23" fmla="*/ 40 h 99"/>
                <a:gd name="T24" fmla="*/ 42 w 106"/>
                <a:gd name="T25" fmla="*/ 46 h 99"/>
                <a:gd name="T26" fmla="*/ 40 w 106"/>
                <a:gd name="T27" fmla="*/ 49 h 99"/>
                <a:gd name="T28" fmla="*/ 37 w 106"/>
                <a:gd name="T29" fmla="*/ 53 h 99"/>
                <a:gd name="T30" fmla="*/ 24 w 106"/>
                <a:gd name="T31" fmla="*/ 51 h 99"/>
                <a:gd name="T32" fmla="*/ 9 w 106"/>
                <a:gd name="T33" fmla="*/ 40 h 99"/>
                <a:gd name="T34" fmla="*/ 6 w 106"/>
                <a:gd name="T35" fmla="*/ 42 h 99"/>
                <a:gd name="T36" fmla="*/ 0 w 106"/>
                <a:gd name="T37" fmla="*/ 42 h 99"/>
                <a:gd name="T38" fmla="*/ 2 w 106"/>
                <a:gd name="T39" fmla="*/ 55 h 99"/>
                <a:gd name="T40" fmla="*/ 2 w 106"/>
                <a:gd name="T41" fmla="*/ 55 h 99"/>
                <a:gd name="T42" fmla="*/ 9 w 106"/>
                <a:gd name="T43" fmla="*/ 62 h 99"/>
                <a:gd name="T44" fmla="*/ 17 w 106"/>
                <a:gd name="T45" fmla="*/ 68 h 99"/>
                <a:gd name="T46" fmla="*/ 22 w 106"/>
                <a:gd name="T47" fmla="*/ 66 h 99"/>
                <a:gd name="T48" fmla="*/ 29 w 106"/>
                <a:gd name="T49" fmla="*/ 62 h 99"/>
                <a:gd name="T50" fmla="*/ 37 w 106"/>
                <a:gd name="T51" fmla="*/ 75 h 99"/>
                <a:gd name="T52" fmla="*/ 46 w 106"/>
                <a:gd name="T53" fmla="*/ 77 h 99"/>
                <a:gd name="T54" fmla="*/ 49 w 106"/>
                <a:gd name="T55" fmla="*/ 77 h 99"/>
                <a:gd name="T56" fmla="*/ 53 w 106"/>
                <a:gd name="T57" fmla="*/ 88 h 99"/>
                <a:gd name="T58" fmla="*/ 57 w 106"/>
                <a:gd name="T59" fmla="*/ 97 h 99"/>
                <a:gd name="T60" fmla="*/ 60 w 106"/>
                <a:gd name="T61" fmla="*/ 99 h 99"/>
                <a:gd name="T62" fmla="*/ 64 w 106"/>
                <a:gd name="T63" fmla="*/ 99 h 99"/>
                <a:gd name="T64" fmla="*/ 71 w 106"/>
                <a:gd name="T65" fmla="*/ 93 h 99"/>
                <a:gd name="T66" fmla="*/ 86 w 106"/>
                <a:gd name="T67" fmla="*/ 82 h 99"/>
                <a:gd name="T68" fmla="*/ 90 w 106"/>
                <a:gd name="T69" fmla="*/ 80 h 99"/>
                <a:gd name="T70" fmla="*/ 97 w 106"/>
                <a:gd name="T71" fmla="*/ 80 h 99"/>
                <a:gd name="T72" fmla="*/ 100 w 106"/>
                <a:gd name="T73" fmla="*/ 80 h 99"/>
                <a:gd name="T74" fmla="*/ 102 w 106"/>
                <a:gd name="T75" fmla="*/ 75 h 99"/>
                <a:gd name="T76" fmla="*/ 104 w 106"/>
                <a:gd name="T77" fmla="*/ 73 h 99"/>
                <a:gd name="T78" fmla="*/ 102 w 106"/>
                <a:gd name="T79" fmla="*/ 53 h 99"/>
                <a:gd name="T80" fmla="*/ 104 w 106"/>
                <a:gd name="T81" fmla="*/ 49 h 99"/>
                <a:gd name="T82" fmla="*/ 97 w 106"/>
                <a:gd name="T83" fmla="*/ 48 h 99"/>
                <a:gd name="T84" fmla="*/ 90 w 106"/>
                <a:gd name="T85" fmla="*/ 55 h 99"/>
                <a:gd name="T86" fmla="*/ 88 w 106"/>
                <a:gd name="T87" fmla="*/ 46 h 99"/>
                <a:gd name="T88" fmla="*/ 84 w 106"/>
                <a:gd name="T89" fmla="*/ 42 h 99"/>
                <a:gd name="T90" fmla="*/ 75 w 106"/>
                <a:gd name="T91" fmla="*/ 40 h 99"/>
                <a:gd name="T92" fmla="*/ 73 w 106"/>
                <a:gd name="T93" fmla="*/ 31 h 99"/>
                <a:gd name="T94" fmla="*/ 86 w 106"/>
                <a:gd name="T95" fmla="*/ 27 h 99"/>
                <a:gd name="T96" fmla="*/ 88 w 106"/>
                <a:gd name="T97" fmla="*/ 22 h 99"/>
                <a:gd name="T98" fmla="*/ 80 w 106"/>
                <a:gd name="T99" fmla="*/ 13 h 99"/>
                <a:gd name="T100" fmla="*/ 73 w 106"/>
                <a:gd name="T101" fmla="*/ 13 h 99"/>
                <a:gd name="T102" fmla="*/ 77 w 106"/>
                <a:gd name="T103" fmla="*/ 6 h 99"/>
                <a:gd name="T104" fmla="*/ 79 w 106"/>
                <a:gd name="T105" fmla="*/ 0 h 99"/>
                <a:gd name="T106" fmla="*/ 71 w 106"/>
                <a:gd name="T107" fmla="*/ 2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06" h="99">
                  <a:moveTo>
                    <a:pt x="71" y="2"/>
                  </a:moveTo>
                  <a:lnTo>
                    <a:pt x="71" y="6"/>
                  </a:lnTo>
                  <a:lnTo>
                    <a:pt x="71" y="6"/>
                  </a:lnTo>
                  <a:lnTo>
                    <a:pt x="49" y="13"/>
                  </a:lnTo>
                  <a:lnTo>
                    <a:pt x="49" y="13"/>
                  </a:lnTo>
                  <a:lnTo>
                    <a:pt x="51" y="17"/>
                  </a:lnTo>
                  <a:lnTo>
                    <a:pt x="53" y="18"/>
                  </a:lnTo>
                  <a:lnTo>
                    <a:pt x="53" y="18"/>
                  </a:lnTo>
                  <a:lnTo>
                    <a:pt x="40" y="17"/>
                  </a:lnTo>
                  <a:lnTo>
                    <a:pt x="35" y="17"/>
                  </a:lnTo>
                  <a:lnTo>
                    <a:pt x="35" y="17"/>
                  </a:lnTo>
                  <a:lnTo>
                    <a:pt x="29" y="18"/>
                  </a:lnTo>
                  <a:lnTo>
                    <a:pt x="24" y="20"/>
                  </a:lnTo>
                  <a:lnTo>
                    <a:pt x="24" y="26"/>
                  </a:lnTo>
                  <a:lnTo>
                    <a:pt x="24" y="26"/>
                  </a:lnTo>
                  <a:lnTo>
                    <a:pt x="22" y="26"/>
                  </a:lnTo>
                  <a:lnTo>
                    <a:pt x="22" y="27"/>
                  </a:lnTo>
                  <a:lnTo>
                    <a:pt x="24" y="33"/>
                  </a:lnTo>
                  <a:lnTo>
                    <a:pt x="24" y="33"/>
                  </a:lnTo>
                  <a:lnTo>
                    <a:pt x="28" y="35"/>
                  </a:lnTo>
                  <a:lnTo>
                    <a:pt x="33" y="35"/>
                  </a:lnTo>
                  <a:lnTo>
                    <a:pt x="42" y="35"/>
                  </a:lnTo>
                  <a:lnTo>
                    <a:pt x="42" y="35"/>
                  </a:lnTo>
                  <a:lnTo>
                    <a:pt x="40" y="40"/>
                  </a:lnTo>
                  <a:lnTo>
                    <a:pt x="42" y="46"/>
                  </a:lnTo>
                  <a:lnTo>
                    <a:pt x="42" y="46"/>
                  </a:lnTo>
                  <a:lnTo>
                    <a:pt x="40" y="48"/>
                  </a:lnTo>
                  <a:lnTo>
                    <a:pt x="40" y="49"/>
                  </a:lnTo>
                  <a:lnTo>
                    <a:pt x="39" y="51"/>
                  </a:lnTo>
                  <a:lnTo>
                    <a:pt x="37" y="53"/>
                  </a:lnTo>
                  <a:lnTo>
                    <a:pt x="37" y="53"/>
                  </a:lnTo>
                  <a:lnTo>
                    <a:pt x="24" y="51"/>
                  </a:lnTo>
                  <a:lnTo>
                    <a:pt x="11" y="48"/>
                  </a:lnTo>
                  <a:lnTo>
                    <a:pt x="9" y="40"/>
                  </a:lnTo>
                  <a:lnTo>
                    <a:pt x="9" y="40"/>
                  </a:lnTo>
                  <a:lnTo>
                    <a:pt x="6" y="42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0" y="51"/>
                  </a:lnTo>
                  <a:lnTo>
                    <a:pt x="2" y="55"/>
                  </a:lnTo>
                  <a:lnTo>
                    <a:pt x="2" y="55"/>
                  </a:lnTo>
                  <a:lnTo>
                    <a:pt x="2" y="55"/>
                  </a:lnTo>
                  <a:lnTo>
                    <a:pt x="2" y="55"/>
                  </a:lnTo>
                  <a:lnTo>
                    <a:pt x="9" y="62"/>
                  </a:lnTo>
                  <a:lnTo>
                    <a:pt x="9" y="62"/>
                  </a:lnTo>
                  <a:lnTo>
                    <a:pt x="17" y="68"/>
                  </a:lnTo>
                  <a:lnTo>
                    <a:pt x="20" y="68"/>
                  </a:lnTo>
                  <a:lnTo>
                    <a:pt x="22" y="66"/>
                  </a:lnTo>
                  <a:lnTo>
                    <a:pt x="29" y="62"/>
                  </a:lnTo>
                  <a:lnTo>
                    <a:pt x="29" y="62"/>
                  </a:lnTo>
                  <a:lnTo>
                    <a:pt x="37" y="75"/>
                  </a:lnTo>
                  <a:lnTo>
                    <a:pt x="37" y="75"/>
                  </a:lnTo>
                  <a:lnTo>
                    <a:pt x="42" y="75"/>
                  </a:lnTo>
                  <a:lnTo>
                    <a:pt x="46" y="77"/>
                  </a:lnTo>
                  <a:lnTo>
                    <a:pt x="49" y="77"/>
                  </a:lnTo>
                  <a:lnTo>
                    <a:pt x="49" y="77"/>
                  </a:lnTo>
                  <a:lnTo>
                    <a:pt x="51" y="82"/>
                  </a:lnTo>
                  <a:lnTo>
                    <a:pt x="53" y="88"/>
                  </a:lnTo>
                  <a:lnTo>
                    <a:pt x="53" y="93"/>
                  </a:lnTo>
                  <a:lnTo>
                    <a:pt x="57" y="97"/>
                  </a:lnTo>
                  <a:lnTo>
                    <a:pt x="57" y="97"/>
                  </a:lnTo>
                  <a:lnTo>
                    <a:pt x="60" y="99"/>
                  </a:lnTo>
                  <a:lnTo>
                    <a:pt x="62" y="99"/>
                  </a:lnTo>
                  <a:lnTo>
                    <a:pt x="64" y="99"/>
                  </a:lnTo>
                  <a:lnTo>
                    <a:pt x="64" y="99"/>
                  </a:lnTo>
                  <a:lnTo>
                    <a:pt x="71" y="93"/>
                  </a:lnTo>
                  <a:lnTo>
                    <a:pt x="82" y="88"/>
                  </a:lnTo>
                  <a:lnTo>
                    <a:pt x="86" y="82"/>
                  </a:lnTo>
                  <a:lnTo>
                    <a:pt x="86" y="82"/>
                  </a:lnTo>
                  <a:lnTo>
                    <a:pt x="90" y="80"/>
                  </a:lnTo>
                  <a:lnTo>
                    <a:pt x="93" y="80"/>
                  </a:lnTo>
                  <a:lnTo>
                    <a:pt x="97" y="80"/>
                  </a:lnTo>
                  <a:lnTo>
                    <a:pt x="100" y="80"/>
                  </a:lnTo>
                  <a:lnTo>
                    <a:pt x="100" y="80"/>
                  </a:lnTo>
                  <a:lnTo>
                    <a:pt x="102" y="77"/>
                  </a:lnTo>
                  <a:lnTo>
                    <a:pt x="102" y="75"/>
                  </a:lnTo>
                  <a:lnTo>
                    <a:pt x="104" y="73"/>
                  </a:lnTo>
                  <a:lnTo>
                    <a:pt x="104" y="73"/>
                  </a:lnTo>
                  <a:lnTo>
                    <a:pt x="102" y="53"/>
                  </a:lnTo>
                  <a:lnTo>
                    <a:pt x="102" y="53"/>
                  </a:lnTo>
                  <a:lnTo>
                    <a:pt x="106" y="51"/>
                  </a:lnTo>
                  <a:lnTo>
                    <a:pt x="104" y="49"/>
                  </a:lnTo>
                  <a:lnTo>
                    <a:pt x="97" y="48"/>
                  </a:lnTo>
                  <a:lnTo>
                    <a:pt x="97" y="48"/>
                  </a:lnTo>
                  <a:lnTo>
                    <a:pt x="95" y="51"/>
                  </a:lnTo>
                  <a:lnTo>
                    <a:pt x="90" y="55"/>
                  </a:lnTo>
                  <a:lnTo>
                    <a:pt x="90" y="55"/>
                  </a:lnTo>
                  <a:lnTo>
                    <a:pt x="88" y="46"/>
                  </a:lnTo>
                  <a:lnTo>
                    <a:pt x="86" y="42"/>
                  </a:lnTo>
                  <a:lnTo>
                    <a:pt x="84" y="42"/>
                  </a:lnTo>
                  <a:lnTo>
                    <a:pt x="75" y="40"/>
                  </a:lnTo>
                  <a:lnTo>
                    <a:pt x="75" y="40"/>
                  </a:lnTo>
                  <a:lnTo>
                    <a:pt x="75" y="37"/>
                  </a:lnTo>
                  <a:lnTo>
                    <a:pt x="73" y="31"/>
                  </a:lnTo>
                  <a:lnTo>
                    <a:pt x="73" y="31"/>
                  </a:lnTo>
                  <a:lnTo>
                    <a:pt x="86" y="27"/>
                  </a:lnTo>
                  <a:lnTo>
                    <a:pt x="90" y="26"/>
                  </a:lnTo>
                  <a:lnTo>
                    <a:pt x="88" y="22"/>
                  </a:lnTo>
                  <a:lnTo>
                    <a:pt x="80" y="13"/>
                  </a:lnTo>
                  <a:lnTo>
                    <a:pt x="80" y="13"/>
                  </a:lnTo>
                  <a:lnTo>
                    <a:pt x="75" y="15"/>
                  </a:lnTo>
                  <a:lnTo>
                    <a:pt x="73" y="13"/>
                  </a:lnTo>
                  <a:lnTo>
                    <a:pt x="73" y="9"/>
                  </a:lnTo>
                  <a:lnTo>
                    <a:pt x="77" y="6"/>
                  </a:lnTo>
                  <a:lnTo>
                    <a:pt x="79" y="4"/>
                  </a:lnTo>
                  <a:lnTo>
                    <a:pt x="79" y="0"/>
                  </a:lnTo>
                  <a:lnTo>
                    <a:pt x="77" y="0"/>
                  </a:lnTo>
                  <a:lnTo>
                    <a:pt x="71" y="2"/>
                  </a:lnTo>
                  <a:lnTo>
                    <a:pt x="71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67" name="Freeform 350">
              <a:extLst>
                <a:ext uri="{FF2B5EF4-FFF2-40B4-BE49-F238E27FC236}">
                  <a16:creationId xmlns:a16="http://schemas.microsoft.com/office/drawing/2014/main" id="{7247B590-B029-4178-BB96-FDA0332F132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5302" y="1487748"/>
              <a:ext cx="223934" cy="164614"/>
            </a:xfrm>
            <a:custGeom>
              <a:avLst/>
              <a:gdLst>
                <a:gd name="T0" fmla="*/ 55 w 151"/>
                <a:gd name="T1" fmla="*/ 0 h 111"/>
                <a:gd name="T2" fmla="*/ 42 w 151"/>
                <a:gd name="T3" fmla="*/ 7 h 111"/>
                <a:gd name="T4" fmla="*/ 24 w 151"/>
                <a:gd name="T5" fmla="*/ 13 h 111"/>
                <a:gd name="T6" fmla="*/ 7 w 151"/>
                <a:gd name="T7" fmla="*/ 18 h 111"/>
                <a:gd name="T8" fmla="*/ 9 w 151"/>
                <a:gd name="T9" fmla="*/ 46 h 111"/>
                <a:gd name="T10" fmla="*/ 13 w 151"/>
                <a:gd name="T11" fmla="*/ 51 h 111"/>
                <a:gd name="T12" fmla="*/ 6 w 151"/>
                <a:gd name="T13" fmla="*/ 55 h 111"/>
                <a:gd name="T14" fmla="*/ 7 w 151"/>
                <a:gd name="T15" fmla="*/ 60 h 111"/>
                <a:gd name="T16" fmla="*/ 11 w 151"/>
                <a:gd name="T17" fmla="*/ 64 h 111"/>
                <a:gd name="T18" fmla="*/ 0 w 151"/>
                <a:gd name="T19" fmla="*/ 86 h 111"/>
                <a:gd name="T20" fmla="*/ 9 w 151"/>
                <a:gd name="T21" fmla="*/ 91 h 111"/>
                <a:gd name="T22" fmla="*/ 15 w 151"/>
                <a:gd name="T23" fmla="*/ 97 h 111"/>
                <a:gd name="T24" fmla="*/ 20 w 151"/>
                <a:gd name="T25" fmla="*/ 108 h 111"/>
                <a:gd name="T26" fmla="*/ 22 w 151"/>
                <a:gd name="T27" fmla="*/ 111 h 111"/>
                <a:gd name="T28" fmla="*/ 29 w 151"/>
                <a:gd name="T29" fmla="*/ 111 h 111"/>
                <a:gd name="T30" fmla="*/ 35 w 151"/>
                <a:gd name="T31" fmla="*/ 111 h 111"/>
                <a:gd name="T32" fmla="*/ 48 w 151"/>
                <a:gd name="T33" fmla="*/ 93 h 111"/>
                <a:gd name="T34" fmla="*/ 49 w 151"/>
                <a:gd name="T35" fmla="*/ 93 h 111"/>
                <a:gd name="T36" fmla="*/ 49 w 151"/>
                <a:gd name="T37" fmla="*/ 97 h 111"/>
                <a:gd name="T38" fmla="*/ 53 w 151"/>
                <a:gd name="T39" fmla="*/ 97 h 111"/>
                <a:gd name="T40" fmla="*/ 51 w 151"/>
                <a:gd name="T41" fmla="*/ 98 h 111"/>
                <a:gd name="T42" fmla="*/ 66 w 151"/>
                <a:gd name="T43" fmla="*/ 97 h 111"/>
                <a:gd name="T44" fmla="*/ 69 w 151"/>
                <a:gd name="T45" fmla="*/ 97 h 111"/>
                <a:gd name="T46" fmla="*/ 73 w 151"/>
                <a:gd name="T47" fmla="*/ 97 h 111"/>
                <a:gd name="T48" fmla="*/ 79 w 151"/>
                <a:gd name="T49" fmla="*/ 86 h 111"/>
                <a:gd name="T50" fmla="*/ 82 w 151"/>
                <a:gd name="T51" fmla="*/ 75 h 111"/>
                <a:gd name="T52" fmla="*/ 84 w 151"/>
                <a:gd name="T53" fmla="*/ 69 h 111"/>
                <a:gd name="T54" fmla="*/ 108 w 151"/>
                <a:gd name="T55" fmla="*/ 51 h 111"/>
                <a:gd name="T56" fmla="*/ 133 w 151"/>
                <a:gd name="T57" fmla="*/ 38 h 111"/>
                <a:gd name="T58" fmla="*/ 141 w 151"/>
                <a:gd name="T59" fmla="*/ 36 h 111"/>
                <a:gd name="T60" fmla="*/ 142 w 151"/>
                <a:gd name="T61" fmla="*/ 38 h 111"/>
                <a:gd name="T62" fmla="*/ 148 w 151"/>
                <a:gd name="T63" fmla="*/ 40 h 111"/>
                <a:gd name="T64" fmla="*/ 150 w 151"/>
                <a:gd name="T65" fmla="*/ 38 h 111"/>
                <a:gd name="T66" fmla="*/ 151 w 151"/>
                <a:gd name="T67" fmla="*/ 29 h 111"/>
                <a:gd name="T68" fmla="*/ 148 w 151"/>
                <a:gd name="T69" fmla="*/ 29 h 111"/>
                <a:gd name="T70" fmla="*/ 142 w 151"/>
                <a:gd name="T71" fmla="*/ 27 h 111"/>
                <a:gd name="T72" fmla="*/ 135 w 151"/>
                <a:gd name="T73" fmla="*/ 18 h 111"/>
                <a:gd name="T74" fmla="*/ 128 w 151"/>
                <a:gd name="T75" fmla="*/ 15 h 111"/>
                <a:gd name="T76" fmla="*/ 110 w 151"/>
                <a:gd name="T77" fmla="*/ 15 h 111"/>
                <a:gd name="T78" fmla="*/ 91 w 151"/>
                <a:gd name="T79" fmla="*/ 18 h 111"/>
                <a:gd name="T80" fmla="*/ 86 w 151"/>
                <a:gd name="T81" fmla="*/ 13 h 111"/>
                <a:gd name="T82" fmla="*/ 59 w 151"/>
                <a:gd name="T83" fmla="*/ 6 h 111"/>
                <a:gd name="T84" fmla="*/ 57 w 151"/>
                <a:gd name="T85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51" h="111">
                  <a:moveTo>
                    <a:pt x="55" y="0"/>
                  </a:moveTo>
                  <a:lnTo>
                    <a:pt x="55" y="0"/>
                  </a:lnTo>
                  <a:lnTo>
                    <a:pt x="48" y="4"/>
                  </a:lnTo>
                  <a:lnTo>
                    <a:pt x="42" y="7"/>
                  </a:lnTo>
                  <a:lnTo>
                    <a:pt x="42" y="7"/>
                  </a:lnTo>
                  <a:lnTo>
                    <a:pt x="24" y="13"/>
                  </a:lnTo>
                  <a:lnTo>
                    <a:pt x="7" y="18"/>
                  </a:lnTo>
                  <a:lnTo>
                    <a:pt x="7" y="18"/>
                  </a:lnTo>
                  <a:lnTo>
                    <a:pt x="9" y="36"/>
                  </a:lnTo>
                  <a:lnTo>
                    <a:pt x="9" y="46"/>
                  </a:lnTo>
                  <a:lnTo>
                    <a:pt x="13" y="51"/>
                  </a:lnTo>
                  <a:lnTo>
                    <a:pt x="13" y="51"/>
                  </a:lnTo>
                  <a:lnTo>
                    <a:pt x="9" y="55"/>
                  </a:lnTo>
                  <a:lnTo>
                    <a:pt x="6" y="55"/>
                  </a:lnTo>
                  <a:lnTo>
                    <a:pt x="6" y="55"/>
                  </a:lnTo>
                  <a:lnTo>
                    <a:pt x="7" y="60"/>
                  </a:lnTo>
                  <a:lnTo>
                    <a:pt x="9" y="62"/>
                  </a:lnTo>
                  <a:lnTo>
                    <a:pt x="11" y="64"/>
                  </a:lnTo>
                  <a:lnTo>
                    <a:pt x="11" y="64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9" y="91"/>
                  </a:lnTo>
                  <a:lnTo>
                    <a:pt x="15" y="97"/>
                  </a:lnTo>
                  <a:lnTo>
                    <a:pt x="15" y="97"/>
                  </a:lnTo>
                  <a:lnTo>
                    <a:pt x="18" y="104"/>
                  </a:lnTo>
                  <a:lnTo>
                    <a:pt x="20" y="108"/>
                  </a:lnTo>
                  <a:lnTo>
                    <a:pt x="22" y="111"/>
                  </a:lnTo>
                  <a:lnTo>
                    <a:pt x="22" y="111"/>
                  </a:lnTo>
                  <a:lnTo>
                    <a:pt x="26" y="111"/>
                  </a:lnTo>
                  <a:lnTo>
                    <a:pt x="29" y="111"/>
                  </a:lnTo>
                  <a:lnTo>
                    <a:pt x="31" y="109"/>
                  </a:lnTo>
                  <a:lnTo>
                    <a:pt x="35" y="111"/>
                  </a:lnTo>
                  <a:lnTo>
                    <a:pt x="35" y="111"/>
                  </a:lnTo>
                  <a:lnTo>
                    <a:pt x="48" y="93"/>
                  </a:lnTo>
                  <a:lnTo>
                    <a:pt x="48" y="93"/>
                  </a:lnTo>
                  <a:lnTo>
                    <a:pt x="49" y="93"/>
                  </a:lnTo>
                  <a:lnTo>
                    <a:pt x="51" y="95"/>
                  </a:lnTo>
                  <a:lnTo>
                    <a:pt x="49" y="97"/>
                  </a:lnTo>
                  <a:lnTo>
                    <a:pt x="49" y="97"/>
                  </a:lnTo>
                  <a:lnTo>
                    <a:pt x="53" y="97"/>
                  </a:lnTo>
                  <a:lnTo>
                    <a:pt x="55" y="97"/>
                  </a:lnTo>
                  <a:lnTo>
                    <a:pt x="51" y="98"/>
                  </a:lnTo>
                  <a:lnTo>
                    <a:pt x="51" y="98"/>
                  </a:lnTo>
                  <a:lnTo>
                    <a:pt x="66" y="97"/>
                  </a:lnTo>
                  <a:lnTo>
                    <a:pt x="66" y="97"/>
                  </a:lnTo>
                  <a:lnTo>
                    <a:pt x="69" y="97"/>
                  </a:lnTo>
                  <a:lnTo>
                    <a:pt x="73" y="97"/>
                  </a:lnTo>
                  <a:lnTo>
                    <a:pt x="73" y="97"/>
                  </a:lnTo>
                  <a:lnTo>
                    <a:pt x="77" y="91"/>
                  </a:lnTo>
                  <a:lnTo>
                    <a:pt x="79" y="86"/>
                  </a:lnTo>
                  <a:lnTo>
                    <a:pt x="79" y="80"/>
                  </a:lnTo>
                  <a:lnTo>
                    <a:pt x="82" y="75"/>
                  </a:lnTo>
                  <a:lnTo>
                    <a:pt x="82" y="75"/>
                  </a:lnTo>
                  <a:lnTo>
                    <a:pt x="84" y="69"/>
                  </a:lnTo>
                  <a:lnTo>
                    <a:pt x="91" y="64"/>
                  </a:lnTo>
                  <a:lnTo>
                    <a:pt x="108" y="51"/>
                  </a:lnTo>
                  <a:lnTo>
                    <a:pt x="126" y="42"/>
                  </a:lnTo>
                  <a:lnTo>
                    <a:pt x="133" y="38"/>
                  </a:lnTo>
                  <a:lnTo>
                    <a:pt x="141" y="36"/>
                  </a:lnTo>
                  <a:lnTo>
                    <a:pt x="141" y="36"/>
                  </a:lnTo>
                  <a:lnTo>
                    <a:pt x="142" y="38"/>
                  </a:lnTo>
                  <a:lnTo>
                    <a:pt x="142" y="38"/>
                  </a:lnTo>
                  <a:lnTo>
                    <a:pt x="144" y="40"/>
                  </a:lnTo>
                  <a:lnTo>
                    <a:pt x="148" y="40"/>
                  </a:lnTo>
                  <a:lnTo>
                    <a:pt x="148" y="40"/>
                  </a:lnTo>
                  <a:lnTo>
                    <a:pt x="150" y="38"/>
                  </a:lnTo>
                  <a:lnTo>
                    <a:pt x="151" y="35"/>
                  </a:lnTo>
                  <a:lnTo>
                    <a:pt x="151" y="29"/>
                  </a:lnTo>
                  <a:lnTo>
                    <a:pt x="151" y="29"/>
                  </a:lnTo>
                  <a:lnTo>
                    <a:pt x="148" y="29"/>
                  </a:lnTo>
                  <a:lnTo>
                    <a:pt x="142" y="27"/>
                  </a:lnTo>
                  <a:lnTo>
                    <a:pt x="142" y="27"/>
                  </a:lnTo>
                  <a:lnTo>
                    <a:pt x="139" y="22"/>
                  </a:lnTo>
                  <a:lnTo>
                    <a:pt x="135" y="18"/>
                  </a:lnTo>
                  <a:lnTo>
                    <a:pt x="135" y="18"/>
                  </a:lnTo>
                  <a:lnTo>
                    <a:pt x="128" y="15"/>
                  </a:lnTo>
                  <a:lnTo>
                    <a:pt x="122" y="15"/>
                  </a:lnTo>
                  <a:lnTo>
                    <a:pt x="110" y="15"/>
                  </a:lnTo>
                  <a:lnTo>
                    <a:pt x="100" y="16"/>
                  </a:lnTo>
                  <a:lnTo>
                    <a:pt x="91" y="18"/>
                  </a:lnTo>
                  <a:lnTo>
                    <a:pt x="86" y="13"/>
                  </a:lnTo>
                  <a:lnTo>
                    <a:pt x="86" y="13"/>
                  </a:lnTo>
                  <a:lnTo>
                    <a:pt x="71" y="9"/>
                  </a:lnTo>
                  <a:lnTo>
                    <a:pt x="59" y="6"/>
                  </a:lnTo>
                  <a:lnTo>
                    <a:pt x="59" y="6"/>
                  </a:lnTo>
                  <a:lnTo>
                    <a:pt x="57" y="0"/>
                  </a:lnTo>
                  <a:lnTo>
                    <a:pt x="5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68" name="Freeform 351">
              <a:extLst>
                <a:ext uri="{FF2B5EF4-FFF2-40B4-BE49-F238E27FC236}">
                  <a16:creationId xmlns:a16="http://schemas.microsoft.com/office/drawing/2014/main" id="{D6AD0DE8-AA57-4350-9153-086FF63E06B9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0028" y="1484782"/>
              <a:ext cx="8898" cy="8898"/>
            </a:xfrm>
            <a:custGeom>
              <a:avLst/>
              <a:gdLst>
                <a:gd name="T0" fmla="*/ 2 w 6"/>
                <a:gd name="T1" fmla="*/ 0 h 6"/>
                <a:gd name="T2" fmla="*/ 2 w 6"/>
                <a:gd name="T3" fmla="*/ 0 h 6"/>
                <a:gd name="T4" fmla="*/ 0 w 6"/>
                <a:gd name="T5" fmla="*/ 0 h 6"/>
                <a:gd name="T6" fmla="*/ 0 w 6"/>
                <a:gd name="T7" fmla="*/ 2 h 6"/>
                <a:gd name="T8" fmla="*/ 2 w 6"/>
                <a:gd name="T9" fmla="*/ 4 h 6"/>
                <a:gd name="T10" fmla="*/ 6 w 6"/>
                <a:gd name="T11" fmla="*/ 6 h 6"/>
                <a:gd name="T12" fmla="*/ 6 w 6"/>
                <a:gd name="T13" fmla="*/ 6 h 6"/>
                <a:gd name="T14" fmla="*/ 6 w 6"/>
                <a:gd name="T15" fmla="*/ 2 h 6"/>
                <a:gd name="T16" fmla="*/ 6 w 6"/>
                <a:gd name="T17" fmla="*/ 0 h 6"/>
                <a:gd name="T18" fmla="*/ 2 w 6"/>
                <a:gd name="T19" fmla="*/ 0 h 6"/>
                <a:gd name="T20" fmla="*/ 2 w 6"/>
                <a:gd name="T2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" h="6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2" y="4"/>
                  </a:lnTo>
                  <a:lnTo>
                    <a:pt x="6" y="6"/>
                  </a:lnTo>
                  <a:lnTo>
                    <a:pt x="6" y="6"/>
                  </a:lnTo>
                  <a:lnTo>
                    <a:pt x="6" y="2"/>
                  </a:lnTo>
                  <a:lnTo>
                    <a:pt x="6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69" name="Freeform 352">
              <a:extLst>
                <a:ext uri="{FF2B5EF4-FFF2-40B4-BE49-F238E27FC236}">
                  <a16:creationId xmlns:a16="http://schemas.microsoft.com/office/drawing/2014/main" id="{E363A414-407D-40F9-B0DE-8449721C319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1727" y="1452156"/>
              <a:ext cx="5932" cy="19280"/>
            </a:xfrm>
            <a:custGeom>
              <a:avLst/>
              <a:gdLst>
                <a:gd name="T0" fmla="*/ 0 w 4"/>
                <a:gd name="T1" fmla="*/ 0 h 13"/>
                <a:gd name="T2" fmla="*/ 0 w 4"/>
                <a:gd name="T3" fmla="*/ 0 h 13"/>
                <a:gd name="T4" fmla="*/ 0 w 4"/>
                <a:gd name="T5" fmla="*/ 13 h 13"/>
                <a:gd name="T6" fmla="*/ 0 w 4"/>
                <a:gd name="T7" fmla="*/ 13 h 13"/>
                <a:gd name="T8" fmla="*/ 2 w 4"/>
                <a:gd name="T9" fmla="*/ 13 h 13"/>
                <a:gd name="T10" fmla="*/ 4 w 4"/>
                <a:gd name="T11" fmla="*/ 13 h 13"/>
                <a:gd name="T12" fmla="*/ 4 w 4"/>
                <a:gd name="T13" fmla="*/ 9 h 13"/>
                <a:gd name="T14" fmla="*/ 2 w 4"/>
                <a:gd name="T15" fmla="*/ 4 h 13"/>
                <a:gd name="T16" fmla="*/ 0 w 4"/>
                <a:gd name="T17" fmla="*/ 0 h 13"/>
                <a:gd name="T18" fmla="*/ 0 w 4"/>
                <a:gd name="T1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13">
                  <a:moveTo>
                    <a:pt x="0" y="0"/>
                  </a:moveTo>
                  <a:lnTo>
                    <a:pt x="0" y="0"/>
                  </a:lnTo>
                  <a:lnTo>
                    <a:pt x="0" y="13"/>
                  </a:lnTo>
                  <a:lnTo>
                    <a:pt x="0" y="13"/>
                  </a:lnTo>
                  <a:lnTo>
                    <a:pt x="2" y="13"/>
                  </a:lnTo>
                  <a:lnTo>
                    <a:pt x="4" y="13"/>
                  </a:lnTo>
                  <a:lnTo>
                    <a:pt x="4" y="9"/>
                  </a:lnTo>
                  <a:lnTo>
                    <a:pt x="2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70" name="Freeform 353">
              <a:extLst>
                <a:ext uri="{FF2B5EF4-FFF2-40B4-BE49-F238E27FC236}">
                  <a16:creationId xmlns:a16="http://schemas.microsoft.com/office/drawing/2014/main" id="{66984A8E-313E-4350-B350-393453AF954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2654" y="1435844"/>
              <a:ext cx="62286" cy="60804"/>
            </a:xfrm>
            <a:custGeom>
              <a:avLst/>
              <a:gdLst>
                <a:gd name="T0" fmla="*/ 15 w 42"/>
                <a:gd name="T1" fmla="*/ 0 h 41"/>
                <a:gd name="T2" fmla="*/ 15 w 42"/>
                <a:gd name="T3" fmla="*/ 0 h 41"/>
                <a:gd name="T4" fmla="*/ 13 w 42"/>
                <a:gd name="T5" fmla="*/ 4 h 41"/>
                <a:gd name="T6" fmla="*/ 13 w 42"/>
                <a:gd name="T7" fmla="*/ 8 h 41"/>
                <a:gd name="T8" fmla="*/ 11 w 42"/>
                <a:gd name="T9" fmla="*/ 13 h 41"/>
                <a:gd name="T10" fmla="*/ 6 w 42"/>
                <a:gd name="T11" fmla="*/ 13 h 41"/>
                <a:gd name="T12" fmla="*/ 6 w 42"/>
                <a:gd name="T13" fmla="*/ 13 h 41"/>
                <a:gd name="T14" fmla="*/ 4 w 42"/>
                <a:gd name="T15" fmla="*/ 20 h 41"/>
                <a:gd name="T16" fmla="*/ 0 w 42"/>
                <a:gd name="T17" fmla="*/ 28 h 41"/>
                <a:gd name="T18" fmla="*/ 0 w 42"/>
                <a:gd name="T19" fmla="*/ 28 h 41"/>
                <a:gd name="T20" fmla="*/ 6 w 42"/>
                <a:gd name="T21" fmla="*/ 28 h 41"/>
                <a:gd name="T22" fmla="*/ 11 w 42"/>
                <a:gd name="T23" fmla="*/ 28 h 41"/>
                <a:gd name="T24" fmla="*/ 13 w 42"/>
                <a:gd name="T25" fmla="*/ 33 h 41"/>
                <a:gd name="T26" fmla="*/ 13 w 42"/>
                <a:gd name="T27" fmla="*/ 33 h 41"/>
                <a:gd name="T28" fmla="*/ 19 w 42"/>
                <a:gd name="T29" fmla="*/ 35 h 41"/>
                <a:gd name="T30" fmla="*/ 22 w 42"/>
                <a:gd name="T31" fmla="*/ 35 h 41"/>
                <a:gd name="T32" fmla="*/ 26 w 42"/>
                <a:gd name="T33" fmla="*/ 35 h 41"/>
                <a:gd name="T34" fmla="*/ 29 w 42"/>
                <a:gd name="T35" fmla="*/ 35 h 41"/>
                <a:gd name="T36" fmla="*/ 29 w 42"/>
                <a:gd name="T37" fmla="*/ 35 h 41"/>
                <a:gd name="T38" fmla="*/ 31 w 42"/>
                <a:gd name="T39" fmla="*/ 39 h 41"/>
                <a:gd name="T40" fmla="*/ 35 w 42"/>
                <a:gd name="T41" fmla="*/ 41 h 41"/>
                <a:gd name="T42" fmla="*/ 35 w 42"/>
                <a:gd name="T43" fmla="*/ 41 h 41"/>
                <a:gd name="T44" fmla="*/ 39 w 42"/>
                <a:gd name="T45" fmla="*/ 35 h 41"/>
                <a:gd name="T46" fmla="*/ 42 w 42"/>
                <a:gd name="T47" fmla="*/ 28 h 41"/>
                <a:gd name="T48" fmla="*/ 42 w 42"/>
                <a:gd name="T49" fmla="*/ 28 h 41"/>
                <a:gd name="T50" fmla="*/ 42 w 42"/>
                <a:gd name="T51" fmla="*/ 20 h 41"/>
                <a:gd name="T52" fmla="*/ 39 w 42"/>
                <a:gd name="T53" fmla="*/ 13 h 41"/>
                <a:gd name="T54" fmla="*/ 33 w 42"/>
                <a:gd name="T55" fmla="*/ 0 h 41"/>
                <a:gd name="T56" fmla="*/ 33 w 42"/>
                <a:gd name="T57" fmla="*/ 0 h 41"/>
                <a:gd name="T58" fmla="*/ 24 w 42"/>
                <a:gd name="T59" fmla="*/ 2 h 41"/>
                <a:gd name="T60" fmla="*/ 20 w 42"/>
                <a:gd name="T61" fmla="*/ 2 h 41"/>
                <a:gd name="T62" fmla="*/ 20 w 42"/>
                <a:gd name="T63" fmla="*/ 4 h 41"/>
                <a:gd name="T64" fmla="*/ 20 w 42"/>
                <a:gd name="T65" fmla="*/ 4 h 41"/>
                <a:gd name="T66" fmla="*/ 20 w 42"/>
                <a:gd name="T67" fmla="*/ 4 h 41"/>
                <a:gd name="T68" fmla="*/ 19 w 42"/>
                <a:gd name="T69" fmla="*/ 2 h 41"/>
                <a:gd name="T70" fmla="*/ 15 w 42"/>
                <a:gd name="T71" fmla="*/ 0 h 41"/>
                <a:gd name="T72" fmla="*/ 15 w 42"/>
                <a:gd name="T73" fmla="*/ 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2" h="41">
                  <a:moveTo>
                    <a:pt x="15" y="0"/>
                  </a:moveTo>
                  <a:lnTo>
                    <a:pt x="15" y="0"/>
                  </a:lnTo>
                  <a:lnTo>
                    <a:pt x="13" y="4"/>
                  </a:lnTo>
                  <a:lnTo>
                    <a:pt x="13" y="8"/>
                  </a:lnTo>
                  <a:lnTo>
                    <a:pt x="11" y="13"/>
                  </a:lnTo>
                  <a:lnTo>
                    <a:pt x="6" y="13"/>
                  </a:lnTo>
                  <a:lnTo>
                    <a:pt x="6" y="13"/>
                  </a:lnTo>
                  <a:lnTo>
                    <a:pt x="4" y="20"/>
                  </a:lnTo>
                  <a:lnTo>
                    <a:pt x="0" y="28"/>
                  </a:lnTo>
                  <a:lnTo>
                    <a:pt x="0" y="28"/>
                  </a:lnTo>
                  <a:lnTo>
                    <a:pt x="6" y="28"/>
                  </a:lnTo>
                  <a:lnTo>
                    <a:pt x="11" y="28"/>
                  </a:lnTo>
                  <a:lnTo>
                    <a:pt x="13" y="33"/>
                  </a:lnTo>
                  <a:lnTo>
                    <a:pt x="13" y="33"/>
                  </a:lnTo>
                  <a:lnTo>
                    <a:pt x="19" y="35"/>
                  </a:lnTo>
                  <a:lnTo>
                    <a:pt x="22" y="35"/>
                  </a:lnTo>
                  <a:lnTo>
                    <a:pt x="26" y="35"/>
                  </a:lnTo>
                  <a:lnTo>
                    <a:pt x="29" y="35"/>
                  </a:lnTo>
                  <a:lnTo>
                    <a:pt x="29" y="35"/>
                  </a:lnTo>
                  <a:lnTo>
                    <a:pt x="31" y="39"/>
                  </a:lnTo>
                  <a:lnTo>
                    <a:pt x="35" y="41"/>
                  </a:lnTo>
                  <a:lnTo>
                    <a:pt x="35" y="41"/>
                  </a:lnTo>
                  <a:lnTo>
                    <a:pt x="39" y="35"/>
                  </a:lnTo>
                  <a:lnTo>
                    <a:pt x="42" y="28"/>
                  </a:lnTo>
                  <a:lnTo>
                    <a:pt x="42" y="28"/>
                  </a:lnTo>
                  <a:lnTo>
                    <a:pt x="42" y="20"/>
                  </a:lnTo>
                  <a:lnTo>
                    <a:pt x="39" y="13"/>
                  </a:lnTo>
                  <a:lnTo>
                    <a:pt x="33" y="0"/>
                  </a:lnTo>
                  <a:lnTo>
                    <a:pt x="33" y="0"/>
                  </a:lnTo>
                  <a:lnTo>
                    <a:pt x="24" y="2"/>
                  </a:lnTo>
                  <a:lnTo>
                    <a:pt x="20" y="2"/>
                  </a:lnTo>
                  <a:lnTo>
                    <a:pt x="20" y="4"/>
                  </a:lnTo>
                  <a:lnTo>
                    <a:pt x="20" y="4"/>
                  </a:lnTo>
                  <a:lnTo>
                    <a:pt x="20" y="4"/>
                  </a:lnTo>
                  <a:lnTo>
                    <a:pt x="19" y="2"/>
                  </a:lnTo>
                  <a:lnTo>
                    <a:pt x="15" y="0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71" name="Freeform 354">
              <a:extLst>
                <a:ext uri="{FF2B5EF4-FFF2-40B4-BE49-F238E27FC236}">
                  <a16:creationId xmlns:a16="http://schemas.microsoft.com/office/drawing/2014/main" id="{1AE46067-94F2-4A1D-B885-EF96F8919319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2273" y="1434360"/>
              <a:ext cx="23728" cy="17796"/>
            </a:xfrm>
            <a:custGeom>
              <a:avLst/>
              <a:gdLst>
                <a:gd name="T0" fmla="*/ 13 w 16"/>
                <a:gd name="T1" fmla="*/ 0 h 12"/>
                <a:gd name="T2" fmla="*/ 13 w 16"/>
                <a:gd name="T3" fmla="*/ 0 h 12"/>
                <a:gd name="T4" fmla="*/ 9 w 16"/>
                <a:gd name="T5" fmla="*/ 5 h 12"/>
                <a:gd name="T6" fmla="*/ 9 w 16"/>
                <a:gd name="T7" fmla="*/ 5 h 12"/>
                <a:gd name="T8" fmla="*/ 2 w 16"/>
                <a:gd name="T9" fmla="*/ 7 h 12"/>
                <a:gd name="T10" fmla="*/ 0 w 16"/>
                <a:gd name="T11" fmla="*/ 7 h 12"/>
                <a:gd name="T12" fmla="*/ 2 w 16"/>
                <a:gd name="T13" fmla="*/ 11 h 12"/>
                <a:gd name="T14" fmla="*/ 2 w 16"/>
                <a:gd name="T15" fmla="*/ 11 h 12"/>
                <a:gd name="T16" fmla="*/ 4 w 16"/>
                <a:gd name="T17" fmla="*/ 12 h 12"/>
                <a:gd name="T18" fmla="*/ 4 w 16"/>
                <a:gd name="T19" fmla="*/ 12 h 12"/>
                <a:gd name="T20" fmla="*/ 5 w 16"/>
                <a:gd name="T21" fmla="*/ 12 h 12"/>
                <a:gd name="T22" fmla="*/ 5 w 16"/>
                <a:gd name="T23" fmla="*/ 12 h 12"/>
                <a:gd name="T24" fmla="*/ 13 w 16"/>
                <a:gd name="T25" fmla="*/ 3 h 12"/>
                <a:gd name="T26" fmla="*/ 16 w 16"/>
                <a:gd name="T27" fmla="*/ 0 h 12"/>
                <a:gd name="T28" fmla="*/ 15 w 16"/>
                <a:gd name="T29" fmla="*/ 0 h 12"/>
                <a:gd name="T30" fmla="*/ 13 w 16"/>
                <a:gd name="T31" fmla="*/ 0 h 12"/>
                <a:gd name="T32" fmla="*/ 13 w 16"/>
                <a:gd name="T33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6" h="12">
                  <a:moveTo>
                    <a:pt x="13" y="0"/>
                  </a:moveTo>
                  <a:lnTo>
                    <a:pt x="13" y="0"/>
                  </a:lnTo>
                  <a:lnTo>
                    <a:pt x="9" y="5"/>
                  </a:lnTo>
                  <a:lnTo>
                    <a:pt x="9" y="5"/>
                  </a:lnTo>
                  <a:lnTo>
                    <a:pt x="2" y="7"/>
                  </a:lnTo>
                  <a:lnTo>
                    <a:pt x="0" y="7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4" y="12"/>
                  </a:lnTo>
                  <a:lnTo>
                    <a:pt x="4" y="12"/>
                  </a:lnTo>
                  <a:lnTo>
                    <a:pt x="5" y="12"/>
                  </a:lnTo>
                  <a:lnTo>
                    <a:pt x="5" y="12"/>
                  </a:lnTo>
                  <a:lnTo>
                    <a:pt x="13" y="3"/>
                  </a:lnTo>
                  <a:lnTo>
                    <a:pt x="16" y="0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72" name="Freeform 355">
              <a:extLst>
                <a:ext uri="{FF2B5EF4-FFF2-40B4-BE49-F238E27FC236}">
                  <a16:creationId xmlns:a16="http://schemas.microsoft.com/office/drawing/2014/main" id="{EEB5BEC9-BCFC-4293-B582-B283830AD3C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3221" y="1415082"/>
              <a:ext cx="29660" cy="40042"/>
            </a:xfrm>
            <a:custGeom>
              <a:avLst/>
              <a:gdLst>
                <a:gd name="T0" fmla="*/ 15 w 20"/>
                <a:gd name="T1" fmla="*/ 0 h 27"/>
                <a:gd name="T2" fmla="*/ 15 w 20"/>
                <a:gd name="T3" fmla="*/ 0 h 27"/>
                <a:gd name="T4" fmla="*/ 13 w 20"/>
                <a:gd name="T5" fmla="*/ 2 h 27"/>
                <a:gd name="T6" fmla="*/ 13 w 20"/>
                <a:gd name="T7" fmla="*/ 5 h 27"/>
                <a:gd name="T8" fmla="*/ 13 w 20"/>
                <a:gd name="T9" fmla="*/ 7 h 27"/>
                <a:gd name="T10" fmla="*/ 13 w 20"/>
                <a:gd name="T11" fmla="*/ 11 h 27"/>
                <a:gd name="T12" fmla="*/ 13 w 20"/>
                <a:gd name="T13" fmla="*/ 11 h 27"/>
                <a:gd name="T14" fmla="*/ 7 w 20"/>
                <a:gd name="T15" fmla="*/ 14 h 27"/>
                <a:gd name="T16" fmla="*/ 4 w 20"/>
                <a:gd name="T17" fmla="*/ 16 h 27"/>
                <a:gd name="T18" fmla="*/ 0 w 20"/>
                <a:gd name="T19" fmla="*/ 18 h 27"/>
                <a:gd name="T20" fmla="*/ 0 w 20"/>
                <a:gd name="T21" fmla="*/ 18 h 27"/>
                <a:gd name="T22" fmla="*/ 0 w 20"/>
                <a:gd name="T23" fmla="*/ 22 h 27"/>
                <a:gd name="T24" fmla="*/ 0 w 20"/>
                <a:gd name="T25" fmla="*/ 24 h 27"/>
                <a:gd name="T26" fmla="*/ 0 w 20"/>
                <a:gd name="T27" fmla="*/ 25 h 27"/>
                <a:gd name="T28" fmla="*/ 0 w 20"/>
                <a:gd name="T29" fmla="*/ 27 h 27"/>
                <a:gd name="T30" fmla="*/ 0 w 20"/>
                <a:gd name="T31" fmla="*/ 27 h 27"/>
                <a:gd name="T32" fmla="*/ 7 w 20"/>
                <a:gd name="T33" fmla="*/ 27 h 27"/>
                <a:gd name="T34" fmla="*/ 13 w 20"/>
                <a:gd name="T35" fmla="*/ 27 h 27"/>
                <a:gd name="T36" fmla="*/ 13 w 20"/>
                <a:gd name="T37" fmla="*/ 27 h 27"/>
                <a:gd name="T38" fmla="*/ 18 w 20"/>
                <a:gd name="T39" fmla="*/ 13 h 27"/>
                <a:gd name="T40" fmla="*/ 20 w 20"/>
                <a:gd name="T41" fmla="*/ 4 h 27"/>
                <a:gd name="T42" fmla="*/ 18 w 20"/>
                <a:gd name="T43" fmla="*/ 0 h 27"/>
                <a:gd name="T44" fmla="*/ 15 w 20"/>
                <a:gd name="T45" fmla="*/ 0 h 27"/>
                <a:gd name="T46" fmla="*/ 15 w 20"/>
                <a:gd name="T47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0" h="27">
                  <a:moveTo>
                    <a:pt x="15" y="0"/>
                  </a:moveTo>
                  <a:lnTo>
                    <a:pt x="15" y="0"/>
                  </a:lnTo>
                  <a:lnTo>
                    <a:pt x="13" y="2"/>
                  </a:lnTo>
                  <a:lnTo>
                    <a:pt x="13" y="5"/>
                  </a:lnTo>
                  <a:lnTo>
                    <a:pt x="13" y="7"/>
                  </a:lnTo>
                  <a:lnTo>
                    <a:pt x="13" y="11"/>
                  </a:lnTo>
                  <a:lnTo>
                    <a:pt x="13" y="11"/>
                  </a:lnTo>
                  <a:lnTo>
                    <a:pt x="7" y="14"/>
                  </a:lnTo>
                  <a:lnTo>
                    <a:pt x="4" y="16"/>
                  </a:lnTo>
                  <a:lnTo>
                    <a:pt x="0" y="18"/>
                  </a:lnTo>
                  <a:lnTo>
                    <a:pt x="0" y="18"/>
                  </a:lnTo>
                  <a:lnTo>
                    <a:pt x="0" y="22"/>
                  </a:lnTo>
                  <a:lnTo>
                    <a:pt x="0" y="24"/>
                  </a:lnTo>
                  <a:lnTo>
                    <a:pt x="0" y="25"/>
                  </a:lnTo>
                  <a:lnTo>
                    <a:pt x="0" y="27"/>
                  </a:lnTo>
                  <a:lnTo>
                    <a:pt x="0" y="27"/>
                  </a:lnTo>
                  <a:lnTo>
                    <a:pt x="7" y="27"/>
                  </a:lnTo>
                  <a:lnTo>
                    <a:pt x="13" y="27"/>
                  </a:lnTo>
                  <a:lnTo>
                    <a:pt x="13" y="27"/>
                  </a:lnTo>
                  <a:lnTo>
                    <a:pt x="18" y="13"/>
                  </a:lnTo>
                  <a:lnTo>
                    <a:pt x="20" y="4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73" name="Freeform 356">
              <a:extLst>
                <a:ext uri="{FF2B5EF4-FFF2-40B4-BE49-F238E27FC236}">
                  <a16:creationId xmlns:a16="http://schemas.microsoft.com/office/drawing/2014/main" id="{F7172E0A-3D83-4D1B-B377-D270D74AAF7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4405" y="1398768"/>
              <a:ext cx="4449" cy="10381"/>
            </a:xfrm>
            <a:custGeom>
              <a:avLst/>
              <a:gdLst>
                <a:gd name="T0" fmla="*/ 0 w 3"/>
                <a:gd name="T1" fmla="*/ 0 h 7"/>
                <a:gd name="T2" fmla="*/ 0 w 3"/>
                <a:gd name="T3" fmla="*/ 7 h 7"/>
                <a:gd name="T4" fmla="*/ 3 w 3"/>
                <a:gd name="T5" fmla="*/ 7 h 7"/>
                <a:gd name="T6" fmla="*/ 3 w 3"/>
                <a:gd name="T7" fmla="*/ 7 h 7"/>
                <a:gd name="T8" fmla="*/ 3 w 3"/>
                <a:gd name="T9" fmla="*/ 4 h 7"/>
                <a:gd name="T10" fmla="*/ 3 w 3"/>
                <a:gd name="T11" fmla="*/ 2 h 7"/>
                <a:gd name="T12" fmla="*/ 3 w 3"/>
                <a:gd name="T13" fmla="*/ 0 h 7"/>
                <a:gd name="T14" fmla="*/ 0 w 3"/>
                <a:gd name="T15" fmla="*/ 0 h 7"/>
                <a:gd name="T16" fmla="*/ 0 w 3"/>
                <a:gd name="T1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" h="7">
                  <a:moveTo>
                    <a:pt x="0" y="0"/>
                  </a:moveTo>
                  <a:lnTo>
                    <a:pt x="0" y="7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4"/>
                  </a:lnTo>
                  <a:lnTo>
                    <a:pt x="3" y="2"/>
                  </a:lnTo>
                  <a:lnTo>
                    <a:pt x="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74" name="Freeform 357">
              <a:extLst>
                <a:ext uri="{FF2B5EF4-FFF2-40B4-BE49-F238E27FC236}">
                  <a16:creationId xmlns:a16="http://schemas.microsoft.com/office/drawing/2014/main" id="{5D7CC759-E6D2-4D5E-A085-5057725F9013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8153" y="1382455"/>
              <a:ext cx="10382" cy="16314"/>
            </a:xfrm>
            <a:custGeom>
              <a:avLst/>
              <a:gdLst>
                <a:gd name="T0" fmla="*/ 2 w 7"/>
                <a:gd name="T1" fmla="*/ 0 h 11"/>
                <a:gd name="T2" fmla="*/ 2 w 7"/>
                <a:gd name="T3" fmla="*/ 0 h 11"/>
                <a:gd name="T4" fmla="*/ 6 w 7"/>
                <a:gd name="T5" fmla="*/ 4 h 11"/>
                <a:gd name="T6" fmla="*/ 7 w 7"/>
                <a:gd name="T7" fmla="*/ 7 h 11"/>
                <a:gd name="T8" fmla="*/ 7 w 7"/>
                <a:gd name="T9" fmla="*/ 11 h 11"/>
                <a:gd name="T10" fmla="*/ 6 w 7"/>
                <a:gd name="T11" fmla="*/ 11 h 11"/>
                <a:gd name="T12" fmla="*/ 6 w 7"/>
                <a:gd name="T13" fmla="*/ 11 h 11"/>
                <a:gd name="T14" fmla="*/ 2 w 7"/>
                <a:gd name="T15" fmla="*/ 4 h 11"/>
                <a:gd name="T16" fmla="*/ 0 w 7"/>
                <a:gd name="T17" fmla="*/ 2 h 11"/>
                <a:gd name="T18" fmla="*/ 2 w 7"/>
                <a:gd name="T19" fmla="*/ 0 h 11"/>
                <a:gd name="T20" fmla="*/ 2 w 7"/>
                <a:gd name="T21" fmla="*/ 0 h 11"/>
                <a:gd name="T22" fmla="*/ 2 w 7"/>
                <a:gd name="T2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" h="11">
                  <a:moveTo>
                    <a:pt x="2" y="0"/>
                  </a:moveTo>
                  <a:lnTo>
                    <a:pt x="2" y="0"/>
                  </a:lnTo>
                  <a:lnTo>
                    <a:pt x="6" y="4"/>
                  </a:lnTo>
                  <a:lnTo>
                    <a:pt x="7" y="7"/>
                  </a:lnTo>
                  <a:lnTo>
                    <a:pt x="7" y="11"/>
                  </a:lnTo>
                  <a:lnTo>
                    <a:pt x="6" y="11"/>
                  </a:lnTo>
                  <a:lnTo>
                    <a:pt x="6" y="11"/>
                  </a:lnTo>
                  <a:lnTo>
                    <a:pt x="2" y="4"/>
                  </a:lnTo>
                  <a:lnTo>
                    <a:pt x="0" y="2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75" name="Freeform 358">
              <a:extLst>
                <a:ext uri="{FF2B5EF4-FFF2-40B4-BE49-F238E27FC236}">
                  <a16:creationId xmlns:a16="http://schemas.microsoft.com/office/drawing/2014/main" id="{03966FC0-5B1A-49C4-9762-C6DB72B2D02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0192" y="1379489"/>
              <a:ext cx="19280" cy="19280"/>
            </a:xfrm>
            <a:custGeom>
              <a:avLst/>
              <a:gdLst>
                <a:gd name="T0" fmla="*/ 5 w 13"/>
                <a:gd name="T1" fmla="*/ 0 h 13"/>
                <a:gd name="T2" fmla="*/ 5 w 13"/>
                <a:gd name="T3" fmla="*/ 0 h 13"/>
                <a:gd name="T4" fmla="*/ 5 w 13"/>
                <a:gd name="T5" fmla="*/ 2 h 13"/>
                <a:gd name="T6" fmla="*/ 4 w 13"/>
                <a:gd name="T7" fmla="*/ 2 h 13"/>
                <a:gd name="T8" fmla="*/ 0 w 13"/>
                <a:gd name="T9" fmla="*/ 2 h 13"/>
                <a:gd name="T10" fmla="*/ 0 w 13"/>
                <a:gd name="T11" fmla="*/ 2 h 13"/>
                <a:gd name="T12" fmla="*/ 4 w 13"/>
                <a:gd name="T13" fmla="*/ 7 h 13"/>
                <a:gd name="T14" fmla="*/ 7 w 13"/>
                <a:gd name="T15" fmla="*/ 13 h 13"/>
                <a:gd name="T16" fmla="*/ 7 w 13"/>
                <a:gd name="T17" fmla="*/ 13 h 13"/>
                <a:gd name="T18" fmla="*/ 11 w 13"/>
                <a:gd name="T19" fmla="*/ 11 h 13"/>
                <a:gd name="T20" fmla="*/ 13 w 13"/>
                <a:gd name="T21" fmla="*/ 9 h 13"/>
                <a:gd name="T22" fmla="*/ 13 w 13"/>
                <a:gd name="T23" fmla="*/ 0 h 13"/>
                <a:gd name="T24" fmla="*/ 13 w 13"/>
                <a:gd name="T25" fmla="*/ 0 h 13"/>
                <a:gd name="T26" fmla="*/ 5 w 13"/>
                <a:gd name="T27" fmla="*/ 0 h 13"/>
                <a:gd name="T28" fmla="*/ 5 w 13"/>
                <a:gd name="T2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" h="13">
                  <a:moveTo>
                    <a:pt x="5" y="0"/>
                  </a:moveTo>
                  <a:lnTo>
                    <a:pt x="5" y="0"/>
                  </a:lnTo>
                  <a:lnTo>
                    <a:pt x="5" y="2"/>
                  </a:lnTo>
                  <a:lnTo>
                    <a:pt x="4" y="2"/>
                  </a:lnTo>
                  <a:lnTo>
                    <a:pt x="0" y="2"/>
                  </a:lnTo>
                  <a:lnTo>
                    <a:pt x="0" y="2"/>
                  </a:lnTo>
                  <a:lnTo>
                    <a:pt x="4" y="7"/>
                  </a:lnTo>
                  <a:lnTo>
                    <a:pt x="7" y="13"/>
                  </a:lnTo>
                  <a:lnTo>
                    <a:pt x="7" y="13"/>
                  </a:lnTo>
                  <a:lnTo>
                    <a:pt x="11" y="11"/>
                  </a:lnTo>
                  <a:lnTo>
                    <a:pt x="13" y="9"/>
                  </a:lnTo>
                  <a:lnTo>
                    <a:pt x="13" y="0"/>
                  </a:lnTo>
                  <a:lnTo>
                    <a:pt x="13" y="0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76" name="Freeform 359">
              <a:extLst>
                <a:ext uri="{FF2B5EF4-FFF2-40B4-BE49-F238E27FC236}">
                  <a16:creationId xmlns:a16="http://schemas.microsoft.com/office/drawing/2014/main" id="{1D3473BF-1527-4EE0-940E-728D2537BB6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4312" y="1379489"/>
              <a:ext cx="53388" cy="71184"/>
            </a:xfrm>
            <a:custGeom>
              <a:avLst/>
              <a:gdLst>
                <a:gd name="T0" fmla="*/ 5 w 36"/>
                <a:gd name="T1" fmla="*/ 0 h 48"/>
                <a:gd name="T2" fmla="*/ 5 w 36"/>
                <a:gd name="T3" fmla="*/ 0 h 48"/>
                <a:gd name="T4" fmla="*/ 3 w 36"/>
                <a:gd name="T5" fmla="*/ 2 h 48"/>
                <a:gd name="T6" fmla="*/ 2 w 36"/>
                <a:gd name="T7" fmla="*/ 6 h 48"/>
                <a:gd name="T8" fmla="*/ 2 w 36"/>
                <a:gd name="T9" fmla="*/ 11 h 48"/>
                <a:gd name="T10" fmla="*/ 3 w 36"/>
                <a:gd name="T11" fmla="*/ 15 h 48"/>
                <a:gd name="T12" fmla="*/ 5 w 36"/>
                <a:gd name="T13" fmla="*/ 15 h 48"/>
                <a:gd name="T14" fmla="*/ 5 w 36"/>
                <a:gd name="T15" fmla="*/ 13 h 48"/>
                <a:gd name="T16" fmla="*/ 5 w 36"/>
                <a:gd name="T17" fmla="*/ 13 h 48"/>
                <a:gd name="T18" fmla="*/ 3 w 36"/>
                <a:gd name="T19" fmla="*/ 17 h 48"/>
                <a:gd name="T20" fmla="*/ 3 w 36"/>
                <a:gd name="T21" fmla="*/ 17 h 48"/>
                <a:gd name="T22" fmla="*/ 0 w 36"/>
                <a:gd name="T23" fmla="*/ 17 h 48"/>
                <a:gd name="T24" fmla="*/ 3 w 36"/>
                <a:gd name="T25" fmla="*/ 24 h 48"/>
                <a:gd name="T26" fmla="*/ 3 w 36"/>
                <a:gd name="T27" fmla="*/ 24 h 48"/>
                <a:gd name="T28" fmla="*/ 11 w 36"/>
                <a:gd name="T29" fmla="*/ 24 h 48"/>
                <a:gd name="T30" fmla="*/ 14 w 36"/>
                <a:gd name="T31" fmla="*/ 22 h 48"/>
                <a:gd name="T32" fmla="*/ 14 w 36"/>
                <a:gd name="T33" fmla="*/ 22 h 48"/>
                <a:gd name="T34" fmla="*/ 20 w 36"/>
                <a:gd name="T35" fmla="*/ 24 h 48"/>
                <a:gd name="T36" fmla="*/ 23 w 36"/>
                <a:gd name="T37" fmla="*/ 24 h 48"/>
                <a:gd name="T38" fmla="*/ 22 w 36"/>
                <a:gd name="T39" fmla="*/ 24 h 48"/>
                <a:gd name="T40" fmla="*/ 22 w 36"/>
                <a:gd name="T41" fmla="*/ 24 h 48"/>
                <a:gd name="T42" fmla="*/ 11 w 36"/>
                <a:gd name="T43" fmla="*/ 29 h 48"/>
                <a:gd name="T44" fmla="*/ 11 w 36"/>
                <a:gd name="T45" fmla="*/ 29 h 48"/>
                <a:gd name="T46" fmla="*/ 7 w 36"/>
                <a:gd name="T47" fmla="*/ 33 h 48"/>
                <a:gd name="T48" fmla="*/ 5 w 36"/>
                <a:gd name="T49" fmla="*/ 33 h 48"/>
                <a:gd name="T50" fmla="*/ 11 w 36"/>
                <a:gd name="T51" fmla="*/ 33 h 48"/>
                <a:gd name="T52" fmla="*/ 18 w 36"/>
                <a:gd name="T53" fmla="*/ 33 h 48"/>
                <a:gd name="T54" fmla="*/ 18 w 36"/>
                <a:gd name="T55" fmla="*/ 33 h 48"/>
                <a:gd name="T56" fmla="*/ 14 w 36"/>
                <a:gd name="T57" fmla="*/ 35 h 48"/>
                <a:gd name="T58" fmla="*/ 14 w 36"/>
                <a:gd name="T59" fmla="*/ 38 h 48"/>
                <a:gd name="T60" fmla="*/ 14 w 36"/>
                <a:gd name="T61" fmla="*/ 38 h 48"/>
                <a:gd name="T62" fmla="*/ 12 w 36"/>
                <a:gd name="T63" fmla="*/ 40 h 48"/>
                <a:gd name="T64" fmla="*/ 9 w 36"/>
                <a:gd name="T65" fmla="*/ 44 h 48"/>
                <a:gd name="T66" fmla="*/ 9 w 36"/>
                <a:gd name="T67" fmla="*/ 46 h 48"/>
                <a:gd name="T68" fmla="*/ 12 w 36"/>
                <a:gd name="T69" fmla="*/ 48 h 48"/>
                <a:gd name="T70" fmla="*/ 12 w 36"/>
                <a:gd name="T71" fmla="*/ 48 h 48"/>
                <a:gd name="T72" fmla="*/ 20 w 36"/>
                <a:gd name="T73" fmla="*/ 46 h 48"/>
                <a:gd name="T74" fmla="*/ 25 w 36"/>
                <a:gd name="T75" fmla="*/ 42 h 48"/>
                <a:gd name="T76" fmla="*/ 36 w 36"/>
                <a:gd name="T77" fmla="*/ 35 h 48"/>
                <a:gd name="T78" fmla="*/ 36 w 36"/>
                <a:gd name="T79" fmla="*/ 35 h 48"/>
                <a:gd name="T80" fmla="*/ 34 w 36"/>
                <a:gd name="T81" fmla="*/ 33 h 48"/>
                <a:gd name="T82" fmla="*/ 34 w 36"/>
                <a:gd name="T83" fmla="*/ 31 h 48"/>
                <a:gd name="T84" fmla="*/ 36 w 36"/>
                <a:gd name="T85" fmla="*/ 28 h 48"/>
                <a:gd name="T86" fmla="*/ 34 w 36"/>
                <a:gd name="T87" fmla="*/ 20 h 48"/>
                <a:gd name="T88" fmla="*/ 34 w 36"/>
                <a:gd name="T89" fmla="*/ 20 h 48"/>
                <a:gd name="T90" fmla="*/ 29 w 36"/>
                <a:gd name="T91" fmla="*/ 20 h 48"/>
                <a:gd name="T92" fmla="*/ 29 w 36"/>
                <a:gd name="T93" fmla="*/ 20 h 48"/>
                <a:gd name="T94" fmla="*/ 27 w 36"/>
                <a:gd name="T95" fmla="*/ 15 h 48"/>
                <a:gd name="T96" fmla="*/ 27 w 36"/>
                <a:gd name="T97" fmla="*/ 9 h 48"/>
                <a:gd name="T98" fmla="*/ 27 w 36"/>
                <a:gd name="T99" fmla="*/ 9 h 48"/>
                <a:gd name="T100" fmla="*/ 22 w 36"/>
                <a:gd name="T101" fmla="*/ 11 h 48"/>
                <a:gd name="T102" fmla="*/ 18 w 36"/>
                <a:gd name="T103" fmla="*/ 9 h 48"/>
                <a:gd name="T104" fmla="*/ 14 w 36"/>
                <a:gd name="T105" fmla="*/ 9 h 48"/>
                <a:gd name="T106" fmla="*/ 14 w 36"/>
                <a:gd name="T107" fmla="*/ 9 h 48"/>
                <a:gd name="T108" fmla="*/ 16 w 36"/>
                <a:gd name="T109" fmla="*/ 9 h 48"/>
                <a:gd name="T110" fmla="*/ 14 w 36"/>
                <a:gd name="T111" fmla="*/ 9 h 48"/>
                <a:gd name="T112" fmla="*/ 14 w 36"/>
                <a:gd name="T113" fmla="*/ 9 h 48"/>
                <a:gd name="T114" fmla="*/ 18 w 36"/>
                <a:gd name="T115" fmla="*/ 2 h 48"/>
                <a:gd name="T116" fmla="*/ 18 w 36"/>
                <a:gd name="T117" fmla="*/ 2 h 48"/>
                <a:gd name="T118" fmla="*/ 11 w 36"/>
                <a:gd name="T119" fmla="*/ 2 h 48"/>
                <a:gd name="T120" fmla="*/ 5 w 36"/>
                <a:gd name="T121" fmla="*/ 0 h 48"/>
                <a:gd name="T122" fmla="*/ 5 w 36"/>
                <a:gd name="T123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6" h="48">
                  <a:moveTo>
                    <a:pt x="5" y="0"/>
                  </a:moveTo>
                  <a:lnTo>
                    <a:pt x="5" y="0"/>
                  </a:lnTo>
                  <a:lnTo>
                    <a:pt x="3" y="2"/>
                  </a:lnTo>
                  <a:lnTo>
                    <a:pt x="2" y="6"/>
                  </a:lnTo>
                  <a:lnTo>
                    <a:pt x="2" y="11"/>
                  </a:lnTo>
                  <a:lnTo>
                    <a:pt x="3" y="15"/>
                  </a:lnTo>
                  <a:lnTo>
                    <a:pt x="5" y="15"/>
                  </a:lnTo>
                  <a:lnTo>
                    <a:pt x="5" y="13"/>
                  </a:lnTo>
                  <a:lnTo>
                    <a:pt x="5" y="13"/>
                  </a:lnTo>
                  <a:lnTo>
                    <a:pt x="3" y="17"/>
                  </a:lnTo>
                  <a:lnTo>
                    <a:pt x="3" y="17"/>
                  </a:lnTo>
                  <a:lnTo>
                    <a:pt x="0" y="17"/>
                  </a:lnTo>
                  <a:lnTo>
                    <a:pt x="3" y="24"/>
                  </a:lnTo>
                  <a:lnTo>
                    <a:pt x="3" y="24"/>
                  </a:lnTo>
                  <a:lnTo>
                    <a:pt x="11" y="24"/>
                  </a:lnTo>
                  <a:lnTo>
                    <a:pt x="14" y="22"/>
                  </a:lnTo>
                  <a:lnTo>
                    <a:pt x="14" y="22"/>
                  </a:lnTo>
                  <a:lnTo>
                    <a:pt x="20" y="24"/>
                  </a:lnTo>
                  <a:lnTo>
                    <a:pt x="23" y="24"/>
                  </a:lnTo>
                  <a:lnTo>
                    <a:pt x="22" y="24"/>
                  </a:lnTo>
                  <a:lnTo>
                    <a:pt x="22" y="24"/>
                  </a:lnTo>
                  <a:lnTo>
                    <a:pt x="11" y="29"/>
                  </a:lnTo>
                  <a:lnTo>
                    <a:pt x="11" y="29"/>
                  </a:lnTo>
                  <a:lnTo>
                    <a:pt x="7" y="33"/>
                  </a:lnTo>
                  <a:lnTo>
                    <a:pt x="5" y="33"/>
                  </a:lnTo>
                  <a:lnTo>
                    <a:pt x="11" y="33"/>
                  </a:lnTo>
                  <a:lnTo>
                    <a:pt x="18" y="33"/>
                  </a:lnTo>
                  <a:lnTo>
                    <a:pt x="18" y="33"/>
                  </a:lnTo>
                  <a:lnTo>
                    <a:pt x="14" y="35"/>
                  </a:lnTo>
                  <a:lnTo>
                    <a:pt x="14" y="38"/>
                  </a:lnTo>
                  <a:lnTo>
                    <a:pt x="14" y="38"/>
                  </a:lnTo>
                  <a:lnTo>
                    <a:pt x="12" y="40"/>
                  </a:lnTo>
                  <a:lnTo>
                    <a:pt x="9" y="44"/>
                  </a:lnTo>
                  <a:lnTo>
                    <a:pt x="9" y="46"/>
                  </a:lnTo>
                  <a:lnTo>
                    <a:pt x="12" y="48"/>
                  </a:lnTo>
                  <a:lnTo>
                    <a:pt x="12" y="48"/>
                  </a:lnTo>
                  <a:lnTo>
                    <a:pt x="20" y="46"/>
                  </a:lnTo>
                  <a:lnTo>
                    <a:pt x="25" y="42"/>
                  </a:lnTo>
                  <a:lnTo>
                    <a:pt x="36" y="35"/>
                  </a:lnTo>
                  <a:lnTo>
                    <a:pt x="36" y="35"/>
                  </a:lnTo>
                  <a:lnTo>
                    <a:pt x="34" y="33"/>
                  </a:lnTo>
                  <a:lnTo>
                    <a:pt x="34" y="31"/>
                  </a:lnTo>
                  <a:lnTo>
                    <a:pt x="36" y="28"/>
                  </a:lnTo>
                  <a:lnTo>
                    <a:pt x="34" y="20"/>
                  </a:lnTo>
                  <a:lnTo>
                    <a:pt x="34" y="20"/>
                  </a:lnTo>
                  <a:lnTo>
                    <a:pt x="29" y="20"/>
                  </a:lnTo>
                  <a:lnTo>
                    <a:pt x="29" y="20"/>
                  </a:lnTo>
                  <a:lnTo>
                    <a:pt x="27" y="15"/>
                  </a:lnTo>
                  <a:lnTo>
                    <a:pt x="27" y="9"/>
                  </a:lnTo>
                  <a:lnTo>
                    <a:pt x="27" y="9"/>
                  </a:lnTo>
                  <a:lnTo>
                    <a:pt x="22" y="11"/>
                  </a:lnTo>
                  <a:lnTo>
                    <a:pt x="18" y="9"/>
                  </a:lnTo>
                  <a:lnTo>
                    <a:pt x="14" y="9"/>
                  </a:lnTo>
                  <a:lnTo>
                    <a:pt x="14" y="9"/>
                  </a:lnTo>
                  <a:lnTo>
                    <a:pt x="16" y="9"/>
                  </a:lnTo>
                  <a:lnTo>
                    <a:pt x="14" y="9"/>
                  </a:lnTo>
                  <a:lnTo>
                    <a:pt x="14" y="9"/>
                  </a:lnTo>
                  <a:lnTo>
                    <a:pt x="18" y="2"/>
                  </a:lnTo>
                  <a:lnTo>
                    <a:pt x="18" y="2"/>
                  </a:lnTo>
                  <a:lnTo>
                    <a:pt x="11" y="2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77" name="Freeform 360">
              <a:extLst>
                <a:ext uri="{FF2B5EF4-FFF2-40B4-BE49-F238E27FC236}">
                  <a16:creationId xmlns:a16="http://schemas.microsoft.com/office/drawing/2014/main" id="{C8D0165B-B009-48AE-8D3F-C2ADD3FCCD4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7320" y="1376523"/>
              <a:ext cx="127538" cy="100844"/>
            </a:xfrm>
            <a:custGeom>
              <a:avLst/>
              <a:gdLst>
                <a:gd name="T0" fmla="*/ 42 w 86"/>
                <a:gd name="T1" fmla="*/ 0 h 68"/>
                <a:gd name="T2" fmla="*/ 35 w 86"/>
                <a:gd name="T3" fmla="*/ 4 h 68"/>
                <a:gd name="T4" fmla="*/ 45 w 86"/>
                <a:gd name="T5" fmla="*/ 9 h 68"/>
                <a:gd name="T6" fmla="*/ 45 w 86"/>
                <a:gd name="T7" fmla="*/ 15 h 68"/>
                <a:gd name="T8" fmla="*/ 33 w 86"/>
                <a:gd name="T9" fmla="*/ 15 h 68"/>
                <a:gd name="T10" fmla="*/ 36 w 86"/>
                <a:gd name="T11" fmla="*/ 20 h 68"/>
                <a:gd name="T12" fmla="*/ 40 w 86"/>
                <a:gd name="T13" fmla="*/ 24 h 68"/>
                <a:gd name="T14" fmla="*/ 42 w 86"/>
                <a:gd name="T15" fmla="*/ 24 h 68"/>
                <a:gd name="T16" fmla="*/ 40 w 86"/>
                <a:gd name="T17" fmla="*/ 28 h 68"/>
                <a:gd name="T18" fmla="*/ 40 w 86"/>
                <a:gd name="T19" fmla="*/ 30 h 68"/>
                <a:gd name="T20" fmla="*/ 45 w 86"/>
                <a:gd name="T21" fmla="*/ 33 h 68"/>
                <a:gd name="T22" fmla="*/ 44 w 86"/>
                <a:gd name="T23" fmla="*/ 37 h 68"/>
                <a:gd name="T24" fmla="*/ 42 w 86"/>
                <a:gd name="T25" fmla="*/ 39 h 68"/>
                <a:gd name="T26" fmla="*/ 38 w 86"/>
                <a:gd name="T27" fmla="*/ 39 h 68"/>
                <a:gd name="T28" fmla="*/ 35 w 86"/>
                <a:gd name="T29" fmla="*/ 39 h 68"/>
                <a:gd name="T30" fmla="*/ 38 w 86"/>
                <a:gd name="T31" fmla="*/ 31 h 68"/>
                <a:gd name="T32" fmla="*/ 27 w 86"/>
                <a:gd name="T33" fmla="*/ 24 h 68"/>
                <a:gd name="T34" fmla="*/ 20 w 86"/>
                <a:gd name="T35" fmla="*/ 11 h 68"/>
                <a:gd name="T36" fmla="*/ 13 w 86"/>
                <a:gd name="T37" fmla="*/ 11 h 68"/>
                <a:gd name="T38" fmla="*/ 16 w 86"/>
                <a:gd name="T39" fmla="*/ 19 h 68"/>
                <a:gd name="T40" fmla="*/ 14 w 86"/>
                <a:gd name="T41" fmla="*/ 24 h 68"/>
                <a:gd name="T42" fmla="*/ 13 w 86"/>
                <a:gd name="T43" fmla="*/ 30 h 68"/>
                <a:gd name="T44" fmla="*/ 20 w 86"/>
                <a:gd name="T45" fmla="*/ 33 h 68"/>
                <a:gd name="T46" fmla="*/ 20 w 86"/>
                <a:gd name="T47" fmla="*/ 44 h 68"/>
                <a:gd name="T48" fmla="*/ 4 w 86"/>
                <a:gd name="T49" fmla="*/ 42 h 68"/>
                <a:gd name="T50" fmla="*/ 0 w 86"/>
                <a:gd name="T51" fmla="*/ 50 h 68"/>
                <a:gd name="T52" fmla="*/ 4 w 86"/>
                <a:gd name="T53" fmla="*/ 53 h 68"/>
                <a:gd name="T54" fmla="*/ 4 w 86"/>
                <a:gd name="T55" fmla="*/ 59 h 68"/>
                <a:gd name="T56" fmla="*/ 40 w 86"/>
                <a:gd name="T57" fmla="*/ 46 h 68"/>
                <a:gd name="T58" fmla="*/ 44 w 86"/>
                <a:gd name="T59" fmla="*/ 48 h 68"/>
                <a:gd name="T60" fmla="*/ 45 w 86"/>
                <a:gd name="T61" fmla="*/ 50 h 68"/>
                <a:gd name="T62" fmla="*/ 38 w 86"/>
                <a:gd name="T63" fmla="*/ 51 h 68"/>
                <a:gd name="T64" fmla="*/ 35 w 86"/>
                <a:gd name="T65" fmla="*/ 68 h 68"/>
                <a:gd name="T66" fmla="*/ 42 w 86"/>
                <a:gd name="T67" fmla="*/ 68 h 68"/>
                <a:gd name="T68" fmla="*/ 49 w 86"/>
                <a:gd name="T69" fmla="*/ 68 h 68"/>
                <a:gd name="T70" fmla="*/ 64 w 86"/>
                <a:gd name="T71" fmla="*/ 66 h 68"/>
                <a:gd name="T72" fmla="*/ 84 w 86"/>
                <a:gd name="T73" fmla="*/ 66 h 68"/>
                <a:gd name="T74" fmla="*/ 84 w 86"/>
                <a:gd name="T75" fmla="*/ 60 h 68"/>
                <a:gd name="T76" fmla="*/ 86 w 86"/>
                <a:gd name="T77" fmla="*/ 59 h 68"/>
                <a:gd name="T78" fmla="*/ 82 w 86"/>
                <a:gd name="T79" fmla="*/ 51 h 68"/>
                <a:gd name="T80" fmla="*/ 82 w 86"/>
                <a:gd name="T81" fmla="*/ 53 h 68"/>
                <a:gd name="T82" fmla="*/ 84 w 86"/>
                <a:gd name="T83" fmla="*/ 40 h 68"/>
                <a:gd name="T84" fmla="*/ 76 w 86"/>
                <a:gd name="T85" fmla="*/ 40 h 68"/>
                <a:gd name="T86" fmla="*/ 76 w 86"/>
                <a:gd name="T87" fmla="*/ 35 h 68"/>
                <a:gd name="T88" fmla="*/ 76 w 86"/>
                <a:gd name="T89" fmla="*/ 20 h 68"/>
                <a:gd name="T90" fmla="*/ 64 w 86"/>
                <a:gd name="T91" fmla="*/ 11 h 68"/>
                <a:gd name="T92" fmla="*/ 65 w 86"/>
                <a:gd name="T93" fmla="*/ 9 h 68"/>
                <a:gd name="T94" fmla="*/ 62 w 86"/>
                <a:gd name="T95" fmla="*/ 4 h 68"/>
                <a:gd name="T96" fmla="*/ 62 w 86"/>
                <a:gd name="T97" fmla="*/ 2 h 68"/>
                <a:gd name="T98" fmla="*/ 56 w 86"/>
                <a:gd name="T99" fmla="*/ 8 h 68"/>
                <a:gd name="T100" fmla="*/ 56 w 86"/>
                <a:gd name="T101" fmla="*/ 11 h 68"/>
                <a:gd name="T102" fmla="*/ 56 w 86"/>
                <a:gd name="T103" fmla="*/ 11 h 68"/>
                <a:gd name="T104" fmla="*/ 60 w 86"/>
                <a:gd name="T105" fmla="*/ 13 h 68"/>
                <a:gd name="T106" fmla="*/ 60 w 86"/>
                <a:gd name="T107" fmla="*/ 15 h 68"/>
                <a:gd name="T108" fmla="*/ 55 w 86"/>
                <a:gd name="T109" fmla="*/ 15 h 68"/>
                <a:gd name="T110" fmla="*/ 49 w 86"/>
                <a:gd name="T111" fmla="*/ 13 h 68"/>
                <a:gd name="T112" fmla="*/ 49 w 86"/>
                <a:gd name="T113" fmla="*/ 11 h 68"/>
                <a:gd name="T114" fmla="*/ 42 w 86"/>
                <a:gd name="T115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86" h="68">
                  <a:moveTo>
                    <a:pt x="42" y="0"/>
                  </a:moveTo>
                  <a:lnTo>
                    <a:pt x="42" y="0"/>
                  </a:lnTo>
                  <a:lnTo>
                    <a:pt x="36" y="2"/>
                  </a:lnTo>
                  <a:lnTo>
                    <a:pt x="35" y="4"/>
                  </a:lnTo>
                  <a:lnTo>
                    <a:pt x="36" y="8"/>
                  </a:lnTo>
                  <a:lnTo>
                    <a:pt x="45" y="9"/>
                  </a:lnTo>
                  <a:lnTo>
                    <a:pt x="45" y="15"/>
                  </a:lnTo>
                  <a:lnTo>
                    <a:pt x="45" y="15"/>
                  </a:lnTo>
                  <a:lnTo>
                    <a:pt x="38" y="15"/>
                  </a:lnTo>
                  <a:lnTo>
                    <a:pt x="33" y="15"/>
                  </a:lnTo>
                  <a:lnTo>
                    <a:pt x="33" y="15"/>
                  </a:lnTo>
                  <a:lnTo>
                    <a:pt x="36" y="20"/>
                  </a:lnTo>
                  <a:lnTo>
                    <a:pt x="38" y="22"/>
                  </a:lnTo>
                  <a:lnTo>
                    <a:pt x="40" y="24"/>
                  </a:lnTo>
                  <a:lnTo>
                    <a:pt x="42" y="24"/>
                  </a:lnTo>
                  <a:lnTo>
                    <a:pt x="42" y="24"/>
                  </a:lnTo>
                  <a:lnTo>
                    <a:pt x="42" y="26"/>
                  </a:lnTo>
                  <a:lnTo>
                    <a:pt x="40" y="28"/>
                  </a:lnTo>
                  <a:lnTo>
                    <a:pt x="38" y="30"/>
                  </a:lnTo>
                  <a:lnTo>
                    <a:pt x="40" y="30"/>
                  </a:lnTo>
                  <a:lnTo>
                    <a:pt x="45" y="33"/>
                  </a:lnTo>
                  <a:lnTo>
                    <a:pt x="45" y="33"/>
                  </a:lnTo>
                  <a:lnTo>
                    <a:pt x="45" y="35"/>
                  </a:lnTo>
                  <a:lnTo>
                    <a:pt x="44" y="37"/>
                  </a:lnTo>
                  <a:lnTo>
                    <a:pt x="42" y="37"/>
                  </a:lnTo>
                  <a:lnTo>
                    <a:pt x="42" y="39"/>
                  </a:lnTo>
                  <a:lnTo>
                    <a:pt x="42" y="39"/>
                  </a:lnTo>
                  <a:lnTo>
                    <a:pt x="38" y="39"/>
                  </a:lnTo>
                  <a:lnTo>
                    <a:pt x="35" y="39"/>
                  </a:lnTo>
                  <a:lnTo>
                    <a:pt x="35" y="39"/>
                  </a:lnTo>
                  <a:lnTo>
                    <a:pt x="38" y="31"/>
                  </a:lnTo>
                  <a:lnTo>
                    <a:pt x="38" y="31"/>
                  </a:lnTo>
                  <a:lnTo>
                    <a:pt x="27" y="24"/>
                  </a:lnTo>
                  <a:lnTo>
                    <a:pt x="27" y="24"/>
                  </a:lnTo>
                  <a:lnTo>
                    <a:pt x="20" y="11"/>
                  </a:lnTo>
                  <a:lnTo>
                    <a:pt x="20" y="11"/>
                  </a:lnTo>
                  <a:lnTo>
                    <a:pt x="16" y="13"/>
                  </a:lnTo>
                  <a:lnTo>
                    <a:pt x="13" y="11"/>
                  </a:lnTo>
                  <a:lnTo>
                    <a:pt x="11" y="19"/>
                  </a:lnTo>
                  <a:lnTo>
                    <a:pt x="16" y="19"/>
                  </a:lnTo>
                  <a:lnTo>
                    <a:pt x="16" y="19"/>
                  </a:lnTo>
                  <a:lnTo>
                    <a:pt x="14" y="24"/>
                  </a:lnTo>
                  <a:lnTo>
                    <a:pt x="13" y="30"/>
                  </a:lnTo>
                  <a:lnTo>
                    <a:pt x="13" y="30"/>
                  </a:lnTo>
                  <a:lnTo>
                    <a:pt x="20" y="33"/>
                  </a:lnTo>
                  <a:lnTo>
                    <a:pt x="20" y="33"/>
                  </a:lnTo>
                  <a:lnTo>
                    <a:pt x="20" y="44"/>
                  </a:lnTo>
                  <a:lnTo>
                    <a:pt x="20" y="44"/>
                  </a:lnTo>
                  <a:lnTo>
                    <a:pt x="4" y="42"/>
                  </a:lnTo>
                  <a:lnTo>
                    <a:pt x="4" y="42"/>
                  </a:lnTo>
                  <a:lnTo>
                    <a:pt x="4" y="48"/>
                  </a:lnTo>
                  <a:lnTo>
                    <a:pt x="0" y="50"/>
                  </a:lnTo>
                  <a:lnTo>
                    <a:pt x="0" y="50"/>
                  </a:lnTo>
                  <a:lnTo>
                    <a:pt x="4" y="53"/>
                  </a:lnTo>
                  <a:lnTo>
                    <a:pt x="4" y="59"/>
                  </a:lnTo>
                  <a:lnTo>
                    <a:pt x="4" y="59"/>
                  </a:lnTo>
                  <a:lnTo>
                    <a:pt x="20" y="51"/>
                  </a:lnTo>
                  <a:lnTo>
                    <a:pt x="40" y="46"/>
                  </a:lnTo>
                  <a:lnTo>
                    <a:pt x="40" y="46"/>
                  </a:lnTo>
                  <a:lnTo>
                    <a:pt x="44" y="48"/>
                  </a:lnTo>
                  <a:lnTo>
                    <a:pt x="45" y="48"/>
                  </a:lnTo>
                  <a:lnTo>
                    <a:pt x="45" y="50"/>
                  </a:lnTo>
                  <a:lnTo>
                    <a:pt x="45" y="50"/>
                  </a:lnTo>
                  <a:lnTo>
                    <a:pt x="38" y="51"/>
                  </a:lnTo>
                  <a:lnTo>
                    <a:pt x="33" y="57"/>
                  </a:lnTo>
                  <a:lnTo>
                    <a:pt x="35" y="68"/>
                  </a:lnTo>
                  <a:lnTo>
                    <a:pt x="35" y="68"/>
                  </a:lnTo>
                  <a:lnTo>
                    <a:pt x="42" y="68"/>
                  </a:lnTo>
                  <a:lnTo>
                    <a:pt x="49" y="68"/>
                  </a:lnTo>
                  <a:lnTo>
                    <a:pt x="49" y="68"/>
                  </a:lnTo>
                  <a:lnTo>
                    <a:pt x="64" y="66"/>
                  </a:lnTo>
                  <a:lnTo>
                    <a:pt x="64" y="66"/>
                  </a:lnTo>
                  <a:lnTo>
                    <a:pt x="76" y="66"/>
                  </a:lnTo>
                  <a:lnTo>
                    <a:pt x="84" y="66"/>
                  </a:lnTo>
                  <a:lnTo>
                    <a:pt x="84" y="66"/>
                  </a:lnTo>
                  <a:lnTo>
                    <a:pt x="84" y="60"/>
                  </a:lnTo>
                  <a:lnTo>
                    <a:pt x="86" y="59"/>
                  </a:lnTo>
                  <a:lnTo>
                    <a:pt x="86" y="59"/>
                  </a:lnTo>
                  <a:lnTo>
                    <a:pt x="84" y="53"/>
                  </a:lnTo>
                  <a:lnTo>
                    <a:pt x="82" y="51"/>
                  </a:lnTo>
                  <a:lnTo>
                    <a:pt x="82" y="53"/>
                  </a:lnTo>
                  <a:lnTo>
                    <a:pt x="82" y="53"/>
                  </a:lnTo>
                  <a:lnTo>
                    <a:pt x="84" y="48"/>
                  </a:lnTo>
                  <a:lnTo>
                    <a:pt x="84" y="40"/>
                  </a:lnTo>
                  <a:lnTo>
                    <a:pt x="84" y="40"/>
                  </a:lnTo>
                  <a:lnTo>
                    <a:pt x="76" y="40"/>
                  </a:lnTo>
                  <a:lnTo>
                    <a:pt x="76" y="40"/>
                  </a:lnTo>
                  <a:lnTo>
                    <a:pt x="76" y="35"/>
                  </a:lnTo>
                  <a:lnTo>
                    <a:pt x="76" y="28"/>
                  </a:lnTo>
                  <a:lnTo>
                    <a:pt x="76" y="20"/>
                  </a:lnTo>
                  <a:lnTo>
                    <a:pt x="75" y="15"/>
                  </a:lnTo>
                  <a:lnTo>
                    <a:pt x="64" y="11"/>
                  </a:lnTo>
                  <a:lnTo>
                    <a:pt x="64" y="11"/>
                  </a:lnTo>
                  <a:lnTo>
                    <a:pt x="65" y="9"/>
                  </a:lnTo>
                  <a:lnTo>
                    <a:pt x="64" y="8"/>
                  </a:lnTo>
                  <a:lnTo>
                    <a:pt x="62" y="4"/>
                  </a:lnTo>
                  <a:lnTo>
                    <a:pt x="62" y="2"/>
                  </a:lnTo>
                  <a:lnTo>
                    <a:pt x="62" y="2"/>
                  </a:lnTo>
                  <a:lnTo>
                    <a:pt x="58" y="4"/>
                  </a:lnTo>
                  <a:lnTo>
                    <a:pt x="56" y="8"/>
                  </a:lnTo>
                  <a:lnTo>
                    <a:pt x="56" y="8"/>
                  </a:lnTo>
                  <a:lnTo>
                    <a:pt x="56" y="11"/>
                  </a:lnTo>
                  <a:lnTo>
                    <a:pt x="56" y="13"/>
                  </a:lnTo>
                  <a:lnTo>
                    <a:pt x="56" y="11"/>
                  </a:lnTo>
                  <a:lnTo>
                    <a:pt x="56" y="11"/>
                  </a:lnTo>
                  <a:lnTo>
                    <a:pt x="60" y="13"/>
                  </a:lnTo>
                  <a:lnTo>
                    <a:pt x="62" y="13"/>
                  </a:lnTo>
                  <a:lnTo>
                    <a:pt x="60" y="15"/>
                  </a:lnTo>
                  <a:lnTo>
                    <a:pt x="60" y="15"/>
                  </a:lnTo>
                  <a:lnTo>
                    <a:pt x="55" y="15"/>
                  </a:lnTo>
                  <a:lnTo>
                    <a:pt x="51" y="15"/>
                  </a:lnTo>
                  <a:lnTo>
                    <a:pt x="49" y="13"/>
                  </a:lnTo>
                  <a:lnTo>
                    <a:pt x="49" y="11"/>
                  </a:lnTo>
                  <a:lnTo>
                    <a:pt x="49" y="11"/>
                  </a:lnTo>
                  <a:lnTo>
                    <a:pt x="42" y="0"/>
                  </a:lnTo>
                  <a:lnTo>
                    <a:pt x="4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78" name="Freeform 361">
              <a:extLst>
                <a:ext uri="{FF2B5EF4-FFF2-40B4-BE49-F238E27FC236}">
                  <a16:creationId xmlns:a16="http://schemas.microsoft.com/office/drawing/2014/main" id="{9D779646-8E00-478F-B5F1-821908762C5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9235" y="1376523"/>
              <a:ext cx="11864" cy="11864"/>
            </a:xfrm>
            <a:custGeom>
              <a:avLst/>
              <a:gdLst>
                <a:gd name="T0" fmla="*/ 4 w 8"/>
                <a:gd name="T1" fmla="*/ 0 h 8"/>
                <a:gd name="T2" fmla="*/ 4 w 8"/>
                <a:gd name="T3" fmla="*/ 0 h 8"/>
                <a:gd name="T4" fmla="*/ 2 w 8"/>
                <a:gd name="T5" fmla="*/ 0 h 8"/>
                <a:gd name="T6" fmla="*/ 2 w 8"/>
                <a:gd name="T7" fmla="*/ 2 h 8"/>
                <a:gd name="T8" fmla="*/ 0 w 8"/>
                <a:gd name="T9" fmla="*/ 8 h 8"/>
                <a:gd name="T10" fmla="*/ 0 w 8"/>
                <a:gd name="T11" fmla="*/ 8 h 8"/>
                <a:gd name="T12" fmla="*/ 8 w 8"/>
                <a:gd name="T13" fmla="*/ 8 h 8"/>
                <a:gd name="T14" fmla="*/ 8 w 8"/>
                <a:gd name="T15" fmla="*/ 8 h 8"/>
                <a:gd name="T16" fmla="*/ 8 w 8"/>
                <a:gd name="T17" fmla="*/ 4 h 8"/>
                <a:gd name="T18" fmla="*/ 8 w 8"/>
                <a:gd name="T19" fmla="*/ 2 h 8"/>
                <a:gd name="T20" fmla="*/ 8 w 8"/>
                <a:gd name="T21" fmla="*/ 0 h 8"/>
                <a:gd name="T22" fmla="*/ 4 w 8"/>
                <a:gd name="T23" fmla="*/ 0 h 8"/>
                <a:gd name="T24" fmla="*/ 4 w 8"/>
                <a:gd name="T25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" h="8">
                  <a:moveTo>
                    <a:pt x="4" y="0"/>
                  </a:moveTo>
                  <a:lnTo>
                    <a:pt x="4" y="0"/>
                  </a:lnTo>
                  <a:lnTo>
                    <a:pt x="2" y="0"/>
                  </a:lnTo>
                  <a:lnTo>
                    <a:pt x="2" y="2"/>
                  </a:lnTo>
                  <a:lnTo>
                    <a:pt x="0" y="8"/>
                  </a:lnTo>
                  <a:lnTo>
                    <a:pt x="0" y="8"/>
                  </a:lnTo>
                  <a:lnTo>
                    <a:pt x="8" y="8"/>
                  </a:lnTo>
                  <a:lnTo>
                    <a:pt x="8" y="8"/>
                  </a:lnTo>
                  <a:lnTo>
                    <a:pt x="8" y="4"/>
                  </a:lnTo>
                  <a:lnTo>
                    <a:pt x="8" y="2"/>
                  </a:lnTo>
                  <a:lnTo>
                    <a:pt x="8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79" name="Freeform 362">
              <a:extLst>
                <a:ext uri="{FF2B5EF4-FFF2-40B4-BE49-F238E27FC236}">
                  <a16:creationId xmlns:a16="http://schemas.microsoft.com/office/drawing/2014/main" id="{19104FE3-B51D-41C0-81B2-F0D76FFB4B2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2654" y="1372074"/>
              <a:ext cx="394479" cy="131988"/>
            </a:xfrm>
            <a:custGeom>
              <a:avLst/>
              <a:gdLst>
                <a:gd name="T0" fmla="*/ 4 w 266"/>
                <a:gd name="T1" fmla="*/ 5 h 89"/>
                <a:gd name="T2" fmla="*/ 8 w 266"/>
                <a:gd name="T3" fmla="*/ 16 h 89"/>
                <a:gd name="T4" fmla="*/ 15 w 266"/>
                <a:gd name="T5" fmla="*/ 25 h 89"/>
                <a:gd name="T6" fmla="*/ 35 w 266"/>
                <a:gd name="T7" fmla="*/ 29 h 89"/>
                <a:gd name="T8" fmla="*/ 44 w 266"/>
                <a:gd name="T9" fmla="*/ 27 h 89"/>
                <a:gd name="T10" fmla="*/ 51 w 266"/>
                <a:gd name="T11" fmla="*/ 29 h 89"/>
                <a:gd name="T12" fmla="*/ 70 w 266"/>
                <a:gd name="T13" fmla="*/ 38 h 89"/>
                <a:gd name="T14" fmla="*/ 73 w 266"/>
                <a:gd name="T15" fmla="*/ 47 h 89"/>
                <a:gd name="T16" fmla="*/ 70 w 266"/>
                <a:gd name="T17" fmla="*/ 67 h 89"/>
                <a:gd name="T18" fmla="*/ 73 w 266"/>
                <a:gd name="T19" fmla="*/ 89 h 89"/>
                <a:gd name="T20" fmla="*/ 80 w 266"/>
                <a:gd name="T21" fmla="*/ 82 h 89"/>
                <a:gd name="T22" fmla="*/ 88 w 266"/>
                <a:gd name="T23" fmla="*/ 84 h 89"/>
                <a:gd name="T24" fmla="*/ 88 w 266"/>
                <a:gd name="T25" fmla="*/ 89 h 89"/>
                <a:gd name="T26" fmla="*/ 95 w 266"/>
                <a:gd name="T27" fmla="*/ 84 h 89"/>
                <a:gd name="T28" fmla="*/ 115 w 266"/>
                <a:gd name="T29" fmla="*/ 71 h 89"/>
                <a:gd name="T30" fmla="*/ 121 w 266"/>
                <a:gd name="T31" fmla="*/ 85 h 89"/>
                <a:gd name="T32" fmla="*/ 144 w 266"/>
                <a:gd name="T33" fmla="*/ 85 h 89"/>
                <a:gd name="T34" fmla="*/ 153 w 266"/>
                <a:gd name="T35" fmla="*/ 80 h 89"/>
                <a:gd name="T36" fmla="*/ 155 w 266"/>
                <a:gd name="T37" fmla="*/ 85 h 89"/>
                <a:gd name="T38" fmla="*/ 170 w 266"/>
                <a:gd name="T39" fmla="*/ 85 h 89"/>
                <a:gd name="T40" fmla="*/ 172 w 266"/>
                <a:gd name="T41" fmla="*/ 85 h 89"/>
                <a:gd name="T42" fmla="*/ 188 w 266"/>
                <a:gd name="T43" fmla="*/ 82 h 89"/>
                <a:gd name="T44" fmla="*/ 201 w 266"/>
                <a:gd name="T45" fmla="*/ 84 h 89"/>
                <a:gd name="T46" fmla="*/ 203 w 266"/>
                <a:gd name="T47" fmla="*/ 76 h 89"/>
                <a:gd name="T48" fmla="*/ 208 w 266"/>
                <a:gd name="T49" fmla="*/ 74 h 89"/>
                <a:gd name="T50" fmla="*/ 213 w 266"/>
                <a:gd name="T51" fmla="*/ 84 h 89"/>
                <a:gd name="T52" fmla="*/ 221 w 266"/>
                <a:gd name="T53" fmla="*/ 78 h 89"/>
                <a:gd name="T54" fmla="*/ 237 w 266"/>
                <a:gd name="T55" fmla="*/ 82 h 89"/>
                <a:gd name="T56" fmla="*/ 255 w 266"/>
                <a:gd name="T57" fmla="*/ 73 h 89"/>
                <a:gd name="T58" fmla="*/ 257 w 266"/>
                <a:gd name="T59" fmla="*/ 67 h 89"/>
                <a:gd name="T60" fmla="*/ 266 w 266"/>
                <a:gd name="T61" fmla="*/ 62 h 89"/>
                <a:gd name="T62" fmla="*/ 266 w 266"/>
                <a:gd name="T63" fmla="*/ 54 h 89"/>
                <a:gd name="T64" fmla="*/ 250 w 266"/>
                <a:gd name="T65" fmla="*/ 43 h 89"/>
                <a:gd name="T66" fmla="*/ 239 w 266"/>
                <a:gd name="T67" fmla="*/ 47 h 89"/>
                <a:gd name="T68" fmla="*/ 232 w 266"/>
                <a:gd name="T69" fmla="*/ 43 h 89"/>
                <a:gd name="T70" fmla="*/ 221 w 266"/>
                <a:gd name="T71" fmla="*/ 38 h 89"/>
                <a:gd name="T72" fmla="*/ 212 w 266"/>
                <a:gd name="T73" fmla="*/ 42 h 89"/>
                <a:gd name="T74" fmla="*/ 204 w 266"/>
                <a:gd name="T75" fmla="*/ 40 h 89"/>
                <a:gd name="T76" fmla="*/ 201 w 266"/>
                <a:gd name="T77" fmla="*/ 38 h 89"/>
                <a:gd name="T78" fmla="*/ 184 w 266"/>
                <a:gd name="T79" fmla="*/ 42 h 89"/>
                <a:gd name="T80" fmla="*/ 152 w 266"/>
                <a:gd name="T81" fmla="*/ 47 h 89"/>
                <a:gd name="T82" fmla="*/ 141 w 266"/>
                <a:gd name="T83" fmla="*/ 53 h 89"/>
                <a:gd name="T84" fmla="*/ 135 w 266"/>
                <a:gd name="T85" fmla="*/ 47 h 89"/>
                <a:gd name="T86" fmla="*/ 130 w 266"/>
                <a:gd name="T87" fmla="*/ 49 h 89"/>
                <a:gd name="T88" fmla="*/ 121 w 266"/>
                <a:gd name="T89" fmla="*/ 45 h 89"/>
                <a:gd name="T90" fmla="*/ 111 w 266"/>
                <a:gd name="T91" fmla="*/ 43 h 89"/>
                <a:gd name="T92" fmla="*/ 108 w 266"/>
                <a:gd name="T93" fmla="*/ 47 h 89"/>
                <a:gd name="T94" fmla="*/ 108 w 266"/>
                <a:gd name="T95" fmla="*/ 36 h 89"/>
                <a:gd name="T96" fmla="*/ 93 w 266"/>
                <a:gd name="T97" fmla="*/ 34 h 89"/>
                <a:gd name="T98" fmla="*/ 86 w 266"/>
                <a:gd name="T99" fmla="*/ 33 h 89"/>
                <a:gd name="T100" fmla="*/ 99 w 266"/>
                <a:gd name="T101" fmla="*/ 34 h 89"/>
                <a:gd name="T102" fmla="*/ 106 w 266"/>
                <a:gd name="T103" fmla="*/ 25 h 89"/>
                <a:gd name="T104" fmla="*/ 99 w 266"/>
                <a:gd name="T105" fmla="*/ 25 h 89"/>
                <a:gd name="T106" fmla="*/ 84 w 266"/>
                <a:gd name="T107" fmla="*/ 20 h 89"/>
                <a:gd name="T108" fmla="*/ 80 w 266"/>
                <a:gd name="T109" fmla="*/ 12 h 89"/>
                <a:gd name="T110" fmla="*/ 73 w 266"/>
                <a:gd name="T111" fmla="*/ 11 h 89"/>
                <a:gd name="T112" fmla="*/ 51 w 266"/>
                <a:gd name="T113" fmla="*/ 14 h 89"/>
                <a:gd name="T114" fmla="*/ 49 w 266"/>
                <a:gd name="T115" fmla="*/ 11 h 89"/>
                <a:gd name="T116" fmla="*/ 44 w 266"/>
                <a:gd name="T117" fmla="*/ 5 h 89"/>
                <a:gd name="T118" fmla="*/ 8 w 266"/>
                <a:gd name="T119" fmla="*/ 0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66" h="89">
                  <a:moveTo>
                    <a:pt x="8" y="0"/>
                  </a:moveTo>
                  <a:lnTo>
                    <a:pt x="8" y="0"/>
                  </a:lnTo>
                  <a:lnTo>
                    <a:pt x="4" y="5"/>
                  </a:lnTo>
                  <a:lnTo>
                    <a:pt x="0" y="7"/>
                  </a:lnTo>
                  <a:lnTo>
                    <a:pt x="0" y="7"/>
                  </a:lnTo>
                  <a:lnTo>
                    <a:pt x="8" y="16"/>
                  </a:lnTo>
                  <a:lnTo>
                    <a:pt x="11" y="22"/>
                  </a:lnTo>
                  <a:lnTo>
                    <a:pt x="15" y="25"/>
                  </a:lnTo>
                  <a:lnTo>
                    <a:pt x="15" y="25"/>
                  </a:lnTo>
                  <a:lnTo>
                    <a:pt x="22" y="25"/>
                  </a:lnTo>
                  <a:lnTo>
                    <a:pt x="29" y="25"/>
                  </a:lnTo>
                  <a:lnTo>
                    <a:pt x="35" y="29"/>
                  </a:lnTo>
                  <a:lnTo>
                    <a:pt x="35" y="29"/>
                  </a:lnTo>
                  <a:lnTo>
                    <a:pt x="40" y="29"/>
                  </a:lnTo>
                  <a:lnTo>
                    <a:pt x="44" y="27"/>
                  </a:lnTo>
                  <a:lnTo>
                    <a:pt x="46" y="25"/>
                  </a:lnTo>
                  <a:lnTo>
                    <a:pt x="49" y="25"/>
                  </a:lnTo>
                  <a:lnTo>
                    <a:pt x="51" y="29"/>
                  </a:lnTo>
                  <a:lnTo>
                    <a:pt x="51" y="29"/>
                  </a:lnTo>
                  <a:lnTo>
                    <a:pt x="62" y="33"/>
                  </a:lnTo>
                  <a:lnTo>
                    <a:pt x="70" y="38"/>
                  </a:lnTo>
                  <a:lnTo>
                    <a:pt x="73" y="42"/>
                  </a:lnTo>
                  <a:lnTo>
                    <a:pt x="73" y="47"/>
                  </a:lnTo>
                  <a:lnTo>
                    <a:pt x="73" y="47"/>
                  </a:lnTo>
                  <a:lnTo>
                    <a:pt x="73" y="53"/>
                  </a:lnTo>
                  <a:lnTo>
                    <a:pt x="71" y="58"/>
                  </a:lnTo>
                  <a:lnTo>
                    <a:pt x="70" y="67"/>
                  </a:lnTo>
                  <a:lnTo>
                    <a:pt x="70" y="67"/>
                  </a:lnTo>
                  <a:lnTo>
                    <a:pt x="71" y="78"/>
                  </a:lnTo>
                  <a:lnTo>
                    <a:pt x="73" y="89"/>
                  </a:lnTo>
                  <a:lnTo>
                    <a:pt x="73" y="89"/>
                  </a:lnTo>
                  <a:lnTo>
                    <a:pt x="80" y="85"/>
                  </a:lnTo>
                  <a:lnTo>
                    <a:pt x="80" y="82"/>
                  </a:lnTo>
                  <a:lnTo>
                    <a:pt x="80" y="82"/>
                  </a:lnTo>
                  <a:lnTo>
                    <a:pt x="86" y="82"/>
                  </a:lnTo>
                  <a:lnTo>
                    <a:pt x="88" y="84"/>
                  </a:lnTo>
                  <a:lnTo>
                    <a:pt x="88" y="87"/>
                  </a:lnTo>
                  <a:lnTo>
                    <a:pt x="88" y="89"/>
                  </a:lnTo>
                  <a:lnTo>
                    <a:pt x="88" y="89"/>
                  </a:lnTo>
                  <a:lnTo>
                    <a:pt x="91" y="87"/>
                  </a:lnTo>
                  <a:lnTo>
                    <a:pt x="93" y="85"/>
                  </a:lnTo>
                  <a:lnTo>
                    <a:pt x="95" y="84"/>
                  </a:lnTo>
                  <a:lnTo>
                    <a:pt x="95" y="84"/>
                  </a:lnTo>
                  <a:lnTo>
                    <a:pt x="108" y="80"/>
                  </a:lnTo>
                  <a:lnTo>
                    <a:pt x="115" y="71"/>
                  </a:lnTo>
                  <a:lnTo>
                    <a:pt x="115" y="71"/>
                  </a:lnTo>
                  <a:lnTo>
                    <a:pt x="121" y="85"/>
                  </a:lnTo>
                  <a:lnTo>
                    <a:pt x="121" y="85"/>
                  </a:lnTo>
                  <a:lnTo>
                    <a:pt x="133" y="85"/>
                  </a:lnTo>
                  <a:lnTo>
                    <a:pt x="144" y="85"/>
                  </a:lnTo>
                  <a:lnTo>
                    <a:pt x="144" y="85"/>
                  </a:lnTo>
                  <a:lnTo>
                    <a:pt x="150" y="78"/>
                  </a:lnTo>
                  <a:lnTo>
                    <a:pt x="150" y="78"/>
                  </a:lnTo>
                  <a:lnTo>
                    <a:pt x="153" y="80"/>
                  </a:lnTo>
                  <a:lnTo>
                    <a:pt x="153" y="82"/>
                  </a:lnTo>
                  <a:lnTo>
                    <a:pt x="155" y="85"/>
                  </a:lnTo>
                  <a:lnTo>
                    <a:pt x="155" y="85"/>
                  </a:lnTo>
                  <a:lnTo>
                    <a:pt x="170" y="82"/>
                  </a:lnTo>
                  <a:lnTo>
                    <a:pt x="170" y="82"/>
                  </a:lnTo>
                  <a:lnTo>
                    <a:pt x="170" y="85"/>
                  </a:lnTo>
                  <a:lnTo>
                    <a:pt x="170" y="85"/>
                  </a:lnTo>
                  <a:lnTo>
                    <a:pt x="172" y="85"/>
                  </a:lnTo>
                  <a:lnTo>
                    <a:pt x="172" y="85"/>
                  </a:lnTo>
                  <a:lnTo>
                    <a:pt x="181" y="84"/>
                  </a:lnTo>
                  <a:lnTo>
                    <a:pt x="188" y="82"/>
                  </a:lnTo>
                  <a:lnTo>
                    <a:pt x="188" y="82"/>
                  </a:lnTo>
                  <a:lnTo>
                    <a:pt x="193" y="84"/>
                  </a:lnTo>
                  <a:lnTo>
                    <a:pt x="197" y="84"/>
                  </a:lnTo>
                  <a:lnTo>
                    <a:pt x="201" y="84"/>
                  </a:lnTo>
                  <a:lnTo>
                    <a:pt x="206" y="78"/>
                  </a:lnTo>
                  <a:lnTo>
                    <a:pt x="206" y="78"/>
                  </a:lnTo>
                  <a:lnTo>
                    <a:pt x="203" y="76"/>
                  </a:lnTo>
                  <a:lnTo>
                    <a:pt x="204" y="76"/>
                  </a:lnTo>
                  <a:lnTo>
                    <a:pt x="208" y="74"/>
                  </a:lnTo>
                  <a:lnTo>
                    <a:pt x="208" y="74"/>
                  </a:lnTo>
                  <a:lnTo>
                    <a:pt x="210" y="80"/>
                  </a:lnTo>
                  <a:lnTo>
                    <a:pt x="212" y="82"/>
                  </a:lnTo>
                  <a:lnTo>
                    <a:pt x="213" y="84"/>
                  </a:lnTo>
                  <a:lnTo>
                    <a:pt x="213" y="84"/>
                  </a:lnTo>
                  <a:lnTo>
                    <a:pt x="217" y="80"/>
                  </a:lnTo>
                  <a:lnTo>
                    <a:pt x="221" y="78"/>
                  </a:lnTo>
                  <a:lnTo>
                    <a:pt x="221" y="82"/>
                  </a:lnTo>
                  <a:lnTo>
                    <a:pt x="221" y="82"/>
                  </a:lnTo>
                  <a:lnTo>
                    <a:pt x="237" y="82"/>
                  </a:lnTo>
                  <a:lnTo>
                    <a:pt x="255" y="82"/>
                  </a:lnTo>
                  <a:lnTo>
                    <a:pt x="255" y="82"/>
                  </a:lnTo>
                  <a:lnTo>
                    <a:pt x="255" y="73"/>
                  </a:lnTo>
                  <a:lnTo>
                    <a:pt x="255" y="69"/>
                  </a:lnTo>
                  <a:lnTo>
                    <a:pt x="257" y="67"/>
                  </a:lnTo>
                  <a:lnTo>
                    <a:pt x="257" y="67"/>
                  </a:lnTo>
                  <a:lnTo>
                    <a:pt x="263" y="63"/>
                  </a:lnTo>
                  <a:lnTo>
                    <a:pt x="266" y="63"/>
                  </a:lnTo>
                  <a:lnTo>
                    <a:pt x="266" y="62"/>
                  </a:lnTo>
                  <a:lnTo>
                    <a:pt x="266" y="62"/>
                  </a:lnTo>
                  <a:lnTo>
                    <a:pt x="266" y="58"/>
                  </a:lnTo>
                  <a:lnTo>
                    <a:pt x="266" y="54"/>
                  </a:lnTo>
                  <a:lnTo>
                    <a:pt x="266" y="54"/>
                  </a:lnTo>
                  <a:lnTo>
                    <a:pt x="250" y="43"/>
                  </a:lnTo>
                  <a:lnTo>
                    <a:pt x="250" y="43"/>
                  </a:lnTo>
                  <a:lnTo>
                    <a:pt x="246" y="45"/>
                  </a:lnTo>
                  <a:lnTo>
                    <a:pt x="243" y="45"/>
                  </a:lnTo>
                  <a:lnTo>
                    <a:pt x="239" y="47"/>
                  </a:lnTo>
                  <a:lnTo>
                    <a:pt x="235" y="47"/>
                  </a:lnTo>
                  <a:lnTo>
                    <a:pt x="235" y="47"/>
                  </a:lnTo>
                  <a:lnTo>
                    <a:pt x="232" y="43"/>
                  </a:lnTo>
                  <a:lnTo>
                    <a:pt x="230" y="40"/>
                  </a:lnTo>
                  <a:lnTo>
                    <a:pt x="230" y="40"/>
                  </a:lnTo>
                  <a:lnTo>
                    <a:pt x="221" y="38"/>
                  </a:lnTo>
                  <a:lnTo>
                    <a:pt x="213" y="36"/>
                  </a:lnTo>
                  <a:lnTo>
                    <a:pt x="212" y="42"/>
                  </a:lnTo>
                  <a:lnTo>
                    <a:pt x="212" y="42"/>
                  </a:lnTo>
                  <a:lnTo>
                    <a:pt x="208" y="42"/>
                  </a:lnTo>
                  <a:lnTo>
                    <a:pt x="206" y="40"/>
                  </a:lnTo>
                  <a:lnTo>
                    <a:pt x="204" y="40"/>
                  </a:lnTo>
                  <a:lnTo>
                    <a:pt x="201" y="40"/>
                  </a:lnTo>
                  <a:lnTo>
                    <a:pt x="201" y="40"/>
                  </a:lnTo>
                  <a:lnTo>
                    <a:pt x="201" y="38"/>
                  </a:lnTo>
                  <a:lnTo>
                    <a:pt x="199" y="38"/>
                  </a:lnTo>
                  <a:lnTo>
                    <a:pt x="193" y="36"/>
                  </a:lnTo>
                  <a:lnTo>
                    <a:pt x="184" y="42"/>
                  </a:lnTo>
                  <a:lnTo>
                    <a:pt x="184" y="42"/>
                  </a:lnTo>
                  <a:lnTo>
                    <a:pt x="161" y="47"/>
                  </a:lnTo>
                  <a:lnTo>
                    <a:pt x="152" y="47"/>
                  </a:lnTo>
                  <a:lnTo>
                    <a:pt x="141" y="43"/>
                  </a:lnTo>
                  <a:lnTo>
                    <a:pt x="141" y="53"/>
                  </a:lnTo>
                  <a:lnTo>
                    <a:pt x="141" y="53"/>
                  </a:lnTo>
                  <a:lnTo>
                    <a:pt x="137" y="49"/>
                  </a:lnTo>
                  <a:lnTo>
                    <a:pt x="135" y="47"/>
                  </a:lnTo>
                  <a:lnTo>
                    <a:pt x="135" y="47"/>
                  </a:lnTo>
                  <a:lnTo>
                    <a:pt x="131" y="47"/>
                  </a:lnTo>
                  <a:lnTo>
                    <a:pt x="131" y="47"/>
                  </a:lnTo>
                  <a:lnTo>
                    <a:pt x="130" y="49"/>
                  </a:lnTo>
                  <a:lnTo>
                    <a:pt x="128" y="49"/>
                  </a:lnTo>
                  <a:lnTo>
                    <a:pt x="128" y="49"/>
                  </a:lnTo>
                  <a:lnTo>
                    <a:pt x="121" y="45"/>
                  </a:lnTo>
                  <a:lnTo>
                    <a:pt x="111" y="42"/>
                  </a:lnTo>
                  <a:lnTo>
                    <a:pt x="111" y="42"/>
                  </a:lnTo>
                  <a:lnTo>
                    <a:pt x="111" y="43"/>
                  </a:lnTo>
                  <a:lnTo>
                    <a:pt x="110" y="45"/>
                  </a:lnTo>
                  <a:lnTo>
                    <a:pt x="108" y="47"/>
                  </a:lnTo>
                  <a:lnTo>
                    <a:pt x="108" y="47"/>
                  </a:lnTo>
                  <a:lnTo>
                    <a:pt x="108" y="42"/>
                  </a:lnTo>
                  <a:lnTo>
                    <a:pt x="108" y="36"/>
                  </a:lnTo>
                  <a:lnTo>
                    <a:pt x="108" y="36"/>
                  </a:lnTo>
                  <a:lnTo>
                    <a:pt x="101" y="38"/>
                  </a:lnTo>
                  <a:lnTo>
                    <a:pt x="93" y="40"/>
                  </a:lnTo>
                  <a:lnTo>
                    <a:pt x="93" y="34"/>
                  </a:lnTo>
                  <a:lnTo>
                    <a:pt x="93" y="34"/>
                  </a:lnTo>
                  <a:lnTo>
                    <a:pt x="86" y="33"/>
                  </a:lnTo>
                  <a:lnTo>
                    <a:pt x="86" y="33"/>
                  </a:lnTo>
                  <a:lnTo>
                    <a:pt x="93" y="33"/>
                  </a:lnTo>
                  <a:lnTo>
                    <a:pt x="99" y="34"/>
                  </a:lnTo>
                  <a:lnTo>
                    <a:pt x="99" y="34"/>
                  </a:lnTo>
                  <a:lnTo>
                    <a:pt x="102" y="33"/>
                  </a:lnTo>
                  <a:lnTo>
                    <a:pt x="106" y="29"/>
                  </a:lnTo>
                  <a:lnTo>
                    <a:pt x="106" y="25"/>
                  </a:lnTo>
                  <a:lnTo>
                    <a:pt x="106" y="25"/>
                  </a:lnTo>
                  <a:lnTo>
                    <a:pt x="102" y="25"/>
                  </a:lnTo>
                  <a:lnTo>
                    <a:pt x="99" y="25"/>
                  </a:lnTo>
                  <a:lnTo>
                    <a:pt x="99" y="25"/>
                  </a:lnTo>
                  <a:lnTo>
                    <a:pt x="91" y="23"/>
                  </a:lnTo>
                  <a:lnTo>
                    <a:pt x="84" y="20"/>
                  </a:lnTo>
                  <a:lnTo>
                    <a:pt x="84" y="20"/>
                  </a:lnTo>
                  <a:lnTo>
                    <a:pt x="80" y="14"/>
                  </a:lnTo>
                  <a:lnTo>
                    <a:pt x="80" y="12"/>
                  </a:lnTo>
                  <a:lnTo>
                    <a:pt x="79" y="11"/>
                  </a:lnTo>
                  <a:lnTo>
                    <a:pt x="79" y="11"/>
                  </a:lnTo>
                  <a:lnTo>
                    <a:pt x="73" y="11"/>
                  </a:lnTo>
                  <a:lnTo>
                    <a:pt x="66" y="12"/>
                  </a:lnTo>
                  <a:lnTo>
                    <a:pt x="60" y="16"/>
                  </a:lnTo>
                  <a:lnTo>
                    <a:pt x="51" y="14"/>
                  </a:lnTo>
                  <a:lnTo>
                    <a:pt x="51" y="14"/>
                  </a:lnTo>
                  <a:lnTo>
                    <a:pt x="49" y="12"/>
                  </a:lnTo>
                  <a:lnTo>
                    <a:pt x="49" y="11"/>
                  </a:lnTo>
                  <a:lnTo>
                    <a:pt x="46" y="7"/>
                  </a:lnTo>
                  <a:lnTo>
                    <a:pt x="44" y="5"/>
                  </a:lnTo>
                  <a:lnTo>
                    <a:pt x="44" y="5"/>
                  </a:lnTo>
                  <a:lnTo>
                    <a:pt x="35" y="3"/>
                  </a:lnTo>
                  <a:lnTo>
                    <a:pt x="26" y="2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80" name="Freeform 363">
              <a:extLst>
                <a:ext uri="{FF2B5EF4-FFF2-40B4-BE49-F238E27FC236}">
                  <a16:creationId xmlns:a16="http://schemas.microsoft.com/office/drawing/2014/main" id="{362B7509-AA97-42CA-AE7C-15B78937886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2160" y="1372074"/>
              <a:ext cx="259526" cy="131988"/>
            </a:xfrm>
            <a:custGeom>
              <a:avLst/>
              <a:gdLst>
                <a:gd name="T0" fmla="*/ 111 w 175"/>
                <a:gd name="T1" fmla="*/ 3 h 89"/>
                <a:gd name="T2" fmla="*/ 107 w 175"/>
                <a:gd name="T3" fmla="*/ 14 h 89"/>
                <a:gd name="T4" fmla="*/ 113 w 175"/>
                <a:gd name="T5" fmla="*/ 29 h 89"/>
                <a:gd name="T6" fmla="*/ 117 w 175"/>
                <a:gd name="T7" fmla="*/ 36 h 89"/>
                <a:gd name="T8" fmla="*/ 113 w 175"/>
                <a:gd name="T9" fmla="*/ 42 h 89"/>
                <a:gd name="T10" fmla="*/ 122 w 175"/>
                <a:gd name="T11" fmla="*/ 49 h 89"/>
                <a:gd name="T12" fmla="*/ 86 w 175"/>
                <a:gd name="T13" fmla="*/ 47 h 89"/>
                <a:gd name="T14" fmla="*/ 78 w 175"/>
                <a:gd name="T15" fmla="*/ 42 h 89"/>
                <a:gd name="T16" fmla="*/ 71 w 175"/>
                <a:gd name="T17" fmla="*/ 34 h 89"/>
                <a:gd name="T18" fmla="*/ 58 w 175"/>
                <a:gd name="T19" fmla="*/ 34 h 89"/>
                <a:gd name="T20" fmla="*/ 45 w 175"/>
                <a:gd name="T21" fmla="*/ 27 h 89"/>
                <a:gd name="T22" fmla="*/ 22 w 175"/>
                <a:gd name="T23" fmla="*/ 29 h 89"/>
                <a:gd name="T24" fmla="*/ 9 w 175"/>
                <a:gd name="T25" fmla="*/ 27 h 89"/>
                <a:gd name="T26" fmla="*/ 9 w 175"/>
                <a:gd name="T27" fmla="*/ 40 h 89"/>
                <a:gd name="T28" fmla="*/ 16 w 175"/>
                <a:gd name="T29" fmla="*/ 40 h 89"/>
                <a:gd name="T30" fmla="*/ 2 w 175"/>
                <a:gd name="T31" fmla="*/ 53 h 89"/>
                <a:gd name="T32" fmla="*/ 15 w 175"/>
                <a:gd name="T33" fmla="*/ 51 h 89"/>
                <a:gd name="T34" fmla="*/ 0 w 175"/>
                <a:gd name="T35" fmla="*/ 63 h 89"/>
                <a:gd name="T36" fmla="*/ 18 w 175"/>
                <a:gd name="T37" fmla="*/ 62 h 89"/>
                <a:gd name="T38" fmla="*/ 20 w 175"/>
                <a:gd name="T39" fmla="*/ 65 h 89"/>
                <a:gd name="T40" fmla="*/ 24 w 175"/>
                <a:gd name="T41" fmla="*/ 60 h 89"/>
                <a:gd name="T42" fmla="*/ 29 w 175"/>
                <a:gd name="T43" fmla="*/ 60 h 89"/>
                <a:gd name="T44" fmla="*/ 29 w 175"/>
                <a:gd name="T45" fmla="*/ 69 h 89"/>
                <a:gd name="T46" fmla="*/ 33 w 175"/>
                <a:gd name="T47" fmla="*/ 65 h 89"/>
                <a:gd name="T48" fmla="*/ 36 w 175"/>
                <a:gd name="T49" fmla="*/ 63 h 89"/>
                <a:gd name="T50" fmla="*/ 35 w 175"/>
                <a:gd name="T51" fmla="*/ 49 h 89"/>
                <a:gd name="T52" fmla="*/ 36 w 175"/>
                <a:gd name="T53" fmla="*/ 43 h 89"/>
                <a:gd name="T54" fmla="*/ 42 w 175"/>
                <a:gd name="T55" fmla="*/ 45 h 89"/>
                <a:gd name="T56" fmla="*/ 40 w 175"/>
                <a:gd name="T57" fmla="*/ 62 h 89"/>
                <a:gd name="T58" fmla="*/ 66 w 175"/>
                <a:gd name="T59" fmla="*/ 54 h 89"/>
                <a:gd name="T60" fmla="*/ 76 w 175"/>
                <a:gd name="T61" fmla="*/ 58 h 89"/>
                <a:gd name="T62" fmla="*/ 89 w 175"/>
                <a:gd name="T63" fmla="*/ 60 h 89"/>
                <a:gd name="T64" fmla="*/ 97 w 175"/>
                <a:gd name="T65" fmla="*/ 53 h 89"/>
                <a:gd name="T66" fmla="*/ 93 w 175"/>
                <a:gd name="T67" fmla="*/ 62 h 89"/>
                <a:gd name="T68" fmla="*/ 71 w 175"/>
                <a:gd name="T69" fmla="*/ 67 h 89"/>
                <a:gd name="T70" fmla="*/ 44 w 175"/>
                <a:gd name="T71" fmla="*/ 78 h 89"/>
                <a:gd name="T72" fmla="*/ 45 w 175"/>
                <a:gd name="T73" fmla="*/ 89 h 89"/>
                <a:gd name="T74" fmla="*/ 64 w 175"/>
                <a:gd name="T75" fmla="*/ 89 h 89"/>
                <a:gd name="T76" fmla="*/ 76 w 175"/>
                <a:gd name="T77" fmla="*/ 85 h 89"/>
                <a:gd name="T78" fmla="*/ 89 w 175"/>
                <a:gd name="T79" fmla="*/ 69 h 89"/>
                <a:gd name="T80" fmla="*/ 102 w 175"/>
                <a:gd name="T81" fmla="*/ 71 h 89"/>
                <a:gd name="T82" fmla="*/ 118 w 175"/>
                <a:gd name="T83" fmla="*/ 63 h 89"/>
                <a:gd name="T84" fmla="*/ 129 w 175"/>
                <a:gd name="T85" fmla="*/ 67 h 89"/>
                <a:gd name="T86" fmla="*/ 142 w 175"/>
                <a:gd name="T87" fmla="*/ 69 h 89"/>
                <a:gd name="T88" fmla="*/ 146 w 175"/>
                <a:gd name="T89" fmla="*/ 62 h 89"/>
                <a:gd name="T90" fmla="*/ 146 w 175"/>
                <a:gd name="T91" fmla="*/ 63 h 89"/>
                <a:gd name="T92" fmla="*/ 171 w 175"/>
                <a:gd name="T93" fmla="*/ 60 h 89"/>
                <a:gd name="T94" fmla="*/ 175 w 175"/>
                <a:gd name="T95" fmla="*/ 45 h 89"/>
                <a:gd name="T96" fmla="*/ 169 w 175"/>
                <a:gd name="T97" fmla="*/ 31 h 89"/>
                <a:gd name="T98" fmla="*/ 158 w 175"/>
                <a:gd name="T99" fmla="*/ 25 h 89"/>
                <a:gd name="T100" fmla="*/ 158 w 175"/>
                <a:gd name="T101" fmla="*/ 33 h 89"/>
                <a:gd name="T102" fmla="*/ 158 w 175"/>
                <a:gd name="T103" fmla="*/ 43 h 89"/>
                <a:gd name="T104" fmla="*/ 155 w 175"/>
                <a:gd name="T105" fmla="*/ 38 h 89"/>
                <a:gd name="T106" fmla="*/ 151 w 175"/>
                <a:gd name="T107" fmla="*/ 34 h 89"/>
                <a:gd name="T108" fmla="*/ 146 w 175"/>
                <a:gd name="T109" fmla="*/ 36 h 89"/>
                <a:gd name="T110" fmla="*/ 146 w 175"/>
                <a:gd name="T111" fmla="*/ 25 h 89"/>
                <a:gd name="T112" fmla="*/ 117 w 175"/>
                <a:gd name="T113" fmla="*/ 12 h 89"/>
                <a:gd name="T114" fmla="*/ 120 w 175"/>
                <a:gd name="T115" fmla="*/ 7 h 89"/>
                <a:gd name="T116" fmla="*/ 111 w 175"/>
                <a:gd name="T117" fmla="*/ 0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75" h="89">
                  <a:moveTo>
                    <a:pt x="111" y="0"/>
                  </a:moveTo>
                  <a:lnTo>
                    <a:pt x="111" y="0"/>
                  </a:lnTo>
                  <a:lnTo>
                    <a:pt x="111" y="3"/>
                  </a:lnTo>
                  <a:lnTo>
                    <a:pt x="107" y="3"/>
                  </a:lnTo>
                  <a:lnTo>
                    <a:pt x="107" y="3"/>
                  </a:lnTo>
                  <a:lnTo>
                    <a:pt x="107" y="14"/>
                  </a:lnTo>
                  <a:lnTo>
                    <a:pt x="107" y="27"/>
                  </a:lnTo>
                  <a:lnTo>
                    <a:pt x="107" y="27"/>
                  </a:lnTo>
                  <a:lnTo>
                    <a:pt x="113" y="29"/>
                  </a:lnTo>
                  <a:lnTo>
                    <a:pt x="117" y="33"/>
                  </a:lnTo>
                  <a:lnTo>
                    <a:pt x="117" y="33"/>
                  </a:lnTo>
                  <a:lnTo>
                    <a:pt x="117" y="36"/>
                  </a:lnTo>
                  <a:lnTo>
                    <a:pt x="113" y="40"/>
                  </a:lnTo>
                  <a:lnTo>
                    <a:pt x="113" y="42"/>
                  </a:lnTo>
                  <a:lnTo>
                    <a:pt x="113" y="42"/>
                  </a:lnTo>
                  <a:lnTo>
                    <a:pt x="118" y="42"/>
                  </a:lnTo>
                  <a:lnTo>
                    <a:pt x="122" y="49"/>
                  </a:lnTo>
                  <a:lnTo>
                    <a:pt x="122" y="49"/>
                  </a:lnTo>
                  <a:lnTo>
                    <a:pt x="104" y="49"/>
                  </a:lnTo>
                  <a:lnTo>
                    <a:pt x="95" y="49"/>
                  </a:lnTo>
                  <a:lnTo>
                    <a:pt x="86" y="47"/>
                  </a:lnTo>
                  <a:lnTo>
                    <a:pt x="86" y="47"/>
                  </a:lnTo>
                  <a:lnTo>
                    <a:pt x="82" y="45"/>
                  </a:lnTo>
                  <a:lnTo>
                    <a:pt x="78" y="42"/>
                  </a:lnTo>
                  <a:lnTo>
                    <a:pt x="75" y="36"/>
                  </a:lnTo>
                  <a:lnTo>
                    <a:pt x="71" y="34"/>
                  </a:lnTo>
                  <a:lnTo>
                    <a:pt x="71" y="34"/>
                  </a:lnTo>
                  <a:lnTo>
                    <a:pt x="64" y="34"/>
                  </a:lnTo>
                  <a:lnTo>
                    <a:pt x="58" y="34"/>
                  </a:lnTo>
                  <a:lnTo>
                    <a:pt x="58" y="34"/>
                  </a:lnTo>
                  <a:lnTo>
                    <a:pt x="53" y="31"/>
                  </a:lnTo>
                  <a:lnTo>
                    <a:pt x="45" y="27"/>
                  </a:lnTo>
                  <a:lnTo>
                    <a:pt x="45" y="27"/>
                  </a:lnTo>
                  <a:lnTo>
                    <a:pt x="35" y="25"/>
                  </a:lnTo>
                  <a:lnTo>
                    <a:pt x="24" y="25"/>
                  </a:lnTo>
                  <a:lnTo>
                    <a:pt x="22" y="29"/>
                  </a:lnTo>
                  <a:lnTo>
                    <a:pt x="22" y="29"/>
                  </a:lnTo>
                  <a:lnTo>
                    <a:pt x="16" y="29"/>
                  </a:lnTo>
                  <a:lnTo>
                    <a:pt x="9" y="27"/>
                  </a:lnTo>
                  <a:lnTo>
                    <a:pt x="9" y="27"/>
                  </a:lnTo>
                  <a:lnTo>
                    <a:pt x="9" y="33"/>
                  </a:lnTo>
                  <a:lnTo>
                    <a:pt x="9" y="40"/>
                  </a:lnTo>
                  <a:lnTo>
                    <a:pt x="9" y="40"/>
                  </a:lnTo>
                  <a:lnTo>
                    <a:pt x="18" y="38"/>
                  </a:lnTo>
                  <a:lnTo>
                    <a:pt x="16" y="40"/>
                  </a:lnTo>
                  <a:lnTo>
                    <a:pt x="2" y="43"/>
                  </a:lnTo>
                  <a:lnTo>
                    <a:pt x="2" y="53"/>
                  </a:lnTo>
                  <a:lnTo>
                    <a:pt x="2" y="53"/>
                  </a:lnTo>
                  <a:lnTo>
                    <a:pt x="15" y="51"/>
                  </a:lnTo>
                  <a:lnTo>
                    <a:pt x="16" y="51"/>
                  </a:lnTo>
                  <a:lnTo>
                    <a:pt x="15" y="51"/>
                  </a:lnTo>
                  <a:lnTo>
                    <a:pt x="0" y="56"/>
                  </a:lnTo>
                  <a:lnTo>
                    <a:pt x="0" y="63"/>
                  </a:lnTo>
                  <a:lnTo>
                    <a:pt x="0" y="63"/>
                  </a:lnTo>
                  <a:lnTo>
                    <a:pt x="9" y="62"/>
                  </a:lnTo>
                  <a:lnTo>
                    <a:pt x="15" y="62"/>
                  </a:lnTo>
                  <a:lnTo>
                    <a:pt x="18" y="62"/>
                  </a:lnTo>
                  <a:lnTo>
                    <a:pt x="18" y="62"/>
                  </a:lnTo>
                  <a:lnTo>
                    <a:pt x="20" y="63"/>
                  </a:lnTo>
                  <a:lnTo>
                    <a:pt x="20" y="65"/>
                  </a:lnTo>
                  <a:lnTo>
                    <a:pt x="20" y="65"/>
                  </a:lnTo>
                  <a:lnTo>
                    <a:pt x="24" y="67"/>
                  </a:lnTo>
                  <a:lnTo>
                    <a:pt x="24" y="60"/>
                  </a:lnTo>
                  <a:lnTo>
                    <a:pt x="24" y="60"/>
                  </a:lnTo>
                  <a:lnTo>
                    <a:pt x="27" y="60"/>
                  </a:lnTo>
                  <a:lnTo>
                    <a:pt x="29" y="60"/>
                  </a:lnTo>
                  <a:lnTo>
                    <a:pt x="29" y="62"/>
                  </a:lnTo>
                  <a:lnTo>
                    <a:pt x="25" y="62"/>
                  </a:lnTo>
                  <a:lnTo>
                    <a:pt x="29" y="69"/>
                  </a:lnTo>
                  <a:lnTo>
                    <a:pt x="29" y="69"/>
                  </a:lnTo>
                  <a:lnTo>
                    <a:pt x="31" y="67"/>
                  </a:lnTo>
                  <a:lnTo>
                    <a:pt x="33" y="65"/>
                  </a:lnTo>
                  <a:lnTo>
                    <a:pt x="31" y="63"/>
                  </a:lnTo>
                  <a:lnTo>
                    <a:pt x="36" y="63"/>
                  </a:lnTo>
                  <a:lnTo>
                    <a:pt x="36" y="63"/>
                  </a:lnTo>
                  <a:lnTo>
                    <a:pt x="36" y="60"/>
                  </a:lnTo>
                  <a:lnTo>
                    <a:pt x="35" y="54"/>
                  </a:lnTo>
                  <a:lnTo>
                    <a:pt x="35" y="49"/>
                  </a:lnTo>
                  <a:lnTo>
                    <a:pt x="35" y="47"/>
                  </a:lnTo>
                  <a:lnTo>
                    <a:pt x="36" y="43"/>
                  </a:lnTo>
                  <a:lnTo>
                    <a:pt x="36" y="43"/>
                  </a:lnTo>
                  <a:lnTo>
                    <a:pt x="40" y="43"/>
                  </a:lnTo>
                  <a:lnTo>
                    <a:pt x="42" y="43"/>
                  </a:lnTo>
                  <a:lnTo>
                    <a:pt x="42" y="45"/>
                  </a:lnTo>
                  <a:lnTo>
                    <a:pt x="44" y="49"/>
                  </a:lnTo>
                  <a:lnTo>
                    <a:pt x="42" y="58"/>
                  </a:lnTo>
                  <a:lnTo>
                    <a:pt x="40" y="62"/>
                  </a:lnTo>
                  <a:lnTo>
                    <a:pt x="40" y="62"/>
                  </a:lnTo>
                  <a:lnTo>
                    <a:pt x="66" y="60"/>
                  </a:lnTo>
                  <a:lnTo>
                    <a:pt x="66" y="54"/>
                  </a:lnTo>
                  <a:lnTo>
                    <a:pt x="66" y="54"/>
                  </a:lnTo>
                  <a:lnTo>
                    <a:pt x="69" y="54"/>
                  </a:lnTo>
                  <a:lnTo>
                    <a:pt x="76" y="58"/>
                  </a:lnTo>
                  <a:lnTo>
                    <a:pt x="82" y="60"/>
                  </a:lnTo>
                  <a:lnTo>
                    <a:pt x="89" y="60"/>
                  </a:lnTo>
                  <a:lnTo>
                    <a:pt x="89" y="60"/>
                  </a:lnTo>
                  <a:lnTo>
                    <a:pt x="93" y="56"/>
                  </a:lnTo>
                  <a:lnTo>
                    <a:pt x="97" y="53"/>
                  </a:lnTo>
                  <a:lnTo>
                    <a:pt x="97" y="53"/>
                  </a:lnTo>
                  <a:lnTo>
                    <a:pt x="95" y="56"/>
                  </a:lnTo>
                  <a:lnTo>
                    <a:pt x="93" y="62"/>
                  </a:lnTo>
                  <a:lnTo>
                    <a:pt x="93" y="62"/>
                  </a:lnTo>
                  <a:lnTo>
                    <a:pt x="86" y="65"/>
                  </a:lnTo>
                  <a:lnTo>
                    <a:pt x="78" y="67"/>
                  </a:lnTo>
                  <a:lnTo>
                    <a:pt x="71" y="67"/>
                  </a:lnTo>
                  <a:lnTo>
                    <a:pt x="60" y="69"/>
                  </a:lnTo>
                  <a:lnTo>
                    <a:pt x="60" y="69"/>
                  </a:lnTo>
                  <a:lnTo>
                    <a:pt x="44" y="78"/>
                  </a:lnTo>
                  <a:lnTo>
                    <a:pt x="44" y="78"/>
                  </a:lnTo>
                  <a:lnTo>
                    <a:pt x="45" y="84"/>
                  </a:lnTo>
                  <a:lnTo>
                    <a:pt x="45" y="89"/>
                  </a:lnTo>
                  <a:lnTo>
                    <a:pt x="45" y="89"/>
                  </a:lnTo>
                  <a:lnTo>
                    <a:pt x="56" y="89"/>
                  </a:lnTo>
                  <a:lnTo>
                    <a:pt x="64" y="89"/>
                  </a:lnTo>
                  <a:lnTo>
                    <a:pt x="71" y="89"/>
                  </a:lnTo>
                  <a:lnTo>
                    <a:pt x="71" y="89"/>
                  </a:lnTo>
                  <a:lnTo>
                    <a:pt x="76" y="85"/>
                  </a:lnTo>
                  <a:lnTo>
                    <a:pt x="80" y="78"/>
                  </a:lnTo>
                  <a:lnTo>
                    <a:pt x="86" y="73"/>
                  </a:lnTo>
                  <a:lnTo>
                    <a:pt x="89" y="69"/>
                  </a:lnTo>
                  <a:lnTo>
                    <a:pt x="89" y="69"/>
                  </a:lnTo>
                  <a:lnTo>
                    <a:pt x="95" y="71"/>
                  </a:lnTo>
                  <a:lnTo>
                    <a:pt x="102" y="71"/>
                  </a:lnTo>
                  <a:lnTo>
                    <a:pt x="102" y="71"/>
                  </a:lnTo>
                  <a:lnTo>
                    <a:pt x="111" y="67"/>
                  </a:lnTo>
                  <a:lnTo>
                    <a:pt x="118" y="63"/>
                  </a:lnTo>
                  <a:lnTo>
                    <a:pt x="118" y="63"/>
                  </a:lnTo>
                  <a:lnTo>
                    <a:pt x="124" y="65"/>
                  </a:lnTo>
                  <a:lnTo>
                    <a:pt x="129" y="67"/>
                  </a:lnTo>
                  <a:lnTo>
                    <a:pt x="135" y="69"/>
                  </a:lnTo>
                  <a:lnTo>
                    <a:pt x="142" y="69"/>
                  </a:lnTo>
                  <a:lnTo>
                    <a:pt x="142" y="69"/>
                  </a:lnTo>
                  <a:lnTo>
                    <a:pt x="142" y="62"/>
                  </a:lnTo>
                  <a:lnTo>
                    <a:pt x="142" y="62"/>
                  </a:lnTo>
                  <a:lnTo>
                    <a:pt x="146" y="62"/>
                  </a:lnTo>
                  <a:lnTo>
                    <a:pt x="148" y="62"/>
                  </a:lnTo>
                  <a:lnTo>
                    <a:pt x="146" y="63"/>
                  </a:lnTo>
                  <a:lnTo>
                    <a:pt x="146" y="63"/>
                  </a:lnTo>
                  <a:lnTo>
                    <a:pt x="160" y="62"/>
                  </a:lnTo>
                  <a:lnTo>
                    <a:pt x="166" y="62"/>
                  </a:lnTo>
                  <a:lnTo>
                    <a:pt x="171" y="60"/>
                  </a:lnTo>
                  <a:lnTo>
                    <a:pt x="173" y="56"/>
                  </a:lnTo>
                  <a:lnTo>
                    <a:pt x="175" y="51"/>
                  </a:lnTo>
                  <a:lnTo>
                    <a:pt x="175" y="45"/>
                  </a:lnTo>
                  <a:lnTo>
                    <a:pt x="173" y="36"/>
                  </a:lnTo>
                  <a:lnTo>
                    <a:pt x="173" y="36"/>
                  </a:lnTo>
                  <a:lnTo>
                    <a:pt x="169" y="31"/>
                  </a:lnTo>
                  <a:lnTo>
                    <a:pt x="166" y="27"/>
                  </a:lnTo>
                  <a:lnTo>
                    <a:pt x="162" y="27"/>
                  </a:lnTo>
                  <a:lnTo>
                    <a:pt x="158" y="25"/>
                  </a:lnTo>
                  <a:lnTo>
                    <a:pt x="158" y="25"/>
                  </a:lnTo>
                  <a:lnTo>
                    <a:pt x="158" y="27"/>
                  </a:lnTo>
                  <a:lnTo>
                    <a:pt x="158" y="33"/>
                  </a:lnTo>
                  <a:lnTo>
                    <a:pt x="158" y="42"/>
                  </a:lnTo>
                  <a:lnTo>
                    <a:pt x="158" y="43"/>
                  </a:lnTo>
                  <a:lnTo>
                    <a:pt x="158" y="43"/>
                  </a:lnTo>
                  <a:lnTo>
                    <a:pt x="153" y="43"/>
                  </a:lnTo>
                  <a:lnTo>
                    <a:pt x="153" y="42"/>
                  </a:lnTo>
                  <a:lnTo>
                    <a:pt x="155" y="38"/>
                  </a:lnTo>
                  <a:lnTo>
                    <a:pt x="153" y="34"/>
                  </a:lnTo>
                  <a:lnTo>
                    <a:pt x="153" y="34"/>
                  </a:lnTo>
                  <a:lnTo>
                    <a:pt x="151" y="34"/>
                  </a:lnTo>
                  <a:lnTo>
                    <a:pt x="149" y="34"/>
                  </a:lnTo>
                  <a:lnTo>
                    <a:pt x="146" y="36"/>
                  </a:lnTo>
                  <a:lnTo>
                    <a:pt x="146" y="36"/>
                  </a:lnTo>
                  <a:lnTo>
                    <a:pt x="146" y="31"/>
                  </a:lnTo>
                  <a:lnTo>
                    <a:pt x="146" y="25"/>
                  </a:lnTo>
                  <a:lnTo>
                    <a:pt x="146" y="25"/>
                  </a:lnTo>
                  <a:lnTo>
                    <a:pt x="137" y="25"/>
                  </a:lnTo>
                  <a:lnTo>
                    <a:pt x="131" y="23"/>
                  </a:lnTo>
                  <a:lnTo>
                    <a:pt x="117" y="12"/>
                  </a:lnTo>
                  <a:lnTo>
                    <a:pt x="117" y="12"/>
                  </a:lnTo>
                  <a:lnTo>
                    <a:pt x="118" y="9"/>
                  </a:lnTo>
                  <a:lnTo>
                    <a:pt x="120" y="7"/>
                  </a:lnTo>
                  <a:lnTo>
                    <a:pt x="118" y="5"/>
                  </a:lnTo>
                  <a:lnTo>
                    <a:pt x="118" y="5"/>
                  </a:lnTo>
                  <a:lnTo>
                    <a:pt x="111" y="0"/>
                  </a:lnTo>
                  <a:lnTo>
                    <a:pt x="11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81" name="Freeform 364">
              <a:extLst>
                <a:ext uri="{FF2B5EF4-FFF2-40B4-BE49-F238E27FC236}">
                  <a16:creationId xmlns:a16="http://schemas.microsoft.com/office/drawing/2014/main" id="{5C175979-6835-4CE2-8320-0E0572DDE00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1552" y="1339448"/>
              <a:ext cx="78600" cy="26694"/>
            </a:xfrm>
            <a:custGeom>
              <a:avLst/>
              <a:gdLst>
                <a:gd name="T0" fmla="*/ 31 w 53"/>
                <a:gd name="T1" fmla="*/ 0 h 18"/>
                <a:gd name="T2" fmla="*/ 31 w 53"/>
                <a:gd name="T3" fmla="*/ 0 h 18"/>
                <a:gd name="T4" fmla="*/ 23 w 53"/>
                <a:gd name="T5" fmla="*/ 4 h 18"/>
                <a:gd name="T6" fmla="*/ 14 w 53"/>
                <a:gd name="T7" fmla="*/ 7 h 18"/>
                <a:gd name="T8" fmla="*/ 14 w 53"/>
                <a:gd name="T9" fmla="*/ 7 h 18"/>
                <a:gd name="T10" fmla="*/ 9 w 53"/>
                <a:gd name="T11" fmla="*/ 7 h 18"/>
                <a:gd name="T12" fmla="*/ 9 w 53"/>
                <a:gd name="T13" fmla="*/ 7 h 18"/>
                <a:gd name="T14" fmla="*/ 5 w 53"/>
                <a:gd name="T15" fmla="*/ 7 h 18"/>
                <a:gd name="T16" fmla="*/ 2 w 53"/>
                <a:gd name="T17" fmla="*/ 5 h 18"/>
                <a:gd name="T18" fmla="*/ 0 w 53"/>
                <a:gd name="T19" fmla="*/ 13 h 18"/>
                <a:gd name="T20" fmla="*/ 0 w 53"/>
                <a:gd name="T21" fmla="*/ 13 h 18"/>
                <a:gd name="T22" fmla="*/ 3 w 53"/>
                <a:gd name="T23" fmla="*/ 13 h 18"/>
                <a:gd name="T24" fmla="*/ 3 w 53"/>
                <a:gd name="T25" fmla="*/ 11 h 18"/>
                <a:gd name="T26" fmla="*/ 5 w 53"/>
                <a:gd name="T27" fmla="*/ 11 h 18"/>
                <a:gd name="T28" fmla="*/ 9 w 53"/>
                <a:gd name="T29" fmla="*/ 11 h 18"/>
                <a:gd name="T30" fmla="*/ 9 w 53"/>
                <a:gd name="T31" fmla="*/ 11 h 18"/>
                <a:gd name="T32" fmla="*/ 20 w 53"/>
                <a:gd name="T33" fmla="*/ 14 h 18"/>
                <a:gd name="T34" fmla="*/ 27 w 53"/>
                <a:gd name="T35" fmla="*/ 16 h 18"/>
                <a:gd name="T36" fmla="*/ 31 w 53"/>
                <a:gd name="T37" fmla="*/ 18 h 18"/>
                <a:gd name="T38" fmla="*/ 31 w 53"/>
                <a:gd name="T39" fmla="*/ 18 h 18"/>
                <a:gd name="T40" fmla="*/ 40 w 53"/>
                <a:gd name="T41" fmla="*/ 16 h 18"/>
                <a:gd name="T42" fmla="*/ 47 w 53"/>
                <a:gd name="T43" fmla="*/ 14 h 18"/>
                <a:gd name="T44" fmla="*/ 51 w 53"/>
                <a:gd name="T45" fmla="*/ 11 h 18"/>
                <a:gd name="T46" fmla="*/ 53 w 53"/>
                <a:gd name="T47" fmla="*/ 7 h 18"/>
                <a:gd name="T48" fmla="*/ 51 w 53"/>
                <a:gd name="T49" fmla="*/ 4 h 18"/>
                <a:gd name="T50" fmla="*/ 47 w 53"/>
                <a:gd name="T51" fmla="*/ 2 h 18"/>
                <a:gd name="T52" fmla="*/ 40 w 53"/>
                <a:gd name="T53" fmla="*/ 0 h 18"/>
                <a:gd name="T54" fmla="*/ 31 w 53"/>
                <a:gd name="T55" fmla="*/ 0 h 18"/>
                <a:gd name="T56" fmla="*/ 31 w 53"/>
                <a:gd name="T5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53" h="18">
                  <a:moveTo>
                    <a:pt x="31" y="0"/>
                  </a:moveTo>
                  <a:lnTo>
                    <a:pt x="31" y="0"/>
                  </a:lnTo>
                  <a:lnTo>
                    <a:pt x="23" y="4"/>
                  </a:lnTo>
                  <a:lnTo>
                    <a:pt x="14" y="7"/>
                  </a:lnTo>
                  <a:lnTo>
                    <a:pt x="14" y="7"/>
                  </a:lnTo>
                  <a:lnTo>
                    <a:pt x="9" y="7"/>
                  </a:lnTo>
                  <a:lnTo>
                    <a:pt x="9" y="7"/>
                  </a:lnTo>
                  <a:lnTo>
                    <a:pt x="5" y="7"/>
                  </a:lnTo>
                  <a:lnTo>
                    <a:pt x="2" y="5"/>
                  </a:lnTo>
                  <a:lnTo>
                    <a:pt x="0" y="13"/>
                  </a:lnTo>
                  <a:lnTo>
                    <a:pt x="0" y="13"/>
                  </a:lnTo>
                  <a:lnTo>
                    <a:pt x="3" y="13"/>
                  </a:lnTo>
                  <a:lnTo>
                    <a:pt x="3" y="11"/>
                  </a:lnTo>
                  <a:lnTo>
                    <a:pt x="5" y="11"/>
                  </a:lnTo>
                  <a:lnTo>
                    <a:pt x="9" y="11"/>
                  </a:lnTo>
                  <a:lnTo>
                    <a:pt x="9" y="11"/>
                  </a:lnTo>
                  <a:lnTo>
                    <a:pt x="20" y="14"/>
                  </a:lnTo>
                  <a:lnTo>
                    <a:pt x="27" y="16"/>
                  </a:lnTo>
                  <a:lnTo>
                    <a:pt x="31" y="18"/>
                  </a:lnTo>
                  <a:lnTo>
                    <a:pt x="31" y="18"/>
                  </a:lnTo>
                  <a:lnTo>
                    <a:pt x="40" y="16"/>
                  </a:lnTo>
                  <a:lnTo>
                    <a:pt x="47" y="14"/>
                  </a:lnTo>
                  <a:lnTo>
                    <a:pt x="51" y="11"/>
                  </a:lnTo>
                  <a:lnTo>
                    <a:pt x="53" y="7"/>
                  </a:lnTo>
                  <a:lnTo>
                    <a:pt x="51" y="4"/>
                  </a:lnTo>
                  <a:lnTo>
                    <a:pt x="47" y="2"/>
                  </a:lnTo>
                  <a:lnTo>
                    <a:pt x="40" y="0"/>
                  </a:lnTo>
                  <a:lnTo>
                    <a:pt x="31" y="0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82" name="Freeform 365">
              <a:extLst>
                <a:ext uri="{FF2B5EF4-FFF2-40B4-BE49-F238E27FC236}">
                  <a16:creationId xmlns:a16="http://schemas.microsoft.com/office/drawing/2014/main" id="{AE03FF20-9DB9-44B6-85EC-3CB5E34A5926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0192" y="1333516"/>
              <a:ext cx="26694" cy="25212"/>
            </a:xfrm>
            <a:custGeom>
              <a:avLst/>
              <a:gdLst>
                <a:gd name="T0" fmla="*/ 7 w 18"/>
                <a:gd name="T1" fmla="*/ 0 h 17"/>
                <a:gd name="T2" fmla="*/ 7 w 18"/>
                <a:gd name="T3" fmla="*/ 0 h 17"/>
                <a:gd name="T4" fmla="*/ 4 w 18"/>
                <a:gd name="T5" fmla="*/ 4 h 17"/>
                <a:gd name="T6" fmla="*/ 0 w 18"/>
                <a:gd name="T7" fmla="*/ 9 h 17"/>
                <a:gd name="T8" fmla="*/ 0 w 18"/>
                <a:gd name="T9" fmla="*/ 9 h 17"/>
                <a:gd name="T10" fmla="*/ 2 w 18"/>
                <a:gd name="T11" fmla="*/ 13 h 17"/>
                <a:gd name="T12" fmla="*/ 2 w 18"/>
                <a:gd name="T13" fmla="*/ 17 h 17"/>
                <a:gd name="T14" fmla="*/ 2 w 18"/>
                <a:gd name="T15" fmla="*/ 17 h 17"/>
                <a:gd name="T16" fmla="*/ 9 w 18"/>
                <a:gd name="T17" fmla="*/ 17 h 17"/>
                <a:gd name="T18" fmla="*/ 13 w 18"/>
                <a:gd name="T19" fmla="*/ 17 h 17"/>
                <a:gd name="T20" fmla="*/ 13 w 18"/>
                <a:gd name="T21" fmla="*/ 17 h 17"/>
                <a:gd name="T22" fmla="*/ 18 w 18"/>
                <a:gd name="T23" fmla="*/ 4 h 17"/>
                <a:gd name="T24" fmla="*/ 18 w 18"/>
                <a:gd name="T25" fmla="*/ 4 h 17"/>
                <a:gd name="T26" fmla="*/ 13 w 18"/>
                <a:gd name="T27" fmla="*/ 2 h 17"/>
                <a:gd name="T28" fmla="*/ 7 w 18"/>
                <a:gd name="T29" fmla="*/ 0 h 17"/>
                <a:gd name="T30" fmla="*/ 7 w 18"/>
                <a:gd name="T31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8" h="17">
                  <a:moveTo>
                    <a:pt x="7" y="0"/>
                  </a:moveTo>
                  <a:lnTo>
                    <a:pt x="7" y="0"/>
                  </a:lnTo>
                  <a:lnTo>
                    <a:pt x="4" y="4"/>
                  </a:lnTo>
                  <a:lnTo>
                    <a:pt x="0" y="9"/>
                  </a:lnTo>
                  <a:lnTo>
                    <a:pt x="0" y="9"/>
                  </a:lnTo>
                  <a:lnTo>
                    <a:pt x="2" y="13"/>
                  </a:lnTo>
                  <a:lnTo>
                    <a:pt x="2" y="17"/>
                  </a:lnTo>
                  <a:lnTo>
                    <a:pt x="2" y="17"/>
                  </a:lnTo>
                  <a:lnTo>
                    <a:pt x="9" y="17"/>
                  </a:lnTo>
                  <a:lnTo>
                    <a:pt x="13" y="17"/>
                  </a:lnTo>
                  <a:lnTo>
                    <a:pt x="13" y="17"/>
                  </a:lnTo>
                  <a:lnTo>
                    <a:pt x="18" y="4"/>
                  </a:lnTo>
                  <a:lnTo>
                    <a:pt x="18" y="4"/>
                  </a:lnTo>
                  <a:lnTo>
                    <a:pt x="13" y="2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83" name="Freeform 366">
              <a:extLst>
                <a:ext uri="{FF2B5EF4-FFF2-40B4-BE49-F238E27FC236}">
                  <a16:creationId xmlns:a16="http://schemas.microsoft.com/office/drawing/2014/main" id="{303CE9F8-3DAC-471A-B61B-D4DB873C94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3632" y="1333516"/>
              <a:ext cx="20762" cy="16314"/>
            </a:xfrm>
            <a:custGeom>
              <a:avLst/>
              <a:gdLst>
                <a:gd name="T0" fmla="*/ 5 w 14"/>
                <a:gd name="T1" fmla="*/ 0 h 11"/>
                <a:gd name="T2" fmla="*/ 5 w 14"/>
                <a:gd name="T3" fmla="*/ 0 h 11"/>
                <a:gd name="T4" fmla="*/ 0 w 14"/>
                <a:gd name="T5" fmla="*/ 8 h 11"/>
                <a:gd name="T6" fmla="*/ 2 w 14"/>
                <a:gd name="T7" fmla="*/ 8 h 11"/>
                <a:gd name="T8" fmla="*/ 2 w 14"/>
                <a:gd name="T9" fmla="*/ 8 h 11"/>
                <a:gd name="T10" fmla="*/ 9 w 14"/>
                <a:gd name="T11" fmla="*/ 11 h 11"/>
                <a:gd name="T12" fmla="*/ 9 w 14"/>
                <a:gd name="T13" fmla="*/ 9 h 11"/>
                <a:gd name="T14" fmla="*/ 9 w 14"/>
                <a:gd name="T15" fmla="*/ 9 h 11"/>
                <a:gd name="T16" fmla="*/ 13 w 14"/>
                <a:gd name="T17" fmla="*/ 11 h 11"/>
                <a:gd name="T18" fmla="*/ 14 w 14"/>
                <a:gd name="T19" fmla="*/ 9 h 11"/>
                <a:gd name="T20" fmla="*/ 14 w 14"/>
                <a:gd name="T21" fmla="*/ 4 h 11"/>
                <a:gd name="T22" fmla="*/ 14 w 14"/>
                <a:gd name="T23" fmla="*/ 4 h 11"/>
                <a:gd name="T24" fmla="*/ 5 w 14"/>
                <a:gd name="T25" fmla="*/ 0 h 11"/>
                <a:gd name="T26" fmla="*/ 5 w 14"/>
                <a:gd name="T27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4" h="11">
                  <a:moveTo>
                    <a:pt x="5" y="0"/>
                  </a:moveTo>
                  <a:lnTo>
                    <a:pt x="5" y="0"/>
                  </a:lnTo>
                  <a:lnTo>
                    <a:pt x="0" y="8"/>
                  </a:lnTo>
                  <a:lnTo>
                    <a:pt x="2" y="8"/>
                  </a:lnTo>
                  <a:lnTo>
                    <a:pt x="2" y="8"/>
                  </a:lnTo>
                  <a:lnTo>
                    <a:pt x="9" y="11"/>
                  </a:lnTo>
                  <a:lnTo>
                    <a:pt x="9" y="9"/>
                  </a:lnTo>
                  <a:lnTo>
                    <a:pt x="9" y="9"/>
                  </a:lnTo>
                  <a:lnTo>
                    <a:pt x="13" y="11"/>
                  </a:lnTo>
                  <a:lnTo>
                    <a:pt x="14" y="9"/>
                  </a:lnTo>
                  <a:lnTo>
                    <a:pt x="14" y="4"/>
                  </a:lnTo>
                  <a:lnTo>
                    <a:pt x="14" y="4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84" name="Freeform 367">
              <a:extLst>
                <a:ext uri="{FF2B5EF4-FFF2-40B4-BE49-F238E27FC236}">
                  <a16:creationId xmlns:a16="http://schemas.microsoft.com/office/drawing/2014/main" id="{B8F61672-D948-4084-83A7-2FE1EF11F30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7999" y="1333516"/>
              <a:ext cx="13348" cy="26694"/>
            </a:xfrm>
            <a:custGeom>
              <a:avLst/>
              <a:gdLst>
                <a:gd name="T0" fmla="*/ 0 w 9"/>
                <a:gd name="T1" fmla="*/ 0 h 18"/>
                <a:gd name="T2" fmla="*/ 0 w 9"/>
                <a:gd name="T3" fmla="*/ 0 h 18"/>
                <a:gd name="T4" fmla="*/ 3 w 9"/>
                <a:gd name="T5" fmla="*/ 18 h 18"/>
                <a:gd name="T6" fmla="*/ 9 w 9"/>
                <a:gd name="T7" fmla="*/ 18 h 18"/>
                <a:gd name="T8" fmla="*/ 9 w 9"/>
                <a:gd name="T9" fmla="*/ 18 h 18"/>
                <a:gd name="T10" fmla="*/ 9 w 9"/>
                <a:gd name="T11" fmla="*/ 9 h 18"/>
                <a:gd name="T12" fmla="*/ 9 w 9"/>
                <a:gd name="T13" fmla="*/ 9 h 18"/>
                <a:gd name="T14" fmla="*/ 3 w 9"/>
                <a:gd name="T15" fmla="*/ 0 h 18"/>
                <a:gd name="T16" fmla="*/ 0 w 9"/>
                <a:gd name="T1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" h="18">
                  <a:moveTo>
                    <a:pt x="0" y="0"/>
                  </a:moveTo>
                  <a:lnTo>
                    <a:pt x="0" y="0"/>
                  </a:lnTo>
                  <a:lnTo>
                    <a:pt x="3" y="18"/>
                  </a:lnTo>
                  <a:lnTo>
                    <a:pt x="9" y="18"/>
                  </a:lnTo>
                  <a:lnTo>
                    <a:pt x="9" y="18"/>
                  </a:lnTo>
                  <a:lnTo>
                    <a:pt x="9" y="9"/>
                  </a:lnTo>
                  <a:lnTo>
                    <a:pt x="9" y="9"/>
                  </a:lnTo>
                  <a:lnTo>
                    <a:pt x="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85" name="Freeform 368">
              <a:extLst>
                <a:ext uri="{FF2B5EF4-FFF2-40B4-BE49-F238E27FC236}">
                  <a16:creationId xmlns:a16="http://schemas.microsoft.com/office/drawing/2014/main" id="{08E34B15-7D53-4249-9D5F-C585B954ED3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1614" y="1329067"/>
              <a:ext cx="194274" cy="106776"/>
            </a:xfrm>
            <a:custGeom>
              <a:avLst/>
              <a:gdLst>
                <a:gd name="T0" fmla="*/ 111 w 131"/>
                <a:gd name="T1" fmla="*/ 0 h 72"/>
                <a:gd name="T2" fmla="*/ 106 w 131"/>
                <a:gd name="T3" fmla="*/ 7 h 72"/>
                <a:gd name="T4" fmla="*/ 108 w 131"/>
                <a:gd name="T5" fmla="*/ 7 h 72"/>
                <a:gd name="T6" fmla="*/ 102 w 131"/>
                <a:gd name="T7" fmla="*/ 12 h 72"/>
                <a:gd name="T8" fmla="*/ 95 w 131"/>
                <a:gd name="T9" fmla="*/ 14 h 72"/>
                <a:gd name="T10" fmla="*/ 88 w 131"/>
                <a:gd name="T11" fmla="*/ 11 h 72"/>
                <a:gd name="T12" fmla="*/ 60 w 131"/>
                <a:gd name="T13" fmla="*/ 14 h 72"/>
                <a:gd name="T14" fmla="*/ 51 w 131"/>
                <a:gd name="T15" fmla="*/ 23 h 72"/>
                <a:gd name="T16" fmla="*/ 40 w 131"/>
                <a:gd name="T17" fmla="*/ 32 h 72"/>
                <a:gd name="T18" fmla="*/ 38 w 131"/>
                <a:gd name="T19" fmla="*/ 32 h 72"/>
                <a:gd name="T20" fmla="*/ 35 w 131"/>
                <a:gd name="T21" fmla="*/ 29 h 72"/>
                <a:gd name="T22" fmla="*/ 33 w 131"/>
                <a:gd name="T23" fmla="*/ 29 h 72"/>
                <a:gd name="T24" fmla="*/ 26 w 131"/>
                <a:gd name="T25" fmla="*/ 40 h 72"/>
                <a:gd name="T26" fmla="*/ 24 w 131"/>
                <a:gd name="T27" fmla="*/ 40 h 72"/>
                <a:gd name="T28" fmla="*/ 24 w 131"/>
                <a:gd name="T29" fmla="*/ 47 h 72"/>
                <a:gd name="T30" fmla="*/ 18 w 131"/>
                <a:gd name="T31" fmla="*/ 47 h 72"/>
                <a:gd name="T32" fmla="*/ 11 w 131"/>
                <a:gd name="T33" fmla="*/ 47 h 72"/>
                <a:gd name="T34" fmla="*/ 0 w 131"/>
                <a:gd name="T35" fmla="*/ 54 h 72"/>
                <a:gd name="T36" fmla="*/ 17 w 131"/>
                <a:gd name="T37" fmla="*/ 72 h 72"/>
                <a:gd name="T38" fmla="*/ 31 w 131"/>
                <a:gd name="T39" fmla="*/ 65 h 72"/>
                <a:gd name="T40" fmla="*/ 31 w 131"/>
                <a:gd name="T41" fmla="*/ 67 h 72"/>
                <a:gd name="T42" fmla="*/ 33 w 131"/>
                <a:gd name="T43" fmla="*/ 71 h 72"/>
                <a:gd name="T44" fmla="*/ 37 w 131"/>
                <a:gd name="T45" fmla="*/ 71 h 72"/>
                <a:gd name="T46" fmla="*/ 42 w 131"/>
                <a:gd name="T47" fmla="*/ 67 h 72"/>
                <a:gd name="T48" fmla="*/ 40 w 131"/>
                <a:gd name="T49" fmla="*/ 65 h 72"/>
                <a:gd name="T50" fmla="*/ 46 w 131"/>
                <a:gd name="T51" fmla="*/ 69 h 72"/>
                <a:gd name="T52" fmla="*/ 46 w 131"/>
                <a:gd name="T53" fmla="*/ 58 h 72"/>
                <a:gd name="T54" fmla="*/ 51 w 131"/>
                <a:gd name="T55" fmla="*/ 69 h 72"/>
                <a:gd name="T56" fmla="*/ 58 w 131"/>
                <a:gd name="T57" fmla="*/ 71 h 72"/>
                <a:gd name="T58" fmla="*/ 62 w 131"/>
                <a:gd name="T59" fmla="*/ 67 h 72"/>
                <a:gd name="T60" fmla="*/ 66 w 131"/>
                <a:gd name="T61" fmla="*/ 63 h 72"/>
                <a:gd name="T62" fmla="*/ 66 w 131"/>
                <a:gd name="T63" fmla="*/ 54 h 72"/>
                <a:gd name="T64" fmla="*/ 68 w 131"/>
                <a:gd name="T65" fmla="*/ 56 h 72"/>
                <a:gd name="T66" fmla="*/ 73 w 131"/>
                <a:gd name="T67" fmla="*/ 54 h 72"/>
                <a:gd name="T68" fmla="*/ 78 w 131"/>
                <a:gd name="T69" fmla="*/ 54 h 72"/>
                <a:gd name="T70" fmla="*/ 78 w 131"/>
                <a:gd name="T71" fmla="*/ 47 h 72"/>
                <a:gd name="T72" fmla="*/ 78 w 131"/>
                <a:gd name="T73" fmla="*/ 40 h 72"/>
                <a:gd name="T74" fmla="*/ 82 w 131"/>
                <a:gd name="T75" fmla="*/ 40 h 72"/>
                <a:gd name="T76" fmla="*/ 86 w 131"/>
                <a:gd name="T77" fmla="*/ 41 h 72"/>
                <a:gd name="T78" fmla="*/ 88 w 131"/>
                <a:gd name="T79" fmla="*/ 32 h 72"/>
                <a:gd name="T80" fmla="*/ 95 w 131"/>
                <a:gd name="T81" fmla="*/ 32 h 72"/>
                <a:gd name="T82" fmla="*/ 88 w 131"/>
                <a:gd name="T83" fmla="*/ 49 h 72"/>
                <a:gd name="T84" fmla="*/ 97 w 131"/>
                <a:gd name="T85" fmla="*/ 51 h 72"/>
                <a:gd name="T86" fmla="*/ 104 w 131"/>
                <a:gd name="T87" fmla="*/ 47 h 72"/>
                <a:gd name="T88" fmla="*/ 115 w 131"/>
                <a:gd name="T89" fmla="*/ 32 h 72"/>
                <a:gd name="T90" fmla="*/ 111 w 131"/>
                <a:gd name="T91" fmla="*/ 27 h 72"/>
                <a:gd name="T92" fmla="*/ 119 w 131"/>
                <a:gd name="T93" fmla="*/ 29 h 72"/>
                <a:gd name="T94" fmla="*/ 126 w 131"/>
                <a:gd name="T95" fmla="*/ 29 h 72"/>
                <a:gd name="T96" fmla="*/ 126 w 131"/>
                <a:gd name="T97" fmla="*/ 27 h 72"/>
                <a:gd name="T98" fmla="*/ 124 w 131"/>
                <a:gd name="T99" fmla="*/ 21 h 72"/>
                <a:gd name="T100" fmla="*/ 130 w 131"/>
                <a:gd name="T101" fmla="*/ 21 h 72"/>
                <a:gd name="T102" fmla="*/ 130 w 131"/>
                <a:gd name="T103" fmla="*/ 18 h 72"/>
                <a:gd name="T104" fmla="*/ 131 w 131"/>
                <a:gd name="T105" fmla="*/ 14 h 72"/>
                <a:gd name="T106" fmla="*/ 130 w 131"/>
                <a:gd name="T107" fmla="*/ 7 h 72"/>
                <a:gd name="T108" fmla="*/ 111 w 131"/>
                <a:gd name="T109" fmla="*/ 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31" h="72">
                  <a:moveTo>
                    <a:pt x="111" y="0"/>
                  </a:moveTo>
                  <a:lnTo>
                    <a:pt x="111" y="0"/>
                  </a:lnTo>
                  <a:lnTo>
                    <a:pt x="108" y="5"/>
                  </a:lnTo>
                  <a:lnTo>
                    <a:pt x="106" y="7"/>
                  </a:lnTo>
                  <a:lnTo>
                    <a:pt x="108" y="7"/>
                  </a:lnTo>
                  <a:lnTo>
                    <a:pt x="108" y="7"/>
                  </a:lnTo>
                  <a:lnTo>
                    <a:pt x="104" y="9"/>
                  </a:lnTo>
                  <a:lnTo>
                    <a:pt x="102" y="12"/>
                  </a:lnTo>
                  <a:lnTo>
                    <a:pt x="100" y="14"/>
                  </a:lnTo>
                  <a:lnTo>
                    <a:pt x="95" y="14"/>
                  </a:lnTo>
                  <a:lnTo>
                    <a:pt x="88" y="11"/>
                  </a:lnTo>
                  <a:lnTo>
                    <a:pt x="88" y="11"/>
                  </a:lnTo>
                  <a:lnTo>
                    <a:pt x="73" y="11"/>
                  </a:lnTo>
                  <a:lnTo>
                    <a:pt x="60" y="14"/>
                  </a:lnTo>
                  <a:lnTo>
                    <a:pt x="60" y="14"/>
                  </a:lnTo>
                  <a:lnTo>
                    <a:pt x="51" y="23"/>
                  </a:lnTo>
                  <a:lnTo>
                    <a:pt x="46" y="29"/>
                  </a:lnTo>
                  <a:lnTo>
                    <a:pt x="40" y="32"/>
                  </a:lnTo>
                  <a:lnTo>
                    <a:pt x="40" y="32"/>
                  </a:lnTo>
                  <a:lnTo>
                    <a:pt x="38" y="32"/>
                  </a:lnTo>
                  <a:lnTo>
                    <a:pt x="37" y="31"/>
                  </a:lnTo>
                  <a:lnTo>
                    <a:pt x="35" y="29"/>
                  </a:lnTo>
                  <a:lnTo>
                    <a:pt x="33" y="29"/>
                  </a:lnTo>
                  <a:lnTo>
                    <a:pt x="33" y="29"/>
                  </a:lnTo>
                  <a:lnTo>
                    <a:pt x="31" y="34"/>
                  </a:lnTo>
                  <a:lnTo>
                    <a:pt x="26" y="40"/>
                  </a:lnTo>
                  <a:lnTo>
                    <a:pt x="24" y="40"/>
                  </a:lnTo>
                  <a:lnTo>
                    <a:pt x="24" y="40"/>
                  </a:lnTo>
                  <a:lnTo>
                    <a:pt x="24" y="47"/>
                  </a:lnTo>
                  <a:lnTo>
                    <a:pt x="24" y="47"/>
                  </a:lnTo>
                  <a:lnTo>
                    <a:pt x="22" y="47"/>
                  </a:lnTo>
                  <a:lnTo>
                    <a:pt x="18" y="47"/>
                  </a:lnTo>
                  <a:lnTo>
                    <a:pt x="11" y="47"/>
                  </a:lnTo>
                  <a:lnTo>
                    <a:pt x="11" y="47"/>
                  </a:lnTo>
                  <a:lnTo>
                    <a:pt x="0" y="54"/>
                  </a:lnTo>
                  <a:lnTo>
                    <a:pt x="0" y="54"/>
                  </a:lnTo>
                  <a:lnTo>
                    <a:pt x="9" y="62"/>
                  </a:lnTo>
                  <a:lnTo>
                    <a:pt x="17" y="72"/>
                  </a:lnTo>
                  <a:lnTo>
                    <a:pt x="17" y="72"/>
                  </a:lnTo>
                  <a:lnTo>
                    <a:pt x="31" y="65"/>
                  </a:lnTo>
                  <a:lnTo>
                    <a:pt x="31" y="65"/>
                  </a:lnTo>
                  <a:lnTo>
                    <a:pt x="31" y="67"/>
                  </a:lnTo>
                  <a:lnTo>
                    <a:pt x="31" y="69"/>
                  </a:lnTo>
                  <a:lnTo>
                    <a:pt x="33" y="71"/>
                  </a:lnTo>
                  <a:lnTo>
                    <a:pt x="37" y="71"/>
                  </a:lnTo>
                  <a:lnTo>
                    <a:pt x="37" y="71"/>
                  </a:lnTo>
                  <a:lnTo>
                    <a:pt x="40" y="69"/>
                  </a:lnTo>
                  <a:lnTo>
                    <a:pt x="42" y="67"/>
                  </a:lnTo>
                  <a:lnTo>
                    <a:pt x="40" y="65"/>
                  </a:lnTo>
                  <a:lnTo>
                    <a:pt x="40" y="65"/>
                  </a:lnTo>
                  <a:lnTo>
                    <a:pt x="44" y="67"/>
                  </a:lnTo>
                  <a:lnTo>
                    <a:pt x="46" y="69"/>
                  </a:lnTo>
                  <a:lnTo>
                    <a:pt x="46" y="69"/>
                  </a:lnTo>
                  <a:lnTo>
                    <a:pt x="46" y="58"/>
                  </a:lnTo>
                  <a:lnTo>
                    <a:pt x="46" y="58"/>
                  </a:lnTo>
                  <a:lnTo>
                    <a:pt x="51" y="69"/>
                  </a:lnTo>
                  <a:lnTo>
                    <a:pt x="51" y="69"/>
                  </a:lnTo>
                  <a:lnTo>
                    <a:pt x="58" y="71"/>
                  </a:lnTo>
                  <a:lnTo>
                    <a:pt x="58" y="71"/>
                  </a:lnTo>
                  <a:lnTo>
                    <a:pt x="62" y="67"/>
                  </a:lnTo>
                  <a:lnTo>
                    <a:pt x="66" y="63"/>
                  </a:lnTo>
                  <a:lnTo>
                    <a:pt x="66" y="63"/>
                  </a:lnTo>
                  <a:lnTo>
                    <a:pt x="68" y="56"/>
                  </a:lnTo>
                  <a:lnTo>
                    <a:pt x="66" y="54"/>
                  </a:lnTo>
                  <a:lnTo>
                    <a:pt x="66" y="54"/>
                  </a:lnTo>
                  <a:lnTo>
                    <a:pt x="68" y="56"/>
                  </a:lnTo>
                  <a:lnTo>
                    <a:pt x="73" y="58"/>
                  </a:lnTo>
                  <a:lnTo>
                    <a:pt x="73" y="54"/>
                  </a:lnTo>
                  <a:lnTo>
                    <a:pt x="78" y="54"/>
                  </a:lnTo>
                  <a:lnTo>
                    <a:pt x="78" y="54"/>
                  </a:lnTo>
                  <a:lnTo>
                    <a:pt x="78" y="51"/>
                  </a:lnTo>
                  <a:lnTo>
                    <a:pt x="78" y="47"/>
                  </a:lnTo>
                  <a:lnTo>
                    <a:pt x="78" y="40"/>
                  </a:lnTo>
                  <a:lnTo>
                    <a:pt x="78" y="40"/>
                  </a:lnTo>
                  <a:lnTo>
                    <a:pt x="78" y="38"/>
                  </a:lnTo>
                  <a:lnTo>
                    <a:pt x="82" y="40"/>
                  </a:lnTo>
                  <a:lnTo>
                    <a:pt x="86" y="41"/>
                  </a:lnTo>
                  <a:lnTo>
                    <a:pt x="86" y="41"/>
                  </a:lnTo>
                  <a:lnTo>
                    <a:pt x="88" y="32"/>
                  </a:lnTo>
                  <a:lnTo>
                    <a:pt x="88" y="32"/>
                  </a:lnTo>
                  <a:lnTo>
                    <a:pt x="95" y="32"/>
                  </a:lnTo>
                  <a:lnTo>
                    <a:pt x="95" y="32"/>
                  </a:lnTo>
                  <a:lnTo>
                    <a:pt x="88" y="49"/>
                  </a:lnTo>
                  <a:lnTo>
                    <a:pt x="88" y="49"/>
                  </a:lnTo>
                  <a:lnTo>
                    <a:pt x="93" y="49"/>
                  </a:lnTo>
                  <a:lnTo>
                    <a:pt x="97" y="51"/>
                  </a:lnTo>
                  <a:lnTo>
                    <a:pt x="97" y="51"/>
                  </a:lnTo>
                  <a:lnTo>
                    <a:pt x="104" y="47"/>
                  </a:lnTo>
                  <a:lnTo>
                    <a:pt x="111" y="40"/>
                  </a:lnTo>
                  <a:lnTo>
                    <a:pt x="115" y="32"/>
                  </a:lnTo>
                  <a:lnTo>
                    <a:pt x="115" y="29"/>
                  </a:lnTo>
                  <a:lnTo>
                    <a:pt x="111" y="27"/>
                  </a:lnTo>
                  <a:lnTo>
                    <a:pt x="111" y="27"/>
                  </a:lnTo>
                  <a:lnTo>
                    <a:pt x="119" y="29"/>
                  </a:lnTo>
                  <a:lnTo>
                    <a:pt x="126" y="29"/>
                  </a:lnTo>
                  <a:lnTo>
                    <a:pt x="126" y="29"/>
                  </a:lnTo>
                  <a:lnTo>
                    <a:pt x="126" y="27"/>
                  </a:lnTo>
                  <a:lnTo>
                    <a:pt x="126" y="27"/>
                  </a:lnTo>
                  <a:lnTo>
                    <a:pt x="124" y="25"/>
                  </a:lnTo>
                  <a:lnTo>
                    <a:pt x="124" y="21"/>
                  </a:lnTo>
                  <a:lnTo>
                    <a:pt x="130" y="21"/>
                  </a:lnTo>
                  <a:lnTo>
                    <a:pt x="130" y="21"/>
                  </a:lnTo>
                  <a:lnTo>
                    <a:pt x="128" y="20"/>
                  </a:lnTo>
                  <a:lnTo>
                    <a:pt x="130" y="18"/>
                  </a:lnTo>
                  <a:lnTo>
                    <a:pt x="131" y="14"/>
                  </a:lnTo>
                  <a:lnTo>
                    <a:pt x="131" y="14"/>
                  </a:lnTo>
                  <a:lnTo>
                    <a:pt x="131" y="11"/>
                  </a:lnTo>
                  <a:lnTo>
                    <a:pt x="130" y="7"/>
                  </a:lnTo>
                  <a:lnTo>
                    <a:pt x="124" y="3"/>
                  </a:lnTo>
                  <a:lnTo>
                    <a:pt x="111" y="0"/>
                  </a:lnTo>
                  <a:lnTo>
                    <a:pt x="11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86" name="Freeform 369">
              <a:extLst>
                <a:ext uri="{FF2B5EF4-FFF2-40B4-BE49-F238E27FC236}">
                  <a16:creationId xmlns:a16="http://schemas.microsoft.com/office/drawing/2014/main" id="{4B4D871E-6454-4939-92F6-C734FE7127E7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1500" y="1326101"/>
              <a:ext cx="5932" cy="7415"/>
            </a:xfrm>
            <a:custGeom>
              <a:avLst/>
              <a:gdLst>
                <a:gd name="T0" fmla="*/ 4 w 4"/>
                <a:gd name="T1" fmla="*/ 0 h 5"/>
                <a:gd name="T2" fmla="*/ 4 w 4"/>
                <a:gd name="T3" fmla="*/ 0 h 5"/>
                <a:gd name="T4" fmla="*/ 4 w 4"/>
                <a:gd name="T5" fmla="*/ 2 h 5"/>
                <a:gd name="T6" fmla="*/ 4 w 4"/>
                <a:gd name="T7" fmla="*/ 3 h 5"/>
                <a:gd name="T8" fmla="*/ 0 w 4"/>
                <a:gd name="T9" fmla="*/ 5 h 5"/>
                <a:gd name="T10" fmla="*/ 0 w 4"/>
                <a:gd name="T11" fmla="*/ 5 h 5"/>
                <a:gd name="T12" fmla="*/ 0 w 4"/>
                <a:gd name="T13" fmla="*/ 0 h 5"/>
                <a:gd name="T14" fmla="*/ 0 w 4"/>
                <a:gd name="T15" fmla="*/ 0 h 5"/>
                <a:gd name="T16" fmla="*/ 4 w 4"/>
                <a:gd name="T17" fmla="*/ 0 h 5"/>
                <a:gd name="T18" fmla="*/ 4 w 4"/>
                <a:gd name="T1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5">
                  <a:moveTo>
                    <a:pt x="4" y="0"/>
                  </a:moveTo>
                  <a:lnTo>
                    <a:pt x="4" y="0"/>
                  </a:lnTo>
                  <a:lnTo>
                    <a:pt x="4" y="2"/>
                  </a:lnTo>
                  <a:lnTo>
                    <a:pt x="4" y="3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0"/>
                  </a:lnTo>
                  <a:lnTo>
                    <a:pt x="0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87" name="Freeform 370">
              <a:extLst>
                <a:ext uri="{FF2B5EF4-FFF2-40B4-BE49-F238E27FC236}">
                  <a16:creationId xmlns:a16="http://schemas.microsoft.com/office/drawing/2014/main" id="{110DBDEE-8C4F-4C82-AF34-A4EA9D98FF6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3725" y="1323135"/>
              <a:ext cx="86014" cy="56354"/>
            </a:xfrm>
            <a:custGeom>
              <a:avLst/>
              <a:gdLst>
                <a:gd name="T0" fmla="*/ 42 w 58"/>
                <a:gd name="T1" fmla="*/ 0 h 38"/>
                <a:gd name="T2" fmla="*/ 40 w 58"/>
                <a:gd name="T3" fmla="*/ 4 h 38"/>
                <a:gd name="T4" fmla="*/ 40 w 58"/>
                <a:gd name="T5" fmla="*/ 4 h 38"/>
                <a:gd name="T6" fmla="*/ 36 w 58"/>
                <a:gd name="T7" fmla="*/ 2 h 38"/>
                <a:gd name="T8" fmla="*/ 32 w 58"/>
                <a:gd name="T9" fmla="*/ 2 h 38"/>
                <a:gd name="T10" fmla="*/ 31 w 58"/>
                <a:gd name="T11" fmla="*/ 2 h 38"/>
                <a:gd name="T12" fmla="*/ 31 w 58"/>
                <a:gd name="T13" fmla="*/ 2 h 38"/>
                <a:gd name="T14" fmla="*/ 25 w 58"/>
                <a:gd name="T15" fmla="*/ 4 h 38"/>
                <a:gd name="T16" fmla="*/ 20 w 58"/>
                <a:gd name="T17" fmla="*/ 7 h 38"/>
                <a:gd name="T18" fmla="*/ 14 w 58"/>
                <a:gd name="T19" fmla="*/ 11 h 38"/>
                <a:gd name="T20" fmla="*/ 9 w 58"/>
                <a:gd name="T21" fmla="*/ 15 h 38"/>
                <a:gd name="T22" fmla="*/ 9 w 58"/>
                <a:gd name="T23" fmla="*/ 15 h 38"/>
                <a:gd name="T24" fmla="*/ 3 w 58"/>
                <a:gd name="T25" fmla="*/ 13 h 38"/>
                <a:gd name="T26" fmla="*/ 1 w 58"/>
                <a:gd name="T27" fmla="*/ 11 h 38"/>
                <a:gd name="T28" fmla="*/ 1 w 58"/>
                <a:gd name="T29" fmla="*/ 11 h 38"/>
                <a:gd name="T30" fmla="*/ 0 w 58"/>
                <a:gd name="T31" fmla="*/ 22 h 38"/>
                <a:gd name="T32" fmla="*/ 1 w 58"/>
                <a:gd name="T33" fmla="*/ 33 h 38"/>
                <a:gd name="T34" fmla="*/ 12 w 58"/>
                <a:gd name="T35" fmla="*/ 38 h 38"/>
                <a:gd name="T36" fmla="*/ 12 w 58"/>
                <a:gd name="T37" fmla="*/ 38 h 38"/>
                <a:gd name="T38" fmla="*/ 29 w 58"/>
                <a:gd name="T39" fmla="*/ 36 h 38"/>
                <a:gd name="T40" fmla="*/ 42 w 58"/>
                <a:gd name="T41" fmla="*/ 33 h 38"/>
                <a:gd name="T42" fmla="*/ 42 w 58"/>
                <a:gd name="T43" fmla="*/ 33 h 38"/>
                <a:gd name="T44" fmla="*/ 45 w 58"/>
                <a:gd name="T45" fmla="*/ 31 h 38"/>
                <a:gd name="T46" fmla="*/ 47 w 58"/>
                <a:gd name="T47" fmla="*/ 27 h 38"/>
                <a:gd name="T48" fmla="*/ 49 w 58"/>
                <a:gd name="T49" fmla="*/ 22 h 38"/>
                <a:gd name="T50" fmla="*/ 49 w 58"/>
                <a:gd name="T51" fmla="*/ 22 h 38"/>
                <a:gd name="T52" fmla="*/ 45 w 58"/>
                <a:gd name="T53" fmla="*/ 18 h 38"/>
                <a:gd name="T54" fmla="*/ 42 w 58"/>
                <a:gd name="T55" fmla="*/ 15 h 38"/>
                <a:gd name="T56" fmla="*/ 42 w 58"/>
                <a:gd name="T57" fmla="*/ 15 h 38"/>
                <a:gd name="T58" fmla="*/ 47 w 58"/>
                <a:gd name="T59" fmla="*/ 13 h 38"/>
                <a:gd name="T60" fmla="*/ 52 w 58"/>
                <a:gd name="T61" fmla="*/ 15 h 38"/>
                <a:gd name="T62" fmla="*/ 52 w 58"/>
                <a:gd name="T63" fmla="*/ 15 h 38"/>
                <a:gd name="T64" fmla="*/ 56 w 58"/>
                <a:gd name="T65" fmla="*/ 13 h 38"/>
                <a:gd name="T66" fmla="*/ 58 w 58"/>
                <a:gd name="T67" fmla="*/ 9 h 38"/>
                <a:gd name="T68" fmla="*/ 58 w 58"/>
                <a:gd name="T69" fmla="*/ 7 h 38"/>
                <a:gd name="T70" fmla="*/ 56 w 58"/>
                <a:gd name="T71" fmla="*/ 5 h 38"/>
                <a:gd name="T72" fmla="*/ 51 w 58"/>
                <a:gd name="T73" fmla="*/ 2 h 38"/>
                <a:gd name="T74" fmla="*/ 42 w 58"/>
                <a:gd name="T75" fmla="*/ 0 h 38"/>
                <a:gd name="T76" fmla="*/ 42 w 58"/>
                <a:gd name="T77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58" h="38">
                  <a:moveTo>
                    <a:pt x="42" y="0"/>
                  </a:moveTo>
                  <a:lnTo>
                    <a:pt x="40" y="4"/>
                  </a:lnTo>
                  <a:lnTo>
                    <a:pt x="40" y="4"/>
                  </a:lnTo>
                  <a:lnTo>
                    <a:pt x="36" y="2"/>
                  </a:lnTo>
                  <a:lnTo>
                    <a:pt x="32" y="2"/>
                  </a:lnTo>
                  <a:lnTo>
                    <a:pt x="31" y="2"/>
                  </a:lnTo>
                  <a:lnTo>
                    <a:pt x="31" y="2"/>
                  </a:lnTo>
                  <a:lnTo>
                    <a:pt x="25" y="4"/>
                  </a:lnTo>
                  <a:lnTo>
                    <a:pt x="20" y="7"/>
                  </a:lnTo>
                  <a:lnTo>
                    <a:pt x="14" y="11"/>
                  </a:lnTo>
                  <a:lnTo>
                    <a:pt x="9" y="15"/>
                  </a:lnTo>
                  <a:lnTo>
                    <a:pt x="9" y="15"/>
                  </a:lnTo>
                  <a:lnTo>
                    <a:pt x="3" y="13"/>
                  </a:lnTo>
                  <a:lnTo>
                    <a:pt x="1" y="11"/>
                  </a:lnTo>
                  <a:lnTo>
                    <a:pt x="1" y="11"/>
                  </a:lnTo>
                  <a:lnTo>
                    <a:pt x="0" y="22"/>
                  </a:lnTo>
                  <a:lnTo>
                    <a:pt x="1" y="33"/>
                  </a:lnTo>
                  <a:lnTo>
                    <a:pt x="12" y="38"/>
                  </a:lnTo>
                  <a:lnTo>
                    <a:pt x="12" y="38"/>
                  </a:lnTo>
                  <a:lnTo>
                    <a:pt x="29" y="36"/>
                  </a:lnTo>
                  <a:lnTo>
                    <a:pt x="42" y="33"/>
                  </a:lnTo>
                  <a:lnTo>
                    <a:pt x="42" y="33"/>
                  </a:lnTo>
                  <a:lnTo>
                    <a:pt x="45" y="31"/>
                  </a:lnTo>
                  <a:lnTo>
                    <a:pt x="47" y="27"/>
                  </a:lnTo>
                  <a:lnTo>
                    <a:pt x="49" y="22"/>
                  </a:lnTo>
                  <a:lnTo>
                    <a:pt x="49" y="22"/>
                  </a:lnTo>
                  <a:lnTo>
                    <a:pt x="45" y="18"/>
                  </a:lnTo>
                  <a:lnTo>
                    <a:pt x="42" y="15"/>
                  </a:lnTo>
                  <a:lnTo>
                    <a:pt x="42" y="15"/>
                  </a:lnTo>
                  <a:lnTo>
                    <a:pt x="47" y="13"/>
                  </a:lnTo>
                  <a:lnTo>
                    <a:pt x="52" y="15"/>
                  </a:lnTo>
                  <a:lnTo>
                    <a:pt x="52" y="15"/>
                  </a:lnTo>
                  <a:lnTo>
                    <a:pt x="56" y="13"/>
                  </a:lnTo>
                  <a:lnTo>
                    <a:pt x="58" y="9"/>
                  </a:lnTo>
                  <a:lnTo>
                    <a:pt x="58" y="7"/>
                  </a:lnTo>
                  <a:lnTo>
                    <a:pt x="56" y="5"/>
                  </a:lnTo>
                  <a:lnTo>
                    <a:pt x="51" y="2"/>
                  </a:lnTo>
                  <a:lnTo>
                    <a:pt x="42" y="0"/>
                  </a:lnTo>
                  <a:lnTo>
                    <a:pt x="4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88" name="Freeform 371">
              <a:extLst>
                <a:ext uri="{FF2B5EF4-FFF2-40B4-BE49-F238E27FC236}">
                  <a16:creationId xmlns:a16="http://schemas.microsoft.com/office/drawing/2014/main" id="{833AD406-93D2-4FEB-A724-1ED978F4A4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4787" y="1314237"/>
              <a:ext cx="26694" cy="31144"/>
            </a:xfrm>
            <a:custGeom>
              <a:avLst/>
              <a:gdLst>
                <a:gd name="T0" fmla="*/ 9 w 18"/>
                <a:gd name="T1" fmla="*/ 0 h 21"/>
                <a:gd name="T2" fmla="*/ 9 w 18"/>
                <a:gd name="T3" fmla="*/ 0 h 21"/>
                <a:gd name="T4" fmla="*/ 0 w 18"/>
                <a:gd name="T5" fmla="*/ 6 h 21"/>
                <a:gd name="T6" fmla="*/ 0 w 18"/>
                <a:gd name="T7" fmla="*/ 6 h 21"/>
                <a:gd name="T8" fmla="*/ 0 w 18"/>
                <a:gd name="T9" fmla="*/ 10 h 21"/>
                <a:gd name="T10" fmla="*/ 0 w 18"/>
                <a:gd name="T11" fmla="*/ 15 h 21"/>
                <a:gd name="T12" fmla="*/ 0 w 18"/>
                <a:gd name="T13" fmla="*/ 15 h 21"/>
                <a:gd name="T14" fmla="*/ 2 w 18"/>
                <a:gd name="T15" fmla="*/ 17 h 21"/>
                <a:gd name="T16" fmla="*/ 3 w 18"/>
                <a:gd name="T17" fmla="*/ 21 h 21"/>
                <a:gd name="T18" fmla="*/ 3 w 18"/>
                <a:gd name="T19" fmla="*/ 21 h 21"/>
                <a:gd name="T20" fmla="*/ 9 w 18"/>
                <a:gd name="T21" fmla="*/ 19 h 21"/>
                <a:gd name="T22" fmla="*/ 14 w 18"/>
                <a:gd name="T23" fmla="*/ 21 h 21"/>
                <a:gd name="T24" fmla="*/ 14 w 18"/>
                <a:gd name="T25" fmla="*/ 21 h 21"/>
                <a:gd name="T26" fmla="*/ 18 w 18"/>
                <a:gd name="T27" fmla="*/ 10 h 21"/>
                <a:gd name="T28" fmla="*/ 18 w 18"/>
                <a:gd name="T29" fmla="*/ 10 h 21"/>
                <a:gd name="T30" fmla="*/ 14 w 18"/>
                <a:gd name="T31" fmla="*/ 4 h 21"/>
                <a:gd name="T32" fmla="*/ 9 w 18"/>
                <a:gd name="T33" fmla="*/ 0 h 21"/>
                <a:gd name="T34" fmla="*/ 9 w 18"/>
                <a:gd name="T35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8" h="21">
                  <a:moveTo>
                    <a:pt x="9" y="0"/>
                  </a:moveTo>
                  <a:lnTo>
                    <a:pt x="9" y="0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10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2" y="17"/>
                  </a:lnTo>
                  <a:lnTo>
                    <a:pt x="3" y="21"/>
                  </a:lnTo>
                  <a:lnTo>
                    <a:pt x="3" y="21"/>
                  </a:lnTo>
                  <a:lnTo>
                    <a:pt x="9" y="19"/>
                  </a:lnTo>
                  <a:lnTo>
                    <a:pt x="14" y="21"/>
                  </a:lnTo>
                  <a:lnTo>
                    <a:pt x="14" y="21"/>
                  </a:lnTo>
                  <a:lnTo>
                    <a:pt x="18" y="10"/>
                  </a:lnTo>
                  <a:lnTo>
                    <a:pt x="18" y="10"/>
                  </a:lnTo>
                  <a:lnTo>
                    <a:pt x="14" y="4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89" name="Freeform 372">
              <a:extLst>
                <a:ext uri="{FF2B5EF4-FFF2-40B4-BE49-F238E27FC236}">
                  <a16:creationId xmlns:a16="http://schemas.microsoft.com/office/drawing/2014/main" id="{B720322E-6DE5-404A-A9D7-26509A5186F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4827" y="1299407"/>
              <a:ext cx="54872" cy="23728"/>
            </a:xfrm>
            <a:custGeom>
              <a:avLst/>
              <a:gdLst>
                <a:gd name="T0" fmla="*/ 4 w 37"/>
                <a:gd name="T1" fmla="*/ 0 h 16"/>
                <a:gd name="T2" fmla="*/ 4 w 37"/>
                <a:gd name="T3" fmla="*/ 0 h 16"/>
                <a:gd name="T4" fmla="*/ 0 w 37"/>
                <a:gd name="T5" fmla="*/ 10 h 16"/>
                <a:gd name="T6" fmla="*/ 0 w 37"/>
                <a:gd name="T7" fmla="*/ 10 h 16"/>
                <a:gd name="T8" fmla="*/ 18 w 37"/>
                <a:gd name="T9" fmla="*/ 9 h 16"/>
                <a:gd name="T10" fmla="*/ 18 w 37"/>
                <a:gd name="T11" fmla="*/ 9 h 16"/>
                <a:gd name="T12" fmla="*/ 22 w 37"/>
                <a:gd name="T13" fmla="*/ 10 h 16"/>
                <a:gd name="T14" fmla="*/ 26 w 37"/>
                <a:gd name="T15" fmla="*/ 12 h 16"/>
                <a:gd name="T16" fmla="*/ 26 w 37"/>
                <a:gd name="T17" fmla="*/ 16 h 16"/>
                <a:gd name="T18" fmla="*/ 37 w 37"/>
                <a:gd name="T19" fmla="*/ 9 h 16"/>
                <a:gd name="T20" fmla="*/ 37 w 37"/>
                <a:gd name="T21" fmla="*/ 9 h 16"/>
                <a:gd name="T22" fmla="*/ 35 w 37"/>
                <a:gd name="T23" fmla="*/ 7 h 16"/>
                <a:gd name="T24" fmla="*/ 35 w 37"/>
                <a:gd name="T25" fmla="*/ 5 h 16"/>
                <a:gd name="T26" fmla="*/ 33 w 37"/>
                <a:gd name="T27" fmla="*/ 0 h 16"/>
                <a:gd name="T28" fmla="*/ 33 w 37"/>
                <a:gd name="T29" fmla="*/ 0 h 16"/>
                <a:gd name="T30" fmla="*/ 4 w 37"/>
                <a:gd name="T31" fmla="*/ 0 h 16"/>
                <a:gd name="T32" fmla="*/ 4 w 37"/>
                <a:gd name="T33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7" h="16">
                  <a:moveTo>
                    <a:pt x="4" y="0"/>
                  </a:moveTo>
                  <a:lnTo>
                    <a:pt x="4" y="0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18" y="9"/>
                  </a:lnTo>
                  <a:lnTo>
                    <a:pt x="18" y="9"/>
                  </a:lnTo>
                  <a:lnTo>
                    <a:pt x="22" y="10"/>
                  </a:lnTo>
                  <a:lnTo>
                    <a:pt x="26" y="12"/>
                  </a:lnTo>
                  <a:lnTo>
                    <a:pt x="26" y="16"/>
                  </a:lnTo>
                  <a:lnTo>
                    <a:pt x="37" y="9"/>
                  </a:lnTo>
                  <a:lnTo>
                    <a:pt x="37" y="9"/>
                  </a:lnTo>
                  <a:lnTo>
                    <a:pt x="35" y="7"/>
                  </a:lnTo>
                  <a:lnTo>
                    <a:pt x="35" y="5"/>
                  </a:lnTo>
                  <a:lnTo>
                    <a:pt x="33" y="0"/>
                  </a:lnTo>
                  <a:lnTo>
                    <a:pt x="33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90" name="Freeform 373">
              <a:extLst>
                <a:ext uri="{FF2B5EF4-FFF2-40B4-BE49-F238E27FC236}">
                  <a16:creationId xmlns:a16="http://schemas.microsoft.com/office/drawing/2014/main" id="{6ABBA740-30C8-4173-8C59-1474FC5DAC5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1181" y="1287543"/>
              <a:ext cx="48940" cy="29660"/>
            </a:xfrm>
            <a:custGeom>
              <a:avLst/>
              <a:gdLst>
                <a:gd name="T0" fmla="*/ 20 w 33"/>
                <a:gd name="T1" fmla="*/ 0 h 20"/>
                <a:gd name="T2" fmla="*/ 20 w 33"/>
                <a:gd name="T3" fmla="*/ 0 h 20"/>
                <a:gd name="T4" fmla="*/ 17 w 33"/>
                <a:gd name="T5" fmla="*/ 2 h 20"/>
                <a:gd name="T6" fmla="*/ 13 w 33"/>
                <a:gd name="T7" fmla="*/ 4 h 20"/>
                <a:gd name="T8" fmla="*/ 8 w 33"/>
                <a:gd name="T9" fmla="*/ 8 h 20"/>
                <a:gd name="T10" fmla="*/ 8 w 33"/>
                <a:gd name="T11" fmla="*/ 8 h 20"/>
                <a:gd name="T12" fmla="*/ 4 w 33"/>
                <a:gd name="T13" fmla="*/ 9 h 20"/>
                <a:gd name="T14" fmla="*/ 0 w 33"/>
                <a:gd name="T15" fmla="*/ 8 h 20"/>
                <a:gd name="T16" fmla="*/ 0 w 33"/>
                <a:gd name="T17" fmla="*/ 8 h 20"/>
                <a:gd name="T18" fmla="*/ 2 w 33"/>
                <a:gd name="T19" fmla="*/ 9 h 20"/>
                <a:gd name="T20" fmla="*/ 2 w 33"/>
                <a:gd name="T21" fmla="*/ 11 h 20"/>
                <a:gd name="T22" fmla="*/ 2 w 33"/>
                <a:gd name="T23" fmla="*/ 13 h 20"/>
                <a:gd name="T24" fmla="*/ 2 w 33"/>
                <a:gd name="T25" fmla="*/ 15 h 20"/>
                <a:gd name="T26" fmla="*/ 4 w 33"/>
                <a:gd name="T27" fmla="*/ 15 h 20"/>
                <a:gd name="T28" fmla="*/ 13 w 33"/>
                <a:gd name="T29" fmla="*/ 18 h 20"/>
                <a:gd name="T30" fmla="*/ 13 w 33"/>
                <a:gd name="T31" fmla="*/ 18 h 20"/>
                <a:gd name="T32" fmla="*/ 17 w 33"/>
                <a:gd name="T33" fmla="*/ 20 h 20"/>
                <a:gd name="T34" fmla="*/ 20 w 33"/>
                <a:gd name="T35" fmla="*/ 20 h 20"/>
                <a:gd name="T36" fmla="*/ 24 w 33"/>
                <a:gd name="T37" fmla="*/ 20 h 20"/>
                <a:gd name="T38" fmla="*/ 24 w 33"/>
                <a:gd name="T39" fmla="*/ 20 h 20"/>
                <a:gd name="T40" fmla="*/ 30 w 33"/>
                <a:gd name="T41" fmla="*/ 18 h 20"/>
                <a:gd name="T42" fmla="*/ 33 w 33"/>
                <a:gd name="T43" fmla="*/ 17 h 20"/>
                <a:gd name="T44" fmla="*/ 33 w 33"/>
                <a:gd name="T45" fmla="*/ 13 h 20"/>
                <a:gd name="T46" fmla="*/ 33 w 33"/>
                <a:gd name="T47" fmla="*/ 9 h 20"/>
                <a:gd name="T48" fmla="*/ 33 w 33"/>
                <a:gd name="T49" fmla="*/ 6 h 20"/>
                <a:gd name="T50" fmla="*/ 30 w 33"/>
                <a:gd name="T51" fmla="*/ 4 h 20"/>
                <a:gd name="T52" fmla="*/ 26 w 33"/>
                <a:gd name="T53" fmla="*/ 2 h 20"/>
                <a:gd name="T54" fmla="*/ 20 w 33"/>
                <a:gd name="T55" fmla="*/ 0 h 20"/>
                <a:gd name="T56" fmla="*/ 20 w 33"/>
                <a:gd name="T57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3" h="20">
                  <a:moveTo>
                    <a:pt x="20" y="0"/>
                  </a:moveTo>
                  <a:lnTo>
                    <a:pt x="20" y="0"/>
                  </a:lnTo>
                  <a:lnTo>
                    <a:pt x="17" y="2"/>
                  </a:lnTo>
                  <a:lnTo>
                    <a:pt x="13" y="4"/>
                  </a:lnTo>
                  <a:lnTo>
                    <a:pt x="8" y="8"/>
                  </a:lnTo>
                  <a:lnTo>
                    <a:pt x="8" y="8"/>
                  </a:lnTo>
                  <a:lnTo>
                    <a:pt x="4" y="9"/>
                  </a:lnTo>
                  <a:lnTo>
                    <a:pt x="0" y="8"/>
                  </a:lnTo>
                  <a:lnTo>
                    <a:pt x="0" y="8"/>
                  </a:lnTo>
                  <a:lnTo>
                    <a:pt x="2" y="9"/>
                  </a:lnTo>
                  <a:lnTo>
                    <a:pt x="2" y="11"/>
                  </a:lnTo>
                  <a:lnTo>
                    <a:pt x="2" y="13"/>
                  </a:lnTo>
                  <a:lnTo>
                    <a:pt x="2" y="15"/>
                  </a:lnTo>
                  <a:lnTo>
                    <a:pt x="4" y="15"/>
                  </a:lnTo>
                  <a:lnTo>
                    <a:pt x="13" y="18"/>
                  </a:lnTo>
                  <a:lnTo>
                    <a:pt x="13" y="18"/>
                  </a:lnTo>
                  <a:lnTo>
                    <a:pt x="17" y="20"/>
                  </a:lnTo>
                  <a:lnTo>
                    <a:pt x="20" y="20"/>
                  </a:lnTo>
                  <a:lnTo>
                    <a:pt x="24" y="20"/>
                  </a:lnTo>
                  <a:lnTo>
                    <a:pt x="24" y="20"/>
                  </a:lnTo>
                  <a:lnTo>
                    <a:pt x="30" y="18"/>
                  </a:lnTo>
                  <a:lnTo>
                    <a:pt x="33" y="17"/>
                  </a:lnTo>
                  <a:lnTo>
                    <a:pt x="33" y="13"/>
                  </a:lnTo>
                  <a:lnTo>
                    <a:pt x="33" y="9"/>
                  </a:lnTo>
                  <a:lnTo>
                    <a:pt x="33" y="6"/>
                  </a:lnTo>
                  <a:lnTo>
                    <a:pt x="30" y="4"/>
                  </a:lnTo>
                  <a:lnTo>
                    <a:pt x="26" y="2"/>
                  </a:lnTo>
                  <a:lnTo>
                    <a:pt x="20" y="0"/>
                  </a:lnTo>
                  <a:lnTo>
                    <a:pt x="2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91" name="Freeform 374">
              <a:extLst>
                <a:ext uri="{FF2B5EF4-FFF2-40B4-BE49-F238E27FC236}">
                  <a16:creationId xmlns:a16="http://schemas.microsoft.com/office/drawing/2014/main" id="{A5CA20B9-A9F0-4B0F-A7AD-659F454B5CA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5867" y="1284577"/>
              <a:ext cx="5932" cy="8898"/>
            </a:xfrm>
            <a:custGeom>
              <a:avLst/>
              <a:gdLst>
                <a:gd name="T0" fmla="*/ 2 w 4"/>
                <a:gd name="T1" fmla="*/ 0 h 6"/>
                <a:gd name="T2" fmla="*/ 2 w 4"/>
                <a:gd name="T3" fmla="*/ 0 h 6"/>
                <a:gd name="T4" fmla="*/ 4 w 4"/>
                <a:gd name="T5" fmla="*/ 2 h 6"/>
                <a:gd name="T6" fmla="*/ 2 w 4"/>
                <a:gd name="T7" fmla="*/ 4 h 6"/>
                <a:gd name="T8" fmla="*/ 0 w 4"/>
                <a:gd name="T9" fmla="*/ 6 h 6"/>
                <a:gd name="T10" fmla="*/ 0 w 4"/>
                <a:gd name="T11" fmla="*/ 6 h 6"/>
                <a:gd name="T12" fmla="*/ 0 w 4"/>
                <a:gd name="T13" fmla="*/ 2 h 6"/>
                <a:gd name="T14" fmla="*/ 0 w 4"/>
                <a:gd name="T15" fmla="*/ 0 h 6"/>
                <a:gd name="T16" fmla="*/ 2 w 4"/>
                <a:gd name="T17" fmla="*/ 0 h 6"/>
                <a:gd name="T18" fmla="*/ 2 w 4"/>
                <a:gd name="T1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">
                  <a:moveTo>
                    <a:pt x="2" y="0"/>
                  </a:moveTo>
                  <a:lnTo>
                    <a:pt x="2" y="0"/>
                  </a:lnTo>
                  <a:lnTo>
                    <a:pt x="4" y="2"/>
                  </a:lnTo>
                  <a:lnTo>
                    <a:pt x="2" y="4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2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92" name="Freeform 375">
              <a:extLst>
                <a:ext uri="{FF2B5EF4-FFF2-40B4-BE49-F238E27FC236}">
                  <a16:creationId xmlns:a16="http://schemas.microsoft.com/office/drawing/2014/main" id="{E00F26CA-FCCB-4CE8-9E6F-3F3FE13F2B18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9646" y="1284577"/>
              <a:ext cx="81566" cy="62286"/>
            </a:xfrm>
            <a:custGeom>
              <a:avLst/>
              <a:gdLst>
                <a:gd name="T0" fmla="*/ 0 w 55"/>
                <a:gd name="T1" fmla="*/ 0 h 42"/>
                <a:gd name="T2" fmla="*/ 0 w 55"/>
                <a:gd name="T3" fmla="*/ 20 h 42"/>
                <a:gd name="T4" fmla="*/ 0 w 55"/>
                <a:gd name="T5" fmla="*/ 20 h 42"/>
                <a:gd name="T6" fmla="*/ 9 w 55"/>
                <a:gd name="T7" fmla="*/ 22 h 42"/>
                <a:gd name="T8" fmla="*/ 17 w 55"/>
                <a:gd name="T9" fmla="*/ 26 h 42"/>
                <a:gd name="T10" fmla="*/ 17 w 55"/>
                <a:gd name="T11" fmla="*/ 26 h 42"/>
                <a:gd name="T12" fmla="*/ 18 w 55"/>
                <a:gd name="T13" fmla="*/ 26 h 42"/>
                <a:gd name="T14" fmla="*/ 17 w 55"/>
                <a:gd name="T15" fmla="*/ 28 h 42"/>
                <a:gd name="T16" fmla="*/ 13 w 55"/>
                <a:gd name="T17" fmla="*/ 28 h 42"/>
                <a:gd name="T18" fmla="*/ 13 w 55"/>
                <a:gd name="T19" fmla="*/ 28 h 42"/>
                <a:gd name="T20" fmla="*/ 18 w 55"/>
                <a:gd name="T21" fmla="*/ 37 h 42"/>
                <a:gd name="T22" fmla="*/ 22 w 55"/>
                <a:gd name="T23" fmla="*/ 42 h 42"/>
                <a:gd name="T24" fmla="*/ 24 w 55"/>
                <a:gd name="T25" fmla="*/ 42 h 42"/>
                <a:gd name="T26" fmla="*/ 27 w 55"/>
                <a:gd name="T27" fmla="*/ 42 h 42"/>
                <a:gd name="T28" fmla="*/ 40 w 55"/>
                <a:gd name="T29" fmla="*/ 41 h 42"/>
                <a:gd name="T30" fmla="*/ 40 w 55"/>
                <a:gd name="T31" fmla="*/ 41 h 42"/>
                <a:gd name="T32" fmla="*/ 55 w 55"/>
                <a:gd name="T33" fmla="*/ 37 h 42"/>
                <a:gd name="T34" fmla="*/ 49 w 55"/>
                <a:gd name="T35" fmla="*/ 20 h 42"/>
                <a:gd name="T36" fmla="*/ 49 w 55"/>
                <a:gd name="T37" fmla="*/ 20 h 42"/>
                <a:gd name="T38" fmla="*/ 46 w 55"/>
                <a:gd name="T39" fmla="*/ 19 h 42"/>
                <a:gd name="T40" fmla="*/ 42 w 55"/>
                <a:gd name="T41" fmla="*/ 19 h 42"/>
                <a:gd name="T42" fmla="*/ 38 w 55"/>
                <a:gd name="T43" fmla="*/ 19 h 42"/>
                <a:gd name="T44" fmla="*/ 35 w 55"/>
                <a:gd name="T45" fmla="*/ 19 h 42"/>
                <a:gd name="T46" fmla="*/ 35 w 55"/>
                <a:gd name="T47" fmla="*/ 19 h 42"/>
                <a:gd name="T48" fmla="*/ 27 w 55"/>
                <a:gd name="T49" fmla="*/ 10 h 42"/>
                <a:gd name="T50" fmla="*/ 27 w 55"/>
                <a:gd name="T51" fmla="*/ 10 h 42"/>
                <a:gd name="T52" fmla="*/ 13 w 55"/>
                <a:gd name="T53" fmla="*/ 6 h 42"/>
                <a:gd name="T54" fmla="*/ 0 w 55"/>
                <a:gd name="T55" fmla="*/ 0 h 42"/>
                <a:gd name="T56" fmla="*/ 0 w 55"/>
                <a:gd name="T57" fmla="*/ 0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55" h="42">
                  <a:moveTo>
                    <a:pt x="0" y="0"/>
                  </a:moveTo>
                  <a:lnTo>
                    <a:pt x="0" y="20"/>
                  </a:lnTo>
                  <a:lnTo>
                    <a:pt x="0" y="20"/>
                  </a:lnTo>
                  <a:lnTo>
                    <a:pt x="9" y="22"/>
                  </a:lnTo>
                  <a:lnTo>
                    <a:pt x="17" y="26"/>
                  </a:lnTo>
                  <a:lnTo>
                    <a:pt x="17" y="26"/>
                  </a:lnTo>
                  <a:lnTo>
                    <a:pt x="18" y="26"/>
                  </a:lnTo>
                  <a:lnTo>
                    <a:pt x="17" y="28"/>
                  </a:lnTo>
                  <a:lnTo>
                    <a:pt x="13" y="28"/>
                  </a:lnTo>
                  <a:lnTo>
                    <a:pt x="13" y="28"/>
                  </a:lnTo>
                  <a:lnTo>
                    <a:pt x="18" y="37"/>
                  </a:lnTo>
                  <a:lnTo>
                    <a:pt x="22" y="42"/>
                  </a:lnTo>
                  <a:lnTo>
                    <a:pt x="24" y="42"/>
                  </a:lnTo>
                  <a:lnTo>
                    <a:pt x="27" y="42"/>
                  </a:lnTo>
                  <a:lnTo>
                    <a:pt x="40" y="41"/>
                  </a:lnTo>
                  <a:lnTo>
                    <a:pt x="40" y="41"/>
                  </a:lnTo>
                  <a:lnTo>
                    <a:pt x="55" y="37"/>
                  </a:lnTo>
                  <a:lnTo>
                    <a:pt x="49" y="20"/>
                  </a:lnTo>
                  <a:lnTo>
                    <a:pt x="49" y="20"/>
                  </a:lnTo>
                  <a:lnTo>
                    <a:pt x="46" y="19"/>
                  </a:lnTo>
                  <a:lnTo>
                    <a:pt x="42" y="19"/>
                  </a:lnTo>
                  <a:lnTo>
                    <a:pt x="38" y="19"/>
                  </a:lnTo>
                  <a:lnTo>
                    <a:pt x="35" y="19"/>
                  </a:lnTo>
                  <a:lnTo>
                    <a:pt x="35" y="19"/>
                  </a:lnTo>
                  <a:lnTo>
                    <a:pt x="27" y="10"/>
                  </a:lnTo>
                  <a:lnTo>
                    <a:pt x="27" y="10"/>
                  </a:lnTo>
                  <a:lnTo>
                    <a:pt x="13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93" name="Freeform 376">
              <a:extLst>
                <a:ext uri="{FF2B5EF4-FFF2-40B4-BE49-F238E27FC236}">
                  <a16:creationId xmlns:a16="http://schemas.microsoft.com/office/drawing/2014/main" id="{F2C64D57-CD81-4FFB-9FEC-1FE9613DDCF2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5754" y="1266781"/>
              <a:ext cx="164614" cy="83048"/>
            </a:xfrm>
            <a:custGeom>
              <a:avLst/>
              <a:gdLst>
                <a:gd name="T0" fmla="*/ 4 w 111"/>
                <a:gd name="T1" fmla="*/ 0 h 56"/>
                <a:gd name="T2" fmla="*/ 0 w 111"/>
                <a:gd name="T3" fmla="*/ 5 h 56"/>
                <a:gd name="T4" fmla="*/ 0 w 111"/>
                <a:gd name="T5" fmla="*/ 14 h 56"/>
                <a:gd name="T6" fmla="*/ 8 w 111"/>
                <a:gd name="T7" fmla="*/ 12 h 56"/>
                <a:gd name="T8" fmla="*/ 8 w 111"/>
                <a:gd name="T9" fmla="*/ 20 h 56"/>
                <a:gd name="T10" fmla="*/ 9 w 111"/>
                <a:gd name="T11" fmla="*/ 18 h 56"/>
                <a:gd name="T12" fmla="*/ 15 w 111"/>
                <a:gd name="T13" fmla="*/ 18 h 56"/>
                <a:gd name="T14" fmla="*/ 11 w 111"/>
                <a:gd name="T15" fmla="*/ 25 h 56"/>
                <a:gd name="T16" fmla="*/ 15 w 111"/>
                <a:gd name="T17" fmla="*/ 25 h 56"/>
                <a:gd name="T18" fmla="*/ 22 w 111"/>
                <a:gd name="T19" fmla="*/ 22 h 56"/>
                <a:gd name="T20" fmla="*/ 20 w 111"/>
                <a:gd name="T21" fmla="*/ 23 h 56"/>
                <a:gd name="T22" fmla="*/ 22 w 111"/>
                <a:gd name="T23" fmla="*/ 27 h 56"/>
                <a:gd name="T24" fmla="*/ 18 w 111"/>
                <a:gd name="T25" fmla="*/ 27 h 56"/>
                <a:gd name="T26" fmla="*/ 24 w 111"/>
                <a:gd name="T27" fmla="*/ 32 h 56"/>
                <a:gd name="T28" fmla="*/ 17 w 111"/>
                <a:gd name="T29" fmla="*/ 34 h 56"/>
                <a:gd name="T30" fmla="*/ 17 w 111"/>
                <a:gd name="T31" fmla="*/ 36 h 56"/>
                <a:gd name="T32" fmla="*/ 17 w 111"/>
                <a:gd name="T33" fmla="*/ 38 h 56"/>
                <a:gd name="T34" fmla="*/ 46 w 111"/>
                <a:gd name="T35" fmla="*/ 29 h 56"/>
                <a:gd name="T36" fmla="*/ 60 w 111"/>
                <a:gd name="T37" fmla="*/ 31 h 56"/>
                <a:gd name="T38" fmla="*/ 75 w 111"/>
                <a:gd name="T39" fmla="*/ 38 h 56"/>
                <a:gd name="T40" fmla="*/ 79 w 111"/>
                <a:gd name="T41" fmla="*/ 42 h 56"/>
                <a:gd name="T42" fmla="*/ 80 w 111"/>
                <a:gd name="T43" fmla="*/ 45 h 56"/>
                <a:gd name="T44" fmla="*/ 90 w 111"/>
                <a:gd name="T45" fmla="*/ 47 h 56"/>
                <a:gd name="T46" fmla="*/ 93 w 111"/>
                <a:gd name="T47" fmla="*/ 53 h 56"/>
                <a:gd name="T48" fmla="*/ 97 w 111"/>
                <a:gd name="T49" fmla="*/ 56 h 56"/>
                <a:gd name="T50" fmla="*/ 108 w 111"/>
                <a:gd name="T51" fmla="*/ 56 h 56"/>
                <a:gd name="T52" fmla="*/ 108 w 111"/>
                <a:gd name="T53" fmla="*/ 54 h 56"/>
                <a:gd name="T54" fmla="*/ 111 w 111"/>
                <a:gd name="T55" fmla="*/ 47 h 56"/>
                <a:gd name="T56" fmla="*/ 108 w 111"/>
                <a:gd name="T57" fmla="*/ 40 h 56"/>
                <a:gd name="T58" fmla="*/ 99 w 111"/>
                <a:gd name="T59" fmla="*/ 29 h 56"/>
                <a:gd name="T60" fmla="*/ 97 w 111"/>
                <a:gd name="T61" fmla="*/ 27 h 56"/>
                <a:gd name="T62" fmla="*/ 90 w 111"/>
                <a:gd name="T63" fmla="*/ 29 h 56"/>
                <a:gd name="T64" fmla="*/ 82 w 111"/>
                <a:gd name="T65" fmla="*/ 27 h 56"/>
                <a:gd name="T66" fmla="*/ 73 w 111"/>
                <a:gd name="T67" fmla="*/ 14 h 56"/>
                <a:gd name="T68" fmla="*/ 71 w 111"/>
                <a:gd name="T69" fmla="*/ 14 h 56"/>
                <a:gd name="T70" fmla="*/ 69 w 111"/>
                <a:gd name="T71" fmla="*/ 18 h 56"/>
                <a:gd name="T72" fmla="*/ 68 w 111"/>
                <a:gd name="T73" fmla="*/ 18 h 56"/>
                <a:gd name="T74" fmla="*/ 64 w 111"/>
                <a:gd name="T75" fmla="*/ 12 h 56"/>
                <a:gd name="T76" fmla="*/ 55 w 111"/>
                <a:gd name="T77" fmla="*/ 11 h 56"/>
                <a:gd name="T78" fmla="*/ 55 w 111"/>
                <a:gd name="T79" fmla="*/ 11 h 56"/>
                <a:gd name="T80" fmla="*/ 51 w 111"/>
                <a:gd name="T81" fmla="*/ 14 h 56"/>
                <a:gd name="T82" fmla="*/ 48 w 111"/>
                <a:gd name="T83" fmla="*/ 11 h 56"/>
                <a:gd name="T84" fmla="*/ 40 w 111"/>
                <a:gd name="T85" fmla="*/ 9 h 56"/>
                <a:gd name="T86" fmla="*/ 33 w 111"/>
                <a:gd name="T87" fmla="*/ 5 h 56"/>
                <a:gd name="T88" fmla="*/ 33 w 111"/>
                <a:gd name="T89" fmla="*/ 12 h 56"/>
                <a:gd name="T90" fmla="*/ 26 w 111"/>
                <a:gd name="T91" fmla="*/ 14 h 56"/>
                <a:gd name="T92" fmla="*/ 24 w 111"/>
                <a:gd name="T93" fmla="*/ 5 h 56"/>
                <a:gd name="T94" fmla="*/ 13 w 111"/>
                <a:gd name="T95" fmla="*/ 1 h 56"/>
                <a:gd name="T96" fmla="*/ 4 w 111"/>
                <a:gd name="T97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11" h="56">
                  <a:moveTo>
                    <a:pt x="4" y="0"/>
                  </a:moveTo>
                  <a:lnTo>
                    <a:pt x="4" y="0"/>
                  </a:lnTo>
                  <a:lnTo>
                    <a:pt x="2" y="1"/>
                  </a:lnTo>
                  <a:lnTo>
                    <a:pt x="0" y="5"/>
                  </a:lnTo>
                  <a:lnTo>
                    <a:pt x="0" y="14"/>
                  </a:lnTo>
                  <a:lnTo>
                    <a:pt x="0" y="14"/>
                  </a:lnTo>
                  <a:lnTo>
                    <a:pt x="8" y="12"/>
                  </a:lnTo>
                  <a:lnTo>
                    <a:pt x="8" y="12"/>
                  </a:lnTo>
                  <a:lnTo>
                    <a:pt x="8" y="20"/>
                  </a:lnTo>
                  <a:lnTo>
                    <a:pt x="8" y="20"/>
                  </a:lnTo>
                  <a:lnTo>
                    <a:pt x="9" y="20"/>
                  </a:lnTo>
                  <a:lnTo>
                    <a:pt x="9" y="18"/>
                  </a:lnTo>
                  <a:lnTo>
                    <a:pt x="11" y="18"/>
                  </a:lnTo>
                  <a:lnTo>
                    <a:pt x="15" y="18"/>
                  </a:lnTo>
                  <a:lnTo>
                    <a:pt x="15" y="18"/>
                  </a:lnTo>
                  <a:lnTo>
                    <a:pt x="11" y="25"/>
                  </a:lnTo>
                  <a:lnTo>
                    <a:pt x="11" y="25"/>
                  </a:lnTo>
                  <a:lnTo>
                    <a:pt x="15" y="25"/>
                  </a:lnTo>
                  <a:lnTo>
                    <a:pt x="17" y="25"/>
                  </a:lnTo>
                  <a:lnTo>
                    <a:pt x="22" y="22"/>
                  </a:lnTo>
                  <a:lnTo>
                    <a:pt x="22" y="22"/>
                  </a:lnTo>
                  <a:lnTo>
                    <a:pt x="20" y="23"/>
                  </a:lnTo>
                  <a:lnTo>
                    <a:pt x="22" y="25"/>
                  </a:lnTo>
                  <a:lnTo>
                    <a:pt x="22" y="27"/>
                  </a:lnTo>
                  <a:lnTo>
                    <a:pt x="18" y="27"/>
                  </a:lnTo>
                  <a:lnTo>
                    <a:pt x="18" y="27"/>
                  </a:lnTo>
                  <a:lnTo>
                    <a:pt x="20" y="31"/>
                  </a:lnTo>
                  <a:lnTo>
                    <a:pt x="24" y="32"/>
                  </a:lnTo>
                  <a:lnTo>
                    <a:pt x="24" y="32"/>
                  </a:lnTo>
                  <a:lnTo>
                    <a:pt x="17" y="34"/>
                  </a:lnTo>
                  <a:lnTo>
                    <a:pt x="15" y="36"/>
                  </a:lnTo>
                  <a:lnTo>
                    <a:pt x="17" y="36"/>
                  </a:lnTo>
                  <a:lnTo>
                    <a:pt x="17" y="38"/>
                  </a:lnTo>
                  <a:lnTo>
                    <a:pt x="17" y="38"/>
                  </a:lnTo>
                  <a:lnTo>
                    <a:pt x="33" y="32"/>
                  </a:lnTo>
                  <a:lnTo>
                    <a:pt x="46" y="29"/>
                  </a:lnTo>
                  <a:lnTo>
                    <a:pt x="53" y="29"/>
                  </a:lnTo>
                  <a:lnTo>
                    <a:pt x="60" y="31"/>
                  </a:lnTo>
                  <a:lnTo>
                    <a:pt x="68" y="32"/>
                  </a:lnTo>
                  <a:lnTo>
                    <a:pt x="75" y="38"/>
                  </a:lnTo>
                  <a:lnTo>
                    <a:pt x="75" y="38"/>
                  </a:lnTo>
                  <a:lnTo>
                    <a:pt x="79" y="42"/>
                  </a:lnTo>
                  <a:lnTo>
                    <a:pt x="80" y="45"/>
                  </a:lnTo>
                  <a:lnTo>
                    <a:pt x="80" y="45"/>
                  </a:lnTo>
                  <a:lnTo>
                    <a:pt x="86" y="45"/>
                  </a:lnTo>
                  <a:lnTo>
                    <a:pt x="90" y="47"/>
                  </a:lnTo>
                  <a:lnTo>
                    <a:pt x="90" y="47"/>
                  </a:lnTo>
                  <a:lnTo>
                    <a:pt x="93" y="53"/>
                  </a:lnTo>
                  <a:lnTo>
                    <a:pt x="97" y="56"/>
                  </a:lnTo>
                  <a:lnTo>
                    <a:pt x="97" y="56"/>
                  </a:lnTo>
                  <a:lnTo>
                    <a:pt x="102" y="56"/>
                  </a:lnTo>
                  <a:lnTo>
                    <a:pt x="108" y="56"/>
                  </a:lnTo>
                  <a:lnTo>
                    <a:pt x="108" y="56"/>
                  </a:lnTo>
                  <a:lnTo>
                    <a:pt x="108" y="54"/>
                  </a:lnTo>
                  <a:lnTo>
                    <a:pt x="111" y="51"/>
                  </a:lnTo>
                  <a:lnTo>
                    <a:pt x="111" y="47"/>
                  </a:lnTo>
                  <a:lnTo>
                    <a:pt x="111" y="42"/>
                  </a:lnTo>
                  <a:lnTo>
                    <a:pt x="108" y="40"/>
                  </a:lnTo>
                  <a:lnTo>
                    <a:pt x="108" y="40"/>
                  </a:lnTo>
                  <a:lnTo>
                    <a:pt x="99" y="29"/>
                  </a:lnTo>
                  <a:lnTo>
                    <a:pt x="99" y="27"/>
                  </a:lnTo>
                  <a:lnTo>
                    <a:pt x="97" y="27"/>
                  </a:lnTo>
                  <a:lnTo>
                    <a:pt x="93" y="29"/>
                  </a:lnTo>
                  <a:lnTo>
                    <a:pt x="90" y="29"/>
                  </a:lnTo>
                  <a:lnTo>
                    <a:pt x="82" y="27"/>
                  </a:lnTo>
                  <a:lnTo>
                    <a:pt x="82" y="27"/>
                  </a:lnTo>
                  <a:lnTo>
                    <a:pt x="79" y="22"/>
                  </a:lnTo>
                  <a:lnTo>
                    <a:pt x="73" y="14"/>
                  </a:lnTo>
                  <a:lnTo>
                    <a:pt x="73" y="14"/>
                  </a:lnTo>
                  <a:lnTo>
                    <a:pt x="71" y="14"/>
                  </a:lnTo>
                  <a:lnTo>
                    <a:pt x="71" y="16"/>
                  </a:lnTo>
                  <a:lnTo>
                    <a:pt x="69" y="18"/>
                  </a:lnTo>
                  <a:lnTo>
                    <a:pt x="68" y="18"/>
                  </a:lnTo>
                  <a:lnTo>
                    <a:pt x="68" y="18"/>
                  </a:lnTo>
                  <a:lnTo>
                    <a:pt x="66" y="16"/>
                  </a:lnTo>
                  <a:lnTo>
                    <a:pt x="64" y="12"/>
                  </a:lnTo>
                  <a:lnTo>
                    <a:pt x="60" y="11"/>
                  </a:lnTo>
                  <a:lnTo>
                    <a:pt x="55" y="11"/>
                  </a:lnTo>
                  <a:lnTo>
                    <a:pt x="55" y="11"/>
                  </a:lnTo>
                  <a:lnTo>
                    <a:pt x="55" y="11"/>
                  </a:lnTo>
                  <a:lnTo>
                    <a:pt x="53" y="14"/>
                  </a:lnTo>
                  <a:lnTo>
                    <a:pt x="51" y="14"/>
                  </a:lnTo>
                  <a:lnTo>
                    <a:pt x="48" y="14"/>
                  </a:lnTo>
                  <a:lnTo>
                    <a:pt x="48" y="11"/>
                  </a:lnTo>
                  <a:lnTo>
                    <a:pt x="48" y="11"/>
                  </a:lnTo>
                  <a:lnTo>
                    <a:pt x="40" y="9"/>
                  </a:lnTo>
                  <a:lnTo>
                    <a:pt x="33" y="5"/>
                  </a:lnTo>
                  <a:lnTo>
                    <a:pt x="33" y="5"/>
                  </a:lnTo>
                  <a:lnTo>
                    <a:pt x="33" y="12"/>
                  </a:lnTo>
                  <a:lnTo>
                    <a:pt x="33" y="12"/>
                  </a:lnTo>
                  <a:lnTo>
                    <a:pt x="26" y="14"/>
                  </a:lnTo>
                  <a:lnTo>
                    <a:pt x="26" y="14"/>
                  </a:lnTo>
                  <a:lnTo>
                    <a:pt x="26" y="11"/>
                  </a:lnTo>
                  <a:lnTo>
                    <a:pt x="24" y="5"/>
                  </a:lnTo>
                  <a:lnTo>
                    <a:pt x="24" y="5"/>
                  </a:lnTo>
                  <a:lnTo>
                    <a:pt x="13" y="1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94" name="Freeform 377">
              <a:extLst>
                <a:ext uri="{FF2B5EF4-FFF2-40B4-BE49-F238E27FC236}">
                  <a16:creationId xmlns:a16="http://schemas.microsoft.com/office/drawing/2014/main" id="{11AA3002-CC43-4C38-B539-EBE18C823C7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4765" y="1247502"/>
              <a:ext cx="78600" cy="48940"/>
            </a:xfrm>
            <a:custGeom>
              <a:avLst/>
              <a:gdLst>
                <a:gd name="T0" fmla="*/ 14 w 53"/>
                <a:gd name="T1" fmla="*/ 2 h 33"/>
                <a:gd name="T2" fmla="*/ 14 w 53"/>
                <a:gd name="T3" fmla="*/ 2 h 33"/>
                <a:gd name="T4" fmla="*/ 18 w 53"/>
                <a:gd name="T5" fmla="*/ 9 h 33"/>
                <a:gd name="T6" fmla="*/ 22 w 53"/>
                <a:gd name="T7" fmla="*/ 13 h 33"/>
                <a:gd name="T8" fmla="*/ 31 w 53"/>
                <a:gd name="T9" fmla="*/ 16 h 33"/>
                <a:gd name="T10" fmla="*/ 31 w 53"/>
                <a:gd name="T11" fmla="*/ 16 h 33"/>
                <a:gd name="T12" fmla="*/ 34 w 53"/>
                <a:gd name="T13" fmla="*/ 20 h 33"/>
                <a:gd name="T14" fmla="*/ 34 w 53"/>
                <a:gd name="T15" fmla="*/ 20 h 33"/>
                <a:gd name="T16" fmla="*/ 20 w 53"/>
                <a:gd name="T17" fmla="*/ 24 h 33"/>
                <a:gd name="T18" fmla="*/ 22 w 53"/>
                <a:gd name="T19" fmla="*/ 24 h 33"/>
                <a:gd name="T20" fmla="*/ 25 w 53"/>
                <a:gd name="T21" fmla="*/ 25 h 33"/>
                <a:gd name="T22" fmla="*/ 53 w 53"/>
                <a:gd name="T23" fmla="*/ 25 h 33"/>
                <a:gd name="T24" fmla="*/ 53 w 53"/>
                <a:gd name="T25" fmla="*/ 25 h 33"/>
                <a:gd name="T26" fmla="*/ 53 w 53"/>
                <a:gd name="T27" fmla="*/ 33 h 33"/>
                <a:gd name="T28" fmla="*/ 53 w 53"/>
                <a:gd name="T29" fmla="*/ 33 h 33"/>
                <a:gd name="T30" fmla="*/ 0 w 53"/>
                <a:gd name="T31" fmla="*/ 27 h 33"/>
                <a:gd name="T32" fmla="*/ 0 w 53"/>
                <a:gd name="T33" fmla="*/ 24 h 33"/>
                <a:gd name="T34" fmla="*/ 0 w 53"/>
                <a:gd name="T35" fmla="*/ 24 h 33"/>
                <a:gd name="T36" fmla="*/ 16 w 53"/>
                <a:gd name="T37" fmla="*/ 18 h 33"/>
                <a:gd name="T38" fmla="*/ 16 w 53"/>
                <a:gd name="T39" fmla="*/ 18 h 33"/>
                <a:gd name="T40" fmla="*/ 16 w 53"/>
                <a:gd name="T41" fmla="*/ 11 h 33"/>
                <a:gd name="T42" fmla="*/ 16 w 53"/>
                <a:gd name="T43" fmla="*/ 11 h 33"/>
                <a:gd name="T44" fmla="*/ 11 w 53"/>
                <a:gd name="T45" fmla="*/ 5 h 33"/>
                <a:gd name="T46" fmla="*/ 11 w 53"/>
                <a:gd name="T47" fmla="*/ 5 h 33"/>
                <a:gd name="T48" fmla="*/ 13 w 53"/>
                <a:gd name="T49" fmla="*/ 2 h 33"/>
                <a:gd name="T50" fmla="*/ 13 w 53"/>
                <a:gd name="T51" fmla="*/ 0 h 33"/>
                <a:gd name="T52" fmla="*/ 14 w 53"/>
                <a:gd name="T53" fmla="*/ 2 h 33"/>
                <a:gd name="T54" fmla="*/ 14 w 53"/>
                <a:gd name="T55" fmla="*/ 2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53" h="33">
                  <a:moveTo>
                    <a:pt x="14" y="2"/>
                  </a:moveTo>
                  <a:lnTo>
                    <a:pt x="14" y="2"/>
                  </a:lnTo>
                  <a:lnTo>
                    <a:pt x="18" y="9"/>
                  </a:lnTo>
                  <a:lnTo>
                    <a:pt x="22" y="13"/>
                  </a:lnTo>
                  <a:lnTo>
                    <a:pt x="31" y="16"/>
                  </a:lnTo>
                  <a:lnTo>
                    <a:pt x="31" y="16"/>
                  </a:lnTo>
                  <a:lnTo>
                    <a:pt x="34" y="20"/>
                  </a:lnTo>
                  <a:lnTo>
                    <a:pt x="34" y="20"/>
                  </a:lnTo>
                  <a:lnTo>
                    <a:pt x="20" y="24"/>
                  </a:lnTo>
                  <a:lnTo>
                    <a:pt x="22" y="24"/>
                  </a:lnTo>
                  <a:lnTo>
                    <a:pt x="25" y="25"/>
                  </a:lnTo>
                  <a:lnTo>
                    <a:pt x="53" y="25"/>
                  </a:lnTo>
                  <a:lnTo>
                    <a:pt x="53" y="25"/>
                  </a:lnTo>
                  <a:lnTo>
                    <a:pt x="53" y="33"/>
                  </a:lnTo>
                  <a:lnTo>
                    <a:pt x="53" y="33"/>
                  </a:lnTo>
                  <a:lnTo>
                    <a:pt x="0" y="27"/>
                  </a:lnTo>
                  <a:lnTo>
                    <a:pt x="0" y="24"/>
                  </a:lnTo>
                  <a:lnTo>
                    <a:pt x="0" y="24"/>
                  </a:lnTo>
                  <a:lnTo>
                    <a:pt x="16" y="18"/>
                  </a:lnTo>
                  <a:lnTo>
                    <a:pt x="16" y="18"/>
                  </a:lnTo>
                  <a:lnTo>
                    <a:pt x="16" y="11"/>
                  </a:lnTo>
                  <a:lnTo>
                    <a:pt x="16" y="11"/>
                  </a:lnTo>
                  <a:lnTo>
                    <a:pt x="11" y="5"/>
                  </a:lnTo>
                  <a:lnTo>
                    <a:pt x="11" y="5"/>
                  </a:lnTo>
                  <a:lnTo>
                    <a:pt x="13" y="2"/>
                  </a:lnTo>
                  <a:lnTo>
                    <a:pt x="13" y="0"/>
                  </a:lnTo>
                  <a:lnTo>
                    <a:pt x="14" y="2"/>
                  </a:lnTo>
                  <a:lnTo>
                    <a:pt x="14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95" name="Freeform 378">
              <a:extLst>
                <a:ext uri="{FF2B5EF4-FFF2-40B4-BE49-F238E27FC236}">
                  <a16:creationId xmlns:a16="http://schemas.microsoft.com/office/drawing/2014/main" id="{42BA9F1F-48E4-491B-9BB8-9FE5DA9433FE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8967" y="1066575"/>
              <a:ext cx="818619" cy="355921"/>
            </a:xfrm>
            <a:custGeom>
              <a:avLst/>
              <a:gdLst>
                <a:gd name="T0" fmla="*/ 224 w 552"/>
                <a:gd name="T1" fmla="*/ 116 h 240"/>
                <a:gd name="T2" fmla="*/ 241 w 552"/>
                <a:gd name="T3" fmla="*/ 126 h 240"/>
                <a:gd name="T4" fmla="*/ 159 w 552"/>
                <a:gd name="T5" fmla="*/ 100 h 240"/>
                <a:gd name="T6" fmla="*/ 146 w 552"/>
                <a:gd name="T7" fmla="*/ 109 h 240"/>
                <a:gd name="T8" fmla="*/ 122 w 552"/>
                <a:gd name="T9" fmla="*/ 102 h 240"/>
                <a:gd name="T10" fmla="*/ 33 w 552"/>
                <a:gd name="T11" fmla="*/ 65 h 240"/>
                <a:gd name="T12" fmla="*/ 18 w 552"/>
                <a:gd name="T13" fmla="*/ 84 h 240"/>
                <a:gd name="T14" fmla="*/ 15 w 552"/>
                <a:gd name="T15" fmla="*/ 96 h 240"/>
                <a:gd name="T16" fmla="*/ 31 w 552"/>
                <a:gd name="T17" fmla="*/ 109 h 240"/>
                <a:gd name="T18" fmla="*/ 20 w 552"/>
                <a:gd name="T19" fmla="*/ 131 h 240"/>
                <a:gd name="T20" fmla="*/ 40 w 552"/>
                <a:gd name="T21" fmla="*/ 147 h 240"/>
                <a:gd name="T22" fmla="*/ 53 w 552"/>
                <a:gd name="T23" fmla="*/ 167 h 240"/>
                <a:gd name="T24" fmla="*/ 86 w 552"/>
                <a:gd name="T25" fmla="*/ 173 h 240"/>
                <a:gd name="T26" fmla="*/ 115 w 552"/>
                <a:gd name="T27" fmla="*/ 164 h 240"/>
                <a:gd name="T28" fmla="*/ 137 w 552"/>
                <a:gd name="T29" fmla="*/ 151 h 240"/>
                <a:gd name="T30" fmla="*/ 130 w 552"/>
                <a:gd name="T31" fmla="*/ 160 h 240"/>
                <a:gd name="T32" fmla="*/ 177 w 552"/>
                <a:gd name="T33" fmla="*/ 162 h 240"/>
                <a:gd name="T34" fmla="*/ 195 w 552"/>
                <a:gd name="T35" fmla="*/ 202 h 240"/>
                <a:gd name="T36" fmla="*/ 153 w 552"/>
                <a:gd name="T37" fmla="*/ 182 h 240"/>
                <a:gd name="T38" fmla="*/ 111 w 552"/>
                <a:gd name="T39" fmla="*/ 209 h 240"/>
                <a:gd name="T40" fmla="*/ 110 w 552"/>
                <a:gd name="T41" fmla="*/ 228 h 240"/>
                <a:gd name="T42" fmla="*/ 139 w 552"/>
                <a:gd name="T43" fmla="*/ 228 h 240"/>
                <a:gd name="T44" fmla="*/ 173 w 552"/>
                <a:gd name="T45" fmla="*/ 220 h 240"/>
                <a:gd name="T46" fmla="*/ 224 w 552"/>
                <a:gd name="T47" fmla="*/ 226 h 240"/>
                <a:gd name="T48" fmla="*/ 261 w 552"/>
                <a:gd name="T49" fmla="*/ 224 h 240"/>
                <a:gd name="T50" fmla="*/ 277 w 552"/>
                <a:gd name="T51" fmla="*/ 211 h 240"/>
                <a:gd name="T52" fmla="*/ 284 w 552"/>
                <a:gd name="T53" fmla="*/ 188 h 240"/>
                <a:gd name="T54" fmla="*/ 323 w 552"/>
                <a:gd name="T55" fmla="*/ 169 h 240"/>
                <a:gd name="T56" fmla="*/ 341 w 552"/>
                <a:gd name="T57" fmla="*/ 160 h 240"/>
                <a:gd name="T58" fmla="*/ 319 w 552"/>
                <a:gd name="T59" fmla="*/ 146 h 240"/>
                <a:gd name="T60" fmla="*/ 310 w 552"/>
                <a:gd name="T61" fmla="*/ 142 h 240"/>
                <a:gd name="T62" fmla="*/ 326 w 552"/>
                <a:gd name="T63" fmla="*/ 131 h 240"/>
                <a:gd name="T64" fmla="*/ 315 w 552"/>
                <a:gd name="T65" fmla="*/ 122 h 240"/>
                <a:gd name="T66" fmla="*/ 363 w 552"/>
                <a:gd name="T67" fmla="*/ 127 h 240"/>
                <a:gd name="T68" fmla="*/ 387 w 552"/>
                <a:gd name="T69" fmla="*/ 106 h 240"/>
                <a:gd name="T70" fmla="*/ 416 w 552"/>
                <a:gd name="T71" fmla="*/ 91 h 240"/>
                <a:gd name="T72" fmla="*/ 503 w 552"/>
                <a:gd name="T73" fmla="*/ 60 h 240"/>
                <a:gd name="T74" fmla="*/ 549 w 552"/>
                <a:gd name="T75" fmla="*/ 34 h 240"/>
                <a:gd name="T76" fmla="*/ 523 w 552"/>
                <a:gd name="T77" fmla="*/ 25 h 240"/>
                <a:gd name="T78" fmla="*/ 467 w 552"/>
                <a:gd name="T79" fmla="*/ 9 h 240"/>
                <a:gd name="T80" fmla="*/ 454 w 552"/>
                <a:gd name="T81" fmla="*/ 11 h 240"/>
                <a:gd name="T82" fmla="*/ 394 w 552"/>
                <a:gd name="T83" fmla="*/ 2 h 240"/>
                <a:gd name="T84" fmla="*/ 365 w 552"/>
                <a:gd name="T85" fmla="*/ 16 h 240"/>
                <a:gd name="T86" fmla="*/ 301 w 552"/>
                <a:gd name="T87" fmla="*/ 14 h 240"/>
                <a:gd name="T88" fmla="*/ 305 w 552"/>
                <a:gd name="T89" fmla="*/ 25 h 240"/>
                <a:gd name="T90" fmla="*/ 268 w 552"/>
                <a:gd name="T91" fmla="*/ 20 h 240"/>
                <a:gd name="T92" fmla="*/ 219 w 552"/>
                <a:gd name="T93" fmla="*/ 27 h 240"/>
                <a:gd name="T94" fmla="*/ 193 w 552"/>
                <a:gd name="T95" fmla="*/ 33 h 240"/>
                <a:gd name="T96" fmla="*/ 161 w 552"/>
                <a:gd name="T97" fmla="*/ 34 h 240"/>
                <a:gd name="T98" fmla="*/ 162 w 552"/>
                <a:gd name="T99" fmla="*/ 47 h 240"/>
                <a:gd name="T100" fmla="*/ 139 w 552"/>
                <a:gd name="T101" fmla="*/ 49 h 240"/>
                <a:gd name="T102" fmla="*/ 106 w 552"/>
                <a:gd name="T103" fmla="*/ 53 h 240"/>
                <a:gd name="T104" fmla="*/ 73 w 552"/>
                <a:gd name="T105" fmla="*/ 65 h 240"/>
                <a:gd name="T106" fmla="*/ 108 w 552"/>
                <a:gd name="T107" fmla="*/ 75 h 240"/>
                <a:gd name="T108" fmla="*/ 137 w 552"/>
                <a:gd name="T109" fmla="*/ 89 h 240"/>
                <a:gd name="T110" fmla="*/ 182 w 552"/>
                <a:gd name="T111" fmla="*/ 87 h 240"/>
                <a:gd name="T112" fmla="*/ 241 w 552"/>
                <a:gd name="T113" fmla="*/ 80 h 240"/>
                <a:gd name="T114" fmla="*/ 292 w 552"/>
                <a:gd name="T115" fmla="*/ 80 h 240"/>
                <a:gd name="T116" fmla="*/ 275 w 552"/>
                <a:gd name="T117" fmla="*/ 95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552" h="240">
                  <a:moveTo>
                    <a:pt x="252" y="95"/>
                  </a:moveTo>
                  <a:lnTo>
                    <a:pt x="252" y="95"/>
                  </a:lnTo>
                  <a:lnTo>
                    <a:pt x="235" y="98"/>
                  </a:lnTo>
                  <a:lnTo>
                    <a:pt x="217" y="102"/>
                  </a:lnTo>
                  <a:lnTo>
                    <a:pt x="217" y="102"/>
                  </a:lnTo>
                  <a:lnTo>
                    <a:pt x="219" y="104"/>
                  </a:lnTo>
                  <a:lnTo>
                    <a:pt x="219" y="104"/>
                  </a:lnTo>
                  <a:lnTo>
                    <a:pt x="221" y="102"/>
                  </a:lnTo>
                  <a:lnTo>
                    <a:pt x="223" y="104"/>
                  </a:lnTo>
                  <a:lnTo>
                    <a:pt x="223" y="104"/>
                  </a:lnTo>
                  <a:lnTo>
                    <a:pt x="224" y="111"/>
                  </a:lnTo>
                  <a:lnTo>
                    <a:pt x="224" y="115"/>
                  </a:lnTo>
                  <a:lnTo>
                    <a:pt x="224" y="116"/>
                  </a:lnTo>
                  <a:lnTo>
                    <a:pt x="226" y="118"/>
                  </a:lnTo>
                  <a:lnTo>
                    <a:pt x="233" y="120"/>
                  </a:lnTo>
                  <a:lnTo>
                    <a:pt x="233" y="120"/>
                  </a:lnTo>
                  <a:lnTo>
                    <a:pt x="239" y="120"/>
                  </a:lnTo>
                  <a:lnTo>
                    <a:pt x="241" y="118"/>
                  </a:lnTo>
                  <a:lnTo>
                    <a:pt x="241" y="118"/>
                  </a:lnTo>
                  <a:lnTo>
                    <a:pt x="241" y="118"/>
                  </a:lnTo>
                  <a:lnTo>
                    <a:pt x="246" y="116"/>
                  </a:lnTo>
                  <a:lnTo>
                    <a:pt x="248" y="118"/>
                  </a:lnTo>
                  <a:lnTo>
                    <a:pt x="246" y="120"/>
                  </a:lnTo>
                  <a:lnTo>
                    <a:pt x="244" y="124"/>
                  </a:lnTo>
                  <a:lnTo>
                    <a:pt x="241" y="126"/>
                  </a:lnTo>
                  <a:lnTo>
                    <a:pt x="241" y="126"/>
                  </a:lnTo>
                  <a:lnTo>
                    <a:pt x="232" y="126"/>
                  </a:lnTo>
                  <a:lnTo>
                    <a:pt x="226" y="124"/>
                  </a:lnTo>
                  <a:lnTo>
                    <a:pt x="223" y="120"/>
                  </a:lnTo>
                  <a:lnTo>
                    <a:pt x="219" y="115"/>
                  </a:lnTo>
                  <a:lnTo>
                    <a:pt x="213" y="106"/>
                  </a:lnTo>
                  <a:lnTo>
                    <a:pt x="212" y="102"/>
                  </a:lnTo>
                  <a:lnTo>
                    <a:pt x="208" y="98"/>
                  </a:lnTo>
                  <a:lnTo>
                    <a:pt x="208" y="98"/>
                  </a:lnTo>
                  <a:lnTo>
                    <a:pt x="197" y="96"/>
                  </a:lnTo>
                  <a:lnTo>
                    <a:pt x="184" y="96"/>
                  </a:lnTo>
                  <a:lnTo>
                    <a:pt x="161" y="96"/>
                  </a:lnTo>
                  <a:lnTo>
                    <a:pt x="161" y="96"/>
                  </a:lnTo>
                  <a:lnTo>
                    <a:pt x="159" y="100"/>
                  </a:lnTo>
                  <a:lnTo>
                    <a:pt x="155" y="102"/>
                  </a:lnTo>
                  <a:lnTo>
                    <a:pt x="155" y="102"/>
                  </a:lnTo>
                  <a:lnTo>
                    <a:pt x="155" y="104"/>
                  </a:lnTo>
                  <a:lnTo>
                    <a:pt x="157" y="106"/>
                  </a:lnTo>
                  <a:lnTo>
                    <a:pt x="159" y="109"/>
                  </a:lnTo>
                  <a:lnTo>
                    <a:pt x="159" y="109"/>
                  </a:lnTo>
                  <a:lnTo>
                    <a:pt x="144" y="120"/>
                  </a:lnTo>
                  <a:lnTo>
                    <a:pt x="144" y="120"/>
                  </a:lnTo>
                  <a:lnTo>
                    <a:pt x="142" y="118"/>
                  </a:lnTo>
                  <a:lnTo>
                    <a:pt x="144" y="115"/>
                  </a:lnTo>
                  <a:lnTo>
                    <a:pt x="146" y="111"/>
                  </a:lnTo>
                  <a:lnTo>
                    <a:pt x="146" y="109"/>
                  </a:lnTo>
                  <a:lnTo>
                    <a:pt x="146" y="109"/>
                  </a:lnTo>
                  <a:lnTo>
                    <a:pt x="142" y="106"/>
                  </a:lnTo>
                  <a:lnTo>
                    <a:pt x="139" y="104"/>
                  </a:lnTo>
                  <a:lnTo>
                    <a:pt x="139" y="104"/>
                  </a:lnTo>
                  <a:lnTo>
                    <a:pt x="139" y="100"/>
                  </a:lnTo>
                  <a:lnTo>
                    <a:pt x="139" y="96"/>
                  </a:lnTo>
                  <a:lnTo>
                    <a:pt x="139" y="96"/>
                  </a:lnTo>
                  <a:lnTo>
                    <a:pt x="137" y="96"/>
                  </a:lnTo>
                  <a:lnTo>
                    <a:pt x="137" y="96"/>
                  </a:lnTo>
                  <a:lnTo>
                    <a:pt x="137" y="102"/>
                  </a:lnTo>
                  <a:lnTo>
                    <a:pt x="137" y="102"/>
                  </a:lnTo>
                  <a:lnTo>
                    <a:pt x="122" y="96"/>
                  </a:lnTo>
                  <a:lnTo>
                    <a:pt x="122" y="102"/>
                  </a:lnTo>
                  <a:lnTo>
                    <a:pt x="122" y="102"/>
                  </a:lnTo>
                  <a:lnTo>
                    <a:pt x="102" y="102"/>
                  </a:lnTo>
                  <a:lnTo>
                    <a:pt x="84" y="102"/>
                  </a:lnTo>
                  <a:lnTo>
                    <a:pt x="80" y="96"/>
                  </a:lnTo>
                  <a:lnTo>
                    <a:pt x="80" y="96"/>
                  </a:lnTo>
                  <a:lnTo>
                    <a:pt x="77" y="96"/>
                  </a:lnTo>
                  <a:lnTo>
                    <a:pt x="73" y="96"/>
                  </a:lnTo>
                  <a:lnTo>
                    <a:pt x="73" y="96"/>
                  </a:lnTo>
                  <a:lnTo>
                    <a:pt x="69" y="82"/>
                  </a:lnTo>
                  <a:lnTo>
                    <a:pt x="66" y="76"/>
                  </a:lnTo>
                  <a:lnTo>
                    <a:pt x="62" y="73"/>
                  </a:lnTo>
                  <a:lnTo>
                    <a:pt x="62" y="73"/>
                  </a:lnTo>
                  <a:lnTo>
                    <a:pt x="51" y="67"/>
                  </a:lnTo>
                  <a:lnTo>
                    <a:pt x="33" y="65"/>
                  </a:lnTo>
                  <a:lnTo>
                    <a:pt x="0" y="62"/>
                  </a:lnTo>
                  <a:lnTo>
                    <a:pt x="0" y="67"/>
                  </a:lnTo>
                  <a:lnTo>
                    <a:pt x="0" y="67"/>
                  </a:lnTo>
                  <a:lnTo>
                    <a:pt x="26" y="69"/>
                  </a:lnTo>
                  <a:lnTo>
                    <a:pt x="24" y="82"/>
                  </a:lnTo>
                  <a:lnTo>
                    <a:pt x="24" y="82"/>
                  </a:lnTo>
                  <a:lnTo>
                    <a:pt x="11" y="78"/>
                  </a:lnTo>
                  <a:lnTo>
                    <a:pt x="0" y="75"/>
                  </a:lnTo>
                  <a:lnTo>
                    <a:pt x="0" y="75"/>
                  </a:lnTo>
                  <a:lnTo>
                    <a:pt x="0" y="84"/>
                  </a:lnTo>
                  <a:lnTo>
                    <a:pt x="0" y="84"/>
                  </a:lnTo>
                  <a:lnTo>
                    <a:pt x="9" y="84"/>
                  </a:lnTo>
                  <a:lnTo>
                    <a:pt x="18" y="84"/>
                  </a:lnTo>
                  <a:lnTo>
                    <a:pt x="24" y="89"/>
                  </a:lnTo>
                  <a:lnTo>
                    <a:pt x="24" y="89"/>
                  </a:lnTo>
                  <a:lnTo>
                    <a:pt x="28" y="89"/>
                  </a:lnTo>
                  <a:lnTo>
                    <a:pt x="29" y="87"/>
                  </a:lnTo>
                  <a:lnTo>
                    <a:pt x="29" y="87"/>
                  </a:lnTo>
                  <a:lnTo>
                    <a:pt x="33" y="87"/>
                  </a:lnTo>
                  <a:lnTo>
                    <a:pt x="33" y="87"/>
                  </a:lnTo>
                  <a:lnTo>
                    <a:pt x="33" y="85"/>
                  </a:lnTo>
                  <a:lnTo>
                    <a:pt x="37" y="87"/>
                  </a:lnTo>
                  <a:lnTo>
                    <a:pt x="40" y="95"/>
                  </a:lnTo>
                  <a:lnTo>
                    <a:pt x="40" y="95"/>
                  </a:lnTo>
                  <a:lnTo>
                    <a:pt x="15" y="96"/>
                  </a:lnTo>
                  <a:lnTo>
                    <a:pt x="15" y="96"/>
                  </a:lnTo>
                  <a:lnTo>
                    <a:pt x="17" y="102"/>
                  </a:lnTo>
                  <a:lnTo>
                    <a:pt x="17" y="104"/>
                  </a:lnTo>
                  <a:lnTo>
                    <a:pt x="17" y="106"/>
                  </a:lnTo>
                  <a:lnTo>
                    <a:pt x="17" y="106"/>
                  </a:lnTo>
                  <a:lnTo>
                    <a:pt x="11" y="107"/>
                  </a:lnTo>
                  <a:lnTo>
                    <a:pt x="8" y="106"/>
                  </a:lnTo>
                  <a:lnTo>
                    <a:pt x="8" y="106"/>
                  </a:lnTo>
                  <a:lnTo>
                    <a:pt x="17" y="109"/>
                  </a:lnTo>
                  <a:lnTo>
                    <a:pt x="29" y="111"/>
                  </a:lnTo>
                  <a:lnTo>
                    <a:pt x="29" y="106"/>
                  </a:lnTo>
                  <a:lnTo>
                    <a:pt x="29" y="106"/>
                  </a:lnTo>
                  <a:lnTo>
                    <a:pt x="31" y="107"/>
                  </a:lnTo>
                  <a:lnTo>
                    <a:pt x="31" y="109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8" y="113"/>
                  </a:lnTo>
                  <a:lnTo>
                    <a:pt x="44" y="111"/>
                  </a:lnTo>
                  <a:lnTo>
                    <a:pt x="44" y="111"/>
                  </a:lnTo>
                  <a:lnTo>
                    <a:pt x="46" y="116"/>
                  </a:lnTo>
                  <a:lnTo>
                    <a:pt x="29" y="116"/>
                  </a:lnTo>
                  <a:lnTo>
                    <a:pt x="29" y="116"/>
                  </a:lnTo>
                  <a:lnTo>
                    <a:pt x="22" y="115"/>
                  </a:lnTo>
                  <a:lnTo>
                    <a:pt x="15" y="113"/>
                  </a:lnTo>
                  <a:lnTo>
                    <a:pt x="15" y="113"/>
                  </a:lnTo>
                  <a:lnTo>
                    <a:pt x="18" y="127"/>
                  </a:lnTo>
                  <a:lnTo>
                    <a:pt x="20" y="131"/>
                  </a:lnTo>
                  <a:lnTo>
                    <a:pt x="29" y="135"/>
                  </a:lnTo>
                  <a:lnTo>
                    <a:pt x="29" y="135"/>
                  </a:lnTo>
                  <a:lnTo>
                    <a:pt x="35" y="136"/>
                  </a:lnTo>
                  <a:lnTo>
                    <a:pt x="42" y="136"/>
                  </a:lnTo>
                  <a:lnTo>
                    <a:pt x="46" y="136"/>
                  </a:lnTo>
                  <a:lnTo>
                    <a:pt x="38" y="138"/>
                  </a:lnTo>
                  <a:lnTo>
                    <a:pt x="38" y="138"/>
                  </a:lnTo>
                  <a:lnTo>
                    <a:pt x="29" y="140"/>
                  </a:lnTo>
                  <a:lnTo>
                    <a:pt x="29" y="140"/>
                  </a:lnTo>
                  <a:lnTo>
                    <a:pt x="26" y="140"/>
                  </a:lnTo>
                  <a:lnTo>
                    <a:pt x="29" y="142"/>
                  </a:lnTo>
                  <a:lnTo>
                    <a:pt x="40" y="147"/>
                  </a:lnTo>
                  <a:lnTo>
                    <a:pt x="40" y="147"/>
                  </a:lnTo>
                  <a:lnTo>
                    <a:pt x="46" y="147"/>
                  </a:lnTo>
                  <a:lnTo>
                    <a:pt x="48" y="144"/>
                  </a:lnTo>
                  <a:lnTo>
                    <a:pt x="51" y="142"/>
                  </a:lnTo>
                  <a:lnTo>
                    <a:pt x="53" y="140"/>
                  </a:lnTo>
                  <a:lnTo>
                    <a:pt x="53" y="140"/>
                  </a:lnTo>
                  <a:lnTo>
                    <a:pt x="62" y="140"/>
                  </a:lnTo>
                  <a:lnTo>
                    <a:pt x="69" y="140"/>
                  </a:lnTo>
                  <a:lnTo>
                    <a:pt x="69" y="146"/>
                  </a:lnTo>
                  <a:lnTo>
                    <a:pt x="69" y="146"/>
                  </a:lnTo>
                  <a:lnTo>
                    <a:pt x="57" y="147"/>
                  </a:lnTo>
                  <a:lnTo>
                    <a:pt x="46" y="149"/>
                  </a:lnTo>
                  <a:lnTo>
                    <a:pt x="46" y="149"/>
                  </a:lnTo>
                  <a:lnTo>
                    <a:pt x="53" y="167"/>
                  </a:lnTo>
                  <a:lnTo>
                    <a:pt x="59" y="167"/>
                  </a:lnTo>
                  <a:lnTo>
                    <a:pt x="59" y="167"/>
                  </a:lnTo>
                  <a:lnTo>
                    <a:pt x="57" y="171"/>
                  </a:lnTo>
                  <a:lnTo>
                    <a:pt x="55" y="173"/>
                  </a:lnTo>
                  <a:lnTo>
                    <a:pt x="53" y="173"/>
                  </a:lnTo>
                  <a:lnTo>
                    <a:pt x="53" y="173"/>
                  </a:lnTo>
                  <a:lnTo>
                    <a:pt x="55" y="177"/>
                  </a:lnTo>
                  <a:lnTo>
                    <a:pt x="55" y="177"/>
                  </a:lnTo>
                  <a:lnTo>
                    <a:pt x="77" y="177"/>
                  </a:lnTo>
                  <a:lnTo>
                    <a:pt x="80" y="169"/>
                  </a:lnTo>
                  <a:lnTo>
                    <a:pt x="80" y="169"/>
                  </a:lnTo>
                  <a:lnTo>
                    <a:pt x="84" y="169"/>
                  </a:lnTo>
                  <a:lnTo>
                    <a:pt x="86" y="173"/>
                  </a:lnTo>
                  <a:lnTo>
                    <a:pt x="90" y="177"/>
                  </a:lnTo>
                  <a:lnTo>
                    <a:pt x="90" y="177"/>
                  </a:lnTo>
                  <a:lnTo>
                    <a:pt x="95" y="177"/>
                  </a:lnTo>
                  <a:lnTo>
                    <a:pt x="100" y="175"/>
                  </a:lnTo>
                  <a:lnTo>
                    <a:pt x="100" y="175"/>
                  </a:lnTo>
                  <a:lnTo>
                    <a:pt x="100" y="173"/>
                  </a:lnTo>
                  <a:lnTo>
                    <a:pt x="102" y="169"/>
                  </a:lnTo>
                  <a:lnTo>
                    <a:pt x="102" y="167"/>
                  </a:lnTo>
                  <a:lnTo>
                    <a:pt x="104" y="166"/>
                  </a:lnTo>
                  <a:lnTo>
                    <a:pt x="104" y="166"/>
                  </a:lnTo>
                  <a:lnTo>
                    <a:pt x="108" y="164"/>
                  </a:lnTo>
                  <a:lnTo>
                    <a:pt x="111" y="164"/>
                  </a:lnTo>
                  <a:lnTo>
                    <a:pt x="115" y="164"/>
                  </a:lnTo>
                  <a:lnTo>
                    <a:pt x="119" y="162"/>
                  </a:lnTo>
                  <a:lnTo>
                    <a:pt x="119" y="162"/>
                  </a:lnTo>
                  <a:lnTo>
                    <a:pt x="119" y="160"/>
                  </a:lnTo>
                  <a:lnTo>
                    <a:pt x="119" y="157"/>
                  </a:lnTo>
                  <a:lnTo>
                    <a:pt x="117" y="153"/>
                  </a:lnTo>
                  <a:lnTo>
                    <a:pt x="119" y="149"/>
                  </a:lnTo>
                  <a:lnTo>
                    <a:pt x="119" y="149"/>
                  </a:lnTo>
                  <a:lnTo>
                    <a:pt x="120" y="149"/>
                  </a:lnTo>
                  <a:lnTo>
                    <a:pt x="122" y="153"/>
                  </a:lnTo>
                  <a:lnTo>
                    <a:pt x="122" y="157"/>
                  </a:lnTo>
                  <a:lnTo>
                    <a:pt x="126" y="157"/>
                  </a:lnTo>
                  <a:lnTo>
                    <a:pt x="126" y="157"/>
                  </a:lnTo>
                  <a:lnTo>
                    <a:pt x="137" y="151"/>
                  </a:lnTo>
                  <a:lnTo>
                    <a:pt x="141" y="149"/>
                  </a:lnTo>
                  <a:lnTo>
                    <a:pt x="148" y="147"/>
                  </a:lnTo>
                  <a:lnTo>
                    <a:pt x="148" y="147"/>
                  </a:lnTo>
                  <a:lnTo>
                    <a:pt x="146" y="149"/>
                  </a:lnTo>
                  <a:lnTo>
                    <a:pt x="146" y="149"/>
                  </a:lnTo>
                  <a:lnTo>
                    <a:pt x="148" y="153"/>
                  </a:lnTo>
                  <a:lnTo>
                    <a:pt x="150" y="155"/>
                  </a:lnTo>
                  <a:lnTo>
                    <a:pt x="146" y="157"/>
                  </a:lnTo>
                  <a:lnTo>
                    <a:pt x="146" y="157"/>
                  </a:lnTo>
                  <a:lnTo>
                    <a:pt x="137" y="158"/>
                  </a:lnTo>
                  <a:lnTo>
                    <a:pt x="133" y="158"/>
                  </a:lnTo>
                  <a:lnTo>
                    <a:pt x="130" y="160"/>
                  </a:lnTo>
                  <a:lnTo>
                    <a:pt x="130" y="160"/>
                  </a:lnTo>
                  <a:lnTo>
                    <a:pt x="130" y="167"/>
                  </a:lnTo>
                  <a:lnTo>
                    <a:pt x="130" y="167"/>
                  </a:lnTo>
                  <a:lnTo>
                    <a:pt x="126" y="167"/>
                  </a:lnTo>
                  <a:lnTo>
                    <a:pt x="126" y="171"/>
                  </a:lnTo>
                  <a:lnTo>
                    <a:pt x="126" y="177"/>
                  </a:lnTo>
                  <a:lnTo>
                    <a:pt x="126" y="177"/>
                  </a:lnTo>
                  <a:lnTo>
                    <a:pt x="142" y="175"/>
                  </a:lnTo>
                  <a:lnTo>
                    <a:pt x="155" y="175"/>
                  </a:lnTo>
                  <a:lnTo>
                    <a:pt x="161" y="173"/>
                  </a:lnTo>
                  <a:lnTo>
                    <a:pt x="166" y="171"/>
                  </a:lnTo>
                  <a:lnTo>
                    <a:pt x="172" y="167"/>
                  </a:lnTo>
                  <a:lnTo>
                    <a:pt x="177" y="162"/>
                  </a:lnTo>
                  <a:lnTo>
                    <a:pt x="177" y="162"/>
                  </a:lnTo>
                  <a:lnTo>
                    <a:pt x="175" y="173"/>
                  </a:lnTo>
                  <a:lnTo>
                    <a:pt x="175" y="180"/>
                  </a:lnTo>
                  <a:lnTo>
                    <a:pt x="177" y="184"/>
                  </a:lnTo>
                  <a:lnTo>
                    <a:pt x="179" y="186"/>
                  </a:lnTo>
                  <a:lnTo>
                    <a:pt x="190" y="186"/>
                  </a:lnTo>
                  <a:lnTo>
                    <a:pt x="202" y="188"/>
                  </a:lnTo>
                  <a:lnTo>
                    <a:pt x="202" y="188"/>
                  </a:lnTo>
                  <a:lnTo>
                    <a:pt x="201" y="191"/>
                  </a:lnTo>
                  <a:lnTo>
                    <a:pt x="201" y="197"/>
                  </a:lnTo>
                  <a:lnTo>
                    <a:pt x="201" y="197"/>
                  </a:lnTo>
                  <a:lnTo>
                    <a:pt x="197" y="198"/>
                  </a:lnTo>
                  <a:lnTo>
                    <a:pt x="195" y="198"/>
                  </a:lnTo>
                  <a:lnTo>
                    <a:pt x="195" y="202"/>
                  </a:lnTo>
                  <a:lnTo>
                    <a:pt x="195" y="202"/>
                  </a:lnTo>
                  <a:lnTo>
                    <a:pt x="190" y="202"/>
                  </a:lnTo>
                  <a:lnTo>
                    <a:pt x="184" y="200"/>
                  </a:lnTo>
                  <a:lnTo>
                    <a:pt x="170" y="198"/>
                  </a:lnTo>
                  <a:lnTo>
                    <a:pt x="170" y="198"/>
                  </a:lnTo>
                  <a:lnTo>
                    <a:pt x="170" y="193"/>
                  </a:lnTo>
                  <a:lnTo>
                    <a:pt x="168" y="189"/>
                  </a:lnTo>
                  <a:lnTo>
                    <a:pt x="168" y="189"/>
                  </a:lnTo>
                  <a:lnTo>
                    <a:pt x="162" y="189"/>
                  </a:lnTo>
                  <a:lnTo>
                    <a:pt x="159" y="189"/>
                  </a:lnTo>
                  <a:lnTo>
                    <a:pt x="159" y="189"/>
                  </a:lnTo>
                  <a:lnTo>
                    <a:pt x="153" y="182"/>
                  </a:lnTo>
                  <a:lnTo>
                    <a:pt x="153" y="182"/>
                  </a:lnTo>
                  <a:lnTo>
                    <a:pt x="146" y="180"/>
                  </a:lnTo>
                  <a:lnTo>
                    <a:pt x="137" y="182"/>
                  </a:lnTo>
                  <a:lnTo>
                    <a:pt x="122" y="184"/>
                  </a:lnTo>
                  <a:lnTo>
                    <a:pt x="124" y="195"/>
                  </a:lnTo>
                  <a:lnTo>
                    <a:pt x="124" y="195"/>
                  </a:lnTo>
                  <a:lnTo>
                    <a:pt x="130" y="195"/>
                  </a:lnTo>
                  <a:lnTo>
                    <a:pt x="131" y="195"/>
                  </a:lnTo>
                  <a:lnTo>
                    <a:pt x="131" y="195"/>
                  </a:lnTo>
                  <a:lnTo>
                    <a:pt x="133" y="202"/>
                  </a:lnTo>
                  <a:lnTo>
                    <a:pt x="133" y="202"/>
                  </a:lnTo>
                  <a:lnTo>
                    <a:pt x="126" y="204"/>
                  </a:lnTo>
                  <a:lnTo>
                    <a:pt x="111" y="209"/>
                  </a:lnTo>
                  <a:lnTo>
                    <a:pt x="111" y="209"/>
                  </a:lnTo>
                  <a:lnTo>
                    <a:pt x="100" y="213"/>
                  </a:lnTo>
                  <a:lnTo>
                    <a:pt x="99" y="215"/>
                  </a:lnTo>
                  <a:lnTo>
                    <a:pt x="97" y="217"/>
                  </a:lnTo>
                  <a:lnTo>
                    <a:pt x="97" y="224"/>
                  </a:lnTo>
                  <a:lnTo>
                    <a:pt x="100" y="233"/>
                  </a:lnTo>
                  <a:lnTo>
                    <a:pt x="100" y="233"/>
                  </a:lnTo>
                  <a:lnTo>
                    <a:pt x="102" y="233"/>
                  </a:lnTo>
                  <a:lnTo>
                    <a:pt x="104" y="231"/>
                  </a:lnTo>
                  <a:lnTo>
                    <a:pt x="104" y="229"/>
                  </a:lnTo>
                  <a:lnTo>
                    <a:pt x="104" y="228"/>
                  </a:lnTo>
                  <a:lnTo>
                    <a:pt x="104" y="228"/>
                  </a:lnTo>
                  <a:lnTo>
                    <a:pt x="108" y="228"/>
                  </a:lnTo>
                  <a:lnTo>
                    <a:pt x="110" y="228"/>
                  </a:lnTo>
                  <a:lnTo>
                    <a:pt x="113" y="231"/>
                  </a:lnTo>
                  <a:lnTo>
                    <a:pt x="119" y="233"/>
                  </a:lnTo>
                  <a:lnTo>
                    <a:pt x="122" y="233"/>
                  </a:lnTo>
                  <a:lnTo>
                    <a:pt x="126" y="233"/>
                  </a:lnTo>
                  <a:lnTo>
                    <a:pt x="126" y="233"/>
                  </a:lnTo>
                  <a:lnTo>
                    <a:pt x="124" y="228"/>
                  </a:lnTo>
                  <a:lnTo>
                    <a:pt x="124" y="228"/>
                  </a:lnTo>
                  <a:lnTo>
                    <a:pt x="131" y="226"/>
                  </a:lnTo>
                  <a:lnTo>
                    <a:pt x="131" y="226"/>
                  </a:lnTo>
                  <a:lnTo>
                    <a:pt x="135" y="229"/>
                  </a:lnTo>
                  <a:lnTo>
                    <a:pt x="139" y="233"/>
                  </a:lnTo>
                  <a:lnTo>
                    <a:pt x="139" y="233"/>
                  </a:lnTo>
                  <a:lnTo>
                    <a:pt x="139" y="228"/>
                  </a:lnTo>
                  <a:lnTo>
                    <a:pt x="139" y="226"/>
                  </a:lnTo>
                  <a:lnTo>
                    <a:pt x="141" y="226"/>
                  </a:lnTo>
                  <a:lnTo>
                    <a:pt x="141" y="231"/>
                  </a:lnTo>
                  <a:lnTo>
                    <a:pt x="141" y="231"/>
                  </a:lnTo>
                  <a:lnTo>
                    <a:pt x="155" y="235"/>
                  </a:lnTo>
                  <a:lnTo>
                    <a:pt x="168" y="239"/>
                  </a:lnTo>
                  <a:lnTo>
                    <a:pt x="168" y="239"/>
                  </a:lnTo>
                  <a:lnTo>
                    <a:pt x="172" y="233"/>
                  </a:lnTo>
                  <a:lnTo>
                    <a:pt x="175" y="231"/>
                  </a:lnTo>
                  <a:lnTo>
                    <a:pt x="175" y="231"/>
                  </a:lnTo>
                  <a:lnTo>
                    <a:pt x="170" y="220"/>
                  </a:lnTo>
                  <a:lnTo>
                    <a:pt x="170" y="220"/>
                  </a:lnTo>
                  <a:lnTo>
                    <a:pt x="173" y="220"/>
                  </a:lnTo>
                  <a:lnTo>
                    <a:pt x="175" y="222"/>
                  </a:lnTo>
                  <a:lnTo>
                    <a:pt x="181" y="224"/>
                  </a:lnTo>
                  <a:lnTo>
                    <a:pt x="181" y="224"/>
                  </a:lnTo>
                  <a:lnTo>
                    <a:pt x="184" y="218"/>
                  </a:lnTo>
                  <a:lnTo>
                    <a:pt x="188" y="213"/>
                  </a:lnTo>
                  <a:lnTo>
                    <a:pt x="188" y="228"/>
                  </a:lnTo>
                  <a:lnTo>
                    <a:pt x="188" y="228"/>
                  </a:lnTo>
                  <a:lnTo>
                    <a:pt x="217" y="226"/>
                  </a:lnTo>
                  <a:lnTo>
                    <a:pt x="217" y="226"/>
                  </a:lnTo>
                  <a:lnTo>
                    <a:pt x="219" y="220"/>
                  </a:lnTo>
                  <a:lnTo>
                    <a:pt x="219" y="217"/>
                  </a:lnTo>
                  <a:lnTo>
                    <a:pt x="223" y="217"/>
                  </a:lnTo>
                  <a:lnTo>
                    <a:pt x="224" y="226"/>
                  </a:lnTo>
                  <a:lnTo>
                    <a:pt x="224" y="226"/>
                  </a:lnTo>
                  <a:lnTo>
                    <a:pt x="228" y="226"/>
                  </a:lnTo>
                  <a:lnTo>
                    <a:pt x="228" y="224"/>
                  </a:lnTo>
                  <a:lnTo>
                    <a:pt x="228" y="222"/>
                  </a:lnTo>
                  <a:lnTo>
                    <a:pt x="230" y="220"/>
                  </a:lnTo>
                  <a:lnTo>
                    <a:pt x="230" y="220"/>
                  </a:lnTo>
                  <a:lnTo>
                    <a:pt x="233" y="222"/>
                  </a:lnTo>
                  <a:lnTo>
                    <a:pt x="239" y="224"/>
                  </a:lnTo>
                  <a:lnTo>
                    <a:pt x="239" y="224"/>
                  </a:lnTo>
                  <a:lnTo>
                    <a:pt x="239" y="231"/>
                  </a:lnTo>
                  <a:lnTo>
                    <a:pt x="239" y="240"/>
                  </a:lnTo>
                  <a:lnTo>
                    <a:pt x="239" y="240"/>
                  </a:lnTo>
                  <a:lnTo>
                    <a:pt x="261" y="224"/>
                  </a:lnTo>
                  <a:lnTo>
                    <a:pt x="261" y="224"/>
                  </a:lnTo>
                  <a:lnTo>
                    <a:pt x="264" y="228"/>
                  </a:lnTo>
                  <a:lnTo>
                    <a:pt x="268" y="228"/>
                  </a:lnTo>
                  <a:lnTo>
                    <a:pt x="270" y="228"/>
                  </a:lnTo>
                  <a:lnTo>
                    <a:pt x="270" y="228"/>
                  </a:lnTo>
                  <a:lnTo>
                    <a:pt x="277" y="222"/>
                  </a:lnTo>
                  <a:lnTo>
                    <a:pt x="283" y="217"/>
                  </a:lnTo>
                  <a:lnTo>
                    <a:pt x="283" y="217"/>
                  </a:lnTo>
                  <a:lnTo>
                    <a:pt x="286" y="217"/>
                  </a:lnTo>
                  <a:lnTo>
                    <a:pt x="286" y="215"/>
                  </a:lnTo>
                  <a:lnTo>
                    <a:pt x="283" y="211"/>
                  </a:lnTo>
                  <a:lnTo>
                    <a:pt x="283" y="211"/>
                  </a:lnTo>
                  <a:lnTo>
                    <a:pt x="277" y="211"/>
                  </a:lnTo>
                  <a:lnTo>
                    <a:pt x="274" y="211"/>
                  </a:lnTo>
                  <a:lnTo>
                    <a:pt x="274" y="211"/>
                  </a:lnTo>
                  <a:lnTo>
                    <a:pt x="272" y="209"/>
                  </a:lnTo>
                  <a:lnTo>
                    <a:pt x="270" y="206"/>
                  </a:lnTo>
                  <a:lnTo>
                    <a:pt x="268" y="204"/>
                  </a:lnTo>
                  <a:lnTo>
                    <a:pt x="266" y="202"/>
                  </a:lnTo>
                  <a:lnTo>
                    <a:pt x="266" y="202"/>
                  </a:lnTo>
                  <a:lnTo>
                    <a:pt x="248" y="197"/>
                  </a:lnTo>
                  <a:lnTo>
                    <a:pt x="248" y="197"/>
                  </a:lnTo>
                  <a:lnTo>
                    <a:pt x="268" y="197"/>
                  </a:lnTo>
                  <a:lnTo>
                    <a:pt x="286" y="195"/>
                  </a:lnTo>
                  <a:lnTo>
                    <a:pt x="286" y="195"/>
                  </a:lnTo>
                  <a:lnTo>
                    <a:pt x="284" y="188"/>
                  </a:lnTo>
                  <a:lnTo>
                    <a:pt x="283" y="180"/>
                  </a:lnTo>
                  <a:lnTo>
                    <a:pt x="283" y="180"/>
                  </a:lnTo>
                  <a:lnTo>
                    <a:pt x="299" y="182"/>
                  </a:lnTo>
                  <a:lnTo>
                    <a:pt x="308" y="182"/>
                  </a:lnTo>
                  <a:lnTo>
                    <a:pt x="317" y="180"/>
                  </a:lnTo>
                  <a:lnTo>
                    <a:pt x="319" y="175"/>
                  </a:lnTo>
                  <a:lnTo>
                    <a:pt x="319" y="175"/>
                  </a:lnTo>
                  <a:lnTo>
                    <a:pt x="315" y="175"/>
                  </a:lnTo>
                  <a:lnTo>
                    <a:pt x="315" y="173"/>
                  </a:lnTo>
                  <a:lnTo>
                    <a:pt x="315" y="171"/>
                  </a:lnTo>
                  <a:lnTo>
                    <a:pt x="315" y="169"/>
                  </a:lnTo>
                  <a:lnTo>
                    <a:pt x="315" y="169"/>
                  </a:lnTo>
                  <a:lnTo>
                    <a:pt x="323" y="169"/>
                  </a:lnTo>
                  <a:lnTo>
                    <a:pt x="330" y="169"/>
                  </a:lnTo>
                  <a:lnTo>
                    <a:pt x="330" y="169"/>
                  </a:lnTo>
                  <a:lnTo>
                    <a:pt x="326" y="167"/>
                  </a:lnTo>
                  <a:lnTo>
                    <a:pt x="326" y="167"/>
                  </a:lnTo>
                  <a:lnTo>
                    <a:pt x="326" y="167"/>
                  </a:lnTo>
                  <a:lnTo>
                    <a:pt x="325" y="164"/>
                  </a:lnTo>
                  <a:lnTo>
                    <a:pt x="323" y="162"/>
                  </a:lnTo>
                  <a:lnTo>
                    <a:pt x="323" y="162"/>
                  </a:lnTo>
                  <a:lnTo>
                    <a:pt x="330" y="162"/>
                  </a:lnTo>
                  <a:lnTo>
                    <a:pt x="335" y="164"/>
                  </a:lnTo>
                  <a:lnTo>
                    <a:pt x="339" y="162"/>
                  </a:lnTo>
                  <a:lnTo>
                    <a:pt x="339" y="162"/>
                  </a:lnTo>
                  <a:lnTo>
                    <a:pt x="341" y="160"/>
                  </a:lnTo>
                  <a:lnTo>
                    <a:pt x="345" y="157"/>
                  </a:lnTo>
                  <a:lnTo>
                    <a:pt x="345" y="157"/>
                  </a:lnTo>
                  <a:lnTo>
                    <a:pt x="343" y="157"/>
                  </a:lnTo>
                  <a:lnTo>
                    <a:pt x="343" y="155"/>
                  </a:lnTo>
                  <a:lnTo>
                    <a:pt x="341" y="149"/>
                  </a:lnTo>
                  <a:lnTo>
                    <a:pt x="341" y="149"/>
                  </a:lnTo>
                  <a:lnTo>
                    <a:pt x="337" y="151"/>
                  </a:lnTo>
                  <a:lnTo>
                    <a:pt x="335" y="151"/>
                  </a:lnTo>
                  <a:lnTo>
                    <a:pt x="334" y="153"/>
                  </a:lnTo>
                  <a:lnTo>
                    <a:pt x="330" y="153"/>
                  </a:lnTo>
                  <a:lnTo>
                    <a:pt x="330" y="147"/>
                  </a:lnTo>
                  <a:lnTo>
                    <a:pt x="330" y="147"/>
                  </a:lnTo>
                  <a:lnTo>
                    <a:pt x="319" y="146"/>
                  </a:lnTo>
                  <a:lnTo>
                    <a:pt x="319" y="146"/>
                  </a:lnTo>
                  <a:lnTo>
                    <a:pt x="312" y="146"/>
                  </a:lnTo>
                  <a:lnTo>
                    <a:pt x="303" y="149"/>
                  </a:lnTo>
                  <a:lnTo>
                    <a:pt x="288" y="155"/>
                  </a:lnTo>
                  <a:lnTo>
                    <a:pt x="288" y="149"/>
                  </a:lnTo>
                  <a:lnTo>
                    <a:pt x="288" y="149"/>
                  </a:lnTo>
                  <a:lnTo>
                    <a:pt x="294" y="149"/>
                  </a:lnTo>
                  <a:lnTo>
                    <a:pt x="294" y="147"/>
                  </a:lnTo>
                  <a:lnTo>
                    <a:pt x="294" y="147"/>
                  </a:lnTo>
                  <a:lnTo>
                    <a:pt x="290" y="144"/>
                  </a:lnTo>
                  <a:lnTo>
                    <a:pt x="286" y="140"/>
                  </a:lnTo>
                  <a:lnTo>
                    <a:pt x="286" y="140"/>
                  </a:lnTo>
                  <a:lnTo>
                    <a:pt x="310" y="142"/>
                  </a:lnTo>
                  <a:lnTo>
                    <a:pt x="321" y="142"/>
                  </a:lnTo>
                  <a:lnTo>
                    <a:pt x="321" y="142"/>
                  </a:lnTo>
                  <a:lnTo>
                    <a:pt x="321" y="140"/>
                  </a:lnTo>
                  <a:lnTo>
                    <a:pt x="317" y="138"/>
                  </a:lnTo>
                  <a:lnTo>
                    <a:pt x="317" y="138"/>
                  </a:lnTo>
                  <a:lnTo>
                    <a:pt x="312" y="136"/>
                  </a:lnTo>
                  <a:lnTo>
                    <a:pt x="308" y="135"/>
                  </a:lnTo>
                  <a:lnTo>
                    <a:pt x="308" y="135"/>
                  </a:lnTo>
                  <a:lnTo>
                    <a:pt x="306" y="135"/>
                  </a:lnTo>
                  <a:lnTo>
                    <a:pt x="308" y="135"/>
                  </a:lnTo>
                  <a:lnTo>
                    <a:pt x="314" y="135"/>
                  </a:lnTo>
                  <a:lnTo>
                    <a:pt x="330" y="135"/>
                  </a:lnTo>
                  <a:lnTo>
                    <a:pt x="326" y="131"/>
                  </a:lnTo>
                  <a:lnTo>
                    <a:pt x="326" y="131"/>
                  </a:lnTo>
                  <a:lnTo>
                    <a:pt x="321" y="129"/>
                  </a:lnTo>
                  <a:lnTo>
                    <a:pt x="314" y="129"/>
                  </a:lnTo>
                  <a:lnTo>
                    <a:pt x="301" y="127"/>
                  </a:lnTo>
                  <a:lnTo>
                    <a:pt x="301" y="124"/>
                  </a:lnTo>
                  <a:lnTo>
                    <a:pt x="301" y="124"/>
                  </a:lnTo>
                  <a:lnTo>
                    <a:pt x="303" y="124"/>
                  </a:lnTo>
                  <a:lnTo>
                    <a:pt x="306" y="126"/>
                  </a:lnTo>
                  <a:lnTo>
                    <a:pt x="308" y="126"/>
                  </a:lnTo>
                  <a:lnTo>
                    <a:pt x="312" y="126"/>
                  </a:lnTo>
                  <a:lnTo>
                    <a:pt x="312" y="126"/>
                  </a:lnTo>
                  <a:lnTo>
                    <a:pt x="314" y="122"/>
                  </a:lnTo>
                  <a:lnTo>
                    <a:pt x="315" y="122"/>
                  </a:lnTo>
                  <a:lnTo>
                    <a:pt x="317" y="120"/>
                  </a:lnTo>
                  <a:lnTo>
                    <a:pt x="317" y="120"/>
                  </a:lnTo>
                  <a:lnTo>
                    <a:pt x="323" y="126"/>
                  </a:lnTo>
                  <a:lnTo>
                    <a:pt x="326" y="129"/>
                  </a:lnTo>
                  <a:lnTo>
                    <a:pt x="330" y="131"/>
                  </a:lnTo>
                  <a:lnTo>
                    <a:pt x="330" y="131"/>
                  </a:lnTo>
                  <a:lnTo>
                    <a:pt x="332" y="131"/>
                  </a:lnTo>
                  <a:lnTo>
                    <a:pt x="332" y="129"/>
                  </a:lnTo>
                  <a:lnTo>
                    <a:pt x="332" y="126"/>
                  </a:lnTo>
                  <a:lnTo>
                    <a:pt x="332" y="126"/>
                  </a:lnTo>
                  <a:lnTo>
                    <a:pt x="356" y="126"/>
                  </a:lnTo>
                  <a:lnTo>
                    <a:pt x="356" y="126"/>
                  </a:lnTo>
                  <a:lnTo>
                    <a:pt x="363" y="127"/>
                  </a:lnTo>
                  <a:lnTo>
                    <a:pt x="370" y="127"/>
                  </a:lnTo>
                  <a:lnTo>
                    <a:pt x="376" y="126"/>
                  </a:lnTo>
                  <a:lnTo>
                    <a:pt x="376" y="126"/>
                  </a:lnTo>
                  <a:lnTo>
                    <a:pt x="376" y="124"/>
                  </a:lnTo>
                  <a:lnTo>
                    <a:pt x="376" y="122"/>
                  </a:lnTo>
                  <a:lnTo>
                    <a:pt x="374" y="118"/>
                  </a:lnTo>
                  <a:lnTo>
                    <a:pt x="374" y="118"/>
                  </a:lnTo>
                  <a:lnTo>
                    <a:pt x="392" y="113"/>
                  </a:lnTo>
                  <a:lnTo>
                    <a:pt x="394" y="113"/>
                  </a:lnTo>
                  <a:lnTo>
                    <a:pt x="396" y="111"/>
                  </a:lnTo>
                  <a:lnTo>
                    <a:pt x="392" y="109"/>
                  </a:lnTo>
                  <a:lnTo>
                    <a:pt x="387" y="106"/>
                  </a:lnTo>
                  <a:lnTo>
                    <a:pt x="387" y="106"/>
                  </a:lnTo>
                  <a:lnTo>
                    <a:pt x="388" y="106"/>
                  </a:lnTo>
                  <a:lnTo>
                    <a:pt x="390" y="106"/>
                  </a:lnTo>
                  <a:lnTo>
                    <a:pt x="388" y="104"/>
                  </a:lnTo>
                  <a:lnTo>
                    <a:pt x="388" y="104"/>
                  </a:lnTo>
                  <a:lnTo>
                    <a:pt x="397" y="106"/>
                  </a:lnTo>
                  <a:lnTo>
                    <a:pt x="403" y="106"/>
                  </a:lnTo>
                  <a:lnTo>
                    <a:pt x="407" y="104"/>
                  </a:lnTo>
                  <a:lnTo>
                    <a:pt x="416" y="98"/>
                  </a:lnTo>
                  <a:lnTo>
                    <a:pt x="416" y="98"/>
                  </a:lnTo>
                  <a:lnTo>
                    <a:pt x="414" y="98"/>
                  </a:lnTo>
                  <a:lnTo>
                    <a:pt x="414" y="96"/>
                  </a:lnTo>
                  <a:lnTo>
                    <a:pt x="416" y="91"/>
                  </a:lnTo>
                  <a:lnTo>
                    <a:pt x="416" y="91"/>
                  </a:lnTo>
                  <a:lnTo>
                    <a:pt x="423" y="98"/>
                  </a:lnTo>
                  <a:lnTo>
                    <a:pt x="423" y="98"/>
                  </a:lnTo>
                  <a:lnTo>
                    <a:pt x="436" y="89"/>
                  </a:lnTo>
                  <a:lnTo>
                    <a:pt x="448" y="80"/>
                  </a:lnTo>
                  <a:lnTo>
                    <a:pt x="448" y="80"/>
                  </a:lnTo>
                  <a:lnTo>
                    <a:pt x="461" y="76"/>
                  </a:lnTo>
                  <a:lnTo>
                    <a:pt x="474" y="76"/>
                  </a:lnTo>
                  <a:lnTo>
                    <a:pt x="487" y="75"/>
                  </a:lnTo>
                  <a:lnTo>
                    <a:pt x="498" y="73"/>
                  </a:lnTo>
                  <a:lnTo>
                    <a:pt x="498" y="73"/>
                  </a:lnTo>
                  <a:lnTo>
                    <a:pt x="503" y="69"/>
                  </a:lnTo>
                  <a:lnTo>
                    <a:pt x="505" y="64"/>
                  </a:lnTo>
                  <a:lnTo>
                    <a:pt x="503" y="60"/>
                  </a:lnTo>
                  <a:lnTo>
                    <a:pt x="498" y="56"/>
                  </a:lnTo>
                  <a:lnTo>
                    <a:pt x="498" y="56"/>
                  </a:lnTo>
                  <a:lnTo>
                    <a:pt x="510" y="53"/>
                  </a:lnTo>
                  <a:lnTo>
                    <a:pt x="525" y="47"/>
                  </a:lnTo>
                  <a:lnTo>
                    <a:pt x="525" y="47"/>
                  </a:lnTo>
                  <a:lnTo>
                    <a:pt x="532" y="45"/>
                  </a:lnTo>
                  <a:lnTo>
                    <a:pt x="532" y="40"/>
                  </a:lnTo>
                  <a:lnTo>
                    <a:pt x="532" y="40"/>
                  </a:lnTo>
                  <a:lnTo>
                    <a:pt x="540" y="38"/>
                  </a:lnTo>
                  <a:lnTo>
                    <a:pt x="547" y="38"/>
                  </a:lnTo>
                  <a:lnTo>
                    <a:pt x="547" y="38"/>
                  </a:lnTo>
                  <a:lnTo>
                    <a:pt x="547" y="36"/>
                  </a:lnTo>
                  <a:lnTo>
                    <a:pt x="549" y="34"/>
                  </a:lnTo>
                  <a:lnTo>
                    <a:pt x="552" y="33"/>
                  </a:lnTo>
                  <a:lnTo>
                    <a:pt x="552" y="33"/>
                  </a:lnTo>
                  <a:lnTo>
                    <a:pt x="551" y="31"/>
                  </a:lnTo>
                  <a:lnTo>
                    <a:pt x="549" y="27"/>
                  </a:lnTo>
                  <a:lnTo>
                    <a:pt x="549" y="27"/>
                  </a:lnTo>
                  <a:lnTo>
                    <a:pt x="540" y="27"/>
                  </a:lnTo>
                  <a:lnTo>
                    <a:pt x="534" y="27"/>
                  </a:lnTo>
                  <a:lnTo>
                    <a:pt x="534" y="27"/>
                  </a:lnTo>
                  <a:lnTo>
                    <a:pt x="532" y="25"/>
                  </a:lnTo>
                  <a:lnTo>
                    <a:pt x="527" y="24"/>
                  </a:lnTo>
                  <a:lnTo>
                    <a:pt x="527" y="24"/>
                  </a:lnTo>
                  <a:lnTo>
                    <a:pt x="525" y="25"/>
                  </a:lnTo>
                  <a:lnTo>
                    <a:pt x="523" y="25"/>
                  </a:lnTo>
                  <a:lnTo>
                    <a:pt x="520" y="25"/>
                  </a:lnTo>
                  <a:lnTo>
                    <a:pt x="520" y="25"/>
                  </a:lnTo>
                  <a:lnTo>
                    <a:pt x="518" y="18"/>
                  </a:lnTo>
                  <a:lnTo>
                    <a:pt x="518" y="18"/>
                  </a:lnTo>
                  <a:lnTo>
                    <a:pt x="510" y="14"/>
                  </a:lnTo>
                  <a:lnTo>
                    <a:pt x="499" y="13"/>
                  </a:lnTo>
                  <a:lnTo>
                    <a:pt x="479" y="11"/>
                  </a:lnTo>
                  <a:lnTo>
                    <a:pt x="479" y="11"/>
                  </a:lnTo>
                  <a:lnTo>
                    <a:pt x="472" y="11"/>
                  </a:lnTo>
                  <a:lnTo>
                    <a:pt x="472" y="11"/>
                  </a:lnTo>
                  <a:lnTo>
                    <a:pt x="472" y="9"/>
                  </a:lnTo>
                  <a:lnTo>
                    <a:pt x="470" y="9"/>
                  </a:lnTo>
                  <a:lnTo>
                    <a:pt x="467" y="9"/>
                  </a:lnTo>
                  <a:lnTo>
                    <a:pt x="467" y="9"/>
                  </a:lnTo>
                  <a:lnTo>
                    <a:pt x="463" y="16"/>
                  </a:lnTo>
                  <a:lnTo>
                    <a:pt x="463" y="16"/>
                  </a:lnTo>
                  <a:lnTo>
                    <a:pt x="441" y="27"/>
                  </a:lnTo>
                  <a:lnTo>
                    <a:pt x="441" y="27"/>
                  </a:lnTo>
                  <a:lnTo>
                    <a:pt x="439" y="27"/>
                  </a:lnTo>
                  <a:lnTo>
                    <a:pt x="439" y="25"/>
                  </a:lnTo>
                  <a:lnTo>
                    <a:pt x="439" y="25"/>
                  </a:lnTo>
                  <a:lnTo>
                    <a:pt x="438" y="25"/>
                  </a:lnTo>
                  <a:lnTo>
                    <a:pt x="438" y="25"/>
                  </a:lnTo>
                  <a:lnTo>
                    <a:pt x="454" y="16"/>
                  </a:lnTo>
                  <a:lnTo>
                    <a:pt x="454" y="16"/>
                  </a:lnTo>
                  <a:lnTo>
                    <a:pt x="454" y="11"/>
                  </a:lnTo>
                  <a:lnTo>
                    <a:pt x="454" y="9"/>
                  </a:lnTo>
                  <a:lnTo>
                    <a:pt x="452" y="5"/>
                  </a:lnTo>
                  <a:lnTo>
                    <a:pt x="452" y="5"/>
                  </a:lnTo>
                  <a:lnTo>
                    <a:pt x="445" y="5"/>
                  </a:lnTo>
                  <a:lnTo>
                    <a:pt x="439" y="5"/>
                  </a:lnTo>
                  <a:lnTo>
                    <a:pt x="432" y="7"/>
                  </a:lnTo>
                  <a:lnTo>
                    <a:pt x="425" y="9"/>
                  </a:lnTo>
                  <a:lnTo>
                    <a:pt x="425" y="9"/>
                  </a:lnTo>
                  <a:lnTo>
                    <a:pt x="417" y="7"/>
                  </a:lnTo>
                  <a:lnTo>
                    <a:pt x="408" y="4"/>
                  </a:lnTo>
                  <a:lnTo>
                    <a:pt x="401" y="0"/>
                  </a:lnTo>
                  <a:lnTo>
                    <a:pt x="394" y="2"/>
                  </a:lnTo>
                  <a:lnTo>
                    <a:pt x="394" y="2"/>
                  </a:lnTo>
                  <a:lnTo>
                    <a:pt x="388" y="4"/>
                  </a:lnTo>
                  <a:lnTo>
                    <a:pt x="383" y="9"/>
                  </a:lnTo>
                  <a:lnTo>
                    <a:pt x="383" y="9"/>
                  </a:lnTo>
                  <a:lnTo>
                    <a:pt x="385" y="11"/>
                  </a:lnTo>
                  <a:lnTo>
                    <a:pt x="387" y="13"/>
                  </a:lnTo>
                  <a:lnTo>
                    <a:pt x="381" y="13"/>
                  </a:lnTo>
                  <a:lnTo>
                    <a:pt x="381" y="13"/>
                  </a:lnTo>
                  <a:lnTo>
                    <a:pt x="381" y="13"/>
                  </a:lnTo>
                  <a:lnTo>
                    <a:pt x="379" y="11"/>
                  </a:lnTo>
                  <a:lnTo>
                    <a:pt x="374" y="11"/>
                  </a:lnTo>
                  <a:lnTo>
                    <a:pt x="374" y="11"/>
                  </a:lnTo>
                  <a:lnTo>
                    <a:pt x="370" y="13"/>
                  </a:lnTo>
                  <a:lnTo>
                    <a:pt x="365" y="16"/>
                  </a:lnTo>
                  <a:lnTo>
                    <a:pt x="359" y="20"/>
                  </a:lnTo>
                  <a:lnTo>
                    <a:pt x="359" y="20"/>
                  </a:lnTo>
                  <a:lnTo>
                    <a:pt x="354" y="20"/>
                  </a:lnTo>
                  <a:lnTo>
                    <a:pt x="352" y="18"/>
                  </a:lnTo>
                  <a:lnTo>
                    <a:pt x="352" y="14"/>
                  </a:lnTo>
                  <a:lnTo>
                    <a:pt x="348" y="13"/>
                  </a:lnTo>
                  <a:lnTo>
                    <a:pt x="308" y="13"/>
                  </a:lnTo>
                  <a:lnTo>
                    <a:pt x="308" y="13"/>
                  </a:lnTo>
                  <a:lnTo>
                    <a:pt x="306" y="14"/>
                  </a:lnTo>
                  <a:lnTo>
                    <a:pt x="305" y="16"/>
                  </a:lnTo>
                  <a:lnTo>
                    <a:pt x="303" y="16"/>
                  </a:lnTo>
                  <a:lnTo>
                    <a:pt x="303" y="16"/>
                  </a:lnTo>
                  <a:lnTo>
                    <a:pt x="301" y="14"/>
                  </a:lnTo>
                  <a:lnTo>
                    <a:pt x="303" y="13"/>
                  </a:lnTo>
                  <a:lnTo>
                    <a:pt x="303" y="13"/>
                  </a:lnTo>
                  <a:lnTo>
                    <a:pt x="301" y="13"/>
                  </a:lnTo>
                  <a:lnTo>
                    <a:pt x="301" y="13"/>
                  </a:lnTo>
                  <a:lnTo>
                    <a:pt x="295" y="16"/>
                  </a:lnTo>
                  <a:lnTo>
                    <a:pt x="292" y="18"/>
                  </a:lnTo>
                  <a:lnTo>
                    <a:pt x="294" y="20"/>
                  </a:lnTo>
                  <a:lnTo>
                    <a:pt x="295" y="20"/>
                  </a:lnTo>
                  <a:lnTo>
                    <a:pt x="295" y="25"/>
                  </a:lnTo>
                  <a:lnTo>
                    <a:pt x="295" y="25"/>
                  </a:lnTo>
                  <a:lnTo>
                    <a:pt x="301" y="25"/>
                  </a:lnTo>
                  <a:lnTo>
                    <a:pt x="305" y="25"/>
                  </a:lnTo>
                  <a:lnTo>
                    <a:pt x="305" y="25"/>
                  </a:lnTo>
                  <a:lnTo>
                    <a:pt x="308" y="31"/>
                  </a:lnTo>
                  <a:lnTo>
                    <a:pt x="308" y="31"/>
                  </a:lnTo>
                  <a:lnTo>
                    <a:pt x="301" y="29"/>
                  </a:lnTo>
                  <a:lnTo>
                    <a:pt x="297" y="29"/>
                  </a:lnTo>
                  <a:lnTo>
                    <a:pt x="294" y="27"/>
                  </a:lnTo>
                  <a:lnTo>
                    <a:pt x="294" y="24"/>
                  </a:lnTo>
                  <a:lnTo>
                    <a:pt x="294" y="24"/>
                  </a:lnTo>
                  <a:lnTo>
                    <a:pt x="284" y="24"/>
                  </a:lnTo>
                  <a:lnTo>
                    <a:pt x="270" y="25"/>
                  </a:lnTo>
                  <a:lnTo>
                    <a:pt x="270" y="25"/>
                  </a:lnTo>
                  <a:lnTo>
                    <a:pt x="272" y="22"/>
                  </a:lnTo>
                  <a:lnTo>
                    <a:pt x="270" y="20"/>
                  </a:lnTo>
                  <a:lnTo>
                    <a:pt x="268" y="20"/>
                  </a:lnTo>
                  <a:lnTo>
                    <a:pt x="263" y="33"/>
                  </a:lnTo>
                  <a:lnTo>
                    <a:pt x="263" y="33"/>
                  </a:lnTo>
                  <a:lnTo>
                    <a:pt x="259" y="33"/>
                  </a:lnTo>
                  <a:lnTo>
                    <a:pt x="254" y="33"/>
                  </a:lnTo>
                  <a:lnTo>
                    <a:pt x="254" y="33"/>
                  </a:lnTo>
                  <a:lnTo>
                    <a:pt x="255" y="33"/>
                  </a:lnTo>
                  <a:lnTo>
                    <a:pt x="255" y="31"/>
                  </a:lnTo>
                  <a:lnTo>
                    <a:pt x="252" y="29"/>
                  </a:lnTo>
                  <a:lnTo>
                    <a:pt x="246" y="27"/>
                  </a:lnTo>
                  <a:lnTo>
                    <a:pt x="246" y="27"/>
                  </a:lnTo>
                  <a:lnTo>
                    <a:pt x="246" y="34"/>
                  </a:lnTo>
                  <a:lnTo>
                    <a:pt x="246" y="34"/>
                  </a:lnTo>
                  <a:lnTo>
                    <a:pt x="219" y="27"/>
                  </a:lnTo>
                  <a:lnTo>
                    <a:pt x="219" y="27"/>
                  </a:lnTo>
                  <a:lnTo>
                    <a:pt x="223" y="45"/>
                  </a:lnTo>
                  <a:lnTo>
                    <a:pt x="223" y="45"/>
                  </a:lnTo>
                  <a:lnTo>
                    <a:pt x="219" y="44"/>
                  </a:lnTo>
                  <a:lnTo>
                    <a:pt x="215" y="42"/>
                  </a:lnTo>
                  <a:lnTo>
                    <a:pt x="215" y="42"/>
                  </a:lnTo>
                  <a:lnTo>
                    <a:pt x="215" y="49"/>
                  </a:lnTo>
                  <a:lnTo>
                    <a:pt x="215" y="49"/>
                  </a:lnTo>
                  <a:lnTo>
                    <a:pt x="208" y="42"/>
                  </a:lnTo>
                  <a:lnTo>
                    <a:pt x="202" y="34"/>
                  </a:lnTo>
                  <a:lnTo>
                    <a:pt x="202" y="34"/>
                  </a:lnTo>
                  <a:lnTo>
                    <a:pt x="197" y="34"/>
                  </a:lnTo>
                  <a:lnTo>
                    <a:pt x="193" y="33"/>
                  </a:lnTo>
                  <a:lnTo>
                    <a:pt x="182" y="33"/>
                  </a:lnTo>
                  <a:lnTo>
                    <a:pt x="182" y="33"/>
                  </a:lnTo>
                  <a:lnTo>
                    <a:pt x="179" y="31"/>
                  </a:lnTo>
                  <a:lnTo>
                    <a:pt x="175" y="27"/>
                  </a:lnTo>
                  <a:lnTo>
                    <a:pt x="168" y="24"/>
                  </a:lnTo>
                  <a:lnTo>
                    <a:pt x="168" y="24"/>
                  </a:lnTo>
                  <a:lnTo>
                    <a:pt x="162" y="24"/>
                  </a:lnTo>
                  <a:lnTo>
                    <a:pt x="155" y="24"/>
                  </a:lnTo>
                  <a:lnTo>
                    <a:pt x="155" y="27"/>
                  </a:lnTo>
                  <a:lnTo>
                    <a:pt x="155" y="27"/>
                  </a:lnTo>
                  <a:lnTo>
                    <a:pt x="159" y="27"/>
                  </a:lnTo>
                  <a:lnTo>
                    <a:pt x="159" y="31"/>
                  </a:lnTo>
                  <a:lnTo>
                    <a:pt x="161" y="34"/>
                  </a:lnTo>
                  <a:lnTo>
                    <a:pt x="133" y="34"/>
                  </a:lnTo>
                  <a:lnTo>
                    <a:pt x="133" y="34"/>
                  </a:lnTo>
                  <a:lnTo>
                    <a:pt x="135" y="40"/>
                  </a:lnTo>
                  <a:lnTo>
                    <a:pt x="137" y="45"/>
                  </a:lnTo>
                  <a:lnTo>
                    <a:pt x="137" y="45"/>
                  </a:lnTo>
                  <a:lnTo>
                    <a:pt x="139" y="45"/>
                  </a:lnTo>
                  <a:lnTo>
                    <a:pt x="141" y="44"/>
                  </a:lnTo>
                  <a:lnTo>
                    <a:pt x="142" y="44"/>
                  </a:lnTo>
                  <a:lnTo>
                    <a:pt x="144" y="42"/>
                  </a:lnTo>
                  <a:lnTo>
                    <a:pt x="148" y="47"/>
                  </a:lnTo>
                  <a:lnTo>
                    <a:pt x="148" y="47"/>
                  </a:lnTo>
                  <a:lnTo>
                    <a:pt x="155" y="47"/>
                  </a:lnTo>
                  <a:lnTo>
                    <a:pt x="162" y="47"/>
                  </a:lnTo>
                  <a:lnTo>
                    <a:pt x="177" y="45"/>
                  </a:lnTo>
                  <a:lnTo>
                    <a:pt x="177" y="45"/>
                  </a:lnTo>
                  <a:lnTo>
                    <a:pt x="170" y="60"/>
                  </a:lnTo>
                  <a:lnTo>
                    <a:pt x="168" y="49"/>
                  </a:lnTo>
                  <a:lnTo>
                    <a:pt x="168" y="49"/>
                  </a:lnTo>
                  <a:lnTo>
                    <a:pt x="161" y="53"/>
                  </a:lnTo>
                  <a:lnTo>
                    <a:pt x="155" y="55"/>
                  </a:lnTo>
                  <a:lnTo>
                    <a:pt x="155" y="55"/>
                  </a:lnTo>
                  <a:lnTo>
                    <a:pt x="150" y="51"/>
                  </a:lnTo>
                  <a:lnTo>
                    <a:pt x="144" y="49"/>
                  </a:lnTo>
                  <a:lnTo>
                    <a:pt x="141" y="47"/>
                  </a:lnTo>
                  <a:lnTo>
                    <a:pt x="141" y="47"/>
                  </a:lnTo>
                  <a:lnTo>
                    <a:pt x="139" y="49"/>
                  </a:lnTo>
                  <a:lnTo>
                    <a:pt x="141" y="51"/>
                  </a:lnTo>
                  <a:lnTo>
                    <a:pt x="141" y="55"/>
                  </a:lnTo>
                  <a:lnTo>
                    <a:pt x="139" y="56"/>
                  </a:lnTo>
                  <a:lnTo>
                    <a:pt x="139" y="56"/>
                  </a:lnTo>
                  <a:lnTo>
                    <a:pt x="133" y="51"/>
                  </a:lnTo>
                  <a:lnTo>
                    <a:pt x="128" y="45"/>
                  </a:lnTo>
                  <a:lnTo>
                    <a:pt x="126" y="44"/>
                  </a:lnTo>
                  <a:lnTo>
                    <a:pt x="122" y="44"/>
                  </a:lnTo>
                  <a:lnTo>
                    <a:pt x="117" y="44"/>
                  </a:lnTo>
                  <a:lnTo>
                    <a:pt x="111" y="45"/>
                  </a:lnTo>
                  <a:lnTo>
                    <a:pt x="111" y="45"/>
                  </a:lnTo>
                  <a:lnTo>
                    <a:pt x="110" y="47"/>
                  </a:lnTo>
                  <a:lnTo>
                    <a:pt x="106" y="53"/>
                  </a:lnTo>
                  <a:lnTo>
                    <a:pt x="102" y="56"/>
                  </a:lnTo>
                  <a:lnTo>
                    <a:pt x="100" y="60"/>
                  </a:lnTo>
                  <a:lnTo>
                    <a:pt x="100" y="60"/>
                  </a:lnTo>
                  <a:lnTo>
                    <a:pt x="90" y="56"/>
                  </a:lnTo>
                  <a:lnTo>
                    <a:pt x="82" y="55"/>
                  </a:lnTo>
                  <a:lnTo>
                    <a:pt x="73" y="55"/>
                  </a:lnTo>
                  <a:lnTo>
                    <a:pt x="73" y="55"/>
                  </a:lnTo>
                  <a:lnTo>
                    <a:pt x="66" y="56"/>
                  </a:lnTo>
                  <a:lnTo>
                    <a:pt x="66" y="62"/>
                  </a:lnTo>
                  <a:lnTo>
                    <a:pt x="66" y="62"/>
                  </a:lnTo>
                  <a:lnTo>
                    <a:pt x="88" y="60"/>
                  </a:lnTo>
                  <a:lnTo>
                    <a:pt x="88" y="60"/>
                  </a:lnTo>
                  <a:lnTo>
                    <a:pt x="73" y="65"/>
                  </a:lnTo>
                  <a:lnTo>
                    <a:pt x="73" y="65"/>
                  </a:lnTo>
                  <a:lnTo>
                    <a:pt x="79" y="67"/>
                  </a:lnTo>
                  <a:lnTo>
                    <a:pt x="110" y="64"/>
                  </a:lnTo>
                  <a:lnTo>
                    <a:pt x="110" y="64"/>
                  </a:lnTo>
                  <a:lnTo>
                    <a:pt x="95" y="69"/>
                  </a:lnTo>
                  <a:lnTo>
                    <a:pt x="77" y="73"/>
                  </a:lnTo>
                  <a:lnTo>
                    <a:pt x="75" y="80"/>
                  </a:lnTo>
                  <a:lnTo>
                    <a:pt x="75" y="80"/>
                  </a:lnTo>
                  <a:lnTo>
                    <a:pt x="97" y="73"/>
                  </a:lnTo>
                  <a:lnTo>
                    <a:pt x="119" y="69"/>
                  </a:lnTo>
                  <a:lnTo>
                    <a:pt x="115" y="75"/>
                  </a:lnTo>
                  <a:lnTo>
                    <a:pt x="115" y="75"/>
                  </a:lnTo>
                  <a:lnTo>
                    <a:pt x="108" y="75"/>
                  </a:lnTo>
                  <a:lnTo>
                    <a:pt x="102" y="75"/>
                  </a:lnTo>
                  <a:lnTo>
                    <a:pt x="97" y="76"/>
                  </a:lnTo>
                  <a:lnTo>
                    <a:pt x="93" y="76"/>
                  </a:lnTo>
                  <a:lnTo>
                    <a:pt x="93" y="76"/>
                  </a:lnTo>
                  <a:lnTo>
                    <a:pt x="86" y="82"/>
                  </a:lnTo>
                  <a:lnTo>
                    <a:pt x="82" y="87"/>
                  </a:lnTo>
                  <a:lnTo>
                    <a:pt x="82" y="87"/>
                  </a:lnTo>
                  <a:lnTo>
                    <a:pt x="106" y="85"/>
                  </a:lnTo>
                  <a:lnTo>
                    <a:pt x="131" y="84"/>
                  </a:lnTo>
                  <a:lnTo>
                    <a:pt x="131" y="84"/>
                  </a:lnTo>
                  <a:lnTo>
                    <a:pt x="133" y="85"/>
                  </a:lnTo>
                  <a:lnTo>
                    <a:pt x="135" y="87"/>
                  </a:lnTo>
                  <a:lnTo>
                    <a:pt x="137" y="89"/>
                  </a:lnTo>
                  <a:lnTo>
                    <a:pt x="141" y="89"/>
                  </a:lnTo>
                  <a:lnTo>
                    <a:pt x="141" y="89"/>
                  </a:lnTo>
                  <a:lnTo>
                    <a:pt x="146" y="85"/>
                  </a:lnTo>
                  <a:lnTo>
                    <a:pt x="148" y="82"/>
                  </a:lnTo>
                  <a:lnTo>
                    <a:pt x="151" y="82"/>
                  </a:lnTo>
                  <a:lnTo>
                    <a:pt x="151" y="82"/>
                  </a:lnTo>
                  <a:lnTo>
                    <a:pt x="151" y="91"/>
                  </a:lnTo>
                  <a:lnTo>
                    <a:pt x="151" y="91"/>
                  </a:lnTo>
                  <a:lnTo>
                    <a:pt x="173" y="95"/>
                  </a:lnTo>
                  <a:lnTo>
                    <a:pt x="175" y="95"/>
                  </a:lnTo>
                  <a:lnTo>
                    <a:pt x="177" y="87"/>
                  </a:lnTo>
                  <a:lnTo>
                    <a:pt x="182" y="87"/>
                  </a:lnTo>
                  <a:lnTo>
                    <a:pt x="182" y="87"/>
                  </a:lnTo>
                  <a:lnTo>
                    <a:pt x="182" y="82"/>
                  </a:lnTo>
                  <a:lnTo>
                    <a:pt x="182" y="82"/>
                  </a:lnTo>
                  <a:lnTo>
                    <a:pt x="182" y="80"/>
                  </a:lnTo>
                  <a:lnTo>
                    <a:pt x="182" y="80"/>
                  </a:lnTo>
                  <a:lnTo>
                    <a:pt x="186" y="82"/>
                  </a:lnTo>
                  <a:lnTo>
                    <a:pt x="188" y="84"/>
                  </a:lnTo>
                  <a:lnTo>
                    <a:pt x="188" y="87"/>
                  </a:lnTo>
                  <a:lnTo>
                    <a:pt x="188" y="87"/>
                  </a:lnTo>
                  <a:lnTo>
                    <a:pt x="195" y="87"/>
                  </a:lnTo>
                  <a:lnTo>
                    <a:pt x="204" y="85"/>
                  </a:lnTo>
                  <a:lnTo>
                    <a:pt x="217" y="82"/>
                  </a:lnTo>
                  <a:lnTo>
                    <a:pt x="217" y="82"/>
                  </a:lnTo>
                  <a:lnTo>
                    <a:pt x="241" y="80"/>
                  </a:lnTo>
                  <a:lnTo>
                    <a:pt x="263" y="80"/>
                  </a:lnTo>
                  <a:lnTo>
                    <a:pt x="263" y="80"/>
                  </a:lnTo>
                  <a:lnTo>
                    <a:pt x="283" y="75"/>
                  </a:lnTo>
                  <a:lnTo>
                    <a:pt x="303" y="69"/>
                  </a:lnTo>
                  <a:lnTo>
                    <a:pt x="303" y="69"/>
                  </a:lnTo>
                  <a:lnTo>
                    <a:pt x="299" y="71"/>
                  </a:lnTo>
                  <a:lnTo>
                    <a:pt x="294" y="73"/>
                  </a:lnTo>
                  <a:lnTo>
                    <a:pt x="294" y="76"/>
                  </a:lnTo>
                  <a:lnTo>
                    <a:pt x="294" y="76"/>
                  </a:lnTo>
                  <a:lnTo>
                    <a:pt x="301" y="76"/>
                  </a:lnTo>
                  <a:lnTo>
                    <a:pt x="310" y="76"/>
                  </a:lnTo>
                  <a:lnTo>
                    <a:pt x="310" y="76"/>
                  </a:lnTo>
                  <a:lnTo>
                    <a:pt x="292" y="80"/>
                  </a:lnTo>
                  <a:lnTo>
                    <a:pt x="270" y="84"/>
                  </a:lnTo>
                  <a:lnTo>
                    <a:pt x="270" y="84"/>
                  </a:lnTo>
                  <a:lnTo>
                    <a:pt x="268" y="89"/>
                  </a:lnTo>
                  <a:lnTo>
                    <a:pt x="268" y="89"/>
                  </a:lnTo>
                  <a:lnTo>
                    <a:pt x="277" y="89"/>
                  </a:lnTo>
                  <a:lnTo>
                    <a:pt x="286" y="89"/>
                  </a:lnTo>
                  <a:lnTo>
                    <a:pt x="286" y="89"/>
                  </a:lnTo>
                  <a:lnTo>
                    <a:pt x="295" y="87"/>
                  </a:lnTo>
                  <a:lnTo>
                    <a:pt x="295" y="87"/>
                  </a:lnTo>
                  <a:lnTo>
                    <a:pt x="290" y="91"/>
                  </a:lnTo>
                  <a:lnTo>
                    <a:pt x="286" y="95"/>
                  </a:lnTo>
                  <a:lnTo>
                    <a:pt x="286" y="95"/>
                  </a:lnTo>
                  <a:lnTo>
                    <a:pt x="275" y="95"/>
                  </a:lnTo>
                  <a:lnTo>
                    <a:pt x="266" y="95"/>
                  </a:lnTo>
                  <a:lnTo>
                    <a:pt x="257" y="95"/>
                  </a:lnTo>
                  <a:lnTo>
                    <a:pt x="252" y="95"/>
                  </a:lnTo>
                  <a:lnTo>
                    <a:pt x="252" y="9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96" name="Freeform 379">
              <a:extLst>
                <a:ext uri="{FF2B5EF4-FFF2-40B4-BE49-F238E27FC236}">
                  <a16:creationId xmlns:a16="http://schemas.microsoft.com/office/drawing/2014/main" id="{C0D124E9-FFCB-4F65-BF8E-B6F0782A235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2437" y="1517408"/>
              <a:ext cx="685148" cy="516086"/>
            </a:xfrm>
            <a:custGeom>
              <a:avLst/>
              <a:gdLst>
                <a:gd name="T0" fmla="*/ 457 w 462"/>
                <a:gd name="T1" fmla="*/ 233 h 348"/>
                <a:gd name="T2" fmla="*/ 446 w 462"/>
                <a:gd name="T3" fmla="*/ 210 h 348"/>
                <a:gd name="T4" fmla="*/ 435 w 462"/>
                <a:gd name="T5" fmla="*/ 206 h 348"/>
                <a:gd name="T6" fmla="*/ 411 w 462"/>
                <a:gd name="T7" fmla="*/ 200 h 348"/>
                <a:gd name="T8" fmla="*/ 397 w 462"/>
                <a:gd name="T9" fmla="*/ 186 h 348"/>
                <a:gd name="T10" fmla="*/ 386 w 462"/>
                <a:gd name="T11" fmla="*/ 193 h 348"/>
                <a:gd name="T12" fmla="*/ 362 w 462"/>
                <a:gd name="T13" fmla="*/ 175 h 348"/>
                <a:gd name="T14" fmla="*/ 348 w 462"/>
                <a:gd name="T15" fmla="*/ 148 h 348"/>
                <a:gd name="T16" fmla="*/ 344 w 462"/>
                <a:gd name="T17" fmla="*/ 140 h 348"/>
                <a:gd name="T18" fmla="*/ 355 w 462"/>
                <a:gd name="T19" fmla="*/ 113 h 348"/>
                <a:gd name="T20" fmla="*/ 337 w 462"/>
                <a:gd name="T21" fmla="*/ 115 h 348"/>
                <a:gd name="T22" fmla="*/ 335 w 462"/>
                <a:gd name="T23" fmla="*/ 106 h 348"/>
                <a:gd name="T24" fmla="*/ 313 w 462"/>
                <a:gd name="T25" fmla="*/ 95 h 348"/>
                <a:gd name="T26" fmla="*/ 297 w 462"/>
                <a:gd name="T27" fmla="*/ 91 h 348"/>
                <a:gd name="T28" fmla="*/ 280 w 462"/>
                <a:gd name="T29" fmla="*/ 78 h 348"/>
                <a:gd name="T30" fmla="*/ 256 w 462"/>
                <a:gd name="T31" fmla="*/ 78 h 348"/>
                <a:gd name="T32" fmla="*/ 251 w 462"/>
                <a:gd name="T33" fmla="*/ 44 h 348"/>
                <a:gd name="T34" fmla="*/ 198 w 462"/>
                <a:gd name="T35" fmla="*/ 27 h 348"/>
                <a:gd name="T36" fmla="*/ 173 w 462"/>
                <a:gd name="T37" fmla="*/ 7 h 348"/>
                <a:gd name="T38" fmla="*/ 123 w 462"/>
                <a:gd name="T39" fmla="*/ 6 h 348"/>
                <a:gd name="T40" fmla="*/ 82 w 462"/>
                <a:gd name="T41" fmla="*/ 29 h 348"/>
                <a:gd name="T42" fmla="*/ 91 w 462"/>
                <a:gd name="T43" fmla="*/ 47 h 348"/>
                <a:gd name="T44" fmla="*/ 71 w 462"/>
                <a:gd name="T45" fmla="*/ 57 h 348"/>
                <a:gd name="T46" fmla="*/ 83 w 462"/>
                <a:gd name="T47" fmla="*/ 86 h 348"/>
                <a:gd name="T48" fmla="*/ 71 w 462"/>
                <a:gd name="T49" fmla="*/ 69 h 348"/>
                <a:gd name="T50" fmla="*/ 83 w 462"/>
                <a:gd name="T51" fmla="*/ 13 h 348"/>
                <a:gd name="T52" fmla="*/ 25 w 462"/>
                <a:gd name="T53" fmla="*/ 22 h 348"/>
                <a:gd name="T54" fmla="*/ 0 w 462"/>
                <a:gd name="T55" fmla="*/ 69 h 348"/>
                <a:gd name="T56" fmla="*/ 27 w 462"/>
                <a:gd name="T57" fmla="*/ 88 h 348"/>
                <a:gd name="T58" fmla="*/ 54 w 462"/>
                <a:gd name="T59" fmla="*/ 102 h 348"/>
                <a:gd name="T60" fmla="*/ 102 w 462"/>
                <a:gd name="T61" fmla="*/ 120 h 348"/>
                <a:gd name="T62" fmla="*/ 136 w 462"/>
                <a:gd name="T63" fmla="*/ 117 h 348"/>
                <a:gd name="T64" fmla="*/ 143 w 462"/>
                <a:gd name="T65" fmla="*/ 113 h 348"/>
                <a:gd name="T66" fmla="*/ 182 w 462"/>
                <a:gd name="T67" fmla="*/ 108 h 348"/>
                <a:gd name="T68" fmla="*/ 196 w 462"/>
                <a:gd name="T69" fmla="*/ 113 h 348"/>
                <a:gd name="T70" fmla="*/ 218 w 462"/>
                <a:gd name="T71" fmla="*/ 120 h 348"/>
                <a:gd name="T72" fmla="*/ 235 w 462"/>
                <a:gd name="T73" fmla="*/ 149 h 348"/>
                <a:gd name="T74" fmla="*/ 240 w 462"/>
                <a:gd name="T75" fmla="*/ 170 h 348"/>
                <a:gd name="T76" fmla="*/ 264 w 462"/>
                <a:gd name="T77" fmla="*/ 170 h 348"/>
                <a:gd name="T78" fmla="*/ 284 w 462"/>
                <a:gd name="T79" fmla="*/ 206 h 348"/>
                <a:gd name="T80" fmla="*/ 271 w 462"/>
                <a:gd name="T81" fmla="*/ 222 h 348"/>
                <a:gd name="T82" fmla="*/ 193 w 462"/>
                <a:gd name="T83" fmla="*/ 306 h 348"/>
                <a:gd name="T84" fmla="*/ 229 w 462"/>
                <a:gd name="T85" fmla="*/ 304 h 348"/>
                <a:gd name="T86" fmla="*/ 242 w 462"/>
                <a:gd name="T87" fmla="*/ 295 h 348"/>
                <a:gd name="T88" fmla="*/ 273 w 462"/>
                <a:gd name="T89" fmla="*/ 306 h 348"/>
                <a:gd name="T90" fmla="*/ 291 w 462"/>
                <a:gd name="T91" fmla="*/ 326 h 348"/>
                <a:gd name="T92" fmla="*/ 298 w 462"/>
                <a:gd name="T93" fmla="*/ 343 h 348"/>
                <a:gd name="T94" fmla="*/ 349 w 462"/>
                <a:gd name="T95" fmla="*/ 343 h 348"/>
                <a:gd name="T96" fmla="*/ 377 w 462"/>
                <a:gd name="T97" fmla="*/ 335 h 348"/>
                <a:gd name="T98" fmla="*/ 333 w 462"/>
                <a:gd name="T99" fmla="*/ 306 h 348"/>
                <a:gd name="T100" fmla="*/ 358 w 462"/>
                <a:gd name="T101" fmla="*/ 303 h 348"/>
                <a:gd name="T102" fmla="*/ 400 w 462"/>
                <a:gd name="T103" fmla="*/ 321 h 348"/>
                <a:gd name="T104" fmla="*/ 400 w 462"/>
                <a:gd name="T105" fmla="*/ 295 h 348"/>
                <a:gd name="T106" fmla="*/ 362 w 462"/>
                <a:gd name="T107" fmla="*/ 257 h 348"/>
                <a:gd name="T108" fmla="*/ 357 w 462"/>
                <a:gd name="T109" fmla="*/ 246 h 348"/>
                <a:gd name="T110" fmla="*/ 362 w 462"/>
                <a:gd name="T111" fmla="*/ 230 h 348"/>
                <a:gd name="T112" fmla="*/ 391 w 462"/>
                <a:gd name="T113" fmla="*/ 252 h 348"/>
                <a:gd name="T114" fmla="*/ 408 w 462"/>
                <a:gd name="T115" fmla="*/ 262 h 348"/>
                <a:gd name="T116" fmla="*/ 428 w 462"/>
                <a:gd name="T117" fmla="*/ 255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62" h="348">
                  <a:moveTo>
                    <a:pt x="440" y="235"/>
                  </a:moveTo>
                  <a:lnTo>
                    <a:pt x="440" y="235"/>
                  </a:lnTo>
                  <a:lnTo>
                    <a:pt x="448" y="235"/>
                  </a:lnTo>
                  <a:lnTo>
                    <a:pt x="448" y="235"/>
                  </a:lnTo>
                  <a:lnTo>
                    <a:pt x="446" y="231"/>
                  </a:lnTo>
                  <a:lnTo>
                    <a:pt x="444" y="230"/>
                  </a:lnTo>
                  <a:lnTo>
                    <a:pt x="444" y="228"/>
                  </a:lnTo>
                  <a:lnTo>
                    <a:pt x="444" y="228"/>
                  </a:lnTo>
                  <a:lnTo>
                    <a:pt x="448" y="228"/>
                  </a:lnTo>
                  <a:lnTo>
                    <a:pt x="450" y="230"/>
                  </a:lnTo>
                  <a:lnTo>
                    <a:pt x="453" y="231"/>
                  </a:lnTo>
                  <a:lnTo>
                    <a:pt x="457" y="233"/>
                  </a:lnTo>
                  <a:lnTo>
                    <a:pt x="457" y="233"/>
                  </a:lnTo>
                  <a:lnTo>
                    <a:pt x="459" y="224"/>
                  </a:lnTo>
                  <a:lnTo>
                    <a:pt x="462" y="215"/>
                  </a:lnTo>
                  <a:lnTo>
                    <a:pt x="462" y="215"/>
                  </a:lnTo>
                  <a:lnTo>
                    <a:pt x="451" y="208"/>
                  </a:lnTo>
                  <a:lnTo>
                    <a:pt x="451" y="208"/>
                  </a:lnTo>
                  <a:lnTo>
                    <a:pt x="457" y="208"/>
                  </a:lnTo>
                  <a:lnTo>
                    <a:pt x="455" y="206"/>
                  </a:lnTo>
                  <a:lnTo>
                    <a:pt x="450" y="206"/>
                  </a:lnTo>
                  <a:lnTo>
                    <a:pt x="450" y="206"/>
                  </a:lnTo>
                  <a:lnTo>
                    <a:pt x="450" y="202"/>
                  </a:lnTo>
                  <a:lnTo>
                    <a:pt x="448" y="204"/>
                  </a:lnTo>
                  <a:lnTo>
                    <a:pt x="446" y="208"/>
                  </a:lnTo>
                  <a:lnTo>
                    <a:pt x="446" y="210"/>
                  </a:lnTo>
                  <a:lnTo>
                    <a:pt x="448" y="210"/>
                  </a:lnTo>
                  <a:lnTo>
                    <a:pt x="448" y="210"/>
                  </a:lnTo>
                  <a:lnTo>
                    <a:pt x="444" y="211"/>
                  </a:lnTo>
                  <a:lnTo>
                    <a:pt x="440" y="210"/>
                  </a:lnTo>
                  <a:lnTo>
                    <a:pt x="439" y="210"/>
                  </a:lnTo>
                  <a:lnTo>
                    <a:pt x="435" y="210"/>
                  </a:lnTo>
                  <a:lnTo>
                    <a:pt x="435" y="210"/>
                  </a:lnTo>
                  <a:lnTo>
                    <a:pt x="435" y="213"/>
                  </a:lnTo>
                  <a:lnTo>
                    <a:pt x="433" y="215"/>
                  </a:lnTo>
                  <a:lnTo>
                    <a:pt x="430" y="217"/>
                  </a:lnTo>
                  <a:lnTo>
                    <a:pt x="430" y="217"/>
                  </a:lnTo>
                  <a:lnTo>
                    <a:pt x="435" y="206"/>
                  </a:lnTo>
                  <a:lnTo>
                    <a:pt x="435" y="206"/>
                  </a:lnTo>
                  <a:lnTo>
                    <a:pt x="428" y="206"/>
                  </a:lnTo>
                  <a:lnTo>
                    <a:pt x="428" y="206"/>
                  </a:lnTo>
                  <a:lnTo>
                    <a:pt x="428" y="213"/>
                  </a:lnTo>
                  <a:lnTo>
                    <a:pt x="428" y="213"/>
                  </a:lnTo>
                  <a:lnTo>
                    <a:pt x="426" y="213"/>
                  </a:lnTo>
                  <a:lnTo>
                    <a:pt x="424" y="211"/>
                  </a:lnTo>
                  <a:lnTo>
                    <a:pt x="422" y="208"/>
                  </a:lnTo>
                  <a:lnTo>
                    <a:pt x="422" y="208"/>
                  </a:lnTo>
                  <a:lnTo>
                    <a:pt x="417" y="208"/>
                  </a:lnTo>
                  <a:lnTo>
                    <a:pt x="408" y="208"/>
                  </a:lnTo>
                  <a:lnTo>
                    <a:pt x="408" y="208"/>
                  </a:lnTo>
                  <a:lnTo>
                    <a:pt x="411" y="204"/>
                  </a:lnTo>
                  <a:lnTo>
                    <a:pt x="411" y="200"/>
                  </a:lnTo>
                  <a:lnTo>
                    <a:pt x="411" y="199"/>
                  </a:lnTo>
                  <a:lnTo>
                    <a:pt x="411" y="193"/>
                  </a:lnTo>
                  <a:lnTo>
                    <a:pt x="411" y="193"/>
                  </a:lnTo>
                  <a:lnTo>
                    <a:pt x="408" y="193"/>
                  </a:lnTo>
                  <a:lnTo>
                    <a:pt x="406" y="193"/>
                  </a:lnTo>
                  <a:lnTo>
                    <a:pt x="404" y="191"/>
                  </a:lnTo>
                  <a:lnTo>
                    <a:pt x="404" y="191"/>
                  </a:lnTo>
                  <a:lnTo>
                    <a:pt x="404" y="199"/>
                  </a:lnTo>
                  <a:lnTo>
                    <a:pt x="399" y="199"/>
                  </a:lnTo>
                  <a:lnTo>
                    <a:pt x="399" y="199"/>
                  </a:lnTo>
                  <a:lnTo>
                    <a:pt x="400" y="186"/>
                  </a:lnTo>
                  <a:lnTo>
                    <a:pt x="400" y="186"/>
                  </a:lnTo>
                  <a:lnTo>
                    <a:pt x="397" y="186"/>
                  </a:lnTo>
                  <a:lnTo>
                    <a:pt x="393" y="186"/>
                  </a:lnTo>
                  <a:lnTo>
                    <a:pt x="393" y="186"/>
                  </a:lnTo>
                  <a:lnTo>
                    <a:pt x="393" y="193"/>
                  </a:lnTo>
                  <a:lnTo>
                    <a:pt x="393" y="193"/>
                  </a:lnTo>
                  <a:lnTo>
                    <a:pt x="391" y="193"/>
                  </a:lnTo>
                  <a:lnTo>
                    <a:pt x="389" y="191"/>
                  </a:lnTo>
                  <a:lnTo>
                    <a:pt x="391" y="191"/>
                  </a:lnTo>
                  <a:lnTo>
                    <a:pt x="391" y="191"/>
                  </a:lnTo>
                  <a:lnTo>
                    <a:pt x="389" y="191"/>
                  </a:lnTo>
                  <a:lnTo>
                    <a:pt x="389" y="190"/>
                  </a:lnTo>
                  <a:lnTo>
                    <a:pt x="388" y="188"/>
                  </a:lnTo>
                  <a:lnTo>
                    <a:pt x="386" y="188"/>
                  </a:lnTo>
                  <a:lnTo>
                    <a:pt x="386" y="193"/>
                  </a:lnTo>
                  <a:lnTo>
                    <a:pt x="386" y="193"/>
                  </a:lnTo>
                  <a:lnTo>
                    <a:pt x="380" y="195"/>
                  </a:lnTo>
                  <a:lnTo>
                    <a:pt x="373" y="199"/>
                  </a:lnTo>
                  <a:lnTo>
                    <a:pt x="373" y="199"/>
                  </a:lnTo>
                  <a:lnTo>
                    <a:pt x="377" y="186"/>
                  </a:lnTo>
                  <a:lnTo>
                    <a:pt x="377" y="186"/>
                  </a:lnTo>
                  <a:lnTo>
                    <a:pt x="373" y="186"/>
                  </a:lnTo>
                  <a:lnTo>
                    <a:pt x="369" y="186"/>
                  </a:lnTo>
                  <a:lnTo>
                    <a:pt x="369" y="186"/>
                  </a:lnTo>
                  <a:lnTo>
                    <a:pt x="368" y="180"/>
                  </a:lnTo>
                  <a:lnTo>
                    <a:pt x="366" y="177"/>
                  </a:lnTo>
                  <a:lnTo>
                    <a:pt x="366" y="177"/>
                  </a:lnTo>
                  <a:lnTo>
                    <a:pt x="362" y="175"/>
                  </a:lnTo>
                  <a:lnTo>
                    <a:pt x="358" y="173"/>
                  </a:lnTo>
                  <a:lnTo>
                    <a:pt x="351" y="173"/>
                  </a:lnTo>
                  <a:lnTo>
                    <a:pt x="344" y="171"/>
                  </a:lnTo>
                  <a:lnTo>
                    <a:pt x="344" y="171"/>
                  </a:lnTo>
                  <a:lnTo>
                    <a:pt x="340" y="164"/>
                  </a:lnTo>
                  <a:lnTo>
                    <a:pt x="340" y="164"/>
                  </a:lnTo>
                  <a:lnTo>
                    <a:pt x="351" y="162"/>
                  </a:lnTo>
                  <a:lnTo>
                    <a:pt x="351" y="162"/>
                  </a:lnTo>
                  <a:lnTo>
                    <a:pt x="351" y="159"/>
                  </a:lnTo>
                  <a:lnTo>
                    <a:pt x="353" y="157"/>
                  </a:lnTo>
                  <a:lnTo>
                    <a:pt x="355" y="155"/>
                  </a:lnTo>
                  <a:lnTo>
                    <a:pt x="355" y="155"/>
                  </a:lnTo>
                  <a:lnTo>
                    <a:pt x="348" y="148"/>
                  </a:lnTo>
                  <a:lnTo>
                    <a:pt x="348" y="146"/>
                  </a:lnTo>
                  <a:lnTo>
                    <a:pt x="349" y="146"/>
                  </a:lnTo>
                  <a:lnTo>
                    <a:pt x="366" y="148"/>
                  </a:lnTo>
                  <a:lnTo>
                    <a:pt x="366" y="148"/>
                  </a:lnTo>
                  <a:lnTo>
                    <a:pt x="360" y="142"/>
                  </a:lnTo>
                  <a:lnTo>
                    <a:pt x="357" y="139"/>
                  </a:lnTo>
                  <a:lnTo>
                    <a:pt x="351" y="137"/>
                  </a:lnTo>
                  <a:lnTo>
                    <a:pt x="351" y="137"/>
                  </a:lnTo>
                  <a:lnTo>
                    <a:pt x="349" y="137"/>
                  </a:lnTo>
                  <a:lnTo>
                    <a:pt x="348" y="139"/>
                  </a:lnTo>
                  <a:lnTo>
                    <a:pt x="346" y="140"/>
                  </a:lnTo>
                  <a:lnTo>
                    <a:pt x="344" y="140"/>
                  </a:lnTo>
                  <a:lnTo>
                    <a:pt x="344" y="140"/>
                  </a:lnTo>
                  <a:lnTo>
                    <a:pt x="340" y="133"/>
                  </a:lnTo>
                  <a:lnTo>
                    <a:pt x="340" y="133"/>
                  </a:lnTo>
                  <a:lnTo>
                    <a:pt x="346" y="131"/>
                  </a:lnTo>
                  <a:lnTo>
                    <a:pt x="349" y="129"/>
                  </a:lnTo>
                  <a:lnTo>
                    <a:pt x="349" y="129"/>
                  </a:lnTo>
                  <a:lnTo>
                    <a:pt x="353" y="128"/>
                  </a:lnTo>
                  <a:lnTo>
                    <a:pt x="357" y="128"/>
                  </a:lnTo>
                  <a:lnTo>
                    <a:pt x="357" y="128"/>
                  </a:lnTo>
                  <a:lnTo>
                    <a:pt x="357" y="120"/>
                  </a:lnTo>
                  <a:lnTo>
                    <a:pt x="357" y="117"/>
                  </a:lnTo>
                  <a:lnTo>
                    <a:pt x="357" y="117"/>
                  </a:lnTo>
                  <a:lnTo>
                    <a:pt x="355" y="117"/>
                  </a:lnTo>
                  <a:lnTo>
                    <a:pt x="355" y="113"/>
                  </a:lnTo>
                  <a:lnTo>
                    <a:pt x="355" y="113"/>
                  </a:lnTo>
                  <a:lnTo>
                    <a:pt x="351" y="113"/>
                  </a:lnTo>
                  <a:lnTo>
                    <a:pt x="349" y="113"/>
                  </a:lnTo>
                  <a:lnTo>
                    <a:pt x="348" y="109"/>
                  </a:lnTo>
                  <a:lnTo>
                    <a:pt x="348" y="109"/>
                  </a:lnTo>
                  <a:lnTo>
                    <a:pt x="346" y="115"/>
                  </a:lnTo>
                  <a:lnTo>
                    <a:pt x="344" y="120"/>
                  </a:lnTo>
                  <a:lnTo>
                    <a:pt x="344" y="120"/>
                  </a:lnTo>
                  <a:lnTo>
                    <a:pt x="340" y="120"/>
                  </a:lnTo>
                  <a:lnTo>
                    <a:pt x="338" y="122"/>
                  </a:lnTo>
                  <a:lnTo>
                    <a:pt x="337" y="122"/>
                  </a:lnTo>
                  <a:lnTo>
                    <a:pt x="337" y="122"/>
                  </a:lnTo>
                  <a:lnTo>
                    <a:pt x="337" y="115"/>
                  </a:lnTo>
                  <a:lnTo>
                    <a:pt x="337" y="115"/>
                  </a:lnTo>
                  <a:lnTo>
                    <a:pt x="333" y="117"/>
                  </a:lnTo>
                  <a:lnTo>
                    <a:pt x="333" y="113"/>
                  </a:lnTo>
                  <a:lnTo>
                    <a:pt x="337" y="108"/>
                  </a:lnTo>
                  <a:lnTo>
                    <a:pt x="337" y="108"/>
                  </a:lnTo>
                  <a:lnTo>
                    <a:pt x="340" y="108"/>
                  </a:lnTo>
                  <a:lnTo>
                    <a:pt x="340" y="109"/>
                  </a:lnTo>
                  <a:lnTo>
                    <a:pt x="340" y="111"/>
                  </a:lnTo>
                  <a:lnTo>
                    <a:pt x="342" y="109"/>
                  </a:lnTo>
                  <a:lnTo>
                    <a:pt x="342" y="106"/>
                  </a:lnTo>
                  <a:lnTo>
                    <a:pt x="342" y="106"/>
                  </a:lnTo>
                  <a:lnTo>
                    <a:pt x="338" y="106"/>
                  </a:lnTo>
                  <a:lnTo>
                    <a:pt x="335" y="106"/>
                  </a:lnTo>
                  <a:lnTo>
                    <a:pt x="335" y="106"/>
                  </a:lnTo>
                  <a:lnTo>
                    <a:pt x="333" y="104"/>
                  </a:lnTo>
                  <a:lnTo>
                    <a:pt x="331" y="100"/>
                  </a:lnTo>
                  <a:lnTo>
                    <a:pt x="329" y="98"/>
                  </a:lnTo>
                  <a:lnTo>
                    <a:pt x="326" y="98"/>
                  </a:lnTo>
                  <a:lnTo>
                    <a:pt x="326" y="98"/>
                  </a:lnTo>
                  <a:lnTo>
                    <a:pt x="324" y="98"/>
                  </a:lnTo>
                  <a:lnTo>
                    <a:pt x="322" y="100"/>
                  </a:lnTo>
                  <a:lnTo>
                    <a:pt x="322" y="102"/>
                  </a:lnTo>
                  <a:lnTo>
                    <a:pt x="318" y="102"/>
                  </a:lnTo>
                  <a:lnTo>
                    <a:pt x="318" y="102"/>
                  </a:lnTo>
                  <a:lnTo>
                    <a:pt x="320" y="98"/>
                  </a:lnTo>
                  <a:lnTo>
                    <a:pt x="313" y="95"/>
                  </a:lnTo>
                  <a:lnTo>
                    <a:pt x="311" y="93"/>
                  </a:lnTo>
                  <a:lnTo>
                    <a:pt x="311" y="93"/>
                  </a:lnTo>
                  <a:lnTo>
                    <a:pt x="307" y="93"/>
                  </a:lnTo>
                  <a:lnTo>
                    <a:pt x="306" y="91"/>
                  </a:lnTo>
                  <a:lnTo>
                    <a:pt x="306" y="91"/>
                  </a:lnTo>
                  <a:lnTo>
                    <a:pt x="304" y="88"/>
                  </a:lnTo>
                  <a:lnTo>
                    <a:pt x="304" y="88"/>
                  </a:lnTo>
                  <a:lnTo>
                    <a:pt x="304" y="95"/>
                  </a:lnTo>
                  <a:lnTo>
                    <a:pt x="304" y="95"/>
                  </a:lnTo>
                  <a:lnTo>
                    <a:pt x="298" y="95"/>
                  </a:lnTo>
                  <a:lnTo>
                    <a:pt x="293" y="95"/>
                  </a:lnTo>
                  <a:lnTo>
                    <a:pt x="293" y="95"/>
                  </a:lnTo>
                  <a:lnTo>
                    <a:pt x="297" y="91"/>
                  </a:lnTo>
                  <a:lnTo>
                    <a:pt x="297" y="91"/>
                  </a:lnTo>
                  <a:lnTo>
                    <a:pt x="298" y="91"/>
                  </a:lnTo>
                  <a:lnTo>
                    <a:pt x="300" y="89"/>
                  </a:lnTo>
                  <a:lnTo>
                    <a:pt x="300" y="88"/>
                  </a:lnTo>
                  <a:lnTo>
                    <a:pt x="300" y="86"/>
                  </a:lnTo>
                  <a:lnTo>
                    <a:pt x="300" y="86"/>
                  </a:lnTo>
                  <a:lnTo>
                    <a:pt x="291" y="84"/>
                  </a:lnTo>
                  <a:lnTo>
                    <a:pt x="291" y="84"/>
                  </a:lnTo>
                  <a:lnTo>
                    <a:pt x="293" y="82"/>
                  </a:lnTo>
                  <a:lnTo>
                    <a:pt x="291" y="80"/>
                  </a:lnTo>
                  <a:lnTo>
                    <a:pt x="286" y="78"/>
                  </a:lnTo>
                  <a:lnTo>
                    <a:pt x="280" y="78"/>
                  </a:lnTo>
                  <a:lnTo>
                    <a:pt x="280" y="78"/>
                  </a:lnTo>
                  <a:lnTo>
                    <a:pt x="280" y="84"/>
                  </a:lnTo>
                  <a:lnTo>
                    <a:pt x="278" y="88"/>
                  </a:lnTo>
                  <a:lnTo>
                    <a:pt x="278" y="88"/>
                  </a:lnTo>
                  <a:lnTo>
                    <a:pt x="275" y="88"/>
                  </a:lnTo>
                  <a:lnTo>
                    <a:pt x="271" y="88"/>
                  </a:lnTo>
                  <a:lnTo>
                    <a:pt x="271" y="88"/>
                  </a:lnTo>
                  <a:lnTo>
                    <a:pt x="271" y="78"/>
                  </a:lnTo>
                  <a:lnTo>
                    <a:pt x="269" y="77"/>
                  </a:lnTo>
                  <a:lnTo>
                    <a:pt x="266" y="78"/>
                  </a:lnTo>
                  <a:lnTo>
                    <a:pt x="266" y="78"/>
                  </a:lnTo>
                  <a:lnTo>
                    <a:pt x="258" y="88"/>
                  </a:lnTo>
                  <a:lnTo>
                    <a:pt x="258" y="88"/>
                  </a:lnTo>
                  <a:lnTo>
                    <a:pt x="256" y="78"/>
                  </a:lnTo>
                  <a:lnTo>
                    <a:pt x="256" y="75"/>
                  </a:lnTo>
                  <a:lnTo>
                    <a:pt x="262" y="73"/>
                  </a:lnTo>
                  <a:lnTo>
                    <a:pt x="262" y="73"/>
                  </a:lnTo>
                  <a:lnTo>
                    <a:pt x="262" y="68"/>
                  </a:lnTo>
                  <a:lnTo>
                    <a:pt x="264" y="64"/>
                  </a:lnTo>
                  <a:lnTo>
                    <a:pt x="264" y="64"/>
                  </a:lnTo>
                  <a:lnTo>
                    <a:pt x="251" y="58"/>
                  </a:lnTo>
                  <a:lnTo>
                    <a:pt x="251" y="58"/>
                  </a:lnTo>
                  <a:lnTo>
                    <a:pt x="255" y="57"/>
                  </a:lnTo>
                  <a:lnTo>
                    <a:pt x="256" y="55"/>
                  </a:lnTo>
                  <a:lnTo>
                    <a:pt x="255" y="51"/>
                  </a:lnTo>
                  <a:lnTo>
                    <a:pt x="251" y="49"/>
                  </a:lnTo>
                  <a:lnTo>
                    <a:pt x="251" y="44"/>
                  </a:lnTo>
                  <a:lnTo>
                    <a:pt x="251" y="44"/>
                  </a:lnTo>
                  <a:lnTo>
                    <a:pt x="247" y="44"/>
                  </a:lnTo>
                  <a:lnTo>
                    <a:pt x="245" y="44"/>
                  </a:lnTo>
                  <a:lnTo>
                    <a:pt x="238" y="46"/>
                  </a:lnTo>
                  <a:lnTo>
                    <a:pt x="233" y="47"/>
                  </a:lnTo>
                  <a:lnTo>
                    <a:pt x="227" y="49"/>
                  </a:lnTo>
                  <a:lnTo>
                    <a:pt x="222" y="44"/>
                  </a:lnTo>
                  <a:lnTo>
                    <a:pt x="222" y="44"/>
                  </a:lnTo>
                  <a:lnTo>
                    <a:pt x="204" y="38"/>
                  </a:lnTo>
                  <a:lnTo>
                    <a:pt x="184" y="37"/>
                  </a:lnTo>
                  <a:lnTo>
                    <a:pt x="185" y="31"/>
                  </a:lnTo>
                  <a:lnTo>
                    <a:pt x="185" y="31"/>
                  </a:lnTo>
                  <a:lnTo>
                    <a:pt x="198" y="27"/>
                  </a:lnTo>
                  <a:lnTo>
                    <a:pt x="207" y="26"/>
                  </a:lnTo>
                  <a:lnTo>
                    <a:pt x="207" y="24"/>
                  </a:lnTo>
                  <a:lnTo>
                    <a:pt x="207" y="20"/>
                  </a:lnTo>
                  <a:lnTo>
                    <a:pt x="198" y="7"/>
                  </a:lnTo>
                  <a:lnTo>
                    <a:pt x="198" y="7"/>
                  </a:lnTo>
                  <a:lnTo>
                    <a:pt x="194" y="2"/>
                  </a:lnTo>
                  <a:lnTo>
                    <a:pt x="191" y="0"/>
                  </a:lnTo>
                  <a:lnTo>
                    <a:pt x="189" y="0"/>
                  </a:lnTo>
                  <a:lnTo>
                    <a:pt x="189" y="0"/>
                  </a:lnTo>
                  <a:lnTo>
                    <a:pt x="182" y="4"/>
                  </a:lnTo>
                  <a:lnTo>
                    <a:pt x="176" y="7"/>
                  </a:lnTo>
                  <a:lnTo>
                    <a:pt x="176" y="7"/>
                  </a:lnTo>
                  <a:lnTo>
                    <a:pt x="173" y="7"/>
                  </a:lnTo>
                  <a:lnTo>
                    <a:pt x="171" y="6"/>
                  </a:lnTo>
                  <a:lnTo>
                    <a:pt x="165" y="2"/>
                  </a:lnTo>
                  <a:lnTo>
                    <a:pt x="165" y="2"/>
                  </a:lnTo>
                  <a:lnTo>
                    <a:pt x="158" y="2"/>
                  </a:lnTo>
                  <a:lnTo>
                    <a:pt x="153" y="4"/>
                  </a:lnTo>
                  <a:lnTo>
                    <a:pt x="142" y="9"/>
                  </a:lnTo>
                  <a:lnTo>
                    <a:pt x="142" y="15"/>
                  </a:lnTo>
                  <a:lnTo>
                    <a:pt x="142" y="15"/>
                  </a:lnTo>
                  <a:lnTo>
                    <a:pt x="140" y="13"/>
                  </a:lnTo>
                  <a:lnTo>
                    <a:pt x="140" y="7"/>
                  </a:lnTo>
                  <a:lnTo>
                    <a:pt x="140" y="7"/>
                  </a:lnTo>
                  <a:lnTo>
                    <a:pt x="131" y="6"/>
                  </a:lnTo>
                  <a:lnTo>
                    <a:pt x="123" y="6"/>
                  </a:lnTo>
                  <a:lnTo>
                    <a:pt x="116" y="6"/>
                  </a:lnTo>
                  <a:lnTo>
                    <a:pt x="111" y="7"/>
                  </a:lnTo>
                  <a:lnTo>
                    <a:pt x="100" y="13"/>
                  </a:lnTo>
                  <a:lnTo>
                    <a:pt x="85" y="20"/>
                  </a:lnTo>
                  <a:lnTo>
                    <a:pt x="85" y="20"/>
                  </a:lnTo>
                  <a:lnTo>
                    <a:pt x="89" y="22"/>
                  </a:lnTo>
                  <a:lnTo>
                    <a:pt x="89" y="24"/>
                  </a:lnTo>
                  <a:lnTo>
                    <a:pt x="85" y="24"/>
                  </a:lnTo>
                  <a:lnTo>
                    <a:pt x="85" y="24"/>
                  </a:lnTo>
                  <a:lnTo>
                    <a:pt x="87" y="29"/>
                  </a:lnTo>
                  <a:lnTo>
                    <a:pt x="87" y="29"/>
                  </a:lnTo>
                  <a:lnTo>
                    <a:pt x="83" y="29"/>
                  </a:lnTo>
                  <a:lnTo>
                    <a:pt x="82" y="29"/>
                  </a:lnTo>
                  <a:lnTo>
                    <a:pt x="83" y="27"/>
                  </a:lnTo>
                  <a:lnTo>
                    <a:pt x="83" y="27"/>
                  </a:lnTo>
                  <a:lnTo>
                    <a:pt x="72" y="31"/>
                  </a:lnTo>
                  <a:lnTo>
                    <a:pt x="72" y="31"/>
                  </a:lnTo>
                  <a:lnTo>
                    <a:pt x="74" y="37"/>
                  </a:lnTo>
                  <a:lnTo>
                    <a:pt x="72" y="42"/>
                  </a:lnTo>
                  <a:lnTo>
                    <a:pt x="72" y="42"/>
                  </a:lnTo>
                  <a:lnTo>
                    <a:pt x="76" y="44"/>
                  </a:lnTo>
                  <a:lnTo>
                    <a:pt x="76" y="47"/>
                  </a:lnTo>
                  <a:lnTo>
                    <a:pt x="76" y="47"/>
                  </a:lnTo>
                  <a:lnTo>
                    <a:pt x="83" y="46"/>
                  </a:lnTo>
                  <a:lnTo>
                    <a:pt x="91" y="47"/>
                  </a:lnTo>
                  <a:lnTo>
                    <a:pt x="91" y="47"/>
                  </a:lnTo>
                  <a:lnTo>
                    <a:pt x="91" y="57"/>
                  </a:lnTo>
                  <a:lnTo>
                    <a:pt x="91" y="57"/>
                  </a:lnTo>
                  <a:lnTo>
                    <a:pt x="89" y="55"/>
                  </a:lnTo>
                  <a:lnTo>
                    <a:pt x="87" y="55"/>
                  </a:lnTo>
                  <a:lnTo>
                    <a:pt x="85" y="51"/>
                  </a:lnTo>
                  <a:lnTo>
                    <a:pt x="85" y="51"/>
                  </a:lnTo>
                  <a:lnTo>
                    <a:pt x="80" y="51"/>
                  </a:lnTo>
                  <a:lnTo>
                    <a:pt x="72" y="51"/>
                  </a:lnTo>
                  <a:lnTo>
                    <a:pt x="72" y="51"/>
                  </a:lnTo>
                  <a:lnTo>
                    <a:pt x="74" y="53"/>
                  </a:lnTo>
                  <a:lnTo>
                    <a:pt x="72" y="55"/>
                  </a:lnTo>
                  <a:lnTo>
                    <a:pt x="71" y="57"/>
                  </a:lnTo>
                  <a:lnTo>
                    <a:pt x="71" y="57"/>
                  </a:lnTo>
                  <a:lnTo>
                    <a:pt x="72" y="62"/>
                  </a:lnTo>
                  <a:lnTo>
                    <a:pt x="72" y="62"/>
                  </a:lnTo>
                  <a:lnTo>
                    <a:pt x="76" y="62"/>
                  </a:lnTo>
                  <a:lnTo>
                    <a:pt x="80" y="62"/>
                  </a:lnTo>
                  <a:lnTo>
                    <a:pt x="85" y="64"/>
                  </a:lnTo>
                  <a:lnTo>
                    <a:pt x="85" y="69"/>
                  </a:lnTo>
                  <a:lnTo>
                    <a:pt x="85" y="69"/>
                  </a:lnTo>
                  <a:lnTo>
                    <a:pt x="82" y="69"/>
                  </a:lnTo>
                  <a:lnTo>
                    <a:pt x="82" y="73"/>
                  </a:lnTo>
                  <a:lnTo>
                    <a:pt x="82" y="78"/>
                  </a:lnTo>
                  <a:lnTo>
                    <a:pt x="83" y="82"/>
                  </a:lnTo>
                  <a:lnTo>
                    <a:pt x="83" y="84"/>
                  </a:lnTo>
                  <a:lnTo>
                    <a:pt x="83" y="86"/>
                  </a:lnTo>
                  <a:lnTo>
                    <a:pt x="83" y="86"/>
                  </a:lnTo>
                  <a:lnTo>
                    <a:pt x="82" y="86"/>
                  </a:lnTo>
                  <a:lnTo>
                    <a:pt x="78" y="84"/>
                  </a:lnTo>
                  <a:lnTo>
                    <a:pt x="76" y="80"/>
                  </a:lnTo>
                  <a:lnTo>
                    <a:pt x="76" y="80"/>
                  </a:lnTo>
                  <a:lnTo>
                    <a:pt x="71" y="80"/>
                  </a:lnTo>
                  <a:lnTo>
                    <a:pt x="69" y="82"/>
                  </a:lnTo>
                  <a:lnTo>
                    <a:pt x="61" y="84"/>
                  </a:lnTo>
                  <a:lnTo>
                    <a:pt x="61" y="84"/>
                  </a:lnTo>
                  <a:lnTo>
                    <a:pt x="72" y="77"/>
                  </a:lnTo>
                  <a:lnTo>
                    <a:pt x="72" y="77"/>
                  </a:lnTo>
                  <a:lnTo>
                    <a:pt x="72" y="73"/>
                  </a:lnTo>
                  <a:lnTo>
                    <a:pt x="71" y="69"/>
                  </a:lnTo>
                  <a:lnTo>
                    <a:pt x="71" y="69"/>
                  </a:lnTo>
                  <a:lnTo>
                    <a:pt x="65" y="66"/>
                  </a:lnTo>
                  <a:lnTo>
                    <a:pt x="63" y="66"/>
                  </a:lnTo>
                  <a:lnTo>
                    <a:pt x="61" y="64"/>
                  </a:lnTo>
                  <a:lnTo>
                    <a:pt x="61" y="64"/>
                  </a:lnTo>
                  <a:lnTo>
                    <a:pt x="60" y="53"/>
                  </a:lnTo>
                  <a:lnTo>
                    <a:pt x="60" y="38"/>
                  </a:lnTo>
                  <a:lnTo>
                    <a:pt x="63" y="26"/>
                  </a:lnTo>
                  <a:lnTo>
                    <a:pt x="65" y="20"/>
                  </a:lnTo>
                  <a:lnTo>
                    <a:pt x="69" y="16"/>
                  </a:lnTo>
                  <a:lnTo>
                    <a:pt x="69" y="16"/>
                  </a:lnTo>
                  <a:lnTo>
                    <a:pt x="76" y="15"/>
                  </a:lnTo>
                  <a:lnTo>
                    <a:pt x="83" y="13"/>
                  </a:lnTo>
                  <a:lnTo>
                    <a:pt x="100" y="9"/>
                  </a:lnTo>
                  <a:lnTo>
                    <a:pt x="100" y="6"/>
                  </a:lnTo>
                  <a:lnTo>
                    <a:pt x="100" y="6"/>
                  </a:lnTo>
                  <a:lnTo>
                    <a:pt x="92" y="2"/>
                  </a:lnTo>
                  <a:lnTo>
                    <a:pt x="92" y="2"/>
                  </a:lnTo>
                  <a:lnTo>
                    <a:pt x="74" y="4"/>
                  </a:lnTo>
                  <a:lnTo>
                    <a:pt x="58" y="6"/>
                  </a:lnTo>
                  <a:lnTo>
                    <a:pt x="58" y="6"/>
                  </a:lnTo>
                  <a:lnTo>
                    <a:pt x="40" y="9"/>
                  </a:lnTo>
                  <a:lnTo>
                    <a:pt x="25" y="13"/>
                  </a:lnTo>
                  <a:lnTo>
                    <a:pt x="25" y="13"/>
                  </a:lnTo>
                  <a:lnTo>
                    <a:pt x="25" y="16"/>
                  </a:lnTo>
                  <a:lnTo>
                    <a:pt x="25" y="22"/>
                  </a:lnTo>
                  <a:lnTo>
                    <a:pt x="25" y="22"/>
                  </a:lnTo>
                  <a:lnTo>
                    <a:pt x="20" y="24"/>
                  </a:lnTo>
                  <a:lnTo>
                    <a:pt x="18" y="24"/>
                  </a:lnTo>
                  <a:lnTo>
                    <a:pt x="18" y="24"/>
                  </a:lnTo>
                  <a:lnTo>
                    <a:pt x="16" y="29"/>
                  </a:lnTo>
                  <a:lnTo>
                    <a:pt x="18" y="35"/>
                  </a:lnTo>
                  <a:lnTo>
                    <a:pt x="18" y="35"/>
                  </a:lnTo>
                  <a:lnTo>
                    <a:pt x="14" y="38"/>
                  </a:lnTo>
                  <a:lnTo>
                    <a:pt x="10" y="42"/>
                  </a:lnTo>
                  <a:lnTo>
                    <a:pt x="10" y="42"/>
                  </a:lnTo>
                  <a:lnTo>
                    <a:pt x="5" y="55"/>
                  </a:lnTo>
                  <a:lnTo>
                    <a:pt x="0" y="69"/>
                  </a:lnTo>
                  <a:lnTo>
                    <a:pt x="0" y="69"/>
                  </a:lnTo>
                  <a:lnTo>
                    <a:pt x="5" y="71"/>
                  </a:lnTo>
                  <a:lnTo>
                    <a:pt x="10" y="73"/>
                  </a:lnTo>
                  <a:lnTo>
                    <a:pt x="10" y="73"/>
                  </a:lnTo>
                  <a:lnTo>
                    <a:pt x="9" y="77"/>
                  </a:lnTo>
                  <a:lnTo>
                    <a:pt x="7" y="78"/>
                  </a:lnTo>
                  <a:lnTo>
                    <a:pt x="7" y="78"/>
                  </a:lnTo>
                  <a:lnTo>
                    <a:pt x="21" y="84"/>
                  </a:lnTo>
                  <a:lnTo>
                    <a:pt x="40" y="86"/>
                  </a:lnTo>
                  <a:lnTo>
                    <a:pt x="40" y="91"/>
                  </a:lnTo>
                  <a:lnTo>
                    <a:pt x="40" y="91"/>
                  </a:lnTo>
                  <a:lnTo>
                    <a:pt x="32" y="89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32" y="98"/>
                  </a:lnTo>
                  <a:lnTo>
                    <a:pt x="36" y="102"/>
                  </a:lnTo>
                  <a:lnTo>
                    <a:pt x="43" y="106"/>
                  </a:lnTo>
                  <a:lnTo>
                    <a:pt x="43" y="106"/>
                  </a:lnTo>
                  <a:lnTo>
                    <a:pt x="40" y="106"/>
                  </a:lnTo>
                  <a:lnTo>
                    <a:pt x="40" y="108"/>
                  </a:lnTo>
                  <a:lnTo>
                    <a:pt x="43" y="109"/>
                  </a:lnTo>
                  <a:lnTo>
                    <a:pt x="47" y="109"/>
                  </a:lnTo>
                  <a:lnTo>
                    <a:pt x="47" y="109"/>
                  </a:lnTo>
                  <a:lnTo>
                    <a:pt x="49" y="108"/>
                  </a:lnTo>
                  <a:lnTo>
                    <a:pt x="49" y="102"/>
                  </a:lnTo>
                  <a:lnTo>
                    <a:pt x="54" y="102"/>
                  </a:lnTo>
                  <a:lnTo>
                    <a:pt x="54" y="102"/>
                  </a:lnTo>
                  <a:lnTo>
                    <a:pt x="61" y="111"/>
                  </a:lnTo>
                  <a:lnTo>
                    <a:pt x="69" y="120"/>
                  </a:lnTo>
                  <a:lnTo>
                    <a:pt x="69" y="120"/>
                  </a:lnTo>
                  <a:lnTo>
                    <a:pt x="78" y="120"/>
                  </a:lnTo>
                  <a:lnTo>
                    <a:pt x="78" y="115"/>
                  </a:lnTo>
                  <a:lnTo>
                    <a:pt x="78" y="115"/>
                  </a:lnTo>
                  <a:lnTo>
                    <a:pt x="82" y="115"/>
                  </a:lnTo>
                  <a:lnTo>
                    <a:pt x="83" y="117"/>
                  </a:lnTo>
                  <a:lnTo>
                    <a:pt x="83" y="119"/>
                  </a:lnTo>
                  <a:lnTo>
                    <a:pt x="85" y="120"/>
                  </a:lnTo>
                  <a:lnTo>
                    <a:pt x="85" y="120"/>
                  </a:lnTo>
                  <a:lnTo>
                    <a:pt x="94" y="122"/>
                  </a:lnTo>
                  <a:lnTo>
                    <a:pt x="102" y="120"/>
                  </a:lnTo>
                  <a:lnTo>
                    <a:pt x="111" y="120"/>
                  </a:lnTo>
                  <a:lnTo>
                    <a:pt x="118" y="120"/>
                  </a:lnTo>
                  <a:lnTo>
                    <a:pt x="118" y="120"/>
                  </a:lnTo>
                  <a:lnTo>
                    <a:pt x="120" y="124"/>
                  </a:lnTo>
                  <a:lnTo>
                    <a:pt x="120" y="124"/>
                  </a:lnTo>
                  <a:lnTo>
                    <a:pt x="129" y="126"/>
                  </a:lnTo>
                  <a:lnTo>
                    <a:pt x="136" y="128"/>
                  </a:lnTo>
                  <a:lnTo>
                    <a:pt x="136" y="128"/>
                  </a:lnTo>
                  <a:lnTo>
                    <a:pt x="129" y="117"/>
                  </a:lnTo>
                  <a:lnTo>
                    <a:pt x="129" y="117"/>
                  </a:lnTo>
                  <a:lnTo>
                    <a:pt x="129" y="113"/>
                  </a:lnTo>
                  <a:lnTo>
                    <a:pt x="131" y="113"/>
                  </a:lnTo>
                  <a:lnTo>
                    <a:pt x="136" y="117"/>
                  </a:lnTo>
                  <a:lnTo>
                    <a:pt x="136" y="117"/>
                  </a:lnTo>
                  <a:lnTo>
                    <a:pt x="147" y="124"/>
                  </a:lnTo>
                  <a:lnTo>
                    <a:pt x="156" y="133"/>
                  </a:lnTo>
                  <a:lnTo>
                    <a:pt x="156" y="133"/>
                  </a:lnTo>
                  <a:lnTo>
                    <a:pt x="156" y="129"/>
                  </a:lnTo>
                  <a:lnTo>
                    <a:pt x="156" y="124"/>
                  </a:lnTo>
                  <a:lnTo>
                    <a:pt x="156" y="124"/>
                  </a:lnTo>
                  <a:lnTo>
                    <a:pt x="149" y="117"/>
                  </a:lnTo>
                  <a:lnTo>
                    <a:pt x="149" y="117"/>
                  </a:lnTo>
                  <a:lnTo>
                    <a:pt x="149" y="117"/>
                  </a:lnTo>
                  <a:lnTo>
                    <a:pt x="147" y="115"/>
                  </a:lnTo>
                  <a:lnTo>
                    <a:pt x="143" y="113"/>
                  </a:lnTo>
                  <a:lnTo>
                    <a:pt x="143" y="113"/>
                  </a:lnTo>
                  <a:lnTo>
                    <a:pt x="156" y="113"/>
                  </a:lnTo>
                  <a:lnTo>
                    <a:pt x="162" y="113"/>
                  </a:lnTo>
                  <a:lnTo>
                    <a:pt x="165" y="115"/>
                  </a:lnTo>
                  <a:lnTo>
                    <a:pt x="173" y="122"/>
                  </a:lnTo>
                  <a:lnTo>
                    <a:pt x="173" y="122"/>
                  </a:lnTo>
                  <a:lnTo>
                    <a:pt x="180" y="120"/>
                  </a:lnTo>
                  <a:lnTo>
                    <a:pt x="189" y="120"/>
                  </a:lnTo>
                  <a:lnTo>
                    <a:pt x="189" y="120"/>
                  </a:lnTo>
                  <a:lnTo>
                    <a:pt x="187" y="113"/>
                  </a:lnTo>
                  <a:lnTo>
                    <a:pt x="185" y="108"/>
                  </a:lnTo>
                  <a:lnTo>
                    <a:pt x="185" y="108"/>
                  </a:lnTo>
                  <a:lnTo>
                    <a:pt x="184" y="108"/>
                  </a:lnTo>
                  <a:lnTo>
                    <a:pt x="182" y="108"/>
                  </a:lnTo>
                  <a:lnTo>
                    <a:pt x="184" y="109"/>
                  </a:lnTo>
                  <a:lnTo>
                    <a:pt x="184" y="109"/>
                  </a:lnTo>
                  <a:lnTo>
                    <a:pt x="180" y="111"/>
                  </a:lnTo>
                  <a:lnTo>
                    <a:pt x="180" y="111"/>
                  </a:lnTo>
                  <a:lnTo>
                    <a:pt x="180" y="109"/>
                  </a:lnTo>
                  <a:lnTo>
                    <a:pt x="178" y="108"/>
                  </a:lnTo>
                  <a:lnTo>
                    <a:pt x="178" y="108"/>
                  </a:lnTo>
                  <a:lnTo>
                    <a:pt x="189" y="102"/>
                  </a:lnTo>
                  <a:lnTo>
                    <a:pt x="191" y="108"/>
                  </a:lnTo>
                  <a:lnTo>
                    <a:pt x="193" y="115"/>
                  </a:lnTo>
                  <a:lnTo>
                    <a:pt x="193" y="115"/>
                  </a:lnTo>
                  <a:lnTo>
                    <a:pt x="194" y="115"/>
                  </a:lnTo>
                  <a:lnTo>
                    <a:pt x="196" y="113"/>
                  </a:lnTo>
                  <a:lnTo>
                    <a:pt x="196" y="109"/>
                  </a:lnTo>
                  <a:lnTo>
                    <a:pt x="200" y="109"/>
                  </a:lnTo>
                  <a:lnTo>
                    <a:pt x="200" y="109"/>
                  </a:lnTo>
                  <a:lnTo>
                    <a:pt x="205" y="129"/>
                  </a:lnTo>
                  <a:lnTo>
                    <a:pt x="205" y="129"/>
                  </a:lnTo>
                  <a:lnTo>
                    <a:pt x="207" y="128"/>
                  </a:lnTo>
                  <a:lnTo>
                    <a:pt x="207" y="122"/>
                  </a:lnTo>
                  <a:lnTo>
                    <a:pt x="207" y="122"/>
                  </a:lnTo>
                  <a:lnTo>
                    <a:pt x="211" y="122"/>
                  </a:lnTo>
                  <a:lnTo>
                    <a:pt x="213" y="122"/>
                  </a:lnTo>
                  <a:lnTo>
                    <a:pt x="216" y="120"/>
                  </a:lnTo>
                  <a:lnTo>
                    <a:pt x="218" y="120"/>
                  </a:lnTo>
                  <a:lnTo>
                    <a:pt x="218" y="120"/>
                  </a:lnTo>
                  <a:lnTo>
                    <a:pt x="220" y="124"/>
                  </a:lnTo>
                  <a:lnTo>
                    <a:pt x="225" y="128"/>
                  </a:lnTo>
                  <a:lnTo>
                    <a:pt x="225" y="128"/>
                  </a:lnTo>
                  <a:lnTo>
                    <a:pt x="222" y="129"/>
                  </a:lnTo>
                  <a:lnTo>
                    <a:pt x="222" y="131"/>
                  </a:lnTo>
                  <a:lnTo>
                    <a:pt x="222" y="135"/>
                  </a:lnTo>
                  <a:lnTo>
                    <a:pt x="222" y="135"/>
                  </a:lnTo>
                  <a:lnTo>
                    <a:pt x="235" y="128"/>
                  </a:lnTo>
                  <a:lnTo>
                    <a:pt x="235" y="129"/>
                  </a:lnTo>
                  <a:lnTo>
                    <a:pt x="233" y="142"/>
                  </a:lnTo>
                  <a:lnTo>
                    <a:pt x="233" y="142"/>
                  </a:lnTo>
                  <a:lnTo>
                    <a:pt x="242" y="148"/>
                  </a:lnTo>
                  <a:lnTo>
                    <a:pt x="235" y="149"/>
                  </a:lnTo>
                  <a:lnTo>
                    <a:pt x="235" y="149"/>
                  </a:lnTo>
                  <a:lnTo>
                    <a:pt x="235" y="157"/>
                  </a:lnTo>
                  <a:lnTo>
                    <a:pt x="235" y="157"/>
                  </a:lnTo>
                  <a:lnTo>
                    <a:pt x="233" y="157"/>
                  </a:lnTo>
                  <a:lnTo>
                    <a:pt x="233" y="157"/>
                  </a:lnTo>
                  <a:lnTo>
                    <a:pt x="233" y="162"/>
                  </a:lnTo>
                  <a:lnTo>
                    <a:pt x="233" y="162"/>
                  </a:lnTo>
                  <a:lnTo>
                    <a:pt x="240" y="162"/>
                  </a:lnTo>
                  <a:lnTo>
                    <a:pt x="240" y="162"/>
                  </a:lnTo>
                  <a:lnTo>
                    <a:pt x="238" y="164"/>
                  </a:lnTo>
                  <a:lnTo>
                    <a:pt x="238" y="166"/>
                  </a:lnTo>
                  <a:lnTo>
                    <a:pt x="240" y="170"/>
                  </a:lnTo>
                  <a:lnTo>
                    <a:pt x="240" y="170"/>
                  </a:lnTo>
                  <a:lnTo>
                    <a:pt x="251" y="162"/>
                  </a:lnTo>
                  <a:lnTo>
                    <a:pt x="251" y="162"/>
                  </a:lnTo>
                  <a:lnTo>
                    <a:pt x="262" y="157"/>
                  </a:lnTo>
                  <a:lnTo>
                    <a:pt x="262" y="151"/>
                  </a:lnTo>
                  <a:lnTo>
                    <a:pt x="262" y="151"/>
                  </a:lnTo>
                  <a:lnTo>
                    <a:pt x="264" y="151"/>
                  </a:lnTo>
                  <a:lnTo>
                    <a:pt x="264" y="153"/>
                  </a:lnTo>
                  <a:lnTo>
                    <a:pt x="264" y="155"/>
                  </a:lnTo>
                  <a:lnTo>
                    <a:pt x="266" y="155"/>
                  </a:lnTo>
                  <a:lnTo>
                    <a:pt x="266" y="155"/>
                  </a:lnTo>
                  <a:lnTo>
                    <a:pt x="264" y="164"/>
                  </a:lnTo>
                  <a:lnTo>
                    <a:pt x="264" y="170"/>
                  </a:lnTo>
                  <a:lnTo>
                    <a:pt x="264" y="170"/>
                  </a:lnTo>
                  <a:lnTo>
                    <a:pt x="264" y="170"/>
                  </a:lnTo>
                  <a:lnTo>
                    <a:pt x="264" y="173"/>
                  </a:lnTo>
                  <a:lnTo>
                    <a:pt x="264" y="173"/>
                  </a:lnTo>
                  <a:lnTo>
                    <a:pt x="266" y="173"/>
                  </a:lnTo>
                  <a:lnTo>
                    <a:pt x="269" y="171"/>
                  </a:lnTo>
                  <a:lnTo>
                    <a:pt x="271" y="179"/>
                  </a:lnTo>
                  <a:lnTo>
                    <a:pt x="271" y="179"/>
                  </a:lnTo>
                  <a:lnTo>
                    <a:pt x="278" y="179"/>
                  </a:lnTo>
                  <a:lnTo>
                    <a:pt x="278" y="179"/>
                  </a:lnTo>
                  <a:lnTo>
                    <a:pt x="276" y="184"/>
                  </a:lnTo>
                  <a:lnTo>
                    <a:pt x="276" y="191"/>
                  </a:lnTo>
                  <a:lnTo>
                    <a:pt x="276" y="191"/>
                  </a:lnTo>
                  <a:lnTo>
                    <a:pt x="284" y="206"/>
                  </a:lnTo>
                  <a:lnTo>
                    <a:pt x="284" y="206"/>
                  </a:lnTo>
                  <a:lnTo>
                    <a:pt x="278" y="206"/>
                  </a:lnTo>
                  <a:lnTo>
                    <a:pt x="273" y="206"/>
                  </a:lnTo>
                  <a:lnTo>
                    <a:pt x="273" y="206"/>
                  </a:lnTo>
                  <a:lnTo>
                    <a:pt x="275" y="208"/>
                  </a:lnTo>
                  <a:lnTo>
                    <a:pt x="275" y="213"/>
                  </a:lnTo>
                  <a:lnTo>
                    <a:pt x="271" y="217"/>
                  </a:lnTo>
                  <a:lnTo>
                    <a:pt x="271" y="217"/>
                  </a:lnTo>
                  <a:lnTo>
                    <a:pt x="280" y="222"/>
                  </a:lnTo>
                  <a:lnTo>
                    <a:pt x="280" y="222"/>
                  </a:lnTo>
                  <a:lnTo>
                    <a:pt x="276" y="222"/>
                  </a:lnTo>
                  <a:lnTo>
                    <a:pt x="271" y="222"/>
                  </a:lnTo>
                  <a:lnTo>
                    <a:pt x="271" y="222"/>
                  </a:lnTo>
                  <a:lnTo>
                    <a:pt x="267" y="226"/>
                  </a:lnTo>
                  <a:lnTo>
                    <a:pt x="264" y="233"/>
                  </a:lnTo>
                  <a:lnTo>
                    <a:pt x="255" y="248"/>
                  </a:lnTo>
                  <a:lnTo>
                    <a:pt x="255" y="248"/>
                  </a:lnTo>
                  <a:lnTo>
                    <a:pt x="273" y="272"/>
                  </a:lnTo>
                  <a:lnTo>
                    <a:pt x="273" y="272"/>
                  </a:lnTo>
                  <a:lnTo>
                    <a:pt x="235" y="279"/>
                  </a:lnTo>
                  <a:lnTo>
                    <a:pt x="218" y="281"/>
                  </a:lnTo>
                  <a:lnTo>
                    <a:pt x="198" y="281"/>
                  </a:lnTo>
                  <a:lnTo>
                    <a:pt x="198" y="281"/>
                  </a:lnTo>
                  <a:lnTo>
                    <a:pt x="196" y="295"/>
                  </a:lnTo>
                  <a:lnTo>
                    <a:pt x="193" y="306"/>
                  </a:lnTo>
                  <a:lnTo>
                    <a:pt x="193" y="306"/>
                  </a:lnTo>
                  <a:lnTo>
                    <a:pt x="191" y="304"/>
                  </a:lnTo>
                  <a:lnTo>
                    <a:pt x="191" y="306"/>
                  </a:lnTo>
                  <a:lnTo>
                    <a:pt x="191" y="308"/>
                  </a:lnTo>
                  <a:lnTo>
                    <a:pt x="191" y="308"/>
                  </a:lnTo>
                  <a:lnTo>
                    <a:pt x="204" y="315"/>
                  </a:lnTo>
                  <a:lnTo>
                    <a:pt x="211" y="317"/>
                  </a:lnTo>
                  <a:lnTo>
                    <a:pt x="220" y="315"/>
                  </a:lnTo>
                  <a:lnTo>
                    <a:pt x="220" y="315"/>
                  </a:lnTo>
                  <a:lnTo>
                    <a:pt x="222" y="313"/>
                  </a:lnTo>
                  <a:lnTo>
                    <a:pt x="222" y="312"/>
                  </a:lnTo>
                  <a:lnTo>
                    <a:pt x="225" y="308"/>
                  </a:lnTo>
                  <a:lnTo>
                    <a:pt x="225" y="308"/>
                  </a:lnTo>
                  <a:lnTo>
                    <a:pt x="229" y="304"/>
                  </a:lnTo>
                  <a:lnTo>
                    <a:pt x="235" y="304"/>
                  </a:lnTo>
                  <a:lnTo>
                    <a:pt x="244" y="308"/>
                  </a:lnTo>
                  <a:lnTo>
                    <a:pt x="244" y="308"/>
                  </a:lnTo>
                  <a:lnTo>
                    <a:pt x="245" y="306"/>
                  </a:lnTo>
                  <a:lnTo>
                    <a:pt x="247" y="303"/>
                  </a:lnTo>
                  <a:lnTo>
                    <a:pt x="247" y="303"/>
                  </a:lnTo>
                  <a:lnTo>
                    <a:pt x="242" y="301"/>
                  </a:lnTo>
                  <a:lnTo>
                    <a:pt x="236" y="299"/>
                  </a:lnTo>
                  <a:lnTo>
                    <a:pt x="236" y="299"/>
                  </a:lnTo>
                  <a:lnTo>
                    <a:pt x="238" y="297"/>
                  </a:lnTo>
                  <a:lnTo>
                    <a:pt x="240" y="295"/>
                  </a:lnTo>
                  <a:lnTo>
                    <a:pt x="242" y="295"/>
                  </a:lnTo>
                  <a:lnTo>
                    <a:pt x="242" y="295"/>
                  </a:lnTo>
                  <a:lnTo>
                    <a:pt x="242" y="292"/>
                  </a:lnTo>
                  <a:lnTo>
                    <a:pt x="242" y="292"/>
                  </a:lnTo>
                  <a:lnTo>
                    <a:pt x="244" y="292"/>
                  </a:lnTo>
                  <a:lnTo>
                    <a:pt x="244" y="292"/>
                  </a:lnTo>
                  <a:lnTo>
                    <a:pt x="247" y="301"/>
                  </a:lnTo>
                  <a:lnTo>
                    <a:pt x="247" y="301"/>
                  </a:lnTo>
                  <a:lnTo>
                    <a:pt x="251" y="301"/>
                  </a:lnTo>
                  <a:lnTo>
                    <a:pt x="253" y="299"/>
                  </a:lnTo>
                  <a:lnTo>
                    <a:pt x="256" y="295"/>
                  </a:lnTo>
                  <a:lnTo>
                    <a:pt x="262" y="306"/>
                  </a:lnTo>
                  <a:lnTo>
                    <a:pt x="271" y="303"/>
                  </a:lnTo>
                  <a:lnTo>
                    <a:pt x="271" y="303"/>
                  </a:lnTo>
                  <a:lnTo>
                    <a:pt x="273" y="306"/>
                  </a:lnTo>
                  <a:lnTo>
                    <a:pt x="273" y="310"/>
                  </a:lnTo>
                  <a:lnTo>
                    <a:pt x="273" y="313"/>
                  </a:lnTo>
                  <a:lnTo>
                    <a:pt x="273" y="315"/>
                  </a:lnTo>
                  <a:lnTo>
                    <a:pt x="278" y="315"/>
                  </a:lnTo>
                  <a:lnTo>
                    <a:pt x="278" y="315"/>
                  </a:lnTo>
                  <a:lnTo>
                    <a:pt x="280" y="321"/>
                  </a:lnTo>
                  <a:lnTo>
                    <a:pt x="280" y="326"/>
                  </a:lnTo>
                  <a:lnTo>
                    <a:pt x="280" y="326"/>
                  </a:lnTo>
                  <a:lnTo>
                    <a:pt x="286" y="323"/>
                  </a:lnTo>
                  <a:lnTo>
                    <a:pt x="286" y="323"/>
                  </a:lnTo>
                  <a:lnTo>
                    <a:pt x="289" y="330"/>
                  </a:lnTo>
                  <a:lnTo>
                    <a:pt x="289" y="330"/>
                  </a:lnTo>
                  <a:lnTo>
                    <a:pt x="291" y="326"/>
                  </a:lnTo>
                  <a:lnTo>
                    <a:pt x="291" y="324"/>
                  </a:lnTo>
                  <a:lnTo>
                    <a:pt x="291" y="323"/>
                  </a:lnTo>
                  <a:lnTo>
                    <a:pt x="291" y="323"/>
                  </a:lnTo>
                  <a:lnTo>
                    <a:pt x="293" y="324"/>
                  </a:lnTo>
                  <a:lnTo>
                    <a:pt x="298" y="326"/>
                  </a:lnTo>
                  <a:lnTo>
                    <a:pt x="298" y="326"/>
                  </a:lnTo>
                  <a:lnTo>
                    <a:pt x="298" y="333"/>
                  </a:lnTo>
                  <a:lnTo>
                    <a:pt x="298" y="333"/>
                  </a:lnTo>
                  <a:lnTo>
                    <a:pt x="289" y="333"/>
                  </a:lnTo>
                  <a:lnTo>
                    <a:pt x="289" y="337"/>
                  </a:lnTo>
                  <a:lnTo>
                    <a:pt x="289" y="337"/>
                  </a:lnTo>
                  <a:lnTo>
                    <a:pt x="295" y="341"/>
                  </a:lnTo>
                  <a:lnTo>
                    <a:pt x="298" y="343"/>
                  </a:lnTo>
                  <a:lnTo>
                    <a:pt x="298" y="343"/>
                  </a:lnTo>
                  <a:lnTo>
                    <a:pt x="309" y="341"/>
                  </a:lnTo>
                  <a:lnTo>
                    <a:pt x="320" y="341"/>
                  </a:lnTo>
                  <a:lnTo>
                    <a:pt x="320" y="337"/>
                  </a:lnTo>
                  <a:lnTo>
                    <a:pt x="320" y="337"/>
                  </a:lnTo>
                  <a:lnTo>
                    <a:pt x="329" y="339"/>
                  </a:lnTo>
                  <a:lnTo>
                    <a:pt x="342" y="343"/>
                  </a:lnTo>
                  <a:lnTo>
                    <a:pt x="342" y="343"/>
                  </a:lnTo>
                  <a:lnTo>
                    <a:pt x="342" y="339"/>
                  </a:lnTo>
                  <a:lnTo>
                    <a:pt x="342" y="337"/>
                  </a:lnTo>
                  <a:lnTo>
                    <a:pt x="344" y="337"/>
                  </a:lnTo>
                  <a:lnTo>
                    <a:pt x="349" y="343"/>
                  </a:lnTo>
                  <a:lnTo>
                    <a:pt x="349" y="343"/>
                  </a:lnTo>
                  <a:lnTo>
                    <a:pt x="353" y="343"/>
                  </a:lnTo>
                  <a:lnTo>
                    <a:pt x="357" y="341"/>
                  </a:lnTo>
                  <a:lnTo>
                    <a:pt x="358" y="341"/>
                  </a:lnTo>
                  <a:lnTo>
                    <a:pt x="362" y="341"/>
                  </a:lnTo>
                  <a:lnTo>
                    <a:pt x="364" y="344"/>
                  </a:lnTo>
                  <a:lnTo>
                    <a:pt x="364" y="344"/>
                  </a:lnTo>
                  <a:lnTo>
                    <a:pt x="375" y="346"/>
                  </a:lnTo>
                  <a:lnTo>
                    <a:pt x="384" y="348"/>
                  </a:lnTo>
                  <a:lnTo>
                    <a:pt x="384" y="348"/>
                  </a:lnTo>
                  <a:lnTo>
                    <a:pt x="384" y="341"/>
                  </a:lnTo>
                  <a:lnTo>
                    <a:pt x="384" y="335"/>
                  </a:lnTo>
                  <a:lnTo>
                    <a:pt x="384" y="335"/>
                  </a:lnTo>
                  <a:lnTo>
                    <a:pt x="377" y="335"/>
                  </a:lnTo>
                  <a:lnTo>
                    <a:pt x="371" y="335"/>
                  </a:lnTo>
                  <a:lnTo>
                    <a:pt x="371" y="335"/>
                  </a:lnTo>
                  <a:lnTo>
                    <a:pt x="369" y="330"/>
                  </a:lnTo>
                  <a:lnTo>
                    <a:pt x="366" y="326"/>
                  </a:lnTo>
                  <a:lnTo>
                    <a:pt x="366" y="326"/>
                  </a:lnTo>
                  <a:lnTo>
                    <a:pt x="360" y="324"/>
                  </a:lnTo>
                  <a:lnTo>
                    <a:pt x="355" y="326"/>
                  </a:lnTo>
                  <a:lnTo>
                    <a:pt x="355" y="326"/>
                  </a:lnTo>
                  <a:lnTo>
                    <a:pt x="335" y="313"/>
                  </a:lnTo>
                  <a:lnTo>
                    <a:pt x="335" y="313"/>
                  </a:lnTo>
                  <a:lnTo>
                    <a:pt x="333" y="312"/>
                  </a:lnTo>
                  <a:lnTo>
                    <a:pt x="333" y="308"/>
                  </a:lnTo>
                  <a:lnTo>
                    <a:pt x="333" y="306"/>
                  </a:lnTo>
                  <a:lnTo>
                    <a:pt x="333" y="303"/>
                  </a:lnTo>
                  <a:lnTo>
                    <a:pt x="333" y="303"/>
                  </a:lnTo>
                  <a:lnTo>
                    <a:pt x="348" y="308"/>
                  </a:lnTo>
                  <a:lnTo>
                    <a:pt x="351" y="308"/>
                  </a:lnTo>
                  <a:lnTo>
                    <a:pt x="351" y="308"/>
                  </a:lnTo>
                  <a:lnTo>
                    <a:pt x="351" y="310"/>
                  </a:lnTo>
                  <a:lnTo>
                    <a:pt x="351" y="310"/>
                  </a:lnTo>
                  <a:lnTo>
                    <a:pt x="355" y="310"/>
                  </a:lnTo>
                  <a:lnTo>
                    <a:pt x="355" y="310"/>
                  </a:lnTo>
                  <a:lnTo>
                    <a:pt x="355" y="308"/>
                  </a:lnTo>
                  <a:lnTo>
                    <a:pt x="355" y="306"/>
                  </a:lnTo>
                  <a:lnTo>
                    <a:pt x="355" y="304"/>
                  </a:lnTo>
                  <a:lnTo>
                    <a:pt x="358" y="303"/>
                  </a:lnTo>
                  <a:lnTo>
                    <a:pt x="358" y="303"/>
                  </a:lnTo>
                  <a:lnTo>
                    <a:pt x="364" y="310"/>
                  </a:lnTo>
                  <a:lnTo>
                    <a:pt x="364" y="310"/>
                  </a:lnTo>
                  <a:lnTo>
                    <a:pt x="377" y="310"/>
                  </a:lnTo>
                  <a:lnTo>
                    <a:pt x="384" y="310"/>
                  </a:lnTo>
                  <a:lnTo>
                    <a:pt x="389" y="310"/>
                  </a:lnTo>
                  <a:lnTo>
                    <a:pt x="389" y="310"/>
                  </a:lnTo>
                  <a:lnTo>
                    <a:pt x="391" y="315"/>
                  </a:lnTo>
                  <a:lnTo>
                    <a:pt x="391" y="319"/>
                  </a:lnTo>
                  <a:lnTo>
                    <a:pt x="393" y="321"/>
                  </a:lnTo>
                  <a:lnTo>
                    <a:pt x="393" y="321"/>
                  </a:lnTo>
                  <a:lnTo>
                    <a:pt x="397" y="321"/>
                  </a:lnTo>
                  <a:lnTo>
                    <a:pt x="400" y="321"/>
                  </a:lnTo>
                  <a:lnTo>
                    <a:pt x="400" y="321"/>
                  </a:lnTo>
                  <a:lnTo>
                    <a:pt x="386" y="308"/>
                  </a:lnTo>
                  <a:lnTo>
                    <a:pt x="386" y="308"/>
                  </a:lnTo>
                  <a:lnTo>
                    <a:pt x="393" y="304"/>
                  </a:lnTo>
                  <a:lnTo>
                    <a:pt x="395" y="303"/>
                  </a:lnTo>
                  <a:lnTo>
                    <a:pt x="393" y="303"/>
                  </a:lnTo>
                  <a:lnTo>
                    <a:pt x="393" y="303"/>
                  </a:lnTo>
                  <a:lnTo>
                    <a:pt x="393" y="295"/>
                  </a:lnTo>
                  <a:lnTo>
                    <a:pt x="393" y="295"/>
                  </a:lnTo>
                  <a:lnTo>
                    <a:pt x="395" y="295"/>
                  </a:lnTo>
                  <a:lnTo>
                    <a:pt x="397" y="297"/>
                  </a:lnTo>
                  <a:lnTo>
                    <a:pt x="399" y="297"/>
                  </a:lnTo>
                  <a:lnTo>
                    <a:pt x="400" y="295"/>
                  </a:lnTo>
                  <a:lnTo>
                    <a:pt x="400" y="292"/>
                  </a:lnTo>
                  <a:lnTo>
                    <a:pt x="400" y="292"/>
                  </a:lnTo>
                  <a:lnTo>
                    <a:pt x="397" y="288"/>
                  </a:lnTo>
                  <a:lnTo>
                    <a:pt x="397" y="281"/>
                  </a:lnTo>
                  <a:lnTo>
                    <a:pt x="397" y="281"/>
                  </a:lnTo>
                  <a:lnTo>
                    <a:pt x="393" y="282"/>
                  </a:lnTo>
                  <a:lnTo>
                    <a:pt x="391" y="282"/>
                  </a:lnTo>
                  <a:lnTo>
                    <a:pt x="389" y="286"/>
                  </a:lnTo>
                  <a:lnTo>
                    <a:pt x="364" y="266"/>
                  </a:lnTo>
                  <a:lnTo>
                    <a:pt x="364" y="266"/>
                  </a:lnTo>
                  <a:lnTo>
                    <a:pt x="364" y="264"/>
                  </a:lnTo>
                  <a:lnTo>
                    <a:pt x="364" y="261"/>
                  </a:lnTo>
                  <a:lnTo>
                    <a:pt x="362" y="257"/>
                  </a:lnTo>
                  <a:lnTo>
                    <a:pt x="362" y="255"/>
                  </a:lnTo>
                  <a:lnTo>
                    <a:pt x="362" y="255"/>
                  </a:lnTo>
                  <a:lnTo>
                    <a:pt x="358" y="253"/>
                  </a:lnTo>
                  <a:lnTo>
                    <a:pt x="355" y="255"/>
                  </a:lnTo>
                  <a:lnTo>
                    <a:pt x="355" y="255"/>
                  </a:lnTo>
                  <a:lnTo>
                    <a:pt x="351" y="252"/>
                  </a:lnTo>
                  <a:lnTo>
                    <a:pt x="349" y="248"/>
                  </a:lnTo>
                  <a:lnTo>
                    <a:pt x="349" y="242"/>
                  </a:lnTo>
                  <a:lnTo>
                    <a:pt x="351" y="242"/>
                  </a:lnTo>
                  <a:lnTo>
                    <a:pt x="355" y="242"/>
                  </a:lnTo>
                  <a:lnTo>
                    <a:pt x="355" y="242"/>
                  </a:lnTo>
                  <a:lnTo>
                    <a:pt x="355" y="244"/>
                  </a:lnTo>
                  <a:lnTo>
                    <a:pt x="357" y="246"/>
                  </a:lnTo>
                  <a:lnTo>
                    <a:pt x="358" y="248"/>
                  </a:lnTo>
                  <a:lnTo>
                    <a:pt x="358" y="248"/>
                  </a:lnTo>
                  <a:lnTo>
                    <a:pt x="355" y="235"/>
                  </a:lnTo>
                  <a:lnTo>
                    <a:pt x="355" y="228"/>
                  </a:lnTo>
                  <a:lnTo>
                    <a:pt x="355" y="228"/>
                  </a:lnTo>
                  <a:lnTo>
                    <a:pt x="357" y="228"/>
                  </a:lnTo>
                  <a:lnTo>
                    <a:pt x="357" y="228"/>
                  </a:lnTo>
                  <a:lnTo>
                    <a:pt x="358" y="231"/>
                  </a:lnTo>
                  <a:lnTo>
                    <a:pt x="362" y="237"/>
                  </a:lnTo>
                  <a:lnTo>
                    <a:pt x="362" y="237"/>
                  </a:lnTo>
                  <a:lnTo>
                    <a:pt x="362" y="233"/>
                  </a:lnTo>
                  <a:lnTo>
                    <a:pt x="362" y="230"/>
                  </a:lnTo>
                  <a:lnTo>
                    <a:pt x="362" y="230"/>
                  </a:lnTo>
                  <a:lnTo>
                    <a:pt x="366" y="228"/>
                  </a:lnTo>
                  <a:lnTo>
                    <a:pt x="369" y="226"/>
                  </a:lnTo>
                  <a:lnTo>
                    <a:pt x="369" y="226"/>
                  </a:lnTo>
                  <a:lnTo>
                    <a:pt x="371" y="233"/>
                  </a:lnTo>
                  <a:lnTo>
                    <a:pt x="375" y="241"/>
                  </a:lnTo>
                  <a:lnTo>
                    <a:pt x="380" y="246"/>
                  </a:lnTo>
                  <a:lnTo>
                    <a:pt x="384" y="246"/>
                  </a:lnTo>
                  <a:lnTo>
                    <a:pt x="389" y="248"/>
                  </a:lnTo>
                  <a:lnTo>
                    <a:pt x="389" y="248"/>
                  </a:lnTo>
                  <a:lnTo>
                    <a:pt x="391" y="246"/>
                  </a:lnTo>
                  <a:lnTo>
                    <a:pt x="393" y="244"/>
                  </a:lnTo>
                  <a:lnTo>
                    <a:pt x="397" y="244"/>
                  </a:lnTo>
                  <a:lnTo>
                    <a:pt x="391" y="252"/>
                  </a:lnTo>
                  <a:lnTo>
                    <a:pt x="391" y="252"/>
                  </a:lnTo>
                  <a:lnTo>
                    <a:pt x="397" y="253"/>
                  </a:lnTo>
                  <a:lnTo>
                    <a:pt x="404" y="255"/>
                  </a:lnTo>
                  <a:lnTo>
                    <a:pt x="404" y="255"/>
                  </a:lnTo>
                  <a:lnTo>
                    <a:pt x="402" y="257"/>
                  </a:lnTo>
                  <a:lnTo>
                    <a:pt x="402" y="259"/>
                  </a:lnTo>
                  <a:lnTo>
                    <a:pt x="402" y="262"/>
                  </a:lnTo>
                  <a:lnTo>
                    <a:pt x="404" y="262"/>
                  </a:lnTo>
                  <a:lnTo>
                    <a:pt x="404" y="262"/>
                  </a:lnTo>
                  <a:lnTo>
                    <a:pt x="408" y="261"/>
                  </a:lnTo>
                  <a:lnTo>
                    <a:pt x="413" y="259"/>
                  </a:lnTo>
                  <a:lnTo>
                    <a:pt x="413" y="259"/>
                  </a:lnTo>
                  <a:lnTo>
                    <a:pt x="408" y="262"/>
                  </a:lnTo>
                  <a:lnTo>
                    <a:pt x="408" y="264"/>
                  </a:lnTo>
                  <a:lnTo>
                    <a:pt x="408" y="266"/>
                  </a:lnTo>
                  <a:lnTo>
                    <a:pt x="409" y="268"/>
                  </a:lnTo>
                  <a:lnTo>
                    <a:pt x="419" y="272"/>
                  </a:lnTo>
                  <a:lnTo>
                    <a:pt x="428" y="273"/>
                  </a:lnTo>
                  <a:lnTo>
                    <a:pt x="428" y="273"/>
                  </a:lnTo>
                  <a:lnTo>
                    <a:pt x="428" y="262"/>
                  </a:lnTo>
                  <a:lnTo>
                    <a:pt x="428" y="257"/>
                  </a:lnTo>
                  <a:lnTo>
                    <a:pt x="426" y="250"/>
                  </a:lnTo>
                  <a:lnTo>
                    <a:pt x="426" y="250"/>
                  </a:lnTo>
                  <a:lnTo>
                    <a:pt x="428" y="252"/>
                  </a:lnTo>
                  <a:lnTo>
                    <a:pt x="428" y="255"/>
                  </a:lnTo>
                  <a:lnTo>
                    <a:pt x="428" y="255"/>
                  </a:lnTo>
                  <a:lnTo>
                    <a:pt x="433" y="253"/>
                  </a:lnTo>
                  <a:lnTo>
                    <a:pt x="440" y="255"/>
                  </a:lnTo>
                  <a:lnTo>
                    <a:pt x="440" y="255"/>
                  </a:lnTo>
                  <a:lnTo>
                    <a:pt x="437" y="250"/>
                  </a:lnTo>
                  <a:lnTo>
                    <a:pt x="437" y="246"/>
                  </a:lnTo>
                  <a:lnTo>
                    <a:pt x="440" y="235"/>
                  </a:lnTo>
                  <a:lnTo>
                    <a:pt x="440" y="23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97" name="Freeform 380">
              <a:extLst>
                <a:ext uri="{FF2B5EF4-FFF2-40B4-BE49-F238E27FC236}">
                  <a16:creationId xmlns:a16="http://schemas.microsoft.com/office/drawing/2014/main" id="{036DEC98-9CFB-442C-9ECB-58510F8A935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5280" y="1576729"/>
              <a:ext cx="10382" cy="5932"/>
            </a:xfrm>
            <a:custGeom>
              <a:avLst/>
              <a:gdLst>
                <a:gd name="T0" fmla="*/ 4 w 7"/>
                <a:gd name="T1" fmla="*/ 0 h 4"/>
                <a:gd name="T2" fmla="*/ 4 w 7"/>
                <a:gd name="T3" fmla="*/ 0 h 4"/>
                <a:gd name="T4" fmla="*/ 7 w 7"/>
                <a:gd name="T5" fmla="*/ 0 h 4"/>
                <a:gd name="T6" fmla="*/ 7 w 7"/>
                <a:gd name="T7" fmla="*/ 2 h 4"/>
                <a:gd name="T8" fmla="*/ 6 w 7"/>
                <a:gd name="T9" fmla="*/ 4 h 4"/>
                <a:gd name="T10" fmla="*/ 6 w 7"/>
                <a:gd name="T11" fmla="*/ 4 h 4"/>
                <a:gd name="T12" fmla="*/ 0 w 7"/>
                <a:gd name="T13" fmla="*/ 2 h 4"/>
                <a:gd name="T14" fmla="*/ 0 w 7"/>
                <a:gd name="T15" fmla="*/ 0 h 4"/>
                <a:gd name="T16" fmla="*/ 4 w 7"/>
                <a:gd name="T17" fmla="*/ 0 h 4"/>
                <a:gd name="T18" fmla="*/ 4 w 7"/>
                <a:gd name="T1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4">
                  <a:moveTo>
                    <a:pt x="4" y="0"/>
                  </a:moveTo>
                  <a:lnTo>
                    <a:pt x="4" y="0"/>
                  </a:lnTo>
                  <a:lnTo>
                    <a:pt x="7" y="0"/>
                  </a:lnTo>
                  <a:lnTo>
                    <a:pt x="7" y="2"/>
                  </a:lnTo>
                  <a:lnTo>
                    <a:pt x="6" y="4"/>
                  </a:lnTo>
                  <a:lnTo>
                    <a:pt x="6" y="4"/>
                  </a:lnTo>
                  <a:lnTo>
                    <a:pt x="0" y="2"/>
                  </a:lnTo>
                  <a:lnTo>
                    <a:pt x="0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98" name="Freeform 381">
              <a:extLst>
                <a:ext uri="{FF2B5EF4-FFF2-40B4-BE49-F238E27FC236}">
                  <a16:creationId xmlns:a16="http://schemas.microsoft.com/office/drawing/2014/main" id="{C2FAC4A1-EAE8-45A8-82E3-9DD673BF759D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4784" y="2565893"/>
              <a:ext cx="5932" cy="10381"/>
            </a:xfrm>
            <a:custGeom>
              <a:avLst/>
              <a:gdLst>
                <a:gd name="T0" fmla="*/ 4 w 4"/>
                <a:gd name="T1" fmla="*/ 0 h 7"/>
                <a:gd name="T2" fmla="*/ 4 w 4"/>
                <a:gd name="T3" fmla="*/ 0 h 7"/>
                <a:gd name="T4" fmla="*/ 4 w 4"/>
                <a:gd name="T5" fmla="*/ 4 h 7"/>
                <a:gd name="T6" fmla="*/ 2 w 4"/>
                <a:gd name="T7" fmla="*/ 7 h 7"/>
                <a:gd name="T8" fmla="*/ 2 w 4"/>
                <a:gd name="T9" fmla="*/ 7 h 7"/>
                <a:gd name="T10" fmla="*/ 0 w 4"/>
                <a:gd name="T11" fmla="*/ 7 h 7"/>
                <a:gd name="T12" fmla="*/ 0 w 4"/>
                <a:gd name="T13" fmla="*/ 5 h 7"/>
                <a:gd name="T14" fmla="*/ 4 w 4"/>
                <a:gd name="T15" fmla="*/ 0 h 7"/>
                <a:gd name="T16" fmla="*/ 4 w 4"/>
                <a:gd name="T1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7">
                  <a:moveTo>
                    <a:pt x="4" y="0"/>
                  </a:moveTo>
                  <a:lnTo>
                    <a:pt x="4" y="0"/>
                  </a:lnTo>
                  <a:lnTo>
                    <a:pt x="4" y="4"/>
                  </a:lnTo>
                  <a:lnTo>
                    <a:pt x="2" y="7"/>
                  </a:lnTo>
                  <a:lnTo>
                    <a:pt x="2" y="7"/>
                  </a:lnTo>
                  <a:lnTo>
                    <a:pt x="0" y="7"/>
                  </a:lnTo>
                  <a:lnTo>
                    <a:pt x="0" y="5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99" name="Freeform 382">
              <a:extLst>
                <a:ext uri="{FF2B5EF4-FFF2-40B4-BE49-F238E27FC236}">
                  <a16:creationId xmlns:a16="http://schemas.microsoft.com/office/drawing/2014/main" id="{9FD2F704-EDD8-4BDB-BCA3-2BBDDA5F56E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0099" y="2681567"/>
              <a:ext cx="5932" cy="11864"/>
            </a:xfrm>
            <a:custGeom>
              <a:avLst/>
              <a:gdLst>
                <a:gd name="T0" fmla="*/ 4 w 4"/>
                <a:gd name="T1" fmla="*/ 0 h 8"/>
                <a:gd name="T2" fmla="*/ 4 w 4"/>
                <a:gd name="T3" fmla="*/ 0 h 8"/>
                <a:gd name="T4" fmla="*/ 4 w 4"/>
                <a:gd name="T5" fmla="*/ 8 h 8"/>
                <a:gd name="T6" fmla="*/ 4 w 4"/>
                <a:gd name="T7" fmla="*/ 8 h 8"/>
                <a:gd name="T8" fmla="*/ 0 w 4"/>
                <a:gd name="T9" fmla="*/ 8 h 8"/>
                <a:gd name="T10" fmla="*/ 0 w 4"/>
                <a:gd name="T11" fmla="*/ 6 h 8"/>
                <a:gd name="T12" fmla="*/ 0 w 4"/>
                <a:gd name="T13" fmla="*/ 2 h 8"/>
                <a:gd name="T14" fmla="*/ 4 w 4"/>
                <a:gd name="T15" fmla="*/ 0 h 8"/>
                <a:gd name="T16" fmla="*/ 4 w 4"/>
                <a:gd name="T1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8">
                  <a:moveTo>
                    <a:pt x="4" y="0"/>
                  </a:moveTo>
                  <a:lnTo>
                    <a:pt x="4" y="0"/>
                  </a:lnTo>
                  <a:lnTo>
                    <a:pt x="4" y="8"/>
                  </a:lnTo>
                  <a:lnTo>
                    <a:pt x="4" y="8"/>
                  </a:lnTo>
                  <a:lnTo>
                    <a:pt x="0" y="8"/>
                  </a:lnTo>
                  <a:lnTo>
                    <a:pt x="0" y="6"/>
                  </a:lnTo>
                  <a:lnTo>
                    <a:pt x="0" y="2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00" name="Freeform 383">
              <a:extLst>
                <a:ext uri="{FF2B5EF4-FFF2-40B4-BE49-F238E27FC236}">
                  <a16:creationId xmlns:a16="http://schemas.microsoft.com/office/drawing/2014/main" id="{3A81754E-F64E-46CD-A664-13AAB334BCB0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1160" y="2660805"/>
              <a:ext cx="2966" cy="7415"/>
            </a:xfrm>
            <a:custGeom>
              <a:avLst/>
              <a:gdLst>
                <a:gd name="T0" fmla="*/ 0 w 2"/>
                <a:gd name="T1" fmla="*/ 0 h 5"/>
                <a:gd name="T2" fmla="*/ 2 w 2"/>
                <a:gd name="T3" fmla="*/ 5 h 5"/>
                <a:gd name="T4" fmla="*/ 2 w 2"/>
                <a:gd name="T5" fmla="*/ 5 h 5"/>
                <a:gd name="T6" fmla="*/ 2 w 2"/>
                <a:gd name="T7" fmla="*/ 0 h 5"/>
                <a:gd name="T8" fmla="*/ 2 w 2"/>
                <a:gd name="T9" fmla="*/ 0 h 5"/>
                <a:gd name="T10" fmla="*/ 0 w 2"/>
                <a:gd name="T11" fmla="*/ 0 h 5"/>
                <a:gd name="T12" fmla="*/ 0 w 2"/>
                <a:gd name="T1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5">
                  <a:moveTo>
                    <a:pt x="0" y="0"/>
                  </a:moveTo>
                  <a:lnTo>
                    <a:pt x="2" y="5"/>
                  </a:lnTo>
                  <a:lnTo>
                    <a:pt x="2" y="5"/>
                  </a:lnTo>
                  <a:lnTo>
                    <a:pt x="2" y="0"/>
                  </a:lnTo>
                  <a:lnTo>
                    <a:pt x="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01" name="Freeform 384">
              <a:extLst>
                <a:ext uri="{FF2B5EF4-FFF2-40B4-BE49-F238E27FC236}">
                  <a16:creationId xmlns:a16="http://schemas.microsoft.com/office/drawing/2014/main" id="{817D797D-DEBA-4FB3-B4A6-AA4187AB02B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5979" y="2648941"/>
              <a:ext cx="5932" cy="8898"/>
            </a:xfrm>
            <a:custGeom>
              <a:avLst/>
              <a:gdLst>
                <a:gd name="T0" fmla="*/ 4 w 4"/>
                <a:gd name="T1" fmla="*/ 0 h 6"/>
                <a:gd name="T2" fmla="*/ 4 w 4"/>
                <a:gd name="T3" fmla="*/ 0 h 6"/>
                <a:gd name="T4" fmla="*/ 4 w 4"/>
                <a:gd name="T5" fmla="*/ 2 h 6"/>
                <a:gd name="T6" fmla="*/ 4 w 4"/>
                <a:gd name="T7" fmla="*/ 4 h 6"/>
                <a:gd name="T8" fmla="*/ 2 w 4"/>
                <a:gd name="T9" fmla="*/ 6 h 6"/>
                <a:gd name="T10" fmla="*/ 2 w 4"/>
                <a:gd name="T11" fmla="*/ 6 h 6"/>
                <a:gd name="T12" fmla="*/ 0 w 4"/>
                <a:gd name="T13" fmla="*/ 0 h 6"/>
                <a:gd name="T14" fmla="*/ 2 w 4"/>
                <a:gd name="T15" fmla="*/ 0 h 6"/>
                <a:gd name="T16" fmla="*/ 4 w 4"/>
                <a:gd name="T17" fmla="*/ 0 h 6"/>
                <a:gd name="T18" fmla="*/ 4 w 4"/>
                <a:gd name="T1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">
                  <a:moveTo>
                    <a:pt x="4" y="0"/>
                  </a:moveTo>
                  <a:lnTo>
                    <a:pt x="4" y="0"/>
                  </a:lnTo>
                  <a:lnTo>
                    <a:pt x="4" y="2"/>
                  </a:lnTo>
                  <a:lnTo>
                    <a:pt x="4" y="4"/>
                  </a:lnTo>
                  <a:lnTo>
                    <a:pt x="2" y="6"/>
                  </a:lnTo>
                  <a:lnTo>
                    <a:pt x="2" y="6"/>
                  </a:lnTo>
                  <a:lnTo>
                    <a:pt x="0" y="0"/>
                  </a:lnTo>
                  <a:lnTo>
                    <a:pt x="2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02" name="Freeform 385">
              <a:extLst>
                <a:ext uri="{FF2B5EF4-FFF2-40B4-BE49-F238E27FC236}">
                  <a16:creationId xmlns:a16="http://schemas.microsoft.com/office/drawing/2014/main" id="{3403C733-BBD7-463B-9626-595D9873254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1706" y="2648941"/>
              <a:ext cx="13348" cy="11864"/>
            </a:xfrm>
            <a:custGeom>
              <a:avLst/>
              <a:gdLst>
                <a:gd name="T0" fmla="*/ 2 w 9"/>
                <a:gd name="T1" fmla="*/ 0 h 8"/>
                <a:gd name="T2" fmla="*/ 2 w 9"/>
                <a:gd name="T3" fmla="*/ 0 h 8"/>
                <a:gd name="T4" fmla="*/ 6 w 9"/>
                <a:gd name="T5" fmla="*/ 2 h 8"/>
                <a:gd name="T6" fmla="*/ 9 w 9"/>
                <a:gd name="T7" fmla="*/ 4 h 8"/>
                <a:gd name="T8" fmla="*/ 7 w 9"/>
                <a:gd name="T9" fmla="*/ 8 h 8"/>
                <a:gd name="T10" fmla="*/ 2 w 9"/>
                <a:gd name="T11" fmla="*/ 8 h 8"/>
                <a:gd name="T12" fmla="*/ 2 w 9"/>
                <a:gd name="T13" fmla="*/ 8 h 8"/>
                <a:gd name="T14" fmla="*/ 0 w 9"/>
                <a:gd name="T15" fmla="*/ 4 h 8"/>
                <a:gd name="T16" fmla="*/ 0 w 9"/>
                <a:gd name="T17" fmla="*/ 0 h 8"/>
                <a:gd name="T18" fmla="*/ 2 w 9"/>
                <a:gd name="T19" fmla="*/ 0 h 8"/>
                <a:gd name="T20" fmla="*/ 2 w 9"/>
                <a:gd name="T21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" h="8">
                  <a:moveTo>
                    <a:pt x="2" y="0"/>
                  </a:moveTo>
                  <a:lnTo>
                    <a:pt x="2" y="0"/>
                  </a:lnTo>
                  <a:lnTo>
                    <a:pt x="6" y="2"/>
                  </a:lnTo>
                  <a:lnTo>
                    <a:pt x="9" y="4"/>
                  </a:lnTo>
                  <a:lnTo>
                    <a:pt x="7" y="8"/>
                  </a:lnTo>
                  <a:lnTo>
                    <a:pt x="2" y="8"/>
                  </a:lnTo>
                  <a:lnTo>
                    <a:pt x="2" y="8"/>
                  </a:lnTo>
                  <a:lnTo>
                    <a:pt x="0" y="4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03" name="Freeform 386">
              <a:extLst>
                <a:ext uri="{FF2B5EF4-FFF2-40B4-BE49-F238E27FC236}">
                  <a16:creationId xmlns:a16="http://schemas.microsoft.com/office/drawing/2014/main" id="{2288A4F1-F0AA-4CA0-8D9C-2C1899CCD3A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7051" y="2638560"/>
              <a:ext cx="29660" cy="10381"/>
            </a:xfrm>
            <a:custGeom>
              <a:avLst/>
              <a:gdLst>
                <a:gd name="T0" fmla="*/ 0 w 20"/>
                <a:gd name="T1" fmla="*/ 0 h 7"/>
                <a:gd name="T2" fmla="*/ 0 w 20"/>
                <a:gd name="T3" fmla="*/ 0 h 7"/>
                <a:gd name="T4" fmla="*/ 5 w 20"/>
                <a:gd name="T5" fmla="*/ 4 h 7"/>
                <a:gd name="T6" fmla="*/ 11 w 20"/>
                <a:gd name="T7" fmla="*/ 7 h 7"/>
                <a:gd name="T8" fmla="*/ 11 w 20"/>
                <a:gd name="T9" fmla="*/ 7 h 7"/>
                <a:gd name="T10" fmla="*/ 18 w 20"/>
                <a:gd name="T11" fmla="*/ 7 h 7"/>
                <a:gd name="T12" fmla="*/ 20 w 20"/>
                <a:gd name="T13" fmla="*/ 6 h 7"/>
                <a:gd name="T14" fmla="*/ 20 w 20"/>
                <a:gd name="T15" fmla="*/ 6 h 7"/>
                <a:gd name="T16" fmla="*/ 16 w 20"/>
                <a:gd name="T17" fmla="*/ 2 h 7"/>
                <a:gd name="T18" fmla="*/ 11 w 20"/>
                <a:gd name="T19" fmla="*/ 0 h 7"/>
                <a:gd name="T20" fmla="*/ 11 w 20"/>
                <a:gd name="T21" fmla="*/ 0 h 7"/>
                <a:gd name="T22" fmla="*/ 5 w 20"/>
                <a:gd name="T23" fmla="*/ 0 h 7"/>
                <a:gd name="T24" fmla="*/ 0 w 20"/>
                <a:gd name="T25" fmla="*/ 0 h 7"/>
                <a:gd name="T26" fmla="*/ 0 w 20"/>
                <a:gd name="T2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0" h="7">
                  <a:moveTo>
                    <a:pt x="0" y="0"/>
                  </a:moveTo>
                  <a:lnTo>
                    <a:pt x="0" y="0"/>
                  </a:lnTo>
                  <a:lnTo>
                    <a:pt x="5" y="4"/>
                  </a:lnTo>
                  <a:lnTo>
                    <a:pt x="11" y="7"/>
                  </a:lnTo>
                  <a:lnTo>
                    <a:pt x="11" y="7"/>
                  </a:lnTo>
                  <a:lnTo>
                    <a:pt x="18" y="7"/>
                  </a:lnTo>
                  <a:lnTo>
                    <a:pt x="20" y="6"/>
                  </a:lnTo>
                  <a:lnTo>
                    <a:pt x="20" y="6"/>
                  </a:lnTo>
                  <a:lnTo>
                    <a:pt x="16" y="2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04" name="Freeform 387">
              <a:extLst>
                <a:ext uri="{FF2B5EF4-FFF2-40B4-BE49-F238E27FC236}">
                  <a16:creationId xmlns:a16="http://schemas.microsoft.com/office/drawing/2014/main" id="{2AD44E9C-0A59-4298-A713-268274F6EB7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7585" y="2622247"/>
              <a:ext cx="35592" cy="29660"/>
            </a:xfrm>
            <a:custGeom>
              <a:avLst/>
              <a:gdLst>
                <a:gd name="T0" fmla="*/ 20 w 24"/>
                <a:gd name="T1" fmla="*/ 0 h 20"/>
                <a:gd name="T2" fmla="*/ 20 w 24"/>
                <a:gd name="T3" fmla="*/ 0 h 20"/>
                <a:gd name="T4" fmla="*/ 15 w 24"/>
                <a:gd name="T5" fmla="*/ 4 h 20"/>
                <a:gd name="T6" fmla="*/ 9 w 24"/>
                <a:gd name="T7" fmla="*/ 6 h 20"/>
                <a:gd name="T8" fmla="*/ 9 w 24"/>
                <a:gd name="T9" fmla="*/ 6 h 20"/>
                <a:gd name="T10" fmla="*/ 9 w 24"/>
                <a:gd name="T11" fmla="*/ 11 h 20"/>
                <a:gd name="T12" fmla="*/ 9 w 24"/>
                <a:gd name="T13" fmla="*/ 15 h 20"/>
                <a:gd name="T14" fmla="*/ 8 w 24"/>
                <a:gd name="T15" fmla="*/ 15 h 20"/>
                <a:gd name="T16" fmla="*/ 8 w 24"/>
                <a:gd name="T17" fmla="*/ 15 h 20"/>
                <a:gd name="T18" fmla="*/ 0 w 24"/>
                <a:gd name="T19" fmla="*/ 20 h 20"/>
                <a:gd name="T20" fmla="*/ 4 w 24"/>
                <a:gd name="T21" fmla="*/ 20 h 20"/>
                <a:gd name="T22" fmla="*/ 17 w 24"/>
                <a:gd name="T23" fmla="*/ 18 h 20"/>
                <a:gd name="T24" fmla="*/ 20 w 24"/>
                <a:gd name="T25" fmla="*/ 11 h 20"/>
                <a:gd name="T26" fmla="*/ 24 w 24"/>
                <a:gd name="T27" fmla="*/ 11 h 20"/>
                <a:gd name="T28" fmla="*/ 24 w 24"/>
                <a:gd name="T29" fmla="*/ 11 h 20"/>
                <a:gd name="T30" fmla="*/ 24 w 24"/>
                <a:gd name="T31" fmla="*/ 9 h 20"/>
                <a:gd name="T32" fmla="*/ 22 w 24"/>
                <a:gd name="T33" fmla="*/ 7 h 20"/>
                <a:gd name="T34" fmla="*/ 20 w 24"/>
                <a:gd name="T35" fmla="*/ 7 h 20"/>
                <a:gd name="T36" fmla="*/ 20 w 24"/>
                <a:gd name="T37" fmla="*/ 7 h 20"/>
                <a:gd name="T38" fmla="*/ 22 w 24"/>
                <a:gd name="T39" fmla="*/ 7 h 20"/>
                <a:gd name="T40" fmla="*/ 24 w 24"/>
                <a:gd name="T41" fmla="*/ 6 h 20"/>
                <a:gd name="T42" fmla="*/ 22 w 24"/>
                <a:gd name="T43" fmla="*/ 2 h 20"/>
                <a:gd name="T44" fmla="*/ 20 w 24"/>
                <a:gd name="T45" fmla="*/ 0 h 20"/>
                <a:gd name="T46" fmla="*/ 20 w 24"/>
                <a:gd name="T47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4" h="20">
                  <a:moveTo>
                    <a:pt x="20" y="0"/>
                  </a:moveTo>
                  <a:lnTo>
                    <a:pt x="20" y="0"/>
                  </a:lnTo>
                  <a:lnTo>
                    <a:pt x="15" y="4"/>
                  </a:lnTo>
                  <a:lnTo>
                    <a:pt x="9" y="6"/>
                  </a:lnTo>
                  <a:lnTo>
                    <a:pt x="9" y="6"/>
                  </a:lnTo>
                  <a:lnTo>
                    <a:pt x="9" y="11"/>
                  </a:lnTo>
                  <a:lnTo>
                    <a:pt x="9" y="15"/>
                  </a:lnTo>
                  <a:lnTo>
                    <a:pt x="8" y="15"/>
                  </a:lnTo>
                  <a:lnTo>
                    <a:pt x="8" y="15"/>
                  </a:lnTo>
                  <a:lnTo>
                    <a:pt x="0" y="20"/>
                  </a:lnTo>
                  <a:lnTo>
                    <a:pt x="4" y="20"/>
                  </a:lnTo>
                  <a:lnTo>
                    <a:pt x="17" y="18"/>
                  </a:lnTo>
                  <a:lnTo>
                    <a:pt x="20" y="11"/>
                  </a:lnTo>
                  <a:lnTo>
                    <a:pt x="24" y="11"/>
                  </a:lnTo>
                  <a:lnTo>
                    <a:pt x="24" y="11"/>
                  </a:lnTo>
                  <a:lnTo>
                    <a:pt x="24" y="9"/>
                  </a:lnTo>
                  <a:lnTo>
                    <a:pt x="22" y="7"/>
                  </a:lnTo>
                  <a:lnTo>
                    <a:pt x="20" y="7"/>
                  </a:lnTo>
                  <a:lnTo>
                    <a:pt x="20" y="7"/>
                  </a:lnTo>
                  <a:lnTo>
                    <a:pt x="22" y="7"/>
                  </a:lnTo>
                  <a:lnTo>
                    <a:pt x="24" y="6"/>
                  </a:lnTo>
                  <a:lnTo>
                    <a:pt x="22" y="2"/>
                  </a:lnTo>
                  <a:lnTo>
                    <a:pt x="20" y="0"/>
                  </a:lnTo>
                  <a:lnTo>
                    <a:pt x="2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05" name="Freeform 388">
              <a:extLst>
                <a:ext uri="{FF2B5EF4-FFF2-40B4-BE49-F238E27FC236}">
                  <a16:creationId xmlns:a16="http://schemas.microsoft.com/office/drawing/2014/main" id="{2983C475-6891-46B1-BD0B-C85401AA740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6371" y="2611866"/>
              <a:ext cx="19280" cy="10381"/>
            </a:xfrm>
            <a:custGeom>
              <a:avLst/>
              <a:gdLst>
                <a:gd name="T0" fmla="*/ 7 w 13"/>
                <a:gd name="T1" fmla="*/ 0 h 7"/>
                <a:gd name="T2" fmla="*/ 7 w 13"/>
                <a:gd name="T3" fmla="*/ 0 h 7"/>
                <a:gd name="T4" fmla="*/ 11 w 13"/>
                <a:gd name="T5" fmla="*/ 2 h 7"/>
                <a:gd name="T6" fmla="*/ 13 w 13"/>
                <a:gd name="T7" fmla="*/ 4 h 7"/>
                <a:gd name="T8" fmla="*/ 11 w 13"/>
                <a:gd name="T9" fmla="*/ 7 h 7"/>
                <a:gd name="T10" fmla="*/ 11 w 13"/>
                <a:gd name="T11" fmla="*/ 7 h 7"/>
                <a:gd name="T12" fmla="*/ 2 w 13"/>
                <a:gd name="T13" fmla="*/ 5 h 7"/>
                <a:gd name="T14" fmla="*/ 0 w 13"/>
                <a:gd name="T15" fmla="*/ 5 h 7"/>
                <a:gd name="T16" fmla="*/ 3 w 13"/>
                <a:gd name="T17" fmla="*/ 4 h 7"/>
                <a:gd name="T18" fmla="*/ 3 w 13"/>
                <a:gd name="T19" fmla="*/ 4 h 7"/>
                <a:gd name="T20" fmla="*/ 5 w 13"/>
                <a:gd name="T21" fmla="*/ 2 h 7"/>
                <a:gd name="T22" fmla="*/ 7 w 13"/>
                <a:gd name="T23" fmla="*/ 0 h 7"/>
                <a:gd name="T24" fmla="*/ 7 w 13"/>
                <a:gd name="T2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" h="7">
                  <a:moveTo>
                    <a:pt x="7" y="0"/>
                  </a:moveTo>
                  <a:lnTo>
                    <a:pt x="7" y="0"/>
                  </a:lnTo>
                  <a:lnTo>
                    <a:pt x="11" y="2"/>
                  </a:lnTo>
                  <a:lnTo>
                    <a:pt x="13" y="4"/>
                  </a:lnTo>
                  <a:lnTo>
                    <a:pt x="11" y="7"/>
                  </a:lnTo>
                  <a:lnTo>
                    <a:pt x="11" y="7"/>
                  </a:lnTo>
                  <a:lnTo>
                    <a:pt x="2" y="5"/>
                  </a:lnTo>
                  <a:lnTo>
                    <a:pt x="0" y="5"/>
                  </a:lnTo>
                  <a:lnTo>
                    <a:pt x="3" y="4"/>
                  </a:lnTo>
                  <a:lnTo>
                    <a:pt x="3" y="4"/>
                  </a:lnTo>
                  <a:lnTo>
                    <a:pt x="5" y="2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06" name="Freeform 389">
              <a:extLst>
                <a:ext uri="{FF2B5EF4-FFF2-40B4-BE49-F238E27FC236}">
                  <a16:creationId xmlns:a16="http://schemas.microsoft.com/office/drawing/2014/main" id="{F3CA871E-AF44-417D-B4AE-864C8C55D5AB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7503" y="2598519"/>
              <a:ext cx="50422" cy="34110"/>
            </a:xfrm>
            <a:custGeom>
              <a:avLst/>
              <a:gdLst>
                <a:gd name="T0" fmla="*/ 5 w 34"/>
                <a:gd name="T1" fmla="*/ 0 h 23"/>
                <a:gd name="T2" fmla="*/ 5 w 34"/>
                <a:gd name="T3" fmla="*/ 5 h 23"/>
                <a:gd name="T4" fmla="*/ 5 w 34"/>
                <a:gd name="T5" fmla="*/ 5 h 23"/>
                <a:gd name="T6" fmla="*/ 3 w 34"/>
                <a:gd name="T7" fmla="*/ 3 h 23"/>
                <a:gd name="T8" fmla="*/ 3 w 34"/>
                <a:gd name="T9" fmla="*/ 5 h 23"/>
                <a:gd name="T10" fmla="*/ 3 w 34"/>
                <a:gd name="T11" fmla="*/ 7 h 23"/>
                <a:gd name="T12" fmla="*/ 3 w 34"/>
                <a:gd name="T13" fmla="*/ 7 h 23"/>
                <a:gd name="T14" fmla="*/ 0 w 34"/>
                <a:gd name="T15" fmla="*/ 7 h 23"/>
                <a:gd name="T16" fmla="*/ 1 w 34"/>
                <a:gd name="T17" fmla="*/ 9 h 23"/>
                <a:gd name="T18" fmla="*/ 5 w 34"/>
                <a:gd name="T19" fmla="*/ 14 h 23"/>
                <a:gd name="T20" fmla="*/ 7 w 34"/>
                <a:gd name="T21" fmla="*/ 16 h 23"/>
                <a:gd name="T22" fmla="*/ 7 w 34"/>
                <a:gd name="T23" fmla="*/ 16 h 23"/>
                <a:gd name="T24" fmla="*/ 12 w 34"/>
                <a:gd name="T25" fmla="*/ 18 h 23"/>
                <a:gd name="T26" fmla="*/ 18 w 34"/>
                <a:gd name="T27" fmla="*/ 18 h 23"/>
                <a:gd name="T28" fmla="*/ 23 w 34"/>
                <a:gd name="T29" fmla="*/ 16 h 23"/>
                <a:gd name="T30" fmla="*/ 27 w 34"/>
                <a:gd name="T31" fmla="*/ 16 h 23"/>
                <a:gd name="T32" fmla="*/ 27 w 34"/>
                <a:gd name="T33" fmla="*/ 16 h 23"/>
                <a:gd name="T34" fmla="*/ 27 w 34"/>
                <a:gd name="T35" fmla="*/ 23 h 23"/>
                <a:gd name="T36" fmla="*/ 27 w 34"/>
                <a:gd name="T37" fmla="*/ 23 h 23"/>
                <a:gd name="T38" fmla="*/ 31 w 34"/>
                <a:gd name="T39" fmla="*/ 23 h 23"/>
                <a:gd name="T40" fmla="*/ 34 w 34"/>
                <a:gd name="T41" fmla="*/ 23 h 23"/>
                <a:gd name="T42" fmla="*/ 34 w 34"/>
                <a:gd name="T43" fmla="*/ 23 h 23"/>
                <a:gd name="T44" fmla="*/ 32 w 34"/>
                <a:gd name="T45" fmla="*/ 20 h 23"/>
                <a:gd name="T46" fmla="*/ 32 w 34"/>
                <a:gd name="T47" fmla="*/ 14 h 23"/>
                <a:gd name="T48" fmla="*/ 32 w 34"/>
                <a:gd name="T49" fmla="*/ 14 h 23"/>
                <a:gd name="T50" fmla="*/ 20 w 34"/>
                <a:gd name="T51" fmla="*/ 14 h 23"/>
                <a:gd name="T52" fmla="*/ 12 w 34"/>
                <a:gd name="T53" fmla="*/ 13 h 23"/>
                <a:gd name="T54" fmla="*/ 9 w 34"/>
                <a:gd name="T55" fmla="*/ 11 h 23"/>
                <a:gd name="T56" fmla="*/ 7 w 34"/>
                <a:gd name="T57" fmla="*/ 9 h 23"/>
                <a:gd name="T58" fmla="*/ 5 w 34"/>
                <a:gd name="T59" fmla="*/ 0 h 23"/>
                <a:gd name="T60" fmla="*/ 5 w 34"/>
                <a:gd name="T61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34" h="23">
                  <a:moveTo>
                    <a:pt x="5" y="0"/>
                  </a:moveTo>
                  <a:lnTo>
                    <a:pt x="5" y="5"/>
                  </a:lnTo>
                  <a:lnTo>
                    <a:pt x="5" y="5"/>
                  </a:lnTo>
                  <a:lnTo>
                    <a:pt x="3" y="3"/>
                  </a:lnTo>
                  <a:lnTo>
                    <a:pt x="3" y="5"/>
                  </a:lnTo>
                  <a:lnTo>
                    <a:pt x="3" y="7"/>
                  </a:lnTo>
                  <a:lnTo>
                    <a:pt x="3" y="7"/>
                  </a:lnTo>
                  <a:lnTo>
                    <a:pt x="0" y="7"/>
                  </a:lnTo>
                  <a:lnTo>
                    <a:pt x="1" y="9"/>
                  </a:lnTo>
                  <a:lnTo>
                    <a:pt x="5" y="14"/>
                  </a:lnTo>
                  <a:lnTo>
                    <a:pt x="7" y="16"/>
                  </a:lnTo>
                  <a:lnTo>
                    <a:pt x="7" y="16"/>
                  </a:lnTo>
                  <a:lnTo>
                    <a:pt x="12" y="18"/>
                  </a:lnTo>
                  <a:lnTo>
                    <a:pt x="18" y="18"/>
                  </a:lnTo>
                  <a:lnTo>
                    <a:pt x="23" y="16"/>
                  </a:lnTo>
                  <a:lnTo>
                    <a:pt x="27" y="16"/>
                  </a:lnTo>
                  <a:lnTo>
                    <a:pt x="27" y="16"/>
                  </a:lnTo>
                  <a:lnTo>
                    <a:pt x="27" y="23"/>
                  </a:lnTo>
                  <a:lnTo>
                    <a:pt x="27" y="23"/>
                  </a:lnTo>
                  <a:lnTo>
                    <a:pt x="31" y="23"/>
                  </a:lnTo>
                  <a:lnTo>
                    <a:pt x="34" y="23"/>
                  </a:lnTo>
                  <a:lnTo>
                    <a:pt x="34" y="23"/>
                  </a:lnTo>
                  <a:lnTo>
                    <a:pt x="32" y="20"/>
                  </a:lnTo>
                  <a:lnTo>
                    <a:pt x="32" y="14"/>
                  </a:lnTo>
                  <a:lnTo>
                    <a:pt x="32" y="14"/>
                  </a:lnTo>
                  <a:lnTo>
                    <a:pt x="20" y="14"/>
                  </a:lnTo>
                  <a:lnTo>
                    <a:pt x="12" y="13"/>
                  </a:lnTo>
                  <a:lnTo>
                    <a:pt x="9" y="11"/>
                  </a:lnTo>
                  <a:lnTo>
                    <a:pt x="7" y="9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07" name="Freeform 390">
              <a:extLst>
                <a:ext uri="{FF2B5EF4-FFF2-40B4-BE49-F238E27FC236}">
                  <a16:creationId xmlns:a16="http://schemas.microsoft.com/office/drawing/2014/main" id="{95B34F76-612D-408D-B34C-A8C7E952A11F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7205" y="2595553"/>
              <a:ext cx="43008" cy="56354"/>
            </a:xfrm>
            <a:custGeom>
              <a:avLst/>
              <a:gdLst>
                <a:gd name="T0" fmla="*/ 27 w 29"/>
                <a:gd name="T1" fmla="*/ 0 h 38"/>
                <a:gd name="T2" fmla="*/ 22 w 29"/>
                <a:gd name="T3" fmla="*/ 4 h 38"/>
                <a:gd name="T4" fmla="*/ 22 w 29"/>
                <a:gd name="T5" fmla="*/ 4 h 38"/>
                <a:gd name="T6" fmla="*/ 18 w 29"/>
                <a:gd name="T7" fmla="*/ 5 h 38"/>
                <a:gd name="T8" fmla="*/ 16 w 29"/>
                <a:gd name="T9" fmla="*/ 4 h 38"/>
                <a:gd name="T10" fmla="*/ 11 w 29"/>
                <a:gd name="T11" fmla="*/ 2 h 38"/>
                <a:gd name="T12" fmla="*/ 11 w 29"/>
                <a:gd name="T13" fmla="*/ 2 h 38"/>
                <a:gd name="T14" fmla="*/ 6 w 29"/>
                <a:gd name="T15" fmla="*/ 16 h 38"/>
                <a:gd name="T16" fmla="*/ 0 w 29"/>
                <a:gd name="T17" fmla="*/ 36 h 38"/>
                <a:gd name="T18" fmla="*/ 9 w 29"/>
                <a:gd name="T19" fmla="*/ 38 h 38"/>
                <a:gd name="T20" fmla="*/ 9 w 29"/>
                <a:gd name="T21" fmla="*/ 38 h 38"/>
                <a:gd name="T22" fmla="*/ 7 w 29"/>
                <a:gd name="T23" fmla="*/ 33 h 38"/>
                <a:gd name="T24" fmla="*/ 7 w 29"/>
                <a:gd name="T25" fmla="*/ 31 h 38"/>
                <a:gd name="T26" fmla="*/ 7 w 29"/>
                <a:gd name="T27" fmla="*/ 25 h 38"/>
                <a:gd name="T28" fmla="*/ 7 w 29"/>
                <a:gd name="T29" fmla="*/ 25 h 38"/>
                <a:gd name="T30" fmla="*/ 11 w 29"/>
                <a:gd name="T31" fmla="*/ 24 h 38"/>
                <a:gd name="T32" fmla="*/ 15 w 29"/>
                <a:gd name="T33" fmla="*/ 22 h 38"/>
                <a:gd name="T34" fmla="*/ 15 w 29"/>
                <a:gd name="T35" fmla="*/ 22 h 38"/>
                <a:gd name="T36" fmla="*/ 13 w 29"/>
                <a:gd name="T37" fmla="*/ 16 h 38"/>
                <a:gd name="T38" fmla="*/ 13 w 29"/>
                <a:gd name="T39" fmla="*/ 13 h 38"/>
                <a:gd name="T40" fmla="*/ 15 w 29"/>
                <a:gd name="T41" fmla="*/ 9 h 38"/>
                <a:gd name="T42" fmla="*/ 15 w 29"/>
                <a:gd name="T43" fmla="*/ 9 h 38"/>
                <a:gd name="T44" fmla="*/ 24 w 29"/>
                <a:gd name="T45" fmla="*/ 4 h 38"/>
                <a:gd name="T46" fmla="*/ 29 w 29"/>
                <a:gd name="T47" fmla="*/ 0 h 38"/>
                <a:gd name="T48" fmla="*/ 29 w 29"/>
                <a:gd name="T49" fmla="*/ 0 h 38"/>
                <a:gd name="T50" fmla="*/ 27 w 29"/>
                <a:gd name="T51" fmla="*/ 0 h 38"/>
                <a:gd name="T52" fmla="*/ 27 w 29"/>
                <a:gd name="T53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9" h="38">
                  <a:moveTo>
                    <a:pt x="27" y="0"/>
                  </a:moveTo>
                  <a:lnTo>
                    <a:pt x="22" y="4"/>
                  </a:lnTo>
                  <a:lnTo>
                    <a:pt x="22" y="4"/>
                  </a:lnTo>
                  <a:lnTo>
                    <a:pt x="18" y="5"/>
                  </a:lnTo>
                  <a:lnTo>
                    <a:pt x="16" y="4"/>
                  </a:lnTo>
                  <a:lnTo>
                    <a:pt x="11" y="2"/>
                  </a:lnTo>
                  <a:lnTo>
                    <a:pt x="11" y="2"/>
                  </a:lnTo>
                  <a:lnTo>
                    <a:pt x="6" y="16"/>
                  </a:lnTo>
                  <a:lnTo>
                    <a:pt x="0" y="36"/>
                  </a:lnTo>
                  <a:lnTo>
                    <a:pt x="9" y="38"/>
                  </a:lnTo>
                  <a:lnTo>
                    <a:pt x="9" y="38"/>
                  </a:lnTo>
                  <a:lnTo>
                    <a:pt x="7" y="33"/>
                  </a:lnTo>
                  <a:lnTo>
                    <a:pt x="7" y="31"/>
                  </a:lnTo>
                  <a:lnTo>
                    <a:pt x="7" y="25"/>
                  </a:lnTo>
                  <a:lnTo>
                    <a:pt x="7" y="25"/>
                  </a:lnTo>
                  <a:lnTo>
                    <a:pt x="11" y="24"/>
                  </a:lnTo>
                  <a:lnTo>
                    <a:pt x="15" y="22"/>
                  </a:lnTo>
                  <a:lnTo>
                    <a:pt x="15" y="22"/>
                  </a:lnTo>
                  <a:lnTo>
                    <a:pt x="13" y="16"/>
                  </a:lnTo>
                  <a:lnTo>
                    <a:pt x="13" y="13"/>
                  </a:lnTo>
                  <a:lnTo>
                    <a:pt x="15" y="9"/>
                  </a:lnTo>
                  <a:lnTo>
                    <a:pt x="15" y="9"/>
                  </a:lnTo>
                  <a:lnTo>
                    <a:pt x="24" y="4"/>
                  </a:lnTo>
                  <a:lnTo>
                    <a:pt x="29" y="0"/>
                  </a:lnTo>
                  <a:lnTo>
                    <a:pt x="29" y="0"/>
                  </a:lnTo>
                  <a:lnTo>
                    <a:pt x="27" y="0"/>
                  </a:lnTo>
                  <a:lnTo>
                    <a:pt x="2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08" name="Freeform 391">
              <a:extLst>
                <a:ext uri="{FF2B5EF4-FFF2-40B4-BE49-F238E27FC236}">
                  <a16:creationId xmlns:a16="http://schemas.microsoft.com/office/drawing/2014/main" id="{07E733F2-F80C-4CAD-A90F-1916333BF35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5124" y="2589621"/>
              <a:ext cx="7415" cy="16314"/>
            </a:xfrm>
            <a:custGeom>
              <a:avLst/>
              <a:gdLst>
                <a:gd name="T0" fmla="*/ 0 w 5"/>
                <a:gd name="T1" fmla="*/ 0 h 11"/>
                <a:gd name="T2" fmla="*/ 0 w 5"/>
                <a:gd name="T3" fmla="*/ 0 h 11"/>
                <a:gd name="T4" fmla="*/ 2 w 5"/>
                <a:gd name="T5" fmla="*/ 11 h 11"/>
                <a:gd name="T6" fmla="*/ 2 w 5"/>
                <a:gd name="T7" fmla="*/ 11 h 11"/>
                <a:gd name="T8" fmla="*/ 4 w 5"/>
                <a:gd name="T9" fmla="*/ 9 h 11"/>
                <a:gd name="T10" fmla="*/ 5 w 5"/>
                <a:gd name="T11" fmla="*/ 8 h 11"/>
                <a:gd name="T12" fmla="*/ 4 w 5"/>
                <a:gd name="T13" fmla="*/ 4 h 11"/>
                <a:gd name="T14" fmla="*/ 0 w 5"/>
                <a:gd name="T15" fmla="*/ 0 h 11"/>
                <a:gd name="T16" fmla="*/ 0 w 5"/>
                <a:gd name="T17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11">
                  <a:moveTo>
                    <a:pt x="0" y="0"/>
                  </a:moveTo>
                  <a:lnTo>
                    <a:pt x="0" y="0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4" y="9"/>
                  </a:lnTo>
                  <a:lnTo>
                    <a:pt x="5" y="8"/>
                  </a:lnTo>
                  <a:lnTo>
                    <a:pt x="4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09" name="Freeform 392">
              <a:extLst>
                <a:ext uri="{FF2B5EF4-FFF2-40B4-BE49-F238E27FC236}">
                  <a16:creationId xmlns:a16="http://schemas.microsoft.com/office/drawing/2014/main" id="{F3C729EA-FCE2-48F7-9DE6-643678482EC4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6823" y="2568859"/>
              <a:ext cx="7415" cy="10381"/>
            </a:xfrm>
            <a:custGeom>
              <a:avLst/>
              <a:gdLst>
                <a:gd name="T0" fmla="*/ 3 w 5"/>
                <a:gd name="T1" fmla="*/ 0 h 7"/>
                <a:gd name="T2" fmla="*/ 3 w 5"/>
                <a:gd name="T3" fmla="*/ 0 h 7"/>
                <a:gd name="T4" fmla="*/ 2 w 5"/>
                <a:gd name="T5" fmla="*/ 5 h 7"/>
                <a:gd name="T6" fmla="*/ 0 w 5"/>
                <a:gd name="T7" fmla="*/ 7 h 7"/>
                <a:gd name="T8" fmla="*/ 2 w 5"/>
                <a:gd name="T9" fmla="*/ 7 h 7"/>
                <a:gd name="T10" fmla="*/ 2 w 5"/>
                <a:gd name="T11" fmla="*/ 7 h 7"/>
                <a:gd name="T12" fmla="*/ 5 w 5"/>
                <a:gd name="T13" fmla="*/ 3 h 7"/>
                <a:gd name="T14" fmla="*/ 5 w 5"/>
                <a:gd name="T15" fmla="*/ 0 h 7"/>
                <a:gd name="T16" fmla="*/ 3 w 5"/>
                <a:gd name="T17" fmla="*/ 0 h 7"/>
                <a:gd name="T18" fmla="*/ 3 w 5"/>
                <a:gd name="T1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" h="7">
                  <a:moveTo>
                    <a:pt x="3" y="0"/>
                  </a:moveTo>
                  <a:lnTo>
                    <a:pt x="3" y="0"/>
                  </a:lnTo>
                  <a:lnTo>
                    <a:pt x="2" y="5"/>
                  </a:lnTo>
                  <a:lnTo>
                    <a:pt x="0" y="7"/>
                  </a:lnTo>
                  <a:lnTo>
                    <a:pt x="2" y="7"/>
                  </a:lnTo>
                  <a:lnTo>
                    <a:pt x="2" y="7"/>
                  </a:lnTo>
                  <a:lnTo>
                    <a:pt x="5" y="3"/>
                  </a:lnTo>
                  <a:lnTo>
                    <a:pt x="5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10" name="Freeform 393">
              <a:extLst>
                <a:ext uri="{FF2B5EF4-FFF2-40B4-BE49-F238E27FC236}">
                  <a16:creationId xmlns:a16="http://schemas.microsoft.com/office/drawing/2014/main" id="{955DEB96-6F53-4BDF-962F-A0AD589F378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4537" y="2493225"/>
              <a:ext cx="62286" cy="34110"/>
            </a:xfrm>
            <a:custGeom>
              <a:avLst/>
              <a:gdLst>
                <a:gd name="T0" fmla="*/ 0 w 42"/>
                <a:gd name="T1" fmla="*/ 0 h 23"/>
                <a:gd name="T2" fmla="*/ 0 w 42"/>
                <a:gd name="T3" fmla="*/ 5 h 23"/>
                <a:gd name="T4" fmla="*/ 0 w 42"/>
                <a:gd name="T5" fmla="*/ 5 h 23"/>
                <a:gd name="T6" fmla="*/ 16 w 42"/>
                <a:gd name="T7" fmla="*/ 14 h 23"/>
                <a:gd name="T8" fmla="*/ 24 w 42"/>
                <a:gd name="T9" fmla="*/ 20 h 23"/>
                <a:gd name="T10" fmla="*/ 34 w 42"/>
                <a:gd name="T11" fmla="*/ 22 h 23"/>
                <a:gd name="T12" fmla="*/ 34 w 42"/>
                <a:gd name="T13" fmla="*/ 22 h 23"/>
                <a:gd name="T14" fmla="*/ 40 w 42"/>
                <a:gd name="T15" fmla="*/ 23 h 23"/>
                <a:gd name="T16" fmla="*/ 42 w 42"/>
                <a:gd name="T17" fmla="*/ 23 h 23"/>
                <a:gd name="T18" fmla="*/ 38 w 42"/>
                <a:gd name="T19" fmla="*/ 20 h 23"/>
                <a:gd name="T20" fmla="*/ 38 w 42"/>
                <a:gd name="T21" fmla="*/ 20 h 23"/>
                <a:gd name="T22" fmla="*/ 29 w 42"/>
                <a:gd name="T23" fmla="*/ 13 h 23"/>
                <a:gd name="T24" fmla="*/ 22 w 42"/>
                <a:gd name="T25" fmla="*/ 7 h 23"/>
                <a:gd name="T26" fmla="*/ 13 w 42"/>
                <a:gd name="T27" fmla="*/ 3 h 23"/>
                <a:gd name="T28" fmla="*/ 0 w 42"/>
                <a:gd name="T29" fmla="*/ 0 h 23"/>
                <a:gd name="T30" fmla="*/ 0 w 42"/>
                <a:gd name="T31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2" h="23">
                  <a:moveTo>
                    <a:pt x="0" y="0"/>
                  </a:moveTo>
                  <a:lnTo>
                    <a:pt x="0" y="5"/>
                  </a:lnTo>
                  <a:lnTo>
                    <a:pt x="0" y="5"/>
                  </a:lnTo>
                  <a:lnTo>
                    <a:pt x="16" y="14"/>
                  </a:lnTo>
                  <a:lnTo>
                    <a:pt x="24" y="20"/>
                  </a:lnTo>
                  <a:lnTo>
                    <a:pt x="34" y="22"/>
                  </a:lnTo>
                  <a:lnTo>
                    <a:pt x="34" y="22"/>
                  </a:lnTo>
                  <a:lnTo>
                    <a:pt x="40" y="23"/>
                  </a:lnTo>
                  <a:lnTo>
                    <a:pt x="42" y="23"/>
                  </a:lnTo>
                  <a:lnTo>
                    <a:pt x="38" y="20"/>
                  </a:lnTo>
                  <a:lnTo>
                    <a:pt x="38" y="20"/>
                  </a:lnTo>
                  <a:lnTo>
                    <a:pt x="29" y="13"/>
                  </a:lnTo>
                  <a:lnTo>
                    <a:pt x="22" y="7"/>
                  </a:lnTo>
                  <a:lnTo>
                    <a:pt x="13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11" name="Freeform 394">
              <a:extLst>
                <a:ext uri="{FF2B5EF4-FFF2-40B4-BE49-F238E27FC236}">
                  <a16:creationId xmlns:a16="http://schemas.microsoft.com/office/drawing/2014/main" id="{7CC709EE-7614-4EF6-867F-9D58AAEA2BC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1614" y="2493225"/>
              <a:ext cx="8898" cy="16314"/>
            </a:xfrm>
            <a:custGeom>
              <a:avLst/>
              <a:gdLst>
                <a:gd name="T0" fmla="*/ 0 w 6"/>
                <a:gd name="T1" fmla="*/ 0 h 11"/>
                <a:gd name="T2" fmla="*/ 0 w 6"/>
                <a:gd name="T3" fmla="*/ 0 h 11"/>
                <a:gd name="T4" fmla="*/ 2 w 6"/>
                <a:gd name="T5" fmla="*/ 7 h 11"/>
                <a:gd name="T6" fmla="*/ 2 w 6"/>
                <a:gd name="T7" fmla="*/ 7 h 11"/>
                <a:gd name="T8" fmla="*/ 6 w 6"/>
                <a:gd name="T9" fmla="*/ 11 h 11"/>
                <a:gd name="T10" fmla="*/ 6 w 6"/>
                <a:gd name="T11" fmla="*/ 9 h 11"/>
                <a:gd name="T12" fmla="*/ 0 w 6"/>
                <a:gd name="T13" fmla="*/ 0 h 11"/>
                <a:gd name="T14" fmla="*/ 0 w 6"/>
                <a:gd name="T15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" h="11">
                  <a:moveTo>
                    <a:pt x="0" y="0"/>
                  </a:moveTo>
                  <a:lnTo>
                    <a:pt x="0" y="0"/>
                  </a:lnTo>
                  <a:lnTo>
                    <a:pt x="2" y="7"/>
                  </a:lnTo>
                  <a:lnTo>
                    <a:pt x="2" y="7"/>
                  </a:lnTo>
                  <a:lnTo>
                    <a:pt x="6" y="11"/>
                  </a:lnTo>
                  <a:lnTo>
                    <a:pt x="6" y="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12" name="Freeform 395">
              <a:extLst>
                <a:ext uri="{FF2B5EF4-FFF2-40B4-BE49-F238E27FC236}">
                  <a16:creationId xmlns:a16="http://schemas.microsoft.com/office/drawing/2014/main" id="{6B546996-7832-41E2-93B8-8AB9DDCA882C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9131" y="2473947"/>
              <a:ext cx="29660" cy="29660"/>
            </a:xfrm>
            <a:custGeom>
              <a:avLst/>
              <a:gdLst>
                <a:gd name="T0" fmla="*/ 7 w 20"/>
                <a:gd name="T1" fmla="*/ 0 h 20"/>
                <a:gd name="T2" fmla="*/ 7 w 20"/>
                <a:gd name="T3" fmla="*/ 0 h 20"/>
                <a:gd name="T4" fmla="*/ 18 w 20"/>
                <a:gd name="T5" fmla="*/ 13 h 20"/>
                <a:gd name="T6" fmla="*/ 20 w 20"/>
                <a:gd name="T7" fmla="*/ 15 h 20"/>
                <a:gd name="T8" fmla="*/ 20 w 20"/>
                <a:gd name="T9" fmla="*/ 18 h 20"/>
                <a:gd name="T10" fmla="*/ 18 w 20"/>
                <a:gd name="T11" fmla="*/ 20 h 20"/>
                <a:gd name="T12" fmla="*/ 14 w 20"/>
                <a:gd name="T13" fmla="*/ 20 h 20"/>
                <a:gd name="T14" fmla="*/ 14 w 20"/>
                <a:gd name="T15" fmla="*/ 20 h 20"/>
                <a:gd name="T16" fmla="*/ 9 w 20"/>
                <a:gd name="T17" fmla="*/ 20 h 20"/>
                <a:gd name="T18" fmla="*/ 5 w 20"/>
                <a:gd name="T19" fmla="*/ 18 h 20"/>
                <a:gd name="T20" fmla="*/ 7 w 20"/>
                <a:gd name="T21" fmla="*/ 15 h 20"/>
                <a:gd name="T22" fmla="*/ 7 w 20"/>
                <a:gd name="T23" fmla="*/ 15 h 20"/>
                <a:gd name="T24" fmla="*/ 5 w 20"/>
                <a:gd name="T25" fmla="*/ 15 h 20"/>
                <a:gd name="T26" fmla="*/ 3 w 20"/>
                <a:gd name="T27" fmla="*/ 16 h 20"/>
                <a:gd name="T28" fmla="*/ 2 w 20"/>
                <a:gd name="T29" fmla="*/ 16 h 20"/>
                <a:gd name="T30" fmla="*/ 0 w 20"/>
                <a:gd name="T31" fmla="*/ 15 h 20"/>
                <a:gd name="T32" fmla="*/ 0 w 20"/>
                <a:gd name="T33" fmla="*/ 15 h 20"/>
                <a:gd name="T34" fmla="*/ 0 w 20"/>
                <a:gd name="T35" fmla="*/ 9 h 20"/>
                <a:gd name="T36" fmla="*/ 2 w 20"/>
                <a:gd name="T37" fmla="*/ 4 h 20"/>
                <a:gd name="T38" fmla="*/ 7 w 20"/>
                <a:gd name="T3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0" h="20">
                  <a:moveTo>
                    <a:pt x="7" y="0"/>
                  </a:moveTo>
                  <a:lnTo>
                    <a:pt x="7" y="0"/>
                  </a:lnTo>
                  <a:lnTo>
                    <a:pt x="18" y="13"/>
                  </a:lnTo>
                  <a:lnTo>
                    <a:pt x="20" y="15"/>
                  </a:lnTo>
                  <a:lnTo>
                    <a:pt x="20" y="18"/>
                  </a:lnTo>
                  <a:lnTo>
                    <a:pt x="18" y="20"/>
                  </a:lnTo>
                  <a:lnTo>
                    <a:pt x="14" y="20"/>
                  </a:lnTo>
                  <a:lnTo>
                    <a:pt x="14" y="20"/>
                  </a:lnTo>
                  <a:lnTo>
                    <a:pt x="9" y="20"/>
                  </a:lnTo>
                  <a:lnTo>
                    <a:pt x="5" y="18"/>
                  </a:lnTo>
                  <a:lnTo>
                    <a:pt x="7" y="15"/>
                  </a:lnTo>
                  <a:lnTo>
                    <a:pt x="7" y="15"/>
                  </a:lnTo>
                  <a:lnTo>
                    <a:pt x="5" y="15"/>
                  </a:lnTo>
                  <a:lnTo>
                    <a:pt x="3" y="16"/>
                  </a:lnTo>
                  <a:lnTo>
                    <a:pt x="2" y="16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0" y="9"/>
                  </a:lnTo>
                  <a:lnTo>
                    <a:pt x="2" y="4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13" name="Freeform 396">
              <a:extLst>
                <a:ext uri="{FF2B5EF4-FFF2-40B4-BE49-F238E27FC236}">
                  <a16:creationId xmlns:a16="http://schemas.microsoft.com/office/drawing/2014/main" id="{3441022E-70CE-4368-918F-456ED0B39FF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3016" y="2463565"/>
              <a:ext cx="29660" cy="10381"/>
            </a:xfrm>
            <a:custGeom>
              <a:avLst/>
              <a:gdLst>
                <a:gd name="T0" fmla="*/ 11 w 20"/>
                <a:gd name="T1" fmla="*/ 0 h 7"/>
                <a:gd name="T2" fmla="*/ 20 w 20"/>
                <a:gd name="T3" fmla="*/ 0 h 7"/>
                <a:gd name="T4" fmla="*/ 19 w 20"/>
                <a:gd name="T5" fmla="*/ 7 h 7"/>
                <a:gd name="T6" fmla="*/ 19 w 20"/>
                <a:gd name="T7" fmla="*/ 7 h 7"/>
                <a:gd name="T8" fmla="*/ 4 w 20"/>
                <a:gd name="T9" fmla="*/ 7 h 7"/>
                <a:gd name="T10" fmla="*/ 4 w 20"/>
                <a:gd name="T11" fmla="*/ 7 h 7"/>
                <a:gd name="T12" fmla="*/ 2 w 20"/>
                <a:gd name="T13" fmla="*/ 5 h 7"/>
                <a:gd name="T14" fmla="*/ 0 w 20"/>
                <a:gd name="T15" fmla="*/ 3 h 7"/>
                <a:gd name="T16" fmla="*/ 0 w 20"/>
                <a:gd name="T17" fmla="*/ 3 h 7"/>
                <a:gd name="T18" fmla="*/ 11 w 20"/>
                <a:gd name="T19" fmla="*/ 0 h 7"/>
                <a:gd name="T20" fmla="*/ 11 w 20"/>
                <a:gd name="T21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0" h="7">
                  <a:moveTo>
                    <a:pt x="11" y="0"/>
                  </a:moveTo>
                  <a:lnTo>
                    <a:pt x="20" y="0"/>
                  </a:lnTo>
                  <a:lnTo>
                    <a:pt x="19" y="7"/>
                  </a:lnTo>
                  <a:lnTo>
                    <a:pt x="19" y="7"/>
                  </a:lnTo>
                  <a:lnTo>
                    <a:pt x="4" y="7"/>
                  </a:lnTo>
                  <a:lnTo>
                    <a:pt x="4" y="7"/>
                  </a:lnTo>
                  <a:lnTo>
                    <a:pt x="2" y="5"/>
                  </a:lnTo>
                  <a:lnTo>
                    <a:pt x="0" y="3"/>
                  </a:lnTo>
                  <a:lnTo>
                    <a:pt x="0" y="3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14" name="Freeform 397">
              <a:extLst>
                <a:ext uri="{FF2B5EF4-FFF2-40B4-BE49-F238E27FC236}">
                  <a16:creationId xmlns:a16="http://schemas.microsoft.com/office/drawing/2014/main" id="{ADB67E08-958F-4010-9A70-85AD914818A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8018" y="2441321"/>
              <a:ext cx="32626" cy="32626"/>
            </a:xfrm>
            <a:custGeom>
              <a:avLst/>
              <a:gdLst>
                <a:gd name="T0" fmla="*/ 18 w 22"/>
                <a:gd name="T1" fmla="*/ 0 h 22"/>
                <a:gd name="T2" fmla="*/ 18 w 22"/>
                <a:gd name="T3" fmla="*/ 0 h 22"/>
                <a:gd name="T4" fmla="*/ 22 w 22"/>
                <a:gd name="T5" fmla="*/ 0 h 22"/>
                <a:gd name="T6" fmla="*/ 20 w 22"/>
                <a:gd name="T7" fmla="*/ 0 h 22"/>
                <a:gd name="T8" fmla="*/ 20 w 22"/>
                <a:gd name="T9" fmla="*/ 2 h 22"/>
                <a:gd name="T10" fmla="*/ 20 w 22"/>
                <a:gd name="T11" fmla="*/ 4 h 22"/>
                <a:gd name="T12" fmla="*/ 20 w 22"/>
                <a:gd name="T13" fmla="*/ 4 h 22"/>
                <a:gd name="T14" fmla="*/ 15 w 22"/>
                <a:gd name="T15" fmla="*/ 13 h 22"/>
                <a:gd name="T16" fmla="*/ 11 w 22"/>
                <a:gd name="T17" fmla="*/ 17 h 22"/>
                <a:gd name="T18" fmla="*/ 6 w 22"/>
                <a:gd name="T19" fmla="*/ 20 h 22"/>
                <a:gd name="T20" fmla="*/ 6 w 22"/>
                <a:gd name="T21" fmla="*/ 20 h 22"/>
                <a:gd name="T22" fmla="*/ 2 w 22"/>
                <a:gd name="T23" fmla="*/ 22 h 22"/>
                <a:gd name="T24" fmla="*/ 0 w 22"/>
                <a:gd name="T25" fmla="*/ 20 h 22"/>
                <a:gd name="T26" fmla="*/ 4 w 22"/>
                <a:gd name="T27" fmla="*/ 13 h 22"/>
                <a:gd name="T28" fmla="*/ 13 w 22"/>
                <a:gd name="T29" fmla="*/ 6 h 22"/>
                <a:gd name="T30" fmla="*/ 18 w 22"/>
                <a:gd name="T31" fmla="*/ 0 h 22"/>
                <a:gd name="T32" fmla="*/ 18 w 22"/>
                <a:gd name="T33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" h="22">
                  <a:moveTo>
                    <a:pt x="18" y="0"/>
                  </a:moveTo>
                  <a:lnTo>
                    <a:pt x="18" y="0"/>
                  </a:lnTo>
                  <a:lnTo>
                    <a:pt x="22" y="0"/>
                  </a:lnTo>
                  <a:lnTo>
                    <a:pt x="20" y="0"/>
                  </a:lnTo>
                  <a:lnTo>
                    <a:pt x="20" y="2"/>
                  </a:lnTo>
                  <a:lnTo>
                    <a:pt x="20" y="4"/>
                  </a:lnTo>
                  <a:lnTo>
                    <a:pt x="20" y="4"/>
                  </a:lnTo>
                  <a:lnTo>
                    <a:pt x="15" y="13"/>
                  </a:lnTo>
                  <a:lnTo>
                    <a:pt x="11" y="17"/>
                  </a:lnTo>
                  <a:lnTo>
                    <a:pt x="6" y="20"/>
                  </a:lnTo>
                  <a:lnTo>
                    <a:pt x="6" y="20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4" y="13"/>
                  </a:lnTo>
                  <a:lnTo>
                    <a:pt x="13" y="6"/>
                  </a:lnTo>
                  <a:lnTo>
                    <a:pt x="18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15" name="Freeform 398">
              <a:extLst>
                <a:ext uri="{FF2B5EF4-FFF2-40B4-BE49-F238E27FC236}">
                  <a16:creationId xmlns:a16="http://schemas.microsoft.com/office/drawing/2014/main" id="{83AB801B-C785-4726-A28A-1062D67AD5A9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9109" y="2427973"/>
              <a:ext cx="174995" cy="173512"/>
            </a:xfrm>
            <a:custGeom>
              <a:avLst/>
              <a:gdLst>
                <a:gd name="T0" fmla="*/ 40 w 118"/>
                <a:gd name="T1" fmla="*/ 9 h 117"/>
                <a:gd name="T2" fmla="*/ 31 w 118"/>
                <a:gd name="T3" fmla="*/ 15 h 117"/>
                <a:gd name="T4" fmla="*/ 29 w 118"/>
                <a:gd name="T5" fmla="*/ 36 h 117"/>
                <a:gd name="T6" fmla="*/ 25 w 118"/>
                <a:gd name="T7" fmla="*/ 58 h 117"/>
                <a:gd name="T8" fmla="*/ 23 w 118"/>
                <a:gd name="T9" fmla="*/ 64 h 117"/>
                <a:gd name="T10" fmla="*/ 20 w 118"/>
                <a:gd name="T11" fmla="*/ 66 h 117"/>
                <a:gd name="T12" fmla="*/ 12 w 118"/>
                <a:gd name="T13" fmla="*/ 73 h 117"/>
                <a:gd name="T14" fmla="*/ 9 w 118"/>
                <a:gd name="T15" fmla="*/ 71 h 117"/>
                <a:gd name="T16" fmla="*/ 11 w 118"/>
                <a:gd name="T17" fmla="*/ 78 h 117"/>
                <a:gd name="T18" fmla="*/ 0 w 118"/>
                <a:gd name="T19" fmla="*/ 97 h 117"/>
                <a:gd name="T20" fmla="*/ 9 w 118"/>
                <a:gd name="T21" fmla="*/ 98 h 117"/>
                <a:gd name="T22" fmla="*/ 25 w 118"/>
                <a:gd name="T23" fmla="*/ 97 h 117"/>
                <a:gd name="T24" fmla="*/ 43 w 118"/>
                <a:gd name="T25" fmla="*/ 95 h 117"/>
                <a:gd name="T26" fmla="*/ 47 w 118"/>
                <a:gd name="T27" fmla="*/ 97 h 117"/>
                <a:gd name="T28" fmla="*/ 65 w 118"/>
                <a:gd name="T29" fmla="*/ 93 h 117"/>
                <a:gd name="T30" fmla="*/ 69 w 118"/>
                <a:gd name="T31" fmla="*/ 100 h 117"/>
                <a:gd name="T32" fmla="*/ 73 w 118"/>
                <a:gd name="T33" fmla="*/ 108 h 117"/>
                <a:gd name="T34" fmla="*/ 67 w 118"/>
                <a:gd name="T35" fmla="*/ 109 h 117"/>
                <a:gd name="T36" fmla="*/ 74 w 118"/>
                <a:gd name="T37" fmla="*/ 113 h 117"/>
                <a:gd name="T38" fmla="*/ 89 w 118"/>
                <a:gd name="T39" fmla="*/ 93 h 117"/>
                <a:gd name="T40" fmla="*/ 96 w 118"/>
                <a:gd name="T41" fmla="*/ 102 h 117"/>
                <a:gd name="T42" fmla="*/ 93 w 118"/>
                <a:gd name="T43" fmla="*/ 108 h 117"/>
                <a:gd name="T44" fmla="*/ 98 w 118"/>
                <a:gd name="T45" fmla="*/ 113 h 117"/>
                <a:gd name="T46" fmla="*/ 104 w 118"/>
                <a:gd name="T47" fmla="*/ 108 h 117"/>
                <a:gd name="T48" fmla="*/ 114 w 118"/>
                <a:gd name="T49" fmla="*/ 108 h 117"/>
                <a:gd name="T50" fmla="*/ 114 w 118"/>
                <a:gd name="T51" fmla="*/ 95 h 117"/>
                <a:gd name="T52" fmla="*/ 109 w 118"/>
                <a:gd name="T53" fmla="*/ 102 h 117"/>
                <a:gd name="T54" fmla="*/ 114 w 118"/>
                <a:gd name="T55" fmla="*/ 93 h 117"/>
                <a:gd name="T56" fmla="*/ 114 w 118"/>
                <a:gd name="T57" fmla="*/ 87 h 117"/>
                <a:gd name="T58" fmla="*/ 107 w 118"/>
                <a:gd name="T59" fmla="*/ 93 h 117"/>
                <a:gd name="T60" fmla="*/ 100 w 118"/>
                <a:gd name="T61" fmla="*/ 98 h 117"/>
                <a:gd name="T62" fmla="*/ 104 w 118"/>
                <a:gd name="T63" fmla="*/ 93 h 117"/>
                <a:gd name="T64" fmla="*/ 107 w 118"/>
                <a:gd name="T65" fmla="*/ 77 h 117"/>
                <a:gd name="T66" fmla="*/ 89 w 118"/>
                <a:gd name="T67" fmla="*/ 80 h 117"/>
                <a:gd name="T68" fmla="*/ 87 w 118"/>
                <a:gd name="T69" fmla="*/ 77 h 117"/>
                <a:gd name="T70" fmla="*/ 82 w 118"/>
                <a:gd name="T71" fmla="*/ 69 h 117"/>
                <a:gd name="T72" fmla="*/ 87 w 118"/>
                <a:gd name="T73" fmla="*/ 60 h 117"/>
                <a:gd name="T74" fmla="*/ 82 w 118"/>
                <a:gd name="T75" fmla="*/ 53 h 117"/>
                <a:gd name="T76" fmla="*/ 78 w 118"/>
                <a:gd name="T77" fmla="*/ 58 h 117"/>
                <a:gd name="T78" fmla="*/ 73 w 118"/>
                <a:gd name="T79" fmla="*/ 53 h 117"/>
                <a:gd name="T80" fmla="*/ 67 w 118"/>
                <a:gd name="T81" fmla="*/ 60 h 117"/>
                <a:gd name="T82" fmla="*/ 47 w 118"/>
                <a:gd name="T83" fmla="*/ 57 h 117"/>
                <a:gd name="T84" fmla="*/ 56 w 118"/>
                <a:gd name="T85" fmla="*/ 47 h 117"/>
                <a:gd name="T86" fmla="*/ 47 w 118"/>
                <a:gd name="T87" fmla="*/ 38 h 117"/>
                <a:gd name="T88" fmla="*/ 38 w 118"/>
                <a:gd name="T89" fmla="*/ 36 h 117"/>
                <a:gd name="T90" fmla="*/ 47 w 118"/>
                <a:gd name="T91" fmla="*/ 27 h 117"/>
                <a:gd name="T92" fmla="*/ 45 w 118"/>
                <a:gd name="T93" fmla="*/ 16 h 117"/>
                <a:gd name="T94" fmla="*/ 54 w 118"/>
                <a:gd name="T95" fmla="*/ 7 h 117"/>
                <a:gd name="T96" fmla="*/ 53 w 118"/>
                <a:gd name="T97" fmla="*/ 2 h 117"/>
                <a:gd name="T98" fmla="*/ 49 w 118"/>
                <a:gd name="T9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18" h="117">
                  <a:moveTo>
                    <a:pt x="47" y="0"/>
                  </a:moveTo>
                  <a:lnTo>
                    <a:pt x="47" y="0"/>
                  </a:lnTo>
                  <a:lnTo>
                    <a:pt x="43" y="4"/>
                  </a:lnTo>
                  <a:lnTo>
                    <a:pt x="40" y="9"/>
                  </a:lnTo>
                  <a:lnTo>
                    <a:pt x="38" y="15"/>
                  </a:lnTo>
                  <a:lnTo>
                    <a:pt x="38" y="15"/>
                  </a:lnTo>
                  <a:lnTo>
                    <a:pt x="31" y="15"/>
                  </a:lnTo>
                  <a:lnTo>
                    <a:pt x="31" y="15"/>
                  </a:lnTo>
                  <a:lnTo>
                    <a:pt x="31" y="20"/>
                  </a:lnTo>
                  <a:lnTo>
                    <a:pt x="31" y="27"/>
                  </a:lnTo>
                  <a:lnTo>
                    <a:pt x="31" y="27"/>
                  </a:lnTo>
                  <a:lnTo>
                    <a:pt x="29" y="36"/>
                  </a:lnTo>
                  <a:lnTo>
                    <a:pt x="25" y="44"/>
                  </a:lnTo>
                  <a:lnTo>
                    <a:pt x="18" y="58"/>
                  </a:lnTo>
                  <a:lnTo>
                    <a:pt x="18" y="58"/>
                  </a:lnTo>
                  <a:lnTo>
                    <a:pt x="25" y="58"/>
                  </a:lnTo>
                  <a:lnTo>
                    <a:pt x="25" y="58"/>
                  </a:lnTo>
                  <a:lnTo>
                    <a:pt x="25" y="62"/>
                  </a:lnTo>
                  <a:lnTo>
                    <a:pt x="25" y="64"/>
                  </a:lnTo>
                  <a:lnTo>
                    <a:pt x="23" y="64"/>
                  </a:lnTo>
                  <a:lnTo>
                    <a:pt x="23" y="69"/>
                  </a:lnTo>
                  <a:lnTo>
                    <a:pt x="23" y="69"/>
                  </a:lnTo>
                  <a:lnTo>
                    <a:pt x="22" y="67"/>
                  </a:lnTo>
                  <a:lnTo>
                    <a:pt x="20" y="66"/>
                  </a:lnTo>
                  <a:lnTo>
                    <a:pt x="18" y="64"/>
                  </a:lnTo>
                  <a:lnTo>
                    <a:pt x="14" y="64"/>
                  </a:lnTo>
                  <a:lnTo>
                    <a:pt x="14" y="66"/>
                  </a:lnTo>
                  <a:lnTo>
                    <a:pt x="12" y="73"/>
                  </a:lnTo>
                  <a:lnTo>
                    <a:pt x="12" y="73"/>
                  </a:lnTo>
                  <a:lnTo>
                    <a:pt x="11" y="71"/>
                  </a:lnTo>
                  <a:lnTo>
                    <a:pt x="9" y="71"/>
                  </a:lnTo>
                  <a:lnTo>
                    <a:pt x="9" y="71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7" y="73"/>
                  </a:lnTo>
                  <a:lnTo>
                    <a:pt x="11" y="78"/>
                  </a:lnTo>
                  <a:lnTo>
                    <a:pt x="11" y="78"/>
                  </a:lnTo>
                  <a:lnTo>
                    <a:pt x="1" y="91"/>
                  </a:lnTo>
                  <a:lnTo>
                    <a:pt x="0" y="93"/>
                  </a:lnTo>
                  <a:lnTo>
                    <a:pt x="0" y="97"/>
                  </a:lnTo>
                  <a:lnTo>
                    <a:pt x="0" y="98"/>
                  </a:lnTo>
                  <a:lnTo>
                    <a:pt x="3" y="100"/>
                  </a:lnTo>
                  <a:lnTo>
                    <a:pt x="3" y="100"/>
                  </a:lnTo>
                  <a:lnTo>
                    <a:pt x="9" y="98"/>
                  </a:lnTo>
                  <a:lnTo>
                    <a:pt x="11" y="95"/>
                  </a:lnTo>
                  <a:lnTo>
                    <a:pt x="11" y="95"/>
                  </a:lnTo>
                  <a:lnTo>
                    <a:pt x="18" y="95"/>
                  </a:lnTo>
                  <a:lnTo>
                    <a:pt x="25" y="97"/>
                  </a:lnTo>
                  <a:lnTo>
                    <a:pt x="38" y="98"/>
                  </a:lnTo>
                  <a:lnTo>
                    <a:pt x="38" y="98"/>
                  </a:lnTo>
                  <a:lnTo>
                    <a:pt x="42" y="97"/>
                  </a:lnTo>
                  <a:lnTo>
                    <a:pt x="43" y="95"/>
                  </a:lnTo>
                  <a:lnTo>
                    <a:pt x="45" y="93"/>
                  </a:lnTo>
                  <a:lnTo>
                    <a:pt x="47" y="93"/>
                  </a:lnTo>
                  <a:lnTo>
                    <a:pt x="47" y="93"/>
                  </a:lnTo>
                  <a:lnTo>
                    <a:pt x="47" y="97"/>
                  </a:lnTo>
                  <a:lnTo>
                    <a:pt x="49" y="98"/>
                  </a:lnTo>
                  <a:lnTo>
                    <a:pt x="51" y="98"/>
                  </a:lnTo>
                  <a:lnTo>
                    <a:pt x="65" y="93"/>
                  </a:lnTo>
                  <a:lnTo>
                    <a:pt x="65" y="93"/>
                  </a:lnTo>
                  <a:lnTo>
                    <a:pt x="71" y="93"/>
                  </a:lnTo>
                  <a:lnTo>
                    <a:pt x="71" y="95"/>
                  </a:lnTo>
                  <a:lnTo>
                    <a:pt x="69" y="97"/>
                  </a:lnTo>
                  <a:lnTo>
                    <a:pt x="69" y="100"/>
                  </a:lnTo>
                  <a:lnTo>
                    <a:pt x="69" y="100"/>
                  </a:lnTo>
                  <a:lnTo>
                    <a:pt x="74" y="102"/>
                  </a:lnTo>
                  <a:lnTo>
                    <a:pt x="74" y="104"/>
                  </a:lnTo>
                  <a:lnTo>
                    <a:pt x="73" y="108"/>
                  </a:lnTo>
                  <a:lnTo>
                    <a:pt x="73" y="108"/>
                  </a:lnTo>
                  <a:lnTo>
                    <a:pt x="71" y="109"/>
                  </a:lnTo>
                  <a:lnTo>
                    <a:pt x="67" y="109"/>
                  </a:lnTo>
                  <a:lnTo>
                    <a:pt x="67" y="109"/>
                  </a:lnTo>
                  <a:lnTo>
                    <a:pt x="69" y="111"/>
                  </a:lnTo>
                  <a:lnTo>
                    <a:pt x="71" y="113"/>
                  </a:lnTo>
                  <a:lnTo>
                    <a:pt x="71" y="115"/>
                  </a:lnTo>
                  <a:lnTo>
                    <a:pt x="74" y="113"/>
                  </a:lnTo>
                  <a:lnTo>
                    <a:pt x="74" y="113"/>
                  </a:lnTo>
                  <a:lnTo>
                    <a:pt x="82" y="104"/>
                  </a:lnTo>
                  <a:lnTo>
                    <a:pt x="89" y="93"/>
                  </a:lnTo>
                  <a:lnTo>
                    <a:pt x="89" y="93"/>
                  </a:lnTo>
                  <a:lnTo>
                    <a:pt x="93" y="97"/>
                  </a:lnTo>
                  <a:lnTo>
                    <a:pt x="96" y="98"/>
                  </a:lnTo>
                  <a:lnTo>
                    <a:pt x="96" y="98"/>
                  </a:lnTo>
                  <a:lnTo>
                    <a:pt x="96" y="102"/>
                  </a:lnTo>
                  <a:lnTo>
                    <a:pt x="96" y="106"/>
                  </a:lnTo>
                  <a:lnTo>
                    <a:pt x="94" y="106"/>
                  </a:lnTo>
                  <a:lnTo>
                    <a:pt x="94" y="106"/>
                  </a:lnTo>
                  <a:lnTo>
                    <a:pt x="93" y="108"/>
                  </a:lnTo>
                  <a:lnTo>
                    <a:pt x="94" y="109"/>
                  </a:lnTo>
                  <a:lnTo>
                    <a:pt x="96" y="115"/>
                  </a:lnTo>
                  <a:lnTo>
                    <a:pt x="96" y="115"/>
                  </a:lnTo>
                  <a:lnTo>
                    <a:pt x="98" y="113"/>
                  </a:lnTo>
                  <a:lnTo>
                    <a:pt x="98" y="111"/>
                  </a:lnTo>
                  <a:lnTo>
                    <a:pt x="100" y="108"/>
                  </a:lnTo>
                  <a:lnTo>
                    <a:pt x="104" y="108"/>
                  </a:lnTo>
                  <a:lnTo>
                    <a:pt x="104" y="108"/>
                  </a:lnTo>
                  <a:lnTo>
                    <a:pt x="104" y="115"/>
                  </a:lnTo>
                  <a:lnTo>
                    <a:pt x="111" y="117"/>
                  </a:lnTo>
                  <a:lnTo>
                    <a:pt x="111" y="117"/>
                  </a:lnTo>
                  <a:lnTo>
                    <a:pt x="114" y="108"/>
                  </a:lnTo>
                  <a:lnTo>
                    <a:pt x="114" y="108"/>
                  </a:lnTo>
                  <a:lnTo>
                    <a:pt x="116" y="98"/>
                  </a:lnTo>
                  <a:lnTo>
                    <a:pt x="116" y="95"/>
                  </a:lnTo>
                  <a:lnTo>
                    <a:pt x="114" y="95"/>
                  </a:lnTo>
                  <a:lnTo>
                    <a:pt x="114" y="98"/>
                  </a:lnTo>
                  <a:lnTo>
                    <a:pt x="114" y="102"/>
                  </a:lnTo>
                  <a:lnTo>
                    <a:pt x="114" y="102"/>
                  </a:lnTo>
                  <a:lnTo>
                    <a:pt x="109" y="102"/>
                  </a:lnTo>
                  <a:lnTo>
                    <a:pt x="109" y="98"/>
                  </a:lnTo>
                  <a:lnTo>
                    <a:pt x="111" y="95"/>
                  </a:lnTo>
                  <a:lnTo>
                    <a:pt x="114" y="93"/>
                  </a:lnTo>
                  <a:lnTo>
                    <a:pt x="114" y="93"/>
                  </a:lnTo>
                  <a:lnTo>
                    <a:pt x="116" y="91"/>
                  </a:lnTo>
                  <a:lnTo>
                    <a:pt x="118" y="89"/>
                  </a:lnTo>
                  <a:lnTo>
                    <a:pt x="116" y="87"/>
                  </a:lnTo>
                  <a:lnTo>
                    <a:pt x="114" y="87"/>
                  </a:lnTo>
                  <a:lnTo>
                    <a:pt x="111" y="87"/>
                  </a:lnTo>
                  <a:lnTo>
                    <a:pt x="109" y="89"/>
                  </a:lnTo>
                  <a:lnTo>
                    <a:pt x="107" y="93"/>
                  </a:lnTo>
                  <a:lnTo>
                    <a:pt x="107" y="93"/>
                  </a:lnTo>
                  <a:lnTo>
                    <a:pt x="107" y="97"/>
                  </a:lnTo>
                  <a:lnTo>
                    <a:pt x="107" y="100"/>
                  </a:lnTo>
                  <a:lnTo>
                    <a:pt x="107" y="100"/>
                  </a:lnTo>
                  <a:lnTo>
                    <a:pt x="100" y="98"/>
                  </a:lnTo>
                  <a:lnTo>
                    <a:pt x="98" y="97"/>
                  </a:lnTo>
                  <a:lnTo>
                    <a:pt x="100" y="95"/>
                  </a:lnTo>
                  <a:lnTo>
                    <a:pt x="104" y="93"/>
                  </a:lnTo>
                  <a:lnTo>
                    <a:pt x="104" y="93"/>
                  </a:lnTo>
                  <a:lnTo>
                    <a:pt x="100" y="86"/>
                  </a:lnTo>
                  <a:lnTo>
                    <a:pt x="100" y="86"/>
                  </a:lnTo>
                  <a:lnTo>
                    <a:pt x="104" y="80"/>
                  </a:lnTo>
                  <a:lnTo>
                    <a:pt x="107" y="77"/>
                  </a:lnTo>
                  <a:lnTo>
                    <a:pt x="107" y="77"/>
                  </a:lnTo>
                  <a:lnTo>
                    <a:pt x="96" y="78"/>
                  </a:lnTo>
                  <a:lnTo>
                    <a:pt x="96" y="78"/>
                  </a:lnTo>
                  <a:lnTo>
                    <a:pt x="89" y="80"/>
                  </a:lnTo>
                  <a:lnTo>
                    <a:pt x="93" y="73"/>
                  </a:lnTo>
                  <a:lnTo>
                    <a:pt x="93" y="73"/>
                  </a:lnTo>
                  <a:lnTo>
                    <a:pt x="89" y="75"/>
                  </a:lnTo>
                  <a:lnTo>
                    <a:pt x="87" y="77"/>
                  </a:lnTo>
                  <a:lnTo>
                    <a:pt x="87" y="77"/>
                  </a:lnTo>
                  <a:lnTo>
                    <a:pt x="87" y="75"/>
                  </a:lnTo>
                  <a:lnTo>
                    <a:pt x="85" y="71"/>
                  </a:lnTo>
                  <a:lnTo>
                    <a:pt x="82" y="69"/>
                  </a:lnTo>
                  <a:lnTo>
                    <a:pt x="87" y="69"/>
                  </a:lnTo>
                  <a:lnTo>
                    <a:pt x="87" y="69"/>
                  </a:lnTo>
                  <a:lnTo>
                    <a:pt x="87" y="64"/>
                  </a:lnTo>
                  <a:lnTo>
                    <a:pt x="87" y="60"/>
                  </a:lnTo>
                  <a:lnTo>
                    <a:pt x="87" y="57"/>
                  </a:lnTo>
                  <a:lnTo>
                    <a:pt x="85" y="53"/>
                  </a:lnTo>
                  <a:lnTo>
                    <a:pt x="85" y="53"/>
                  </a:lnTo>
                  <a:lnTo>
                    <a:pt x="82" y="53"/>
                  </a:lnTo>
                  <a:lnTo>
                    <a:pt x="82" y="55"/>
                  </a:lnTo>
                  <a:lnTo>
                    <a:pt x="82" y="58"/>
                  </a:lnTo>
                  <a:lnTo>
                    <a:pt x="82" y="58"/>
                  </a:lnTo>
                  <a:lnTo>
                    <a:pt x="78" y="58"/>
                  </a:lnTo>
                  <a:lnTo>
                    <a:pt x="76" y="57"/>
                  </a:lnTo>
                  <a:lnTo>
                    <a:pt x="74" y="55"/>
                  </a:lnTo>
                  <a:lnTo>
                    <a:pt x="73" y="53"/>
                  </a:lnTo>
                  <a:lnTo>
                    <a:pt x="73" y="53"/>
                  </a:lnTo>
                  <a:lnTo>
                    <a:pt x="67" y="55"/>
                  </a:lnTo>
                  <a:lnTo>
                    <a:pt x="67" y="57"/>
                  </a:lnTo>
                  <a:lnTo>
                    <a:pt x="69" y="60"/>
                  </a:lnTo>
                  <a:lnTo>
                    <a:pt x="67" y="60"/>
                  </a:lnTo>
                  <a:lnTo>
                    <a:pt x="65" y="60"/>
                  </a:lnTo>
                  <a:lnTo>
                    <a:pt x="65" y="60"/>
                  </a:lnTo>
                  <a:lnTo>
                    <a:pt x="56" y="58"/>
                  </a:lnTo>
                  <a:lnTo>
                    <a:pt x="47" y="57"/>
                  </a:lnTo>
                  <a:lnTo>
                    <a:pt x="47" y="57"/>
                  </a:lnTo>
                  <a:lnTo>
                    <a:pt x="53" y="53"/>
                  </a:lnTo>
                  <a:lnTo>
                    <a:pt x="56" y="49"/>
                  </a:lnTo>
                  <a:lnTo>
                    <a:pt x="56" y="47"/>
                  </a:lnTo>
                  <a:lnTo>
                    <a:pt x="54" y="46"/>
                  </a:lnTo>
                  <a:lnTo>
                    <a:pt x="47" y="44"/>
                  </a:lnTo>
                  <a:lnTo>
                    <a:pt x="47" y="38"/>
                  </a:lnTo>
                  <a:lnTo>
                    <a:pt x="47" y="38"/>
                  </a:lnTo>
                  <a:lnTo>
                    <a:pt x="38" y="51"/>
                  </a:lnTo>
                  <a:lnTo>
                    <a:pt x="38" y="51"/>
                  </a:lnTo>
                  <a:lnTo>
                    <a:pt x="38" y="42"/>
                  </a:lnTo>
                  <a:lnTo>
                    <a:pt x="38" y="36"/>
                  </a:lnTo>
                  <a:lnTo>
                    <a:pt x="40" y="31"/>
                  </a:lnTo>
                  <a:lnTo>
                    <a:pt x="40" y="31"/>
                  </a:lnTo>
                  <a:lnTo>
                    <a:pt x="43" y="29"/>
                  </a:lnTo>
                  <a:lnTo>
                    <a:pt x="47" y="27"/>
                  </a:lnTo>
                  <a:lnTo>
                    <a:pt x="47" y="27"/>
                  </a:lnTo>
                  <a:lnTo>
                    <a:pt x="47" y="20"/>
                  </a:lnTo>
                  <a:lnTo>
                    <a:pt x="45" y="16"/>
                  </a:lnTo>
                  <a:lnTo>
                    <a:pt x="45" y="16"/>
                  </a:lnTo>
                  <a:lnTo>
                    <a:pt x="51" y="16"/>
                  </a:lnTo>
                  <a:lnTo>
                    <a:pt x="54" y="15"/>
                  </a:lnTo>
                  <a:lnTo>
                    <a:pt x="51" y="7"/>
                  </a:lnTo>
                  <a:lnTo>
                    <a:pt x="54" y="7"/>
                  </a:lnTo>
                  <a:lnTo>
                    <a:pt x="54" y="7"/>
                  </a:lnTo>
                  <a:lnTo>
                    <a:pt x="58" y="2"/>
                  </a:lnTo>
                  <a:lnTo>
                    <a:pt x="58" y="2"/>
                  </a:lnTo>
                  <a:lnTo>
                    <a:pt x="53" y="2"/>
                  </a:lnTo>
                  <a:lnTo>
                    <a:pt x="53" y="2"/>
                  </a:lnTo>
                  <a:lnTo>
                    <a:pt x="51" y="2"/>
                  </a:lnTo>
                  <a:lnTo>
                    <a:pt x="51" y="0"/>
                  </a:lnTo>
                  <a:lnTo>
                    <a:pt x="49" y="0"/>
                  </a:lnTo>
                  <a:lnTo>
                    <a:pt x="47" y="0"/>
                  </a:lnTo>
                  <a:lnTo>
                    <a:pt x="4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16" name="Freeform 399">
              <a:extLst>
                <a:ext uri="{FF2B5EF4-FFF2-40B4-BE49-F238E27FC236}">
                  <a16:creationId xmlns:a16="http://schemas.microsoft.com/office/drawing/2014/main" id="{48BB1061-E9A5-4898-9036-8C9B486707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9965" y="2368653"/>
              <a:ext cx="16314" cy="23728"/>
            </a:xfrm>
            <a:custGeom>
              <a:avLst/>
              <a:gdLst>
                <a:gd name="T0" fmla="*/ 7 w 11"/>
                <a:gd name="T1" fmla="*/ 0 h 16"/>
                <a:gd name="T2" fmla="*/ 7 w 11"/>
                <a:gd name="T3" fmla="*/ 0 h 16"/>
                <a:gd name="T4" fmla="*/ 9 w 11"/>
                <a:gd name="T5" fmla="*/ 0 h 16"/>
                <a:gd name="T6" fmla="*/ 11 w 11"/>
                <a:gd name="T7" fmla="*/ 2 h 16"/>
                <a:gd name="T8" fmla="*/ 11 w 11"/>
                <a:gd name="T9" fmla="*/ 5 h 16"/>
                <a:gd name="T10" fmla="*/ 9 w 11"/>
                <a:gd name="T11" fmla="*/ 11 h 16"/>
                <a:gd name="T12" fmla="*/ 4 w 11"/>
                <a:gd name="T13" fmla="*/ 16 h 16"/>
                <a:gd name="T14" fmla="*/ 4 w 11"/>
                <a:gd name="T15" fmla="*/ 16 h 16"/>
                <a:gd name="T16" fmla="*/ 0 w 11"/>
                <a:gd name="T17" fmla="*/ 16 h 16"/>
                <a:gd name="T18" fmla="*/ 0 w 11"/>
                <a:gd name="T19" fmla="*/ 16 h 16"/>
                <a:gd name="T20" fmla="*/ 2 w 11"/>
                <a:gd name="T21" fmla="*/ 15 h 16"/>
                <a:gd name="T22" fmla="*/ 0 w 11"/>
                <a:gd name="T23" fmla="*/ 13 h 16"/>
                <a:gd name="T24" fmla="*/ 0 w 11"/>
                <a:gd name="T25" fmla="*/ 13 h 16"/>
                <a:gd name="T26" fmla="*/ 2 w 11"/>
                <a:gd name="T27" fmla="*/ 7 h 16"/>
                <a:gd name="T28" fmla="*/ 4 w 11"/>
                <a:gd name="T29" fmla="*/ 4 h 16"/>
                <a:gd name="T30" fmla="*/ 7 w 11"/>
                <a:gd name="T31" fmla="*/ 0 h 16"/>
                <a:gd name="T32" fmla="*/ 7 w 11"/>
                <a:gd name="T33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1" h="16">
                  <a:moveTo>
                    <a:pt x="7" y="0"/>
                  </a:moveTo>
                  <a:lnTo>
                    <a:pt x="7" y="0"/>
                  </a:lnTo>
                  <a:lnTo>
                    <a:pt x="9" y="0"/>
                  </a:lnTo>
                  <a:lnTo>
                    <a:pt x="11" y="2"/>
                  </a:lnTo>
                  <a:lnTo>
                    <a:pt x="11" y="5"/>
                  </a:lnTo>
                  <a:lnTo>
                    <a:pt x="9" y="11"/>
                  </a:lnTo>
                  <a:lnTo>
                    <a:pt x="4" y="16"/>
                  </a:lnTo>
                  <a:lnTo>
                    <a:pt x="4" y="16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2" y="15"/>
                  </a:lnTo>
                  <a:lnTo>
                    <a:pt x="0" y="13"/>
                  </a:lnTo>
                  <a:lnTo>
                    <a:pt x="0" y="13"/>
                  </a:lnTo>
                  <a:lnTo>
                    <a:pt x="2" y="7"/>
                  </a:lnTo>
                  <a:lnTo>
                    <a:pt x="4" y="4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17" name="Freeform 400">
              <a:extLst>
                <a:ext uri="{FF2B5EF4-FFF2-40B4-BE49-F238E27FC236}">
                  <a16:creationId xmlns:a16="http://schemas.microsoft.com/office/drawing/2014/main" id="{9DE60096-BA23-45DF-A81A-C6E7E5C01E2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8987" y="2358272"/>
              <a:ext cx="11864" cy="20762"/>
            </a:xfrm>
            <a:custGeom>
              <a:avLst/>
              <a:gdLst>
                <a:gd name="T0" fmla="*/ 2 w 8"/>
                <a:gd name="T1" fmla="*/ 0 h 14"/>
                <a:gd name="T2" fmla="*/ 2 w 8"/>
                <a:gd name="T3" fmla="*/ 0 h 14"/>
                <a:gd name="T4" fmla="*/ 6 w 8"/>
                <a:gd name="T5" fmla="*/ 3 h 14"/>
                <a:gd name="T6" fmla="*/ 8 w 8"/>
                <a:gd name="T7" fmla="*/ 7 h 14"/>
                <a:gd name="T8" fmla="*/ 8 w 8"/>
                <a:gd name="T9" fmla="*/ 11 h 14"/>
                <a:gd name="T10" fmla="*/ 6 w 8"/>
                <a:gd name="T11" fmla="*/ 11 h 14"/>
                <a:gd name="T12" fmla="*/ 6 w 8"/>
                <a:gd name="T13" fmla="*/ 11 h 14"/>
                <a:gd name="T14" fmla="*/ 6 w 8"/>
                <a:gd name="T15" fmla="*/ 11 h 14"/>
                <a:gd name="T16" fmla="*/ 6 w 8"/>
                <a:gd name="T17" fmla="*/ 12 h 14"/>
                <a:gd name="T18" fmla="*/ 6 w 8"/>
                <a:gd name="T19" fmla="*/ 14 h 14"/>
                <a:gd name="T20" fmla="*/ 4 w 8"/>
                <a:gd name="T21" fmla="*/ 12 h 14"/>
                <a:gd name="T22" fmla="*/ 4 w 8"/>
                <a:gd name="T23" fmla="*/ 12 h 14"/>
                <a:gd name="T24" fmla="*/ 0 w 8"/>
                <a:gd name="T25" fmla="*/ 5 h 14"/>
                <a:gd name="T26" fmla="*/ 0 w 8"/>
                <a:gd name="T27" fmla="*/ 1 h 14"/>
                <a:gd name="T28" fmla="*/ 0 w 8"/>
                <a:gd name="T29" fmla="*/ 0 h 14"/>
                <a:gd name="T30" fmla="*/ 2 w 8"/>
                <a:gd name="T31" fmla="*/ 0 h 14"/>
                <a:gd name="T32" fmla="*/ 2 w 8"/>
                <a:gd name="T33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" h="14">
                  <a:moveTo>
                    <a:pt x="2" y="0"/>
                  </a:moveTo>
                  <a:lnTo>
                    <a:pt x="2" y="0"/>
                  </a:lnTo>
                  <a:lnTo>
                    <a:pt x="6" y="3"/>
                  </a:lnTo>
                  <a:lnTo>
                    <a:pt x="8" y="7"/>
                  </a:lnTo>
                  <a:lnTo>
                    <a:pt x="8" y="11"/>
                  </a:lnTo>
                  <a:lnTo>
                    <a:pt x="6" y="11"/>
                  </a:lnTo>
                  <a:lnTo>
                    <a:pt x="6" y="11"/>
                  </a:lnTo>
                  <a:lnTo>
                    <a:pt x="6" y="11"/>
                  </a:lnTo>
                  <a:lnTo>
                    <a:pt x="6" y="12"/>
                  </a:lnTo>
                  <a:lnTo>
                    <a:pt x="6" y="14"/>
                  </a:lnTo>
                  <a:lnTo>
                    <a:pt x="4" y="12"/>
                  </a:lnTo>
                  <a:lnTo>
                    <a:pt x="4" y="12"/>
                  </a:lnTo>
                  <a:lnTo>
                    <a:pt x="0" y="5"/>
                  </a:lnTo>
                  <a:lnTo>
                    <a:pt x="0" y="1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18" name="Freeform 401">
              <a:extLst>
                <a:ext uri="{FF2B5EF4-FFF2-40B4-BE49-F238E27FC236}">
                  <a16:creationId xmlns:a16="http://schemas.microsoft.com/office/drawing/2014/main" id="{ADF0DD1B-111A-4591-AA7B-54FA6370E56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3693" y="2330095"/>
              <a:ext cx="14830" cy="14830"/>
            </a:xfrm>
            <a:custGeom>
              <a:avLst/>
              <a:gdLst>
                <a:gd name="T0" fmla="*/ 6 w 10"/>
                <a:gd name="T1" fmla="*/ 0 h 10"/>
                <a:gd name="T2" fmla="*/ 6 w 10"/>
                <a:gd name="T3" fmla="*/ 0 h 10"/>
                <a:gd name="T4" fmla="*/ 10 w 10"/>
                <a:gd name="T5" fmla="*/ 0 h 10"/>
                <a:gd name="T6" fmla="*/ 10 w 10"/>
                <a:gd name="T7" fmla="*/ 4 h 10"/>
                <a:gd name="T8" fmla="*/ 6 w 10"/>
                <a:gd name="T9" fmla="*/ 10 h 10"/>
                <a:gd name="T10" fmla="*/ 6 w 10"/>
                <a:gd name="T11" fmla="*/ 10 h 10"/>
                <a:gd name="T12" fmla="*/ 2 w 10"/>
                <a:gd name="T13" fmla="*/ 10 h 10"/>
                <a:gd name="T14" fmla="*/ 0 w 10"/>
                <a:gd name="T15" fmla="*/ 10 h 10"/>
                <a:gd name="T16" fmla="*/ 0 w 10"/>
                <a:gd name="T17" fmla="*/ 8 h 10"/>
                <a:gd name="T18" fmla="*/ 0 w 10"/>
                <a:gd name="T19" fmla="*/ 6 h 10"/>
                <a:gd name="T20" fmla="*/ 2 w 10"/>
                <a:gd name="T21" fmla="*/ 2 h 10"/>
                <a:gd name="T22" fmla="*/ 6 w 10"/>
                <a:gd name="T23" fmla="*/ 0 h 10"/>
                <a:gd name="T24" fmla="*/ 6 w 10"/>
                <a:gd name="T25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0">
                  <a:moveTo>
                    <a:pt x="6" y="0"/>
                  </a:moveTo>
                  <a:lnTo>
                    <a:pt x="6" y="0"/>
                  </a:lnTo>
                  <a:lnTo>
                    <a:pt x="10" y="0"/>
                  </a:lnTo>
                  <a:lnTo>
                    <a:pt x="10" y="4"/>
                  </a:lnTo>
                  <a:lnTo>
                    <a:pt x="6" y="10"/>
                  </a:lnTo>
                  <a:lnTo>
                    <a:pt x="6" y="10"/>
                  </a:lnTo>
                  <a:lnTo>
                    <a:pt x="2" y="10"/>
                  </a:lnTo>
                  <a:lnTo>
                    <a:pt x="0" y="10"/>
                  </a:lnTo>
                  <a:lnTo>
                    <a:pt x="0" y="8"/>
                  </a:lnTo>
                  <a:lnTo>
                    <a:pt x="0" y="6"/>
                  </a:lnTo>
                  <a:lnTo>
                    <a:pt x="2" y="2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19" name="Freeform 402">
              <a:extLst>
                <a:ext uri="{FF2B5EF4-FFF2-40B4-BE49-F238E27FC236}">
                  <a16:creationId xmlns:a16="http://schemas.microsoft.com/office/drawing/2014/main" id="{0C84AA2F-70F2-4EF8-8526-AB76B85668C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9625" y="2086882"/>
              <a:ext cx="8898" cy="5932"/>
            </a:xfrm>
            <a:custGeom>
              <a:avLst/>
              <a:gdLst>
                <a:gd name="T0" fmla="*/ 0 w 6"/>
                <a:gd name="T1" fmla="*/ 0 h 4"/>
                <a:gd name="T2" fmla="*/ 2 w 6"/>
                <a:gd name="T3" fmla="*/ 4 h 4"/>
                <a:gd name="T4" fmla="*/ 2 w 6"/>
                <a:gd name="T5" fmla="*/ 4 h 4"/>
                <a:gd name="T6" fmla="*/ 6 w 6"/>
                <a:gd name="T7" fmla="*/ 4 h 4"/>
                <a:gd name="T8" fmla="*/ 6 w 6"/>
                <a:gd name="T9" fmla="*/ 4 h 4"/>
                <a:gd name="T10" fmla="*/ 0 w 6"/>
                <a:gd name="T11" fmla="*/ 0 h 4"/>
                <a:gd name="T12" fmla="*/ 0 w 6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4">
                  <a:moveTo>
                    <a:pt x="0" y="0"/>
                  </a:moveTo>
                  <a:lnTo>
                    <a:pt x="2" y="4"/>
                  </a:lnTo>
                  <a:lnTo>
                    <a:pt x="2" y="4"/>
                  </a:lnTo>
                  <a:lnTo>
                    <a:pt x="6" y="4"/>
                  </a:lnTo>
                  <a:lnTo>
                    <a:pt x="6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20" name="Freeform 403">
              <a:extLst>
                <a:ext uri="{FF2B5EF4-FFF2-40B4-BE49-F238E27FC236}">
                  <a16:creationId xmlns:a16="http://schemas.microsoft.com/office/drawing/2014/main" id="{C2A1DD4C-E0F6-4FC1-B3DC-1D56ED78C0C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2292" y="2057222"/>
              <a:ext cx="11864" cy="8898"/>
            </a:xfrm>
            <a:custGeom>
              <a:avLst/>
              <a:gdLst>
                <a:gd name="T0" fmla="*/ 0 w 8"/>
                <a:gd name="T1" fmla="*/ 0 h 6"/>
                <a:gd name="T2" fmla="*/ 0 w 8"/>
                <a:gd name="T3" fmla="*/ 6 h 6"/>
                <a:gd name="T4" fmla="*/ 0 w 8"/>
                <a:gd name="T5" fmla="*/ 6 h 6"/>
                <a:gd name="T6" fmla="*/ 6 w 8"/>
                <a:gd name="T7" fmla="*/ 4 h 6"/>
                <a:gd name="T8" fmla="*/ 8 w 8"/>
                <a:gd name="T9" fmla="*/ 2 h 6"/>
                <a:gd name="T10" fmla="*/ 6 w 8"/>
                <a:gd name="T11" fmla="*/ 0 h 6"/>
                <a:gd name="T12" fmla="*/ 0 w 8"/>
                <a:gd name="T13" fmla="*/ 0 h 6"/>
                <a:gd name="T14" fmla="*/ 0 w 8"/>
                <a:gd name="T15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" h="6">
                  <a:moveTo>
                    <a:pt x="0" y="0"/>
                  </a:moveTo>
                  <a:lnTo>
                    <a:pt x="0" y="6"/>
                  </a:lnTo>
                  <a:lnTo>
                    <a:pt x="0" y="6"/>
                  </a:lnTo>
                  <a:lnTo>
                    <a:pt x="6" y="4"/>
                  </a:lnTo>
                  <a:lnTo>
                    <a:pt x="8" y="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21" name="Freeform 404">
              <a:extLst>
                <a:ext uri="{FF2B5EF4-FFF2-40B4-BE49-F238E27FC236}">
                  <a16:creationId xmlns:a16="http://schemas.microsoft.com/office/drawing/2014/main" id="{7836C24B-1438-444C-980F-DC3BE7D49AF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3065" y="1757655"/>
              <a:ext cx="10382" cy="11864"/>
            </a:xfrm>
            <a:custGeom>
              <a:avLst/>
              <a:gdLst>
                <a:gd name="T0" fmla="*/ 0 w 7"/>
                <a:gd name="T1" fmla="*/ 0 h 8"/>
                <a:gd name="T2" fmla="*/ 0 w 7"/>
                <a:gd name="T3" fmla="*/ 8 h 8"/>
                <a:gd name="T4" fmla="*/ 0 w 7"/>
                <a:gd name="T5" fmla="*/ 8 h 8"/>
                <a:gd name="T6" fmla="*/ 5 w 7"/>
                <a:gd name="T7" fmla="*/ 6 h 8"/>
                <a:gd name="T8" fmla="*/ 7 w 7"/>
                <a:gd name="T9" fmla="*/ 4 h 8"/>
                <a:gd name="T10" fmla="*/ 0 w 7"/>
                <a:gd name="T11" fmla="*/ 0 h 8"/>
                <a:gd name="T12" fmla="*/ 0 w 7"/>
                <a:gd name="T1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8">
                  <a:moveTo>
                    <a:pt x="0" y="0"/>
                  </a:moveTo>
                  <a:lnTo>
                    <a:pt x="0" y="8"/>
                  </a:lnTo>
                  <a:lnTo>
                    <a:pt x="0" y="8"/>
                  </a:lnTo>
                  <a:lnTo>
                    <a:pt x="5" y="6"/>
                  </a:lnTo>
                  <a:lnTo>
                    <a:pt x="7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22" name="Freeform 405">
              <a:extLst>
                <a:ext uri="{FF2B5EF4-FFF2-40B4-BE49-F238E27FC236}">
                  <a16:creationId xmlns:a16="http://schemas.microsoft.com/office/drawing/2014/main" id="{1157B5D7-75CC-452E-8EE7-1D60B1F92B8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2254" y="2425007"/>
              <a:ext cx="7415" cy="5932"/>
            </a:xfrm>
            <a:custGeom>
              <a:avLst/>
              <a:gdLst>
                <a:gd name="T0" fmla="*/ 0 w 5"/>
                <a:gd name="T1" fmla="*/ 0 h 4"/>
                <a:gd name="T2" fmla="*/ 0 w 5"/>
                <a:gd name="T3" fmla="*/ 0 h 4"/>
                <a:gd name="T4" fmla="*/ 0 w 5"/>
                <a:gd name="T5" fmla="*/ 0 h 4"/>
                <a:gd name="T6" fmla="*/ 0 w 5"/>
                <a:gd name="T7" fmla="*/ 2 h 4"/>
                <a:gd name="T8" fmla="*/ 3 w 5"/>
                <a:gd name="T9" fmla="*/ 4 h 4"/>
                <a:gd name="T10" fmla="*/ 3 w 5"/>
                <a:gd name="T11" fmla="*/ 4 h 4"/>
                <a:gd name="T12" fmla="*/ 5 w 5"/>
                <a:gd name="T13" fmla="*/ 2 h 4"/>
                <a:gd name="T14" fmla="*/ 5 w 5"/>
                <a:gd name="T15" fmla="*/ 0 h 4"/>
                <a:gd name="T16" fmla="*/ 0 w 5"/>
                <a:gd name="T17" fmla="*/ 0 h 4"/>
                <a:gd name="T18" fmla="*/ 0 w 5"/>
                <a:gd name="T1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" h="4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3" y="4"/>
                  </a:lnTo>
                  <a:lnTo>
                    <a:pt x="3" y="4"/>
                  </a:lnTo>
                  <a:lnTo>
                    <a:pt x="5" y="2"/>
                  </a:lnTo>
                  <a:lnTo>
                    <a:pt x="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23" name="Freeform 407">
              <a:extLst>
                <a:ext uri="{FF2B5EF4-FFF2-40B4-BE49-F238E27FC236}">
                  <a16:creationId xmlns:a16="http://schemas.microsoft.com/office/drawing/2014/main" id="{1270ECF9-E033-498A-8632-4D3240CBE99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4054" y="2414627"/>
              <a:ext cx="35592" cy="65252"/>
            </a:xfrm>
            <a:custGeom>
              <a:avLst/>
              <a:gdLst>
                <a:gd name="T0" fmla="*/ 2 w 24"/>
                <a:gd name="T1" fmla="*/ 2 h 44"/>
                <a:gd name="T2" fmla="*/ 2 w 24"/>
                <a:gd name="T3" fmla="*/ 2 h 44"/>
                <a:gd name="T4" fmla="*/ 8 w 24"/>
                <a:gd name="T5" fmla="*/ 7 h 44"/>
                <a:gd name="T6" fmla="*/ 15 w 24"/>
                <a:gd name="T7" fmla="*/ 18 h 44"/>
                <a:gd name="T8" fmla="*/ 24 w 24"/>
                <a:gd name="T9" fmla="*/ 38 h 44"/>
                <a:gd name="T10" fmla="*/ 24 w 24"/>
                <a:gd name="T11" fmla="*/ 38 h 44"/>
                <a:gd name="T12" fmla="*/ 17 w 24"/>
                <a:gd name="T13" fmla="*/ 44 h 44"/>
                <a:gd name="T14" fmla="*/ 17 w 24"/>
                <a:gd name="T15" fmla="*/ 44 h 44"/>
                <a:gd name="T16" fmla="*/ 15 w 24"/>
                <a:gd name="T17" fmla="*/ 35 h 44"/>
                <a:gd name="T18" fmla="*/ 11 w 24"/>
                <a:gd name="T19" fmla="*/ 24 h 44"/>
                <a:gd name="T20" fmla="*/ 11 w 24"/>
                <a:gd name="T21" fmla="*/ 24 h 44"/>
                <a:gd name="T22" fmla="*/ 2 w 24"/>
                <a:gd name="T23" fmla="*/ 16 h 44"/>
                <a:gd name="T24" fmla="*/ 2 w 24"/>
                <a:gd name="T25" fmla="*/ 16 h 44"/>
                <a:gd name="T26" fmla="*/ 0 w 24"/>
                <a:gd name="T27" fmla="*/ 9 h 44"/>
                <a:gd name="T28" fmla="*/ 0 w 24"/>
                <a:gd name="T29" fmla="*/ 4 h 44"/>
                <a:gd name="T30" fmla="*/ 0 w 24"/>
                <a:gd name="T31" fmla="*/ 4 h 44"/>
                <a:gd name="T32" fmla="*/ 0 w 24"/>
                <a:gd name="T33" fmla="*/ 4 h 44"/>
                <a:gd name="T34" fmla="*/ 0 w 24"/>
                <a:gd name="T35" fmla="*/ 2 h 44"/>
                <a:gd name="T36" fmla="*/ 0 w 24"/>
                <a:gd name="T37" fmla="*/ 0 h 44"/>
                <a:gd name="T38" fmla="*/ 2 w 24"/>
                <a:gd name="T39" fmla="*/ 2 h 44"/>
                <a:gd name="T40" fmla="*/ 2 w 24"/>
                <a:gd name="T41" fmla="*/ 2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4" h="44">
                  <a:moveTo>
                    <a:pt x="2" y="2"/>
                  </a:moveTo>
                  <a:lnTo>
                    <a:pt x="2" y="2"/>
                  </a:lnTo>
                  <a:lnTo>
                    <a:pt x="8" y="7"/>
                  </a:lnTo>
                  <a:lnTo>
                    <a:pt x="15" y="18"/>
                  </a:lnTo>
                  <a:lnTo>
                    <a:pt x="24" y="38"/>
                  </a:lnTo>
                  <a:lnTo>
                    <a:pt x="24" y="38"/>
                  </a:lnTo>
                  <a:lnTo>
                    <a:pt x="17" y="44"/>
                  </a:lnTo>
                  <a:lnTo>
                    <a:pt x="17" y="44"/>
                  </a:lnTo>
                  <a:lnTo>
                    <a:pt x="15" y="35"/>
                  </a:lnTo>
                  <a:lnTo>
                    <a:pt x="11" y="24"/>
                  </a:lnTo>
                  <a:lnTo>
                    <a:pt x="11" y="24"/>
                  </a:lnTo>
                  <a:lnTo>
                    <a:pt x="2" y="16"/>
                  </a:lnTo>
                  <a:lnTo>
                    <a:pt x="2" y="16"/>
                  </a:lnTo>
                  <a:lnTo>
                    <a:pt x="0" y="9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2"/>
                  </a:lnTo>
                  <a:lnTo>
                    <a:pt x="0" y="0"/>
                  </a:lnTo>
                  <a:lnTo>
                    <a:pt x="2" y="2"/>
                  </a:lnTo>
                  <a:lnTo>
                    <a:pt x="2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24" name="Freeform 408">
              <a:extLst>
                <a:ext uri="{FF2B5EF4-FFF2-40B4-BE49-F238E27FC236}">
                  <a16:creationId xmlns:a16="http://schemas.microsoft.com/office/drawing/2014/main" id="{B1463013-DCB0-419E-B825-11514260A8F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9677" y="2379034"/>
              <a:ext cx="20762" cy="16314"/>
            </a:xfrm>
            <a:custGeom>
              <a:avLst/>
              <a:gdLst>
                <a:gd name="T0" fmla="*/ 0 w 14"/>
                <a:gd name="T1" fmla="*/ 0 h 11"/>
                <a:gd name="T2" fmla="*/ 0 w 14"/>
                <a:gd name="T3" fmla="*/ 9 h 11"/>
                <a:gd name="T4" fmla="*/ 0 w 14"/>
                <a:gd name="T5" fmla="*/ 9 h 11"/>
                <a:gd name="T6" fmla="*/ 5 w 14"/>
                <a:gd name="T7" fmla="*/ 9 h 11"/>
                <a:gd name="T8" fmla="*/ 14 w 14"/>
                <a:gd name="T9" fmla="*/ 11 h 11"/>
                <a:gd name="T10" fmla="*/ 14 w 14"/>
                <a:gd name="T11" fmla="*/ 11 h 11"/>
                <a:gd name="T12" fmla="*/ 12 w 14"/>
                <a:gd name="T13" fmla="*/ 9 h 11"/>
                <a:gd name="T14" fmla="*/ 12 w 14"/>
                <a:gd name="T15" fmla="*/ 8 h 11"/>
                <a:gd name="T16" fmla="*/ 12 w 14"/>
                <a:gd name="T17" fmla="*/ 6 h 11"/>
                <a:gd name="T18" fmla="*/ 9 w 14"/>
                <a:gd name="T19" fmla="*/ 6 h 11"/>
                <a:gd name="T20" fmla="*/ 9 w 14"/>
                <a:gd name="T21" fmla="*/ 6 h 11"/>
                <a:gd name="T22" fmla="*/ 7 w 14"/>
                <a:gd name="T23" fmla="*/ 0 h 11"/>
                <a:gd name="T24" fmla="*/ 7 w 14"/>
                <a:gd name="T25" fmla="*/ 0 h 11"/>
                <a:gd name="T26" fmla="*/ 3 w 14"/>
                <a:gd name="T27" fmla="*/ 2 h 11"/>
                <a:gd name="T28" fmla="*/ 0 w 14"/>
                <a:gd name="T29" fmla="*/ 0 h 11"/>
                <a:gd name="T30" fmla="*/ 0 w 14"/>
                <a:gd name="T31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4" h="11">
                  <a:moveTo>
                    <a:pt x="0" y="0"/>
                  </a:moveTo>
                  <a:lnTo>
                    <a:pt x="0" y="9"/>
                  </a:lnTo>
                  <a:lnTo>
                    <a:pt x="0" y="9"/>
                  </a:lnTo>
                  <a:lnTo>
                    <a:pt x="5" y="9"/>
                  </a:lnTo>
                  <a:lnTo>
                    <a:pt x="14" y="11"/>
                  </a:lnTo>
                  <a:lnTo>
                    <a:pt x="14" y="11"/>
                  </a:lnTo>
                  <a:lnTo>
                    <a:pt x="12" y="9"/>
                  </a:lnTo>
                  <a:lnTo>
                    <a:pt x="12" y="8"/>
                  </a:lnTo>
                  <a:lnTo>
                    <a:pt x="12" y="6"/>
                  </a:lnTo>
                  <a:lnTo>
                    <a:pt x="9" y="6"/>
                  </a:lnTo>
                  <a:lnTo>
                    <a:pt x="9" y="6"/>
                  </a:lnTo>
                  <a:lnTo>
                    <a:pt x="7" y="0"/>
                  </a:lnTo>
                  <a:lnTo>
                    <a:pt x="7" y="0"/>
                  </a:lnTo>
                  <a:lnTo>
                    <a:pt x="3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25" name="Freeform 409">
              <a:extLst>
                <a:ext uri="{FF2B5EF4-FFF2-40B4-BE49-F238E27FC236}">
                  <a16:creationId xmlns:a16="http://schemas.microsoft.com/office/drawing/2014/main" id="{21767A68-0E2F-481F-B938-5BB6936AF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2912" y="2362721"/>
              <a:ext cx="26694" cy="57838"/>
            </a:xfrm>
            <a:custGeom>
              <a:avLst/>
              <a:gdLst>
                <a:gd name="T0" fmla="*/ 11 w 18"/>
                <a:gd name="T1" fmla="*/ 0 h 39"/>
                <a:gd name="T2" fmla="*/ 11 w 18"/>
                <a:gd name="T3" fmla="*/ 0 h 39"/>
                <a:gd name="T4" fmla="*/ 12 w 18"/>
                <a:gd name="T5" fmla="*/ 6 h 39"/>
                <a:gd name="T6" fmla="*/ 12 w 18"/>
                <a:gd name="T7" fmla="*/ 8 h 39"/>
                <a:gd name="T8" fmla="*/ 18 w 18"/>
                <a:gd name="T9" fmla="*/ 11 h 39"/>
                <a:gd name="T10" fmla="*/ 18 w 18"/>
                <a:gd name="T11" fmla="*/ 11 h 39"/>
                <a:gd name="T12" fmla="*/ 18 w 18"/>
                <a:gd name="T13" fmla="*/ 17 h 39"/>
                <a:gd name="T14" fmla="*/ 18 w 18"/>
                <a:gd name="T15" fmla="*/ 20 h 39"/>
                <a:gd name="T16" fmla="*/ 16 w 18"/>
                <a:gd name="T17" fmla="*/ 20 h 39"/>
                <a:gd name="T18" fmla="*/ 16 w 18"/>
                <a:gd name="T19" fmla="*/ 20 h 39"/>
                <a:gd name="T20" fmla="*/ 16 w 18"/>
                <a:gd name="T21" fmla="*/ 39 h 39"/>
                <a:gd name="T22" fmla="*/ 16 w 18"/>
                <a:gd name="T23" fmla="*/ 39 h 39"/>
                <a:gd name="T24" fmla="*/ 12 w 18"/>
                <a:gd name="T25" fmla="*/ 37 h 39"/>
                <a:gd name="T26" fmla="*/ 9 w 18"/>
                <a:gd name="T27" fmla="*/ 37 h 39"/>
                <a:gd name="T28" fmla="*/ 9 w 18"/>
                <a:gd name="T29" fmla="*/ 37 h 39"/>
                <a:gd name="T30" fmla="*/ 9 w 18"/>
                <a:gd name="T31" fmla="*/ 33 h 39"/>
                <a:gd name="T32" fmla="*/ 11 w 18"/>
                <a:gd name="T33" fmla="*/ 26 h 39"/>
                <a:gd name="T34" fmla="*/ 9 w 18"/>
                <a:gd name="T35" fmla="*/ 15 h 39"/>
                <a:gd name="T36" fmla="*/ 0 w 18"/>
                <a:gd name="T37" fmla="*/ 8 h 39"/>
                <a:gd name="T38" fmla="*/ 0 w 18"/>
                <a:gd name="T39" fmla="*/ 8 h 39"/>
                <a:gd name="T40" fmla="*/ 3 w 18"/>
                <a:gd name="T41" fmla="*/ 8 h 39"/>
                <a:gd name="T42" fmla="*/ 9 w 18"/>
                <a:gd name="T43" fmla="*/ 8 h 39"/>
                <a:gd name="T44" fmla="*/ 9 w 18"/>
                <a:gd name="T45" fmla="*/ 8 h 39"/>
                <a:gd name="T46" fmla="*/ 9 w 18"/>
                <a:gd name="T47" fmla="*/ 4 h 39"/>
                <a:gd name="T48" fmla="*/ 9 w 18"/>
                <a:gd name="T49" fmla="*/ 2 h 39"/>
                <a:gd name="T50" fmla="*/ 11 w 18"/>
                <a:gd name="T51" fmla="*/ 0 h 39"/>
                <a:gd name="T52" fmla="*/ 11 w 18"/>
                <a:gd name="T53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8" h="39">
                  <a:moveTo>
                    <a:pt x="11" y="0"/>
                  </a:moveTo>
                  <a:lnTo>
                    <a:pt x="11" y="0"/>
                  </a:lnTo>
                  <a:lnTo>
                    <a:pt x="12" y="6"/>
                  </a:lnTo>
                  <a:lnTo>
                    <a:pt x="12" y="8"/>
                  </a:lnTo>
                  <a:lnTo>
                    <a:pt x="18" y="11"/>
                  </a:lnTo>
                  <a:lnTo>
                    <a:pt x="18" y="11"/>
                  </a:lnTo>
                  <a:lnTo>
                    <a:pt x="18" y="17"/>
                  </a:lnTo>
                  <a:lnTo>
                    <a:pt x="18" y="20"/>
                  </a:lnTo>
                  <a:lnTo>
                    <a:pt x="16" y="20"/>
                  </a:lnTo>
                  <a:lnTo>
                    <a:pt x="16" y="20"/>
                  </a:lnTo>
                  <a:lnTo>
                    <a:pt x="16" y="39"/>
                  </a:lnTo>
                  <a:lnTo>
                    <a:pt x="16" y="39"/>
                  </a:lnTo>
                  <a:lnTo>
                    <a:pt x="12" y="37"/>
                  </a:lnTo>
                  <a:lnTo>
                    <a:pt x="9" y="37"/>
                  </a:lnTo>
                  <a:lnTo>
                    <a:pt x="9" y="37"/>
                  </a:lnTo>
                  <a:lnTo>
                    <a:pt x="9" y="33"/>
                  </a:lnTo>
                  <a:lnTo>
                    <a:pt x="11" y="26"/>
                  </a:lnTo>
                  <a:lnTo>
                    <a:pt x="9" y="15"/>
                  </a:lnTo>
                  <a:lnTo>
                    <a:pt x="0" y="8"/>
                  </a:lnTo>
                  <a:lnTo>
                    <a:pt x="0" y="8"/>
                  </a:lnTo>
                  <a:lnTo>
                    <a:pt x="3" y="8"/>
                  </a:lnTo>
                  <a:lnTo>
                    <a:pt x="9" y="8"/>
                  </a:lnTo>
                  <a:lnTo>
                    <a:pt x="9" y="8"/>
                  </a:lnTo>
                  <a:lnTo>
                    <a:pt x="9" y="4"/>
                  </a:lnTo>
                  <a:lnTo>
                    <a:pt x="9" y="2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26" name="Freeform 410">
              <a:extLst>
                <a:ext uri="{FF2B5EF4-FFF2-40B4-BE49-F238E27FC236}">
                  <a16:creationId xmlns:a16="http://schemas.microsoft.com/office/drawing/2014/main" id="{C8382CE2-CE96-4D18-83FC-EE913C92B48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6280" y="2358272"/>
              <a:ext cx="7415" cy="7415"/>
            </a:xfrm>
            <a:custGeom>
              <a:avLst/>
              <a:gdLst>
                <a:gd name="T0" fmla="*/ 2 w 5"/>
                <a:gd name="T1" fmla="*/ 0 h 5"/>
                <a:gd name="T2" fmla="*/ 2 w 5"/>
                <a:gd name="T3" fmla="*/ 0 h 5"/>
                <a:gd name="T4" fmla="*/ 0 w 5"/>
                <a:gd name="T5" fmla="*/ 1 h 5"/>
                <a:gd name="T6" fmla="*/ 0 w 5"/>
                <a:gd name="T7" fmla="*/ 3 h 5"/>
                <a:gd name="T8" fmla="*/ 2 w 5"/>
                <a:gd name="T9" fmla="*/ 5 h 5"/>
                <a:gd name="T10" fmla="*/ 5 w 5"/>
                <a:gd name="T11" fmla="*/ 5 h 5"/>
                <a:gd name="T12" fmla="*/ 5 w 5"/>
                <a:gd name="T13" fmla="*/ 5 h 5"/>
                <a:gd name="T14" fmla="*/ 5 w 5"/>
                <a:gd name="T15" fmla="*/ 1 h 5"/>
                <a:gd name="T16" fmla="*/ 3 w 5"/>
                <a:gd name="T17" fmla="*/ 0 h 5"/>
                <a:gd name="T18" fmla="*/ 2 w 5"/>
                <a:gd name="T19" fmla="*/ 0 h 5"/>
                <a:gd name="T20" fmla="*/ 2 w 5"/>
                <a:gd name="T2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" h="5">
                  <a:moveTo>
                    <a:pt x="2" y="0"/>
                  </a:moveTo>
                  <a:lnTo>
                    <a:pt x="2" y="0"/>
                  </a:lnTo>
                  <a:lnTo>
                    <a:pt x="0" y="1"/>
                  </a:lnTo>
                  <a:lnTo>
                    <a:pt x="0" y="3"/>
                  </a:lnTo>
                  <a:lnTo>
                    <a:pt x="2" y="5"/>
                  </a:lnTo>
                  <a:lnTo>
                    <a:pt x="5" y="5"/>
                  </a:lnTo>
                  <a:lnTo>
                    <a:pt x="5" y="5"/>
                  </a:lnTo>
                  <a:lnTo>
                    <a:pt x="5" y="1"/>
                  </a:lnTo>
                  <a:lnTo>
                    <a:pt x="3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27" name="Freeform 411">
              <a:extLst>
                <a:ext uri="{FF2B5EF4-FFF2-40B4-BE49-F238E27FC236}">
                  <a16:creationId xmlns:a16="http://schemas.microsoft.com/office/drawing/2014/main" id="{512A3CE9-70A4-4EE4-B68E-2A9AA086F6F4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6960" y="2355306"/>
              <a:ext cx="40042" cy="69702"/>
            </a:xfrm>
            <a:custGeom>
              <a:avLst/>
              <a:gdLst>
                <a:gd name="T0" fmla="*/ 0 w 27"/>
                <a:gd name="T1" fmla="*/ 0 h 47"/>
                <a:gd name="T2" fmla="*/ 0 w 27"/>
                <a:gd name="T3" fmla="*/ 0 h 47"/>
                <a:gd name="T4" fmla="*/ 1 w 27"/>
                <a:gd name="T5" fmla="*/ 13 h 47"/>
                <a:gd name="T6" fmla="*/ 5 w 27"/>
                <a:gd name="T7" fmla="*/ 25 h 47"/>
                <a:gd name="T8" fmla="*/ 5 w 27"/>
                <a:gd name="T9" fmla="*/ 25 h 47"/>
                <a:gd name="T10" fmla="*/ 11 w 27"/>
                <a:gd name="T11" fmla="*/ 22 h 47"/>
                <a:gd name="T12" fmla="*/ 18 w 27"/>
                <a:gd name="T13" fmla="*/ 20 h 47"/>
                <a:gd name="T14" fmla="*/ 18 w 27"/>
                <a:gd name="T15" fmla="*/ 20 h 47"/>
                <a:gd name="T16" fmla="*/ 14 w 27"/>
                <a:gd name="T17" fmla="*/ 25 h 47"/>
                <a:gd name="T18" fmla="*/ 12 w 27"/>
                <a:gd name="T19" fmla="*/ 27 h 47"/>
                <a:gd name="T20" fmla="*/ 12 w 27"/>
                <a:gd name="T21" fmla="*/ 31 h 47"/>
                <a:gd name="T22" fmla="*/ 16 w 27"/>
                <a:gd name="T23" fmla="*/ 36 h 47"/>
                <a:gd name="T24" fmla="*/ 16 w 27"/>
                <a:gd name="T25" fmla="*/ 36 h 47"/>
                <a:gd name="T26" fmla="*/ 20 w 27"/>
                <a:gd name="T27" fmla="*/ 42 h 47"/>
                <a:gd name="T28" fmla="*/ 25 w 27"/>
                <a:gd name="T29" fmla="*/ 44 h 47"/>
                <a:gd name="T30" fmla="*/ 27 w 27"/>
                <a:gd name="T31" fmla="*/ 47 h 47"/>
                <a:gd name="T32" fmla="*/ 27 w 27"/>
                <a:gd name="T33" fmla="*/ 47 h 47"/>
                <a:gd name="T34" fmla="*/ 25 w 27"/>
                <a:gd name="T35" fmla="*/ 33 h 47"/>
                <a:gd name="T36" fmla="*/ 25 w 27"/>
                <a:gd name="T37" fmla="*/ 27 h 47"/>
                <a:gd name="T38" fmla="*/ 23 w 27"/>
                <a:gd name="T39" fmla="*/ 22 h 47"/>
                <a:gd name="T40" fmla="*/ 18 w 27"/>
                <a:gd name="T41" fmla="*/ 20 h 47"/>
                <a:gd name="T42" fmla="*/ 18 w 27"/>
                <a:gd name="T43" fmla="*/ 20 h 47"/>
                <a:gd name="T44" fmla="*/ 18 w 27"/>
                <a:gd name="T45" fmla="*/ 14 h 47"/>
                <a:gd name="T46" fmla="*/ 18 w 27"/>
                <a:gd name="T47" fmla="*/ 9 h 47"/>
                <a:gd name="T48" fmla="*/ 20 w 27"/>
                <a:gd name="T49" fmla="*/ 0 h 47"/>
                <a:gd name="T50" fmla="*/ 20 w 27"/>
                <a:gd name="T51" fmla="*/ 0 h 47"/>
                <a:gd name="T52" fmla="*/ 12 w 27"/>
                <a:gd name="T53" fmla="*/ 3 h 47"/>
                <a:gd name="T54" fmla="*/ 5 w 27"/>
                <a:gd name="T55" fmla="*/ 5 h 47"/>
                <a:gd name="T56" fmla="*/ 5 w 27"/>
                <a:gd name="T57" fmla="*/ 5 h 47"/>
                <a:gd name="T58" fmla="*/ 5 w 27"/>
                <a:gd name="T59" fmla="*/ 3 h 47"/>
                <a:gd name="T60" fmla="*/ 3 w 27"/>
                <a:gd name="T61" fmla="*/ 2 h 47"/>
                <a:gd name="T62" fmla="*/ 0 w 27"/>
                <a:gd name="T63" fmla="*/ 0 h 47"/>
                <a:gd name="T64" fmla="*/ 0 w 27"/>
                <a:gd name="T65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7" h="47">
                  <a:moveTo>
                    <a:pt x="0" y="0"/>
                  </a:moveTo>
                  <a:lnTo>
                    <a:pt x="0" y="0"/>
                  </a:lnTo>
                  <a:lnTo>
                    <a:pt x="1" y="13"/>
                  </a:lnTo>
                  <a:lnTo>
                    <a:pt x="5" y="25"/>
                  </a:lnTo>
                  <a:lnTo>
                    <a:pt x="5" y="25"/>
                  </a:lnTo>
                  <a:lnTo>
                    <a:pt x="11" y="22"/>
                  </a:lnTo>
                  <a:lnTo>
                    <a:pt x="18" y="20"/>
                  </a:lnTo>
                  <a:lnTo>
                    <a:pt x="18" y="20"/>
                  </a:lnTo>
                  <a:lnTo>
                    <a:pt x="14" y="25"/>
                  </a:lnTo>
                  <a:lnTo>
                    <a:pt x="12" y="27"/>
                  </a:lnTo>
                  <a:lnTo>
                    <a:pt x="12" y="31"/>
                  </a:lnTo>
                  <a:lnTo>
                    <a:pt x="16" y="36"/>
                  </a:lnTo>
                  <a:lnTo>
                    <a:pt x="16" y="36"/>
                  </a:lnTo>
                  <a:lnTo>
                    <a:pt x="20" y="42"/>
                  </a:lnTo>
                  <a:lnTo>
                    <a:pt x="25" y="44"/>
                  </a:lnTo>
                  <a:lnTo>
                    <a:pt x="27" y="47"/>
                  </a:lnTo>
                  <a:lnTo>
                    <a:pt x="27" y="47"/>
                  </a:lnTo>
                  <a:lnTo>
                    <a:pt x="25" y="33"/>
                  </a:lnTo>
                  <a:lnTo>
                    <a:pt x="25" y="27"/>
                  </a:lnTo>
                  <a:lnTo>
                    <a:pt x="23" y="22"/>
                  </a:lnTo>
                  <a:lnTo>
                    <a:pt x="18" y="20"/>
                  </a:lnTo>
                  <a:lnTo>
                    <a:pt x="18" y="20"/>
                  </a:lnTo>
                  <a:lnTo>
                    <a:pt x="18" y="14"/>
                  </a:lnTo>
                  <a:lnTo>
                    <a:pt x="18" y="9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12" y="3"/>
                  </a:lnTo>
                  <a:lnTo>
                    <a:pt x="5" y="5"/>
                  </a:lnTo>
                  <a:lnTo>
                    <a:pt x="5" y="5"/>
                  </a:lnTo>
                  <a:lnTo>
                    <a:pt x="5" y="3"/>
                  </a:lnTo>
                  <a:lnTo>
                    <a:pt x="3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28" name="Freeform 412">
              <a:extLst>
                <a:ext uri="{FF2B5EF4-FFF2-40B4-BE49-F238E27FC236}">
                  <a16:creationId xmlns:a16="http://schemas.microsoft.com/office/drawing/2014/main" id="{91CCCCAC-8D48-472B-B0E3-E3518A3BE33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4054" y="2325646"/>
              <a:ext cx="81566" cy="142368"/>
            </a:xfrm>
            <a:custGeom>
              <a:avLst/>
              <a:gdLst>
                <a:gd name="T0" fmla="*/ 19 w 55"/>
                <a:gd name="T1" fmla="*/ 0 h 96"/>
                <a:gd name="T2" fmla="*/ 20 w 55"/>
                <a:gd name="T3" fmla="*/ 5 h 96"/>
                <a:gd name="T4" fmla="*/ 24 w 55"/>
                <a:gd name="T5" fmla="*/ 5 h 96"/>
                <a:gd name="T6" fmla="*/ 22 w 55"/>
                <a:gd name="T7" fmla="*/ 11 h 96"/>
                <a:gd name="T8" fmla="*/ 22 w 55"/>
                <a:gd name="T9" fmla="*/ 20 h 96"/>
                <a:gd name="T10" fmla="*/ 30 w 55"/>
                <a:gd name="T11" fmla="*/ 33 h 96"/>
                <a:gd name="T12" fmla="*/ 37 w 55"/>
                <a:gd name="T13" fmla="*/ 45 h 96"/>
                <a:gd name="T14" fmla="*/ 37 w 55"/>
                <a:gd name="T15" fmla="*/ 54 h 96"/>
                <a:gd name="T16" fmla="*/ 42 w 55"/>
                <a:gd name="T17" fmla="*/ 64 h 96"/>
                <a:gd name="T18" fmla="*/ 48 w 55"/>
                <a:gd name="T19" fmla="*/ 71 h 96"/>
                <a:gd name="T20" fmla="*/ 53 w 55"/>
                <a:gd name="T21" fmla="*/ 71 h 96"/>
                <a:gd name="T22" fmla="*/ 55 w 55"/>
                <a:gd name="T23" fmla="*/ 71 h 96"/>
                <a:gd name="T24" fmla="*/ 51 w 55"/>
                <a:gd name="T25" fmla="*/ 76 h 96"/>
                <a:gd name="T26" fmla="*/ 50 w 55"/>
                <a:gd name="T27" fmla="*/ 82 h 96"/>
                <a:gd name="T28" fmla="*/ 53 w 55"/>
                <a:gd name="T29" fmla="*/ 93 h 96"/>
                <a:gd name="T30" fmla="*/ 51 w 55"/>
                <a:gd name="T31" fmla="*/ 91 h 96"/>
                <a:gd name="T32" fmla="*/ 48 w 55"/>
                <a:gd name="T33" fmla="*/ 91 h 96"/>
                <a:gd name="T34" fmla="*/ 46 w 55"/>
                <a:gd name="T35" fmla="*/ 96 h 96"/>
                <a:gd name="T36" fmla="*/ 41 w 55"/>
                <a:gd name="T37" fmla="*/ 96 h 96"/>
                <a:gd name="T38" fmla="*/ 41 w 55"/>
                <a:gd name="T39" fmla="*/ 84 h 96"/>
                <a:gd name="T40" fmla="*/ 41 w 55"/>
                <a:gd name="T41" fmla="*/ 71 h 96"/>
                <a:gd name="T42" fmla="*/ 37 w 55"/>
                <a:gd name="T43" fmla="*/ 67 h 96"/>
                <a:gd name="T44" fmla="*/ 37 w 55"/>
                <a:gd name="T45" fmla="*/ 64 h 96"/>
                <a:gd name="T46" fmla="*/ 26 w 55"/>
                <a:gd name="T47" fmla="*/ 64 h 96"/>
                <a:gd name="T48" fmla="*/ 28 w 55"/>
                <a:gd name="T49" fmla="*/ 58 h 96"/>
                <a:gd name="T50" fmla="*/ 30 w 55"/>
                <a:gd name="T51" fmla="*/ 53 h 96"/>
                <a:gd name="T52" fmla="*/ 24 w 55"/>
                <a:gd name="T53" fmla="*/ 51 h 96"/>
                <a:gd name="T54" fmla="*/ 22 w 55"/>
                <a:gd name="T55" fmla="*/ 54 h 96"/>
                <a:gd name="T56" fmla="*/ 22 w 55"/>
                <a:gd name="T57" fmla="*/ 49 h 96"/>
                <a:gd name="T58" fmla="*/ 15 w 55"/>
                <a:gd name="T59" fmla="*/ 44 h 96"/>
                <a:gd name="T60" fmla="*/ 8 w 55"/>
                <a:gd name="T61" fmla="*/ 40 h 96"/>
                <a:gd name="T62" fmla="*/ 10 w 55"/>
                <a:gd name="T63" fmla="*/ 29 h 96"/>
                <a:gd name="T64" fmla="*/ 2 w 55"/>
                <a:gd name="T65" fmla="*/ 29 h 96"/>
                <a:gd name="T66" fmla="*/ 0 w 55"/>
                <a:gd name="T67" fmla="*/ 27 h 96"/>
                <a:gd name="T68" fmla="*/ 0 w 55"/>
                <a:gd name="T69" fmla="*/ 22 h 96"/>
                <a:gd name="T70" fmla="*/ 10 w 55"/>
                <a:gd name="T71" fmla="*/ 7 h 96"/>
                <a:gd name="T72" fmla="*/ 13 w 55"/>
                <a:gd name="T73" fmla="*/ 11 h 96"/>
                <a:gd name="T74" fmla="*/ 17 w 55"/>
                <a:gd name="T75" fmla="*/ 11 h 96"/>
                <a:gd name="T76" fmla="*/ 19 w 55"/>
                <a:gd name="T77" fmla="*/ 9 h 96"/>
                <a:gd name="T78" fmla="*/ 19 w 55"/>
                <a:gd name="T79" fmla="*/ 3 h 96"/>
                <a:gd name="T80" fmla="*/ 19 w 55"/>
                <a:gd name="T81" fmla="*/ 0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55" h="96">
                  <a:moveTo>
                    <a:pt x="19" y="0"/>
                  </a:moveTo>
                  <a:lnTo>
                    <a:pt x="19" y="0"/>
                  </a:lnTo>
                  <a:lnTo>
                    <a:pt x="20" y="3"/>
                  </a:lnTo>
                  <a:lnTo>
                    <a:pt x="20" y="5"/>
                  </a:lnTo>
                  <a:lnTo>
                    <a:pt x="22" y="3"/>
                  </a:lnTo>
                  <a:lnTo>
                    <a:pt x="24" y="5"/>
                  </a:lnTo>
                  <a:lnTo>
                    <a:pt x="24" y="5"/>
                  </a:lnTo>
                  <a:lnTo>
                    <a:pt x="22" y="11"/>
                  </a:lnTo>
                  <a:lnTo>
                    <a:pt x="22" y="20"/>
                  </a:lnTo>
                  <a:lnTo>
                    <a:pt x="22" y="20"/>
                  </a:lnTo>
                  <a:lnTo>
                    <a:pt x="24" y="25"/>
                  </a:lnTo>
                  <a:lnTo>
                    <a:pt x="30" y="33"/>
                  </a:lnTo>
                  <a:lnTo>
                    <a:pt x="37" y="45"/>
                  </a:lnTo>
                  <a:lnTo>
                    <a:pt x="37" y="45"/>
                  </a:lnTo>
                  <a:lnTo>
                    <a:pt x="37" y="49"/>
                  </a:lnTo>
                  <a:lnTo>
                    <a:pt x="37" y="54"/>
                  </a:lnTo>
                  <a:lnTo>
                    <a:pt x="37" y="54"/>
                  </a:lnTo>
                  <a:lnTo>
                    <a:pt x="42" y="64"/>
                  </a:lnTo>
                  <a:lnTo>
                    <a:pt x="46" y="69"/>
                  </a:lnTo>
                  <a:lnTo>
                    <a:pt x="48" y="71"/>
                  </a:lnTo>
                  <a:lnTo>
                    <a:pt x="48" y="71"/>
                  </a:lnTo>
                  <a:lnTo>
                    <a:pt x="53" y="71"/>
                  </a:lnTo>
                  <a:lnTo>
                    <a:pt x="55" y="71"/>
                  </a:lnTo>
                  <a:lnTo>
                    <a:pt x="55" y="71"/>
                  </a:lnTo>
                  <a:lnTo>
                    <a:pt x="53" y="74"/>
                  </a:lnTo>
                  <a:lnTo>
                    <a:pt x="51" y="76"/>
                  </a:lnTo>
                  <a:lnTo>
                    <a:pt x="51" y="76"/>
                  </a:lnTo>
                  <a:lnTo>
                    <a:pt x="50" y="82"/>
                  </a:lnTo>
                  <a:lnTo>
                    <a:pt x="51" y="85"/>
                  </a:lnTo>
                  <a:lnTo>
                    <a:pt x="53" y="93"/>
                  </a:lnTo>
                  <a:lnTo>
                    <a:pt x="53" y="93"/>
                  </a:lnTo>
                  <a:lnTo>
                    <a:pt x="51" y="91"/>
                  </a:lnTo>
                  <a:lnTo>
                    <a:pt x="48" y="91"/>
                  </a:lnTo>
                  <a:lnTo>
                    <a:pt x="48" y="91"/>
                  </a:lnTo>
                  <a:lnTo>
                    <a:pt x="48" y="95"/>
                  </a:lnTo>
                  <a:lnTo>
                    <a:pt x="46" y="96"/>
                  </a:lnTo>
                  <a:lnTo>
                    <a:pt x="41" y="96"/>
                  </a:lnTo>
                  <a:lnTo>
                    <a:pt x="41" y="96"/>
                  </a:lnTo>
                  <a:lnTo>
                    <a:pt x="41" y="91"/>
                  </a:lnTo>
                  <a:lnTo>
                    <a:pt x="41" y="84"/>
                  </a:lnTo>
                  <a:lnTo>
                    <a:pt x="41" y="71"/>
                  </a:lnTo>
                  <a:lnTo>
                    <a:pt x="41" y="71"/>
                  </a:lnTo>
                  <a:lnTo>
                    <a:pt x="39" y="69"/>
                  </a:lnTo>
                  <a:lnTo>
                    <a:pt x="37" y="67"/>
                  </a:lnTo>
                  <a:lnTo>
                    <a:pt x="37" y="64"/>
                  </a:lnTo>
                  <a:lnTo>
                    <a:pt x="37" y="64"/>
                  </a:lnTo>
                  <a:lnTo>
                    <a:pt x="31" y="64"/>
                  </a:lnTo>
                  <a:lnTo>
                    <a:pt x="26" y="64"/>
                  </a:lnTo>
                  <a:lnTo>
                    <a:pt x="26" y="64"/>
                  </a:lnTo>
                  <a:lnTo>
                    <a:pt x="28" y="58"/>
                  </a:lnTo>
                  <a:lnTo>
                    <a:pt x="30" y="53"/>
                  </a:lnTo>
                  <a:lnTo>
                    <a:pt x="30" y="53"/>
                  </a:lnTo>
                  <a:lnTo>
                    <a:pt x="26" y="49"/>
                  </a:lnTo>
                  <a:lnTo>
                    <a:pt x="24" y="51"/>
                  </a:lnTo>
                  <a:lnTo>
                    <a:pt x="24" y="53"/>
                  </a:lnTo>
                  <a:lnTo>
                    <a:pt x="22" y="54"/>
                  </a:lnTo>
                  <a:lnTo>
                    <a:pt x="22" y="49"/>
                  </a:lnTo>
                  <a:lnTo>
                    <a:pt x="22" y="49"/>
                  </a:lnTo>
                  <a:lnTo>
                    <a:pt x="19" y="47"/>
                  </a:lnTo>
                  <a:lnTo>
                    <a:pt x="15" y="44"/>
                  </a:lnTo>
                  <a:lnTo>
                    <a:pt x="8" y="40"/>
                  </a:lnTo>
                  <a:lnTo>
                    <a:pt x="8" y="40"/>
                  </a:lnTo>
                  <a:lnTo>
                    <a:pt x="10" y="29"/>
                  </a:lnTo>
                  <a:lnTo>
                    <a:pt x="10" y="29"/>
                  </a:lnTo>
                  <a:lnTo>
                    <a:pt x="2" y="29"/>
                  </a:lnTo>
                  <a:lnTo>
                    <a:pt x="2" y="29"/>
                  </a:lnTo>
                  <a:lnTo>
                    <a:pt x="2" y="27"/>
                  </a:lnTo>
                  <a:lnTo>
                    <a:pt x="0" y="27"/>
                  </a:lnTo>
                  <a:lnTo>
                    <a:pt x="0" y="25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10" y="7"/>
                  </a:lnTo>
                  <a:lnTo>
                    <a:pt x="10" y="7"/>
                  </a:lnTo>
                  <a:lnTo>
                    <a:pt x="13" y="11"/>
                  </a:lnTo>
                  <a:lnTo>
                    <a:pt x="15" y="11"/>
                  </a:lnTo>
                  <a:lnTo>
                    <a:pt x="17" y="11"/>
                  </a:lnTo>
                  <a:lnTo>
                    <a:pt x="17" y="11"/>
                  </a:lnTo>
                  <a:lnTo>
                    <a:pt x="19" y="9"/>
                  </a:lnTo>
                  <a:lnTo>
                    <a:pt x="19" y="5"/>
                  </a:lnTo>
                  <a:lnTo>
                    <a:pt x="19" y="3"/>
                  </a:lnTo>
                  <a:lnTo>
                    <a:pt x="19" y="0"/>
                  </a:lnTo>
                  <a:lnTo>
                    <a:pt x="1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29" name="Freeform 413">
              <a:extLst>
                <a:ext uri="{FF2B5EF4-FFF2-40B4-BE49-F238E27FC236}">
                  <a16:creationId xmlns:a16="http://schemas.microsoft.com/office/drawing/2014/main" id="{F0AB6AD9-5F91-435F-867A-1918C0EBD16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0984" y="2269292"/>
              <a:ext cx="5932" cy="10381"/>
            </a:xfrm>
            <a:custGeom>
              <a:avLst/>
              <a:gdLst>
                <a:gd name="T0" fmla="*/ 4 w 4"/>
                <a:gd name="T1" fmla="*/ 0 h 7"/>
                <a:gd name="T2" fmla="*/ 4 w 4"/>
                <a:gd name="T3" fmla="*/ 0 h 7"/>
                <a:gd name="T4" fmla="*/ 4 w 4"/>
                <a:gd name="T5" fmla="*/ 3 h 7"/>
                <a:gd name="T6" fmla="*/ 2 w 4"/>
                <a:gd name="T7" fmla="*/ 7 h 7"/>
                <a:gd name="T8" fmla="*/ 2 w 4"/>
                <a:gd name="T9" fmla="*/ 7 h 7"/>
                <a:gd name="T10" fmla="*/ 0 w 4"/>
                <a:gd name="T11" fmla="*/ 7 h 7"/>
                <a:gd name="T12" fmla="*/ 0 w 4"/>
                <a:gd name="T13" fmla="*/ 5 h 7"/>
                <a:gd name="T14" fmla="*/ 4 w 4"/>
                <a:gd name="T15" fmla="*/ 0 h 7"/>
                <a:gd name="T16" fmla="*/ 4 w 4"/>
                <a:gd name="T1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7">
                  <a:moveTo>
                    <a:pt x="4" y="0"/>
                  </a:moveTo>
                  <a:lnTo>
                    <a:pt x="4" y="0"/>
                  </a:lnTo>
                  <a:lnTo>
                    <a:pt x="4" y="3"/>
                  </a:lnTo>
                  <a:lnTo>
                    <a:pt x="2" y="7"/>
                  </a:lnTo>
                  <a:lnTo>
                    <a:pt x="2" y="7"/>
                  </a:lnTo>
                  <a:lnTo>
                    <a:pt x="0" y="7"/>
                  </a:lnTo>
                  <a:lnTo>
                    <a:pt x="0" y="5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30" name="Freeform 414">
              <a:extLst>
                <a:ext uri="{FF2B5EF4-FFF2-40B4-BE49-F238E27FC236}">
                  <a16:creationId xmlns:a16="http://schemas.microsoft.com/office/drawing/2014/main" id="{B699F1ED-9B0C-48A8-8C0B-3EE3AE85C82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9718" y="2252979"/>
              <a:ext cx="5932" cy="7415"/>
            </a:xfrm>
            <a:custGeom>
              <a:avLst/>
              <a:gdLst>
                <a:gd name="T0" fmla="*/ 2 w 4"/>
                <a:gd name="T1" fmla="*/ 1 h 5"/>
                <a:gd name="T2" fmla="*/ 2 w 4"/>
                <a:gd name="T3" fmla="*/ 1 h 5"/>
                <a:gd name="T4" fmla="*/ 0 w 4"/>
                <a:gd name="T5" fmla="*/ 3 h 5"/>
                <a:gd name="T6" fmla="*/ 0 w 4"/>
                <a:gd name="T7" fmla="*/ 5 h 5"/>
                <a:gd name="T8" fmla="*/ 2 w 4"/>
                <a:gd name="T9" fmla="*/ 5 h 5"/>
                <a:gd name="T10" fmla="*/ 2 w 4"/>
                <a:gd name="T11" fmla="*/ 5 h 5"/>
                <a:gd name="T12" fmla="*/ 4 w 4"/>
                <a:gd name="T13" fmla="*/ 1 h 5"/>
                <a:gd name="T14" fmla="*/ 4 w 4"/>
                <a:gd name="T15" fmla="*/ 0 h 5"/>
                <a:gd name="T16" fmla="*/ 2 w 4"/>
                <a:gd name="T17" fmla="*/ 1 h 5"/>
                <a:gd name="T18" fmla="*/ 2 w 4"/>
                <a:gd name="T19" fmla="*/ 1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5">
                  <a:moveTo>
                    <a:pt x="2" y="1"/>
                  </a:moveTo>
                  <a:lnTo>
                    <a:pt x="2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4" y="1"/>
                  </a:lnTo>
                  <a:lnTo>
                    <a:pt x="4" y="0"/>
                  </a:lnTo>
                  <a:lnTo>
                    <a:pt x="2" y="1"/>
                  </a:lnTo>
                  <a:lnTo>
                    <a:pt x="2" y="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31" name="Freeform 415">
              <a:extLst>
                <a:ext uri="{FF2B5EF4-FFF2-40B4-BE49-F238E27FC236}">
                  <a16:creationId xmlns:a16="http://schemas.microsoft.com/office/drawing/2014/main" id="{10D2E026-F015-4DCE-8CD2-9C1BA3850F0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1324" y="2250013"/>
              <a:ext cx="13348" cy="10381"/>
            </a:xfrm>
            <a:custGeom>
              <a:avLst/>
              <a:gdLst>
                <a:gd name="T0" fmla="*/ 2 w 9"/>
                <a:gd name="T1" fmla="*/ 0 h 7"/>
                <a:gd name="T2" fmla="*/ 2 w 9"/>
                <a:gd name="T3" fmla="*/ 0 h 7"/>
                <a:gd name="T4" fmla="*/ 7 w 9"/>
                <a:gd name="T5" fmla="*/ 2 h 7"/>
                <a:gd name="T6" fmla="*/ 9 w 9"/>
                <a:gd name="T7" fmla="*/ 5 h 7"/>
                <a:gd name="T8" fmla="*/ 7 w 9"/>
                <a:gd name="T9" fmla="*/ 7 h 7"/>
                <a:gd name="T10" fmla="*/ 0 w 9"/>
                <a:gd name="T11" fmla="*/ 7 h 7"/>
                <a:gd name="T12" fmla="*/ 0 w 9"/>
                <a:gd name="T13" fmla="*/ 7 h 7"/>
                <a:gd name="T14" fmla="*/ 0 w 9"/>
                <a:gd name="T15" fmla="*/ 2 h 7"/>
                <a:gd name="T16" fmla="*/ 0 w 9"/>
                <a:gd name="T17" fmla="*/ 0 h 7"/>
                <a:gd name="T18" fmla="*/ 2 w 9"/>
                <a:gd name="T19" fmla="*/ 0 h 7"/>
                <a:gd name="T20" fmla="*/ 2 w 9"/>
                <a:gd name="T21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" h="7">
                  <a:moveTo>
                    <a:pt x="2" y="0"/>
                  </a:moveTo>
                  <a:lnTo>
                    <a:pt x="2" y="0"/>
                  </a:lnTo>
                  <a:lnTo>
                    <a:pt x="7" y="2"/>
                  </a:lnTo>
                  <a:lnTo>
                    <a:pt x="9" y="5"/>
                  </a:lnTo>
                  <a:lnTo>
                    <a:pt x="7" y="7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2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32" name="Freeform 416">
              <a:extLst>
                <a:ext uri="{FF2B5EF4-FFF2-40B4-BE49-F238E27FC236}">
                  <a16:creationId xmlns:a16="http://schemas.microsoft.com/office/drawing/2014/main" id="{67925948-592A-4EBD-8CBB-FB8059C8455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0626" y="2250013"/>
              <a:ext cx="7415" cy="7415"/>
            </a:xfrm>
            <a:custGeom>
              <a:avLst/>
              <a:gdLst>
                <a:gd name="T0" fmla="*/ 1 w 5"/>
                <a:gd name="T1" fmla="*/ 0 h 5"/>
                <a:gd name="T2" fmla="*/ 1 w 5"/>
                <a:gd name="T3" fmla="*/ 0 h 5"/>
                <a:gd name="T4" fmla="*/ 5 w 5"/>
                <a:gd name="T5" fmla="*/ 2 h 5"/>
                <a:gd name="T6" fmla="*/ 3 w 5"/>
                <a:gd name="T7" fmla="*/ 2 h 5"/>
                <a:gd name="T8" fmla="*/ 0 w 5"/>
                <a:gd name="T9" fmla="*/ 5 h 5"/>
                <a:gd name="T10" fmla="*/ 0 w 5"/>
                <a:gd name="T11" fmla="*/ 5 h 5"/>
                <a:gd name="T12" fmla="*/ 0 w 5"/>
                <a:gd name="T13" fmla="*/ 2 h 5"/>
                <a:gd name="T14" fmla="*/ 0 w 5"/>
                <a:gd name="T15" fmla="*/ 0 h 5"/>
                <a:gd name="T16" fmla="*/ 1 w 5"/>
                <a:gd name="T17" fmla="*/ 0 h 5"/>
                <a:gd name="T18" fmla="*/ 1 w 5"/>
                <a:gd name="T1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" h="5">
                  <a:moveTo>
                    <a:pt x="1" y="0"/>
                  </a:moveTo>
                  <a:lnTo>
                    <a:pt x="1" y="0"/>
                  </a:lnTo>
                  <a:lnTo>
                    <a:pt x="5" y="2"/>
                  </a:lnTo>
                  <a:lnTo>
                    <a:pt x="3" y="2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2"/>
                  </a:ln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33" name="Freeform 417">
              <a:extLst>
                <a:ext uri="{FF2B5EF4-FFF2-40B4-BE49-F238E27FC236}">
                  <a16:creationId xmlns:a16="http://schemas.microsoft.com/office/drawing/2014/main" id="{9A49D61F-F573-4DFB-8F87-A4670220BC8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7133" y="2244081"/>
              <a:ext cx="11864" cy="26694"/>
            </a:xfrm>
            <a:custGeom>
              <a:avLst/>
              <a:gdLst>
                <a:gd name="T0" fmla="*/ 4 w 8"/>
                <a:gd name="T1" fmla="*/ 2 h 18"/>
                <a:gd name="T2" fmla="*/ 4 w 8"/>
                <a:gd name="T3" fmla="*/ 2 h 18"/>
                <a:gd name="T4" fmla="*/ 4 w 8"/>
                <a:gd name="T5" fmla="*/ 17 h 18"/>
                <a:gd name="T6" fmla="*/ 4 w 8"/>
                <a:gd name="T7" fmla="*/ 17 h 18"/>
                <a:gd name="T8" fmla="*/ 0 w 8"/>
                <a:gd name="T9" fmla="*/ 17 h 18"/>
                <a:gd name="T10" fmla="*/ 2 w 8"/>
                <a:gd name="T11" fmla="*/ 17 h 18"/>
                <a:gd name="T12" fmla="*/ 6 w 8"/>
                <a:gd name="T13" fmla="*/ 18 h 18"/>
                <a:gd name="T14" fmla="*/ 6 w 8"/>
                <a:gd name="T15" fmla="*/ 18 h 18"/>
                <a:gd name="T16" fmla="*/ 6 w 8"/>
                <a:gd name="T17" fmla="*/ 15 h 18"/>
                <a:gd name="T18" fmla="*/ 8 w 8"/>
                <a:gd name="T19" fmla="*/ 11 h 18"/>
                <a:gd name="T20" fmla="*/ 8 w 8"/>
                <a:gd name="T21" fmla="*/ 11 h 18"/>
                <a:gd name="T22" fmla="*/ 6 w 8"/>
                <a:gd name="T23" fmla="*/ 4 h 18"/>
                <a:gd name="T24" fmla="*/ 4 w 8"/>
                <a:gd name="T25" fmla="*/ 0 h 18"/>
                <a:gd name="T26" fmla="*/ 4 w 8"/>
                <a:gd name="T27" fmla="*/ 0 h 18"/>
                <a:gd name="T28" fmla="*/ 4 w 8"/>
                <a:gd name="T29" fmla="*/ 2 h 18"/>
                <a:gd name="T30" fmla="*/ 4 w 8"/>
                <a:gd name="T31" fmla="*/ 2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8" h="18">
                  <a:moveTo>
                    <a:pt x="4" y="2"/>
                  </a:moveTo>
                  <a:lnTo>
                    <a:pt x="4" y="2"/>
                  </a:lnTo>
                  <a:lnTo>
                    <a:pt x="4" y="17"/>
                  </a:lnTo>
                  <a:lnTo>
                    <a:pt x="4" y="17"/>
                  </a:lnTo>
                  <a:lnTo>
                    <a:pt x="0" y="17"/>
                  </a:lnTo>
                  <a:lnTo>
                    <a:pt x="2" y="17"/>
                  </a:lnTo>
                  <a:lnTo>
                    <a:pt x="6" y="18"/>
                  </a:lnTo>
                  <a:lnTo>
                    <a:pt x="6" y="18"/>
                  </a:lnTo>
                  <a:lnTo>
                    <a:pt x="6" y="15"/>
                  </a:lnTo>
                  <a:lnTo>
                    <a:pt x="8" y="11"/>
                  </a:lnTo>
                  <a:lnTo>
                    <a:pt x="8" y="11"/>
                  </a:lnTo>
                  <a:lnTo>
                    <a:pt x="6" y="4"/>
                  </a:lnTo>
                  <a:lnTo>
                    <a:pt x="4" y="0"/>
                  </a:lnTo>
                  <a:lnTo>
                    <a:pt x="4" y="0"/>
                  </a:lnTo>
                  <a:lnTo>
                    <a:pt x="4" y="2"/>
                  </a:lnTo>
                  <a:lnTo>
                    <a:pt x="4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34" name="Freeform 418">
              <a:extLst>
                <a:ext uri="{FF2B5EF4-FFF2-40B4-BE49-F238E27FC236}">
                  <a16:creationId xmlns:a16="http://schemas.microsoft.com/office/drawing/2014/main" id="{DDE8F7A4-7FD0-4D96-97E8-B232E614DEF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9718" y="2239632"/>
              <a:ext cx="7415" cy="10381"/>
            </a:xfrm>
            <a:custGeom>
              <a:avLst/>
              <a:gdLst>
                <a:gd name="T0" fmla="*/ 4 w 5"/>
                <a:gd name="T1" fmla="*/ 0 h 7"/>
                <a:gd name="T2" fmla="*/ 4 w 5"/>
                <a:gd name="T3" fmla="*/ 0 h 7"/>
                <a:gd name="T4" fmla="*/ 0 w 5"/>
                <a:gd name="T5" fmla="*/ 5 h 7"/>
                <a:gd name="T6" fmla="*/ 0 w 5"/>
                <a:gd name="T7" fmla="*/ 7 h 7"/>
                <a:gd name="T8" fmla="*/ 4 w 5"/>
                <a:gd name="T9" fmla="*/ 7 h 7"/>
                <a:gd name="T10" fmla="*/ 4 w 5"/>
                <a:gd name="T11" fmla="*/ 7 h 7"/>
                <a:gd name="T12" fmla="*/ 5 w 5"/>
                <a:gd name="T13" fmla="*/ 1 h 7"/>
                <a:gd name="T14" fmla="*/ 5 w 5"/>
                <a:gd name="T15" fmla="*/ 0 h 7"/>
                <a:gd name="T16" fmla="*/ 4 w 5"/>
                <a:gd name="T17" fmla="*/ 0 h 7"/>
                <a:gd name="T18" fmla="*/ 4 w 5"/>
                <a:gd name="T1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" h="7">
                  <a:moveTo>
                    <a:pt x="4" y="0"/>
                  </a:moveTo>
                  <a:lnTo>
                    <a:pt x="4" y="0"/>
                  </a:lnTo>
                  <a:lnTo>
                    <a:pt x="0" y="5"/>
                  </a:lnTo>
                  <a:lnTo>
                    <a:pt x="0" y="7"/>
                  </a:lnTo>
                  <a:lnTo>
                    <a:pt x="4" y="7"/>
                  </a:lnTo>
                  <a:lnTo>
                    <a:pt x="4" y="7"/>
                  </a:lnTo>
                  <a:lnTo>
                    <a:pt x="5" y="1"/>
                  </a:lnTo>
                  <a:lnTo>
                    <a:pt x="5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35" name="Freeform 419">
              <a:extLst>
                <a:ext uri="{FF2B5EF4-FFF2-40B4-BE49-F238E27FC236}">
                  <a16:creationId xmlns:a16="http://schemas.microsoft.com/office/drawing/2014/main" id="{714C259F-FA20-4FBC-AA09-E3F03C6B5F5E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3972" y="2187726"/>
              <a:ext cx="29660" cy="53388"/>
            </a:xfrm>
            <a:custGeom>
              <a:avLst/>
              <a:gdLst>
                <a:gd name="T0" fmla="*/ 13 w 20"/>
                <a:gd name="T1" fmla="*/ 0 h 36"/>
                <a:gd name="T2" fmla="*/ 13 w 20"/>
                <a:gd name="T3" fmla="*/ 0 h 36"/>
                <a:gd name="T4" fmla="*/ 20 w 20"/>
                <a:gd name="T5" fmla="*/ 4 h 36"/>
                <a:gd name="T6" fmla="*/ 20 w 20"/>
                <a:gd name="T7" fmla="*/ 4 h 36"/>
                <a:gd name="T8" fmla="*/ 16 w 20"/>
                <a:gd name="T9" fmla="*/ 20 h 36"/>
                <a:gd name="T10" fmla="*/ 9 w 20"/>
                <a:gd name="T11" fmla="*/ 36 h 36"/>
                <a:gd name="T12" fmla="*/ 9 w 20"/>
                <a:gd name="T13" fmla="*/ 36 h 36"/>
                <a:gd name="T14" fmla="*/ 2 w 20"/>
                <a:gd name="T15" fmla="*/ 36 h 36"/>
                <a:gd name="T16" fmla="*/ 2 w 20"/>
                <a:gd name="T17" fmla="*/ 36 h 36"/>
                <a:gd name="T18" fmla="*/ 2 w 20"/>
                <a:gd name="T19" fmla="*/ 29 h 36"/>
                <a:gd name="T20" fmla="*/ 0 w 20"/>
                <a:gd name="T21" fmla="*/ 22 h 36"/>
                <a:gd name="T22" fmla="*/ 0 w 20"/>
                <a:gd name="T23" fmla="*/ 22 h 36"/>
                <a:gd name="T24" fmla="*/ 0 w 20"/>
                <a:gd name="T25" fmla="*/ 20 h 36"/>
                <a:gd name="T26" fmla="*/ 2 w 20"/>
                <a:gd name="T27" fmla="*/ 13 h 36"/>
                <a:gd name="T28" fmla="*/ 2 w 20"/>
                <a:gd name="T29" fmla="*/ 13 h 36"/>
                <a:gd name="T30" fmla="*/ 7 w 20"/>
                <a:gd name="T31" fmla="*/ 7 h 36"/>
                <a:gd name="T32" fmla="*/ 13 w 20"/>
                <a:gd name="T33" fmla="*/ 0 h 36"/>
                <a:gd name="T34" fmla="*/ 13 w 20"/>
                <a:gd name="T35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0" h="36">
                  <a:moveTo>
                    <a:pt x="13" y="0"/>
                  </a:moveTo>
                  <a:lnTo>
                    <a:pt x="13" y="0"/>
                  </a:lnTo>
                  <a:lnTo>
                    <a:pt x="20" y="4"/>
                  </a:lnTo>
                  <a:lnTo>
                    <a:pt x="20" y="4"/>
                  </a:lnTo>
                  <a:lnTo>
                    <a:pt x="16" y="20"/>
                  </a:lnTo>
                  <a:lnTo>
                    <a:pt x="9" y="36"/>
                  </a:lnTo>
                  <a:lnTo>
                    <a:pt x="9" y="36"/>
                  </a:lnTo>
                  <a:lnTo>
                    <a:pt x="2" y="36"/>
                  </a:lnTo>
                  <a:lnTo>
                    <a:pt x="2" y="36"/>
                  </a:lnTo>
                  <a:lnTo>
                    <a:pt x="2" y="29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0" y="20"/>
                  </a:lnTo>
                  <a:lnTo>
                    <a:pt x="2" y="13"/>
                  </a:lnTo>
                  <a:lnTo>
                    <a:pt x="2" y="13"/>
                  </a:lnTo>
                  <a:lnTo>
                    <a:pt x="7" y="7"/>
                  </a:lnTo>
                  <a:lnTo>
                    <a:pt x="13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36" name="Freeform 420">
              <a:extLst>
                <a:ext uri="{FF2B5EF4-FFF2-40B4-BE49-F238E27FC236}">
                  <a16:creationId xmlns:a16="http://schemas.microsoft.com/office/drawing/2014/main" id="{FB6C9EFC-977C-406B-A655-C470843E48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2108" y="2165482"/>
              <a:ext cx="14830" cy="19280"/>
            </a:xfrm>
            <a:custGeom>
              <a:avLst/>
              <a:gdLst>
                <a:gd name="T0" fmla="*/ 8 w 10"/>
                <a:gd name="T1" fmla="*/ 0 h 13"/>
                <a:gd name="T2" fmla="*/ 8 w 10"/>
                <a:gd name="T3" fmla="*/ 0 h 13"/>
                <a:gd name="T4" fmla="*/ 10 w 10"/>
                <a:gd name="T5" fmla="*/ 6 h 13"/>
                <a:gd name="T6" fmla="*/ 10 w 10"/>
                <a:gd name="T7" fmla="*/ 9 h 13"/>
                <a:gd name="T8" fmla="*/ 8 w 10"/>
                <a:gd name="T9" fmla="*/ 13 h 13"/>
                <a:gd name="T10" fmla="*/ 0 w 10"/>
                <a:gd name="T11" fmla="*/ 13 h 13"/>
                <a:gd name="T12" fmla="*/ 0 w 10"/>
                <a:gd name="T13" fmla="*/ 13 h 13"/>
                <a:gd name="T14" fmla="*/ 0 w 10"/>
                <a:gd name="T15" fmla="*/ 6 h 13"/>
                <a:gd name="T16" fmla="*/ 0 w 10"/>
                <a:gd name="T17" fmla="*/ 6 h 13"/>
                <a:gd name="T18" fmla="*/ 8 w 10"/>
                <a:gd name="T19" fmla="*/ 0 h 13"/>
                <a:gd name="T20" fmla="*/ 8 w 10"/>
                <a:gd name="T21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" h="13">
                  <a:moveTo>
                    <a:pt x="8" y="0"/>
                  </a:moveTo>
                  <a:lnTo>
                    <a:pt x="8" y="0"/>
                  </a:lnTo>
                  <a:lnTo>
                    <a:pt x="10" y="6"/>
                  </a:lnTo>
                  <a:lnTo>
                    <a:pt x="10" y="9"/>
                  </a:lnTo>
                  <a:lnTo>
                    <a:pt x="8" y="13"/>
                  </a:lnTo>
                  <a:lnTo>
                    <a:pt x="0" y="13"/>
                  </a:lnTo>
                  <a:lnTo>
                    <a:pt x="0" y="13"/>
                  </a:lnTo>
                  <a:lnTo>
                    <a:pt x="0" y="6"/>
                  </a:lnTo>
                  <a:lnTo>
                    <a:pt x="0" y="6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37" name="Freeform 421">
              <a:extLst>
                <a:ext uri="{FF2B5EF4-FFF2-40B4-BE49-F238E27FC236}">
                  <a16:creationId xmlns:a16="http://schemas.microsoft.com/office/drawing/2014/main" id="{81118F8A-D0D6-4AB7-8B87-6F912A5E6D0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0801" y="2122474"/>
              <a:ext cx="105294" cy="59320"/>
            </a:xfrm>
            <a:custGeom>
              <a:avLst/>
              <a:gdLst>
                <a:gd name="T0" fmla="*/ 35 w 71"/>
                <a:gd name="T1" fmla="*/ 0 h 40"/>
                <a:gd name="T2" fmla="*/ 35 w 71"/>
                <a:gd name="T3" fmla="*/ 0 h 40"/>
                <a:gd name="T4" fmla="*/ 37 w 71"/>
                <a:gd name="T5" fmla="*/ 2 h 40"/>
                <a:gd name="T6" fmla="*/ 37 w 71"/>
                <a:gd name="T7" fmla="*/ 4 h 40"/>
                <a:gd name="T8" fmla="*/ 38 w 71"/>
                <a:gd name="T9" fmla="*/ 6 h 40"/>
                <a:gd name="T10" fmla="*/ 38 w 71"/>
                <a:gd name="T11" fmla="*/ 6 h 40"/>
                <a:gd name="T12" fmla="*/ 44 w 71"/>
                <a:gd name="T13" fmla="*/ 6 h 40"/>
                <a:gd name="T14" fmla="*/ 47 w 71"/>
                <a:gd name="T15" fmla="*/ 4 h 40"/>
                <a:gd name="T16" fmla="*/ 51 w 71"/>
                <a:gd name="T17" fmla="*/ 0 h 40"/>
                <a:gd name="T18" fmla="*/ 51 w 71"/>
                <a:gd name="T19" fmla="*/ 0 h 40"/>
                <a:gd name="T20" fmla="*/ 71 w 71"/>
                <a:gd name="T21" fmla="*/ 4 h 40"/>
                <a:gd name="T22" fmla="*/ 71 w 71"/>
                <a:gd name="T23" fmla="*/ 4 h 40"/>
                <a:gd name="T24" fmla="*/ 55 w 71"/>
                <a:gd name="T25" fmla="*/ 7 h 40"/>
                <a:gd name="T26" fmla="*/ 42 w 71"/>
                <a:gd name="T27" fmla="*/ 15 h 40"/>
                <a:gd name="T28" fmla="*/ 17 w 71"/>
                <a:gd name="T29" fmla="*/ 33 h 40"/>
                <a:gd name="T30" fmla="*/ 17 w 71"/>
                <a:gd name="T31" fmla="*/ 33 h 40"/>
                <a:gd name="T32" fmla="*/ 15 w 71"/>
                <a:gd name="T33" fmla="*/ 35 h 40"/>
                <a:gd name="T34" fmla="*/ 15 w 71"/>
                <a:gd name="T35" fmla="*/ 40 h 40"/>
                <a:gd name="T36" fmla="*/ 15 w 71"/>
                <a:gd name="T37" fmla="*/ 40 h 40"/>
                <a:gd name="T38" fmla="*/ 9 w 71"/>
                <a:gd name="T39" fmla="*/ 38 h 40"/>
                <a:gd name="T40" fmla="*/ 6 w 71"/>
                <a:gd name="T41" fmla="*/ 40 h 40"/>
                <a:gd name="T42" fmla="*/ 6 w 71"/>
                <a:gd name="T43" fmla="*/ 40 h 40"/>
                <a:gd name="T44" fmla="*/ 0 w 71"/>
                <a:gd name="T45" fmla="*/ 33 h 40"/>
                <a:gd name="T46" fmla="*/ 6 w 71"/>
                <a:gd name="T47" fmla="*/ 33 h 40"/>
                <a:gd name="T48" fmla="*/ 6 w 71"/>
                <a:gd name="T49" fmla="*/ 33 h 40"/>
                <a:gd name="T50" fmla="*/ 35 w 71"/>
                <a:gd name="T51" fmla="*/ 0 h 40"/>
                <a:gd name="T52" fmla="*/ 35 w 71"/>
                <a:gd name="T53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1" h="40">
                  <a:moveTo>
                    <a:pt x="35" y="0"/>
                  </a:moveTo>
                  <a:lnTo>
                    <a:pt x="35" y="0"/>
                  </a:lnTo>
                  <a:lnTo>
                    <a:pt x="37" y="2"/>
                  </a:lnTo>
                  <a:lnTo>
                    <a:pt x="37" y="4"/>
                  </a:lnTo>
                  <a:lnTo>
                    <a:pt x="38" y="6"/>
                  </a:lnTo>
                  <a:lnTo>
                    <a:pt x="38" y="6"/>
                  </a:lnTo>
                  <a:lnTo>
                    <a:pt x="44" y="6"/>
                  </a:lnTo>
                  <a:lnTo>
                    <a:pt x="47" y="4"/>
                  </a:lnTo>
                  <a:lnTo>
                    <a:pt x="51" y="0"/>
                  </a:lnTo>
                  <a:lnTo>
                    <a:pt x="51" y="0"/>
                  </a:lnTo>
                  <a:lnTo>
                    <a:pt x="71" y="4"/>
                  </a:lnTo>
                  <a:lnTo>
                    <a:pt x="71" y="4"/>
                  </a:lnTo>
                  <a:lnTo>
                    <a:pt x="55" y="7"/>
                  </a:lnTo>
                  <a:lnTo>
                    <a:pt x="42" y="15"/>
                  </a:lnTo>
                  <a:lnTo>
                    <a:pt x="17" y="33"/>
                  </a:lnTo>
                  <a:lnTo>
                    <a:pt x="17" y="33"/>
                  </a:lnTo>
                  <a:lnTo>
                    <a:pt x="15" y="35"/>
                  </a:lnTo>
                  <a:lnTo>
                    <a:pt x="15" y="40"/>
                  </a:lnTo>
                  <a:lnTo>
                    <a:pt x="15" y="40"/>
                  </a:lnTo>
                  <a:lnTo>
                    <a:pt x="9" y="38"/>
                  </a:lnTo>
                  <a:lnTo>
                    <a:pt x="6" y="40"/>
                  </a:lnTo>
                  <a:lnTo>
                    <a:pt x="6" y="40"/>
                  </a:lnTo>
                  <a:lnTo>
                    <a:pt x="0" y="33"/>
                  </a:lnTo>
                  <a:lnTo>
                    <a:pt x="6" y="33"/>
                  </a:lnTo>
                  <a:lnTo>
                    <a:pt x="6" y="33"/>
                  </a:lnTo>
                  <a:lnTo>
                    <a:pt x="35" y="0"/>
                  </a:lnTo>
                  <a:lnTo>
                    <a:pt x="3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38" name="Freeform 422">
              <a:extLst>
                <a:ext uri="{FF2B5EF4-FFF2-40B4-BE49-F238E27FC236}">
                  <a16:creationId xmlns:a16="http://schemas.microsoft.com/office/drawing/2014/main" id="{EF5D0795-5E26-41F9-9D5A-087BC7120C8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3786" y="2027562"/>
              <a:ext cx="16314" cy="25212"/>
            </a:xfrm>
            <a:custGeom>
              <a:avLst/>
              <a:gdLst>
                <a:gd name="T0" fmla="*/ 6 w 11"/>
                <a:gd name="T1" fmla="*/ 0 h 17"/>
                <a:gd name="T2" fmla="*/ 6 w 11"/>
                <a:gd name="T3" fmla="*/ 0 h 17"/>
                <a:gd name="T4" fmla="*/ 2 w 11"/>
                <a:gd name="T5" fmla="*/ 6 h 17"/>
                <a:gd name="T6" fmla="*/ 0 w 11"/>
                <a:gd name="T7" fmla="*/ 8 h 17"/>
                <a:gd name="T8" fmla="*/ 0 w 11"/>
                <a:gd name="T9" fmla="*/ 8 h 17"/>
                <a:gd name="T10" fmla="*/ 0 w 11"/>
                <a:gd name="T11" fmla="*/ 15 h 17"/>
                <a:gd name="T12" fmla="*/ 2 w 11"/>
                <a:gd name="T13" fmla="*/ 17 h 17"/>
                <a:gd name="T14" fmla="*/ 4 w 11"/>
                <a:gd name="T15" fmla="*/ 15 h 17"/>
                <a:gd name="T16" fmla="*/ 8 w 11"/>
                <a:gd name="T17" fmla="*/ 11 h 17"/>
                <a:gd name="T18" fmla="*/ 9 w 11"/>
                <a:gd name="T19" fmla="*/ 8 h 17"/>
                <a:gd name="T20" fmla="*/ 11 w 11"/>
                <a:gd name="T21" fmla="*/ 4 h 17"/>
                <a:gd name="T22" fmla="*/ 9 w 11"/>
                <a:gd name="T23" fmla="*/ 0 h 17"/>
                <a:gd name="T24" fmla="*/ 6 w 11"/>
                <a:gd name="T25" fmla="*/ 0 h 17"/>
                <a:gd name="T26" fmla="*/ 6 w 11"/>
                <a:gd name="T2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" h="17">
                  <a:moveTo>
                    <a:pt x="6" y="0"/>
                  </a:moveTo>
                  <a:lnTo>
                    <a:pt x="6" y="0"/>
                  </a:lnTo>
                  <a:lnTo>
                    <a:pt x="2" y="6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15"/>
                  </a:lnTo>
                  <a:lnTo>
                    <a:pt x="2" y="17"/>
                  </a:lnTo>
                  <a:lnTo>
                    <a:pt x="4" y="15"/>
                  </a:lnTo>
                  <a:lnTo>
                    <a:pt x="8" y="11"/>
                  </a:lnTo>
                  <a:lnTo>
                    <a:pt x="9" y="8"/>
                  </a:lnTo>
                  <a:lnTo>
                    <a:pt x="11" y="4"/>
                  </a:lnTo>
                  <a:lnTo>
                    <a:pt x="9" y="0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39" name="Freeform 423">
              <a:extLst>
                <a:ext uri="{FF2B5EF4-FFF2-40B4-BE49-F238E27FC236}">
                  <a16:creationId xmlns:a16="http://schemas.microsoft.com/office/drawing/2014/main" id="{A0ED06F4-3BE7-4CE9-A955-2FFD0CEE24A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5691" y="2006800"/>
              <a:ext cx="7415" cy="7415"/>
            </a:xfrm>
            <a:custGeom>
              <a:avLst/>
              <a:gdLst>
                <a:gd name="T0" fmla="*/ 0 w 5"/>
                <a:gd name="T1" fmla="*/ 0 h 5"/>
                <a:gd name="T2" fmla="*/ 2 w 5"/>
                <a:gd name="T3" fmla="*/ 5 h 5"/>
                <a:gd name="T4" fmla="*/ 2 w 5"/>
                <a:gd name="T5" fmla="*/ 5 h 5"/>
                <a:gd name="T6" fmla="*/ 5 w 5"/>
                <a:gd name="T7" fmla="*/ 5 h 5"/>
                <a:gd name="T8" fmla="*/ 3 w 5"/>
                <a:gd name="T9" fmla="*/ 3 h 5"/>
                <a:gd name="T10" fmla="*/ 0 w 5"/>
                <a:gd name="T11" fmla="*/ 0 h 5"/>
                <a:gd name="T12" fmla="*/ 0 w 5"/>
                <a:gd name="T1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5">
                  <a:moveTo>
                    <a:pt x="0" y="0"/>
                  </a:moveTo>
                  <a:lnTo>
                    <a:pt x="2" y="5"/>
                  </a:lnTo>
                  <a:lnTo>
                    <a:pt x="2" y="5"/>
                  </a:lnTo>
                  <a:lnTo>
                    <a:pt x="5" y="5"/>
                  </a:lnTo>
                  <a:lnTo>
                    <a:pt x="3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40" name="Freeform 424">
              <a:extLst>
                <a:ext uri="{FF2B5EF4-FFF2-40B4-BE49-F238E27FC236}">
                  <a16:creationId xmlns:a16="http://schemas.microsoft.com/office/drawing/2014/main" id="{1E6769FA-A4AA-4130-974D-944B8C1E2B4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6454" y="2003834"/>
              <a:ext cx="8898" cy="10381"/>
            </a:xfrm>
            <a:custGeom>
              <a:avLst/>
              <a:gdLst>
                <a:gd name="T0" fmla="*/ 0 w 6"/>
                <a:gd name="T1" fmla="*/ 0 h 7"/>
                <a:gd name="T2" fmla="*/ 0 w 6"/>
                <a:gd name="T3" fmla="*/ 0 h 7"/>
                <a:gd name="T4" fmla="*/ 2 w 6"/>
                <a:gd name="T5" fmla="*/ 7 h 7"/>
                <a:gd name="T6" fmla="*/ 2 w 6"/>
                <a:gd name="T7" fmla="*/ 7 h 7"/>
                <a:gd name="T8" fmla="*/ 6 w 6"/>
                <a:gd name="T9" fmla="*/ 7 h 7"/>
                <a:gd name="T10" fmla="*/ 6 w 6"/>
                <a:gd name="T11" fmla="*/ 4 h 7"/>
                <a:gd name="T12" fmla="*/ 4 w 6"/>
                <a:gd name="T13" fmla="*/ 2 h 7"/>
                <a:gd name="T14" fmla="*/ 0 w 6"/>
                <a:gd name="T15" fmla="*/ 0 h 7"/>
                <a:gd name="T16" fmla="*/ 0 w 6"/>
                <a:gd name="T1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" h="7">
                  <a:moveTo>
                    <a:pt x="0" y="0"/>
                  </a:moveTo>
                  <a:lnTo>
                    <a:pt x="0" y="0"/>
                  </a:lnTo>
                  <a:lnTo>
                    <a:pt x="2" y="7"/>
                  </a:lnTo>
                  <a:lnTo>
                    <a:pt x="2" y="7"/>
                  </a:lnTo>
                  <a:lnTo>
                    <a:pt x="6" y="7"/>
                  </a:lnTo>
                  <a:lnTo>
                    <a:pt x="6" y="4"/>
                  </a:lnTo>
                  <a:lnTo>
                    <a:pt x="4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41" name="Freeform 425">
              <a:extLst>
                <a:ext uri="{FF2B5EF4-FFF2-40B4-BE49-F238E27FC236}">
                  <a16:creationId xmlns:a16="http://schemas.microsoft.com/office/drawing/2014/main" id="{9D202316-C879-472E-A1A4-D6923B50667D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5527" y="1996419"/>
              <a:ext cx="51906" cy="37076"/>
            </a:xfrm>
            <a:custGeom>
              <a:avLst/>
              <a:gdLst>
                <a:gd name="T0" fmla="*/ 29 w 35"/>
                <a:gd name="T1" fmla="*/ 0 h 25"/>
                <a:gd name="T2" fmla="*/ 29 w 35"/>
                <a:gd name="T3" fmla="*/ 0 h 25"/>
                <a:gd name="T4" fmla="*/ 26 w 35"/>
                <a:gd name="T5" fmla="*/ 3 h 25"/>
                <a:gd name="T6" fmla="*/ 24 w 35"/>
                <a:gd name="T7" fmla="*/ 7 h 25"/>
                <a:gd name="T8" fmla="*/ 24 w 35"/>
                <a:gd name="T9" fmla="*/ 7 h 25"/>
                <a:gd name="T10" fmla="*/ 20 w 35"/>
                <a:gd name="T11" fmla="*/ 10 h 25"/>
                <a:gd name="T12" fmla="*/ 15 w 35"/>
                <a:gd name="T13" fmla="*/ 10 h 25"/>
                <a:gd name="T14" fmla="*/ 9 w 35"/>
                <a:gd name="T15" fmla="*/ 12 h 25"/>
                <a:gd name="T16" fmla="*/ 4 w 35"/>
                <a:gd name="T17" fmla="*/ 14 h 25"/>
                <a:gd name="T18" fmla="*/ 4 w 35"/>
                <a:gd name="T19" fmla="*/ 14 h 25"/>
                <a:gd name="T20" fmla="*/ 2 w 35"/>
                <a:gd name="T21" fmla="*/ 18 h 25"/>
                <a:gd name="T22" fmla="*/ 0 w 35"/>
                <a:gd name="T23" fmla="*/ 21 h 25"/>
                <a:gd name="T24" fmla="*/ 4 w 35"/>
                <a:gd name="T25" fmla="*/ 21 h 25"/>
                <a:gd name="T26" fmla="*/ 4 w 35"/>
                <a:gd name="T27" fmla="*/ 21 h 25"/>
                <a:gd name="T28" fmla="*/ 6 w 35"/>
                <a:gd name="T29" fmla="*/ 23 h 25"/>
                <a:gd name="T30" fmla="*/ 8 w 35"/>
                <a:gd name="T31" fmla="*/ 25 h 25"/>
                <a:gd name="T32" fmla="*/ 9 w 35"/>
                <a:gd name="T33" fmla="*/ 25 h 25"/>
                <a:gd name="T34" fmla="*/ 9 w 35"/>
                <a:gd name="T35" fmla="*/ 25 h 25"/>
                <a:gd name="T36" fmla="*/ 13 w 35"/>
                <a:gd name="T37" fmla="*/ 18 h 25"/>
                <a:gd name="T38" fmla="*/ 13 w 35"/>
                <a:gd name="T39" fmla="*/ 18 h 25"/>
                <a:gd name="T40" fmla="*/ 15 w 35"/>
                <a:gd name="T41" fmla="*/ 16 h 25"/>
                <a:gd name="T42" fmla="*/ 19 w 35"/>
                <a:gd name="T43" fmla="*/ 18 h 25"/>
                <a:gd name="T44" fmla="*/ 22 w 35"/>
                <a:gd name="T45" fmla="*/ 18 h 25"/>
                <a:gd name="T46" fmla="*/ 24 w 35"/>
                <a:gd name="T47" fmla="*/ 18 h 25"/>
                <a:gd name="T48" fmla="*/ 24 w 35"/>
                <a:gd name="T49" fmla="*/ 18 h 25"/>
                <a:gd name="T50" fmla="*/ 26 w 35"/>
                <a:gd name="T51" fmla="*/ 12 h 25"/>
                <a:gd name="T52" fmla="*/ 28 w 35"/>
                <a:gd name="T53" fmla="*/ 7 h 25"/>
                <a:gd name="T54" fmla="*/ 28 w 35"/>
                <a:gd name="T55" fmla="*/ 7 h 25"/>
                <a:gd name="T56" fmla="*/ 31 w 35"/>
                <a:gd name="T57" fmla="*/ 7 h 25"/>
                <a:gd name="T58" fmla="*/ 35 w 35"/>
                <a:gd name="T59" fmla="*/ 5 h 25"/>
                <a:gd name="T60" fmla="*/ 35 w 35"/>
                <a:gd name="T61" fmla="*/ 5 h 25"/>
                <a:gd name="T62" fmla="*/ 33 w 35"/>
                <a:gd name="T63" fmla="*/ 3 h 25"/>
                <a:gd name="T64" fmla="*/ 31 w 35"/>
                <a:gd name="T65" fmla="*/ 1 h 25"/>
                <a:gd name="T66" fmla="*/ 31 w 35"/>
                <a:gd name="T67" fmla="*/ 0 h 25"/>
                <a:gd name="T68" fmla="*/ 29 w 35"/>
                <a:gd name="T69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5" h="25">
                  <a:moveTo>
                    <a:pt x="29" y="0"/>
                  </a:moveTo>
                  <a:lnTo>
                    <a:pt x="29" y="0"/>
                  </a:lnTo>
                  <a:lnTo>
                    <a:pt x="26" y="3"/>
                  </a:lnTo>
                  <a:lnTo>
                    <a:pt x="24" y="7"/>
                  </a:lnTo>
                  <a:lnTo>
                    <a:pt x="24" y="7"/>
                  </a:lnTo>
                  <a:lnTo>
                    <a:pt x="20" y="10"/>
                  </a:lnTo>
                  <a:lnTo>
                    <a:pt x="15" y="10"/>
                  </a:lnTo>
                  <a:lnTo>
                    <a:pt x="9" y="12"/>
                  </a:lnTo>
                  <a:lnTo>
                    <a:pt x="4" y="14"/>
                  </a:lnTo>
                  <a:lnTo>
                    <a:pt x="4" y="14"/>
                  </a:lnTo>
                  <a:lnTo>
                    <a:pt x="2" y="18"/>
                  </a:lnTo>
                  <a:lnTo>
                    <a:pt x="0" y="21"/>
                  </a:lnTo>
                  <a:lnTo>
                    <a:pt x="4" y="21"/>
                  </a:lnTo>
                  <a:lnTo>
                    <a:pt x="4" y="21"/>
                  </a:lnTo>
                  <a:lnTo>
                    <a:pt x="6" y="23"/>
                  </a:lnTo>
                  <a:lnTo>
                    <a:pt x="8" y="25"/>
                  </a:lnTo>
                  <a:lnTo>
                    <a:pt x="9" y="25"/>
                  </a:lnTo>
                  <a:lnTo>
                    <a:pt x="9" y="25"/>
                  </a:lnTo>
                  <a:lnTo>
                    <a:pt x="13" y="18"/>
                  </a:lnTo>
                  <a:lnTo>
                    <a:pt x="13" y="18"/>
                  </a:lnTo>
                  <a:lnTo>
                    <a:pt x="15" y="16"/>
                  </a:lnTo>
                  <a:lnTo>
                    <a:pt x="19" y="18"/>
                  </a:lnTo>
                  <a:lnTo>
                    <a:pt x="22" y="18"/>
                  </a:lnTo>
                  <a:lnTo>
                    <a:pt x="24" y="18"/>
                  </a:lnTo>
                  <a:lnTo>
                    <a:pt x="24" y="18"/>
                  </a:lnTo>
                  <a:lnTo>
                    <a:pt x="26" y="12"/>
                  </a:lnTo>
                  <a:lnTo>
                    <a:pt x="28" y="7"/>
                  </a:lnTo>
                  <a:lnTo>
                    <a:pt x="28" y="7"/>
                  </a:lnTo>
                  <a:lnTo>
                    <a:pt x="31" y="7"/>
                  </a:lnTo>
                  <a:lnTo>
                    <a:pt x="35" y="5"/>
                  </a:lnTo>
                  <a:lnTo>
                    <a:pt x="35" y="5"/>
                  </a:lnTo>
                  <a:lnTo>
                    <a:pt x="33" y="3"/>
                  </a:lnTo>
                  <a:lnTo>
                    <a:pt x="31" y="1"/>
                  </a:lnTo>
                  <a:lnTo>
                    <a:pt x="31" y="0"/>
                  </a:lnTo>
                  <a:lnTo>
                    <a:pt x="2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42" name="Freeform 426">
              <a:extLst>
                <a:ext uri="{FF2B5EF4-FFF2-40B4-BE49-F238E27FC236}">
                  <a16:creationId xmlns:a16="http://schemas.microsoft.com/office/drawing/2014/main" id="{41488AB3-7142-446F-97D7-FDF77BD8A0F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5466" y="1981589"/>
              <a:ext cx="191308" cy="94912"/>
            </a:xfrm>
            <a:custGeom>
              <a:avLst/>
              <a:gdLst>
                <a:gd name="T0" fmla="*/ 34 w 129"/>
                <a:gd name="T1" fmla="*/ 0 h 64"/>
                <a:gd name="T2" fmla="*/ 49 w 129"/>
                <a:gd name="T3" fmla="*/ 10 h 64"/>
                <a:gd name="T4" fmla="*/ 56 w 129"/>
                <a:gd name="T5" fmla="*/ 24 h 64"/>
                <a:gd name="T6" fmla="*/ 71 w 129"/>
                <a:gd name="T7" fmla="*/ 26 h 64"/>
                <a:gd name="T8" fmla="*/ 85 w 129"/>
                <a:gd name="T9" fmla="*/ 24 h 64"/>
                <a:gd name="T10" fmla="*/ 91 w 129"/>
                <a:gd name="T11" fmla="*/ 20 h 64"/>
                <a:gd name="T12" fmla="*/ 102 w 129"/>
                <a:gd name="T13" fmla="*/ 8 h 64"/>
                <a:gd name="T14" fmla="*/ 107 w 129"/>
                <a:gd name="T15" fmla="*/ 2 h 64"/>
                <a:gd name="T16" fmla="*/ 118 w 129"/>
                <a:gd name="T17" fmla="*/ 0 h 64"/>
                <a:gd name="T18" fmla="*/ 129 w 129"/>
                <a:gd name="T19" fmla="*/ 0 h 64"/>
                <a:gd name="T20" fmla="*/ 125 w 129"/>
                <a:gd name="T21" fmla="*/ 6 h 64"/>
                <a:gd name="T22" fmla="*/ 127 w 129"/>
                <a:gd name="T23" fmla="*/ 10 h 64"/>
                <a:gd name="T24" fmla="*/ 115 w 129"/>
                <a:gd name="T25" fmla="*/ 15 h 64"/>
                <a:gd name="T26" fmla="*/ 115 w 129"/>
                <a:gd name="T27" fmla="*/ 19 h 64"/>
                <a:gd name="T28" fmla="*/ 113 w 129"/>
                <a:gd name="T29" fmla="*/ 22 h 64"/>
                <a:gd name="T30" fmla="*/ 104 w 129"/>
                <a:gd name="T31" fmla="*/ 26 h 64"/>
                <a:gd name="T32" fmla="*/ 96 w 129"/>
                <a:gd name="T33" fmla="*/ 30 h 64"/>
                <a:gd name="T34" fmla="*/ 96 w 129"/>
                <a:gd name="T35" fmla="*/ 35 h 64"/>
                <a:gd name="T36" fmla="*/ 78 w 129"/>
                <a:gd name="T37" fmla="*/ 50 h 64"/>
                <a:gd name="T38" fmla="*/ 73 w 129"/>
                <a:gd name="T39" fmla="*/ 46 h 64"/>
                <a:gd name="T40" fmla="*/ 67 w 129"/>
                <a:gd name="T41" fmla="*/ 44 h 64"/>
                <a:gd name="T42" fmla="*/ 62 w 129"/>
                <a:gd name="T43" fmla="*/ 57 h 64"/>
                <a:gd name="T44" fmla="*/ 54 w 129"/>
                <a:gd name="T45" fmla="*/ 59 h 64"/>
                <a:gd name="T46" fmla="*/ 33 w 129"/>
                <a:gd name="T47" fmla="*/ 64 h 64"/>
                <a:gd name="T48" fmla="*/ 25 w 129"/>
                <a:gd name="T49" fmla="*/ 64 h 64"/>
                <a:gd name="T50" fmla="*/ 22 w 129"/>
                <a:gd name="T51" fmla="*/ 59 h 64"/>
                <a:gd name="T52" fmla="*/ 20 w 129"/>
                <a:gd name="T53" fmla="*/ 53 h 64"/>
                <a:gd name="T54" fmla="*/ 12 w 129"/>
                <a:gd name="T55" fmla="*/ 53 h 64"/>
                <a:gd name="T56" fmla="*/ 5 w 129"/>
                <a:gd name="T57" fmla="*/ 51 h 64"/>
                <a:gd name="T58" fmla="*/ 3 w 129"/>
                <a:gd name="T59" fmla="*/ 48 h 64"/>
                <a:gd name="T60" fmla="*/ 0 w 129"/>
                <a:gd name="T61" fmla="*/ 44 h 64"/>
                <a:gd name="T62" fmla="*/ 18 w 129"/>
                <a:gd name="T63" fmla="*/ 46 h 64"/>
                <a:gd name="T64" fmla="*/ 25 w 129"/>
                <a:gd name="T65" fmla="*/ 44 h 64"/>
                <a:gd name="T66" fmla="*/ 33 w 129"/>
                <a:gd name="T67" fmla="*/ 37 h 64"/>
                <a:gd name="T68" fmla="*/ 40 w 129"/>
                <a:gd name="T69" fmla="*/ 30 h 64"/>
                <a:gd name="T70" fmla="*/ 42 w 129"/>
                <a:gd name="T71" fmla="*/ 30 h 64"/>
                <a:gd name="T72" fmla="*/ 45 w 129"/>
                <a:gd name="T73" fmla="*/ 31 h 64"/>
                <a:gd name="T74" fmla="*/ 49 w 129"/>
                <a:gd name="T75" fmla="*/ 31 h 64"/>
                <a:gd name="T76" fmla="*/ 34 w 129"/>
                <a:gd name="T77" fmla="*/ 4 h 64"/>
                <a:gd name="T78" fmla="*/ 34 w 129"/>
                <a:gd name="T79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29" h="64">
                  <a:moveTo>
                    <a:pt x="34" y="0"/>
                  </a:moveTo>
                  <a:lnTo>
                    <a:pt x="34" y="0"/>
                  </a:lnTo>
                  <a:lnTo>
                    <a:pt x="43" y="4"/>
                  </a:lnTo>
                  <a:lnTo>
                    <a:pt x="49" y="10"/>
                  </a:lnTo>
                  <a:lnTo>
                    <a:pt x="53" y="17"/>
                  </a:lnTo>
                  <a:lnTo>
                    <a:pt x="56" y="24"/>
                  </a:lnTo>
                  <a:lnTo>
                    <a:pt x="56" y="24"/>
                  </a:lnTo>
                  <a:lnTo>
                    <a:pt x="71" y="26"/>
                  </a:lnTo>
                  <a:lnTo>
                    <a:pt x="80" y="26"/>
                  </a:lnTo>
                  <a:lnTo>
                    <a:pt x="85" y="24"/>
                  </a:lnTo>
                  <a:lnTo>
                    <a:pt x="85" y="24"/>
                  </a:lnTo>
                  <a:lnTo>
                    <a:pt x="91" y="20"/>
                  </a:lnTo>
                  <a:lnTo>
                    <a:pt x="96" y="13"/>
                  </a:lnTo>
                  <a:lnTo>
                    <a:pt x="102" y="8"/>
                  </a:lnTo>
                  <a:lnTo>
                    <a:pt x="107" y="2"/>
                  </a:lnTo>
                  <a:lnTo>
                    <a:pt x="107" y="2"/>
                  </a:lnTo>
                  <a:lnTo>
                    <a:pt x="113" y="0"/>
                  </a:lnTo>
                  <a:lnTo>
                    <a:pt x="118" y="0"/>
                  </a:lnTo>
                  <a:lnTo>
                    <a:pt x="129" y="0"/>
                  </a:lnTo>
                  <a:lnTo>
                    <a:pt x="129" y="0"/>
                  </a:lnTo>
                  <a:lnTo>
                    <a:pt x="127" y="2"/>
                  </a:lnTo>
                  <a:lnTo>
                    <a:pt x="125" y="6"/>
                  </a:lnTo>
                  <a:lnTo>
                    <a:pt x="127" y="10"/>
                  </a:lnTo>
                  <a:lnTo>
                    <a:pt x="127" y="10"/>
                  </a:lnTo>
                  <a:lnTo>
                    <a:pt x="120" y="11"/>
                  </a:lnTo>
                  <a:lnTo>
                    <a:pt x="115" y="15"/>
                  </a:lnTo>
                  <a:lnTo>
                    <a:pt x="115" y="15"/>
                  </a:lnTo>
                  <a:lnTo>
                    <a:pt x="115" y="19"/>
                  </a:lnTo>
                  <a:lnTo>
                    <a:pt x="113" y="22"/>
                  </a:lnTo>
                  <a:lnTo>
                    <a:pt x="113" y="22"/>
                  </a:lnTo>
                  <a:lnTo>
                    <a:pt x="109" y="24"/>
                  </a:lnTo>
                  <a:lnTo>
                    <a:pt x="104" y="26"/>
                  </a:lnTo>
                  <a:lnTo>
                    <a:pt x="100" y="28"/>
                  </a:lnTo>
                  <a:lnTo>
                    <a:pt x="96" y="30"/>
                  </a:lnTo>
                  <a:lnTo>
                    <a:pt x="96" y="35"/>
                  </a:lnTo>
                  <a:lnTo>
                    <a:pt x="96" y="35"/>
                  </a:lnTo>
                  <a:lnTo>
                    <a:pt x="87" y="41"/>
                  </a:lnTo>
                  <a:lnTo>
                    <a:pt x="78" y="50"/>
                  </a:lnTo>
                  <a:lnTo>
                    <a:pt x="78" y="50"/>
                  </a:lnTo>
                  <a:lnTo>
                    <a:pt x="73" y="46"/>
                  </a:lnTo>
                  <a:lnTo>
                    <a:pt x="67" y="44"/>
                  </a:lnTo>
                  <a:lnTo>
                    <a:pt x="67" y="44"/>
                  </a:lnTo>
                  <a:lnTo>
                    <a:pt x="63" y="50"/>
                  </a:lnTo>
                  <a:lnTo>
                    <a:pt x="62" y="57"/>
                  </a:lnTo>
                  <a:lnTo>
                    <a:pt x="62" y="57"/>
                  </a:lnTo>
                  <a:lnTo>
                    <a:pt x="54" y="59"/>
                  </a:lnTo>
                  <a:lnTo>
                    <a:pt x="43" y="62"/>
                  </a:lnTo>
                  <a:lnTo>
                    <a:pt x="33" y="64"/>
                  </a:lnTo>
                  <a:lnTo>
                    <a:pt x="25" y="64"/>
                  </a:lnTo>
                  <a:lnTo>
                    <a:pt x="25" y="64"/>
                  </a:lnTo>
                  <a:lnTo>
                    <a:pt x="23" y="62"/>
                  </a:lnTo>
                  <a:lnTo>
                    <a:pt x="22" y="59"/>
                  </a:lnTo>
                  <a:lnTo>
                    <a:pt x="20" y="53"/>
                  </a:lnTo>
                  <a:lnTo>
                    <a:pt x="20" y="53"/>
                  </a:lnTo>
                  <a:lnTo>
                    <a:pt x="16" y="53"/>
                  </a:lnTo>
                  <a:lnTo>
                    <a:pt x="12" y="53"/>
                  </a:lnTo>
                  <a:lnTo>
                    <a:pt x="9" y="53"/>
                  </a:lnTo>
                  <a:lnTo>
                    <a:pt x="5" y="51"/>
                  </a:lnTo>
                  <a:lnTo>
                    <a:pt x="5" y="51"/>
                  </a:lnTo>
                  <a:lnTo>
                    <a:pt x="3" y="48"/>
                  </a:lnTo>
                  <a:lnTo>
                    <a:pt x="0" y="44"/>
                  </a:lnTo>
                  <a:lnTo>
                    <a:pt x="0" y="44"/>
                  </a:lnTo>
                  <a:lnTo>
                    <a:pt x="12" y="46"/>
                  </a:lnTo>
                  <a:lnTo>
                    <a:pt x="18" y="46"/>
                  </a:lnTo>
                  <a:lnTo>
                    <a:pt x="25" y="44"/>
                  </a:lnTo>
                  <a:lnTo>
                    <a:pt x="25" y="44"/>
                  </a:lnTo>
                  <a:lnTo>
                    <a:pt x="29" y="41"/>
                  </a:lnTo>
                  <a:lnTo>
                    <a:pt x="33" y="37"/>
                  </a:lnTo>
                  <a:lnTo>
                    <a:pt x="36" y="31"/>
                  </a:lnTo>
                  <a:lnTo>
                    <a:pt x="40" y="30"/>
                  </a:lnTo>
                  <a:lnTo>
                    <a:pt x="40" y="30"/>
                  </a:lnTo>
                  <a:lnTo>
                    <a:pt x="42" y="30"/>
                  </a:lnTo>
                  <a:lnTo>
                    <a:pt x="43" y="31"/>
                  </a:lnTo>
                  <a:lnTo>
                    <a:pt x="45" y="31"/>
                  </a:lnTo>
                  <a:lnTo>
                    <a:pt x="49" y="31"/>
                  </a:lnTo>
                  <a:lnTo>
                    <a:pt x="49" y="31"/>
                  </a:lnTo>
                  <a:lnTo>
                    <a:pt x="38" y="13"/>
                  </a:lnTo>
                  <a:lnTo>
                    <a:pt x="34" y="4"/>
                  </a:lnTo>
                  <a:lnTo>
                    <a:pt x="33" y="0"/>
                  </a:lnTo>
                  <a:lnTo>
                    <a:pt x="34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43" name="Freeform 427">
              <a:extLst>
                <a:ext uri="{FF2B5EF4-FFF2-40B4-BE49-F238E27FC236}">
                  <a16:creationId xmlns:a16="http://schemas.microsoft.com/office/drawing/2014/main" id="{012B1FA2-BA25-4DFC-9246-C60791C671F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7248" y="1966759"/>
              <a:ext cx="62286" cy="20762"/>
            </a:xfrm>
            <a:custGeom>
              <a:avLst/>
              <a:gdLst>
                <a:gd name="T0" fmla="*/ 15 w 42"/>
                <a:gd name="T1" fmla="*/ 0 h 14"/>
                <a:gd name="T2" fmla="*/ 15 w 42"/>
                <a:gd name="T3" fmla="*/ 0 h 14"/>
                <a:gd name="T4" fmla="*/ 20 w 42"/>
                <a:gd name="T5" fmla="*/ 3 h 14"/>
                <a:gd name="T6" fmla="*/ 27 w 42"/>
                <a:gd name="T7" fmla="*/ 7 h 14"/>
                <a:gd name="T8" fmla="*/ 27 w 42"/>
                <a:gd name="T9" fmla="*/ 7 h 14"/>
                <a:gd name="T10" fmla="*/ 42 w 42"/>
                <a:gd name="T11" fmla="*/ 10 h 14"/>
                <a:gd name="T12" fmla="*/ 42 w 42"/>
                <a:gd name="T13" fmla="*/ 12 h 14"/>
                <a:gd name="T14" fmla="*/ 38 w 42"/>
                <a:gd name="T15" fmla="*/ 10 h 14"/>
                <a:gd name="T16" fmla="*/ 38 w 42"/>
                <a:gd name="T17" fmla="*/ 10 h 14"/>
                <a:gd name="T18" fmla="*/ 20 w 42"/>
                <a:gd name="T19" fmla="*/ 14 h 14"/>
                <a:gd name="T20" fmla="*/ 0 w 42"/>
                <a:gd name="T21" fmla="*/ 12 h 14"/>
                <a:gd name="T22" fmla="*/ 0 w 42"/>
                <a:gd name="T23" fmla="*/ 7 h 14"/>
                <a:gd name="T24" fmla="*/ 0 w 42"/>
                <a:gd name="T25" fmla="*/ 7 h 14"/>
                <a:gd name="T26" fmla="*/ 6 w 42"/>
                <a:gd name="T27" fmla="*/ 7 h 14"/>
                <a:gd name="T28" fmla="*/ 9 w 42"/>
                <a:gd name="T29" fmla="*/ 5 h 14"/>
                <a:gd name="T30" fmla="*/ 9 w 42"/>
                <a:gd name="T31" fmla="*/ 5 h 14"/>
                <a:gd name="T32" fmla="*/ 11 w 42"/>
                <a:gd name="T33" fmla="*/ 3 h 14"/>
                <a:gd name="T34" fmla="*/ 13 w 42"/>
                <a:gd name="T35" fmla="*/ 1 h 14"/>
                <a:gd name="T36" fmla="*/ 15 w 42"/>
                <a:gd name="T37" fmla="*/ 0 h 14"/>
                <a:gd name="T38" fmla="*/ 15 w 42"/>
                <a:gd name="T3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2" h="14">
                  <a:moveTo>
                    <a:pt x="15" y="0"/>
                  </a:moveTo>
                  <a:lnTo>
                    <a:pt x="15" y="0"/>
                  </a:lnTo>
                  <a:lnTo>
                    <a:pt x="20" y="3"/>
                  </a:lnTo>
                  <a:lnTo>
                    <a:pt x="27" y="7"/>
                  </a:lnTo>
                  <a:lnTo>
                    <a:pt x="27" y="7"/>
                  </a:lnTo>
                  <a:lnTo>
                    <a:pt x="42" y="10"/>
                  </a:lnTo>
                  <a:lnTo>
                    <a:pt x="42" y="12"/>
                  </a:lnTo>
                  <a:lnTo>
                    <a:pt x="38" y="10"/>
                  </a:lnTo>
                  <a:lnTo>
                    <a:pt x="38" y="10"/>
                  </a:lnTo>
                  <a:lnTo>
                    <a:pt x="20" y="14"/>
                  </a:lnTo>
                  <a:lnTo>
                    <a:pt x="0" y="12"/>
                  </a:lnTo>
                  <a:lnTo>
                    <a:pt x="0" y="7"/>
                  </a:lnTo>
                  <a:lnTo>
                    <a:pt x="0" y="7"/>
                  </a:lnTo>
                  <a:lnTo>
                    <a:pt x="6" y="7"/>
                  </a:lnTo>
                  <a:lnTo>
                    <a:pt x="9" y="5"/>
                  </a:lnTo>
                  <a:lnTo>
                    <a:pt x="9" y="5"/>
                  </a:lnTo>
                  <a:lnTo>
                    <a:pt x="11" y="3"/>
                  </a:lnTo>
                  <a:lnTo>
                    <a:pt x="13" y="1"/>
                  </a:lnTo>
                  <a:lnTo>
                    <a:pt x="15" y="0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44" name="Freeform 428">
              <a:extLst>
                <a:ext uri="{FF2B5EF4-FFF2-40B4-BE49-F238E27FC236}">
                  <a16:creationId xmlns:a16="http://schemas.microsoft.com/office/drawing/2014/main" id="{4EC9499F-1BCF-4213-A100-D8A1AC39281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3632" y="1941548"/>
              <a:ext cx="29660" cy="29660"/>
            </a:xfrm>
            <a:custGeom>
              <a:avLst/>
              <a:gdLst>
                <a:gd name="T0" fmla="*/ 9 w 20"/>
                <a:gd name="T1" fmla="*/ 0 h 20"/>
                <a:gd name="T2" fmla="*/ 13 w 20"/>
                <a:gd name="T3" fmla="*/ 0 h 20"/>
                <a:gd name="T4" fmla="*/ 13 w 20"/>
                <a:gd name="T5" fmla="*/ 0 h 20"/>
                <a:gd name="T6" fmla="*/ 14 w 20"/>
                <a:gd name="T7" fmla="*/ 2 h 20"/>
                <a:gd name="T8" fmla="*/ 16 w 20"/>
                <a:gd name="T9" fmla="*/ 4 h 20"/>
                <a:gd name="T10" fmla="*/ 20 w 20"/>
                <a:gd name="T11" fmla="*/ 7 h 20"/>
                <a:gd name="T12" fmla="*/ 20 w 20"/>
                <a:gd name="T13" fmla="*/ 7 h 20"/>
                <a:gd name="T14" fmla="*/ 9 w 20"/>
                <a:gd name="T15" fmla="*/ 20 h 20"/>
                <a:gd name="T16" fmla="*/ 9 w 20"/>
                <a:gd name="T17" fmla="*/ 20 h 20"/>
                <a:gd name="T18" fmla="*/ 2 w 20"/>
                <a:gd name="T19" fmla="*/ 17 h 20"/>
                <a:gd name="T20" fmla="*/ 2 w 20"/>
                <a:gd name="T21" fmla="*/ 17 h 20"/>
                <a:gd name="T22" fmla="*/ 2 w 20"/>
                <a:gd name="T23" fmla="*/ 13 h 20"/>
                <a:gd name="T24" fmla="*/ 0 w 20"/>
                <a:gd name="T25" fmla="*/ 7 h 20"/>
                <a:gd name="T26" fmla="*/ 0 w 20"/>
                <a:gd name="T27" fmla="*/ 7 h 20"/>
                <a:gd name="T28" fmla="*/ 5 w 20"/>
                <a:gd name="T29" fmla="*/ 4 h 20"/>
                <a:gd name="T30" fmla="*/ 9 w 20"/>
                <a:gd name="T31" fmla="*/ 0 h 20"/>
                <a:gd name="T32" fmla="*/ 9 w 20"/>
                <a:gd name="T3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0" h="20">
                  <a:moveTo>
                    <a:pt x="9" y="0"/>
                  </a:moveTo>
                  <a:lnTo>
                    <a:pt x="13" y="0"/>
                  </a:lnTo>
                  <a:lnTo>
                    <a:pt x="13" y="0"/>
                  </a:lnTo>
                  <a:lnTo>
                    <a:pt x="14" y="2"/>
                  </a:lnTo>
                  <a:lnTo>
                    <a:pt x="16" y="4"/>
                  </a:lnTo>
                  <a:lnTo>
                    <a:pt x="20" y="7"/>
                  </a:lnTo>
                  <a:lnTo>
                    <a:pt x="20" y="7"/>
                  </a:lnTo>
                  <a:lnTo>
                    <a:pt x="9" y="20"/>
                  </a:lnTo>
                  <a:lnTo>
                    <a:pt x="9" y="20"/>
                  </a:lnTo>
                  <a:lnTo>
                    <a:pt x="2" y="17"/>
                  </a:lnTo>
                  <a:lnTo>
                    <a:pt x="2" y="17"/>
                  </a:lnTo>
                  <a:lnTo>
                    <a:pt x="2" y="13"/>
                  </a:lnTo>
                  <a:lnTo>
                    <a:pt x="0" y="7"/>
                  </a:lnTo>
                  <a:lnTo>
                    <a:pt x="0" y="7"/>
                  </a:lnTo>
                  <a:lnTo>
                    <a:pt x="5" y="4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45" name="Freeform 429">
              <a:extLst>
                <a:ext uri="{FF2B5EF4-FFF2-40B4-BE49-F238E27FC236}">
                  <a16:creationId xmlns:a16="http://schemas.microsoft.com/office/drawing/2014/main" id="{F34F5EED-D155-47F7-878C-0B8889E5261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3221" y="1911888"/>
              <a:ext cx="8898" cy="8898"/>
            </a:xfrm>
            <a:custGeom>
              <a:avLst/>
              <a:gdLst>
                <a:gd name="T0" fmla="*/ 4 w 6"/>
                <a:gd name="T1" fmla="*/ 0 h 6"/>
                <a:gd name="T2" fmla="*/ 4 w 6"/>
                <a:gd name="T3" fmla="*/ 0 h 6"/>
                <a:gd name="T4" fmla="*/ 6 w 6"/>
                <a:gd name="T5" fmla="*/ 2 h 6"/>
                <a:gd name="T6" fmla="*/ 6 w 6"/>
                <a:gd name="T7" fmla="*/ 4 h 6"/>
                <a:gd name="T8" fmla="*/ 6 w 6"/>
                <a:gd name="T9" fmla="*/ 6 h 6"/>
                <a:gd name="T10" fmla="*/ 4 w 6"/>
                <a:gd name="T11" fmla="*/ 6 h 6"/>
                <a:gd name="T12" fmla="*/ 4 w 6"/>
                <a:gd name="T13" fmla="*/ 6 h 6"/>
                <a:gd name="T14" fmla="*/ 0 w 6"/>
                <a:gd name="T15" fmla="*/ 2 h 6"/>
                <a:gd name="T16" fmla="*/ 0 w 6"/>
                <a:gd name="T17" fmla="*/ 0 h 6"/>
                <a:gd name="T18" fmla="*/ 4 w 6"/>
                <a:gd name="T19" fmla="*/ 0 h 6"/>
                <a:gd name="T20" fmla="*/ 4 w 6"/>
                <a:gd name="T2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" h="6">
                  <a:moveTo>
                    <a:pt x="4" y="0"/>
                  </a:moveTo>
                  <a:lnTo>
                    <a:pt x="4" y="0"/>
                  </a:lnTo>
                  <a:lnTo>
                    <a:pt x="6" y="2"/>
                  </a:lnTo>
                  <a:lnTo>
                    <a:pt x="6" y="4"/>
                  </a:lnTo>
                  <a:lnTo>
                    <a:pt x="6" y="6"/>
                  </a:lnTo>
                  <a:lnTo>
                    <a:pt x="4" y="6"/>
                  </a:lnTo>
                  <a:lnTo>
                    <a:pt x="4" y="6"/>
                  </a:lnTo>
                  <a:lnTo>
                    <a:pt x="0" y="2"/>
                  </a:lnTo>
                  <a:lnTo>
                    <a:pt x="0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46" name="Freeform 430">
              <a:extLst>
                <a:ext uri="{FF2B5EF4-FFF2-40B4-BE49-F238E27FC236}">
                  <a16:creationId xmlns:a16="http://schemas.microsoft.com/office/drawing/2014/main" id="{D0B7D1F8-B6ED-4F69-8950-3906840EF00E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8071" y="1898541"/>
              <a:ext cx="121606" cy="97878"/>
            </a:xfrm>
            <a:custGeom>
              <a:avLst/>
              <a:gdLst>
                <a:gd name="T0" fmla="*/ 14 w 82"/>
                <a:gd name="T1" fmla="*/ 0 h 66"/>
                <a:gd name="T2" fmla="*/ 14 w 82"/>
                <a:gd name="T3" fmla="*/ 38 h 66"/>
                <a:gd name="T4" fmla="*/ 9 w 82"/>
                <a:gd name="T5" fmla="*/ 42 h 66"/>
                <a:gd name="T6" fmla="*/ 0 w 82"/>
                <a:gd name="T7" fmla="*/ 44 h 66"/>
                <a:gd name="T8" fmla="*/ 0 w 82"/>
                <a:gd name="T9" fmla="*/ 56 h 66"/>
                <a:gd name="T10" fmla="*/ 5 w 82"/>
                <a:gd name="T11" fmla="*/ 55 h 66"/>
                <a:gd name="T12" fmla="*/ 7 w 82"/>
                <a:gd name="T13" fmla="*/ 53 h 66"/>
                <a:gd name="T14" fmla="*/ 14 w 82"/>
                <a:gd name="T15" fmla="*/ 53 h 66"/>
                <a:gd name="T16" fmla="*/ 14 w 82"/>
                <a:gd name="T17" fmla="*/ 66 h 66"/>
                <a:gd name="T18" fmla="*/ 18 w 82"/>
                <a:gd name="T19" fmla="*/ 66 h 66"/>
                <a:gd name="T20" fmla="*/ 25 w 82"/>
                <a:gd name="T21" fmla="*/ 66 h 66"/>
                <a:gd name="T22" fmla="*/ 27 w 82"/>
                <a:gd name="T23" fmla="*/ 66 h 66"/>
                <a:gd name="T24" fmla="*/ 34 w 82"/>
                <a:gd name="T25" fmla="*/ 53 h 66"/>
                <a:gd name="T26" fmla="*/ 34 w 82"/>
                <a:gd name="T27" fmla="*/ 47 h 66"/>
                <a:gd name="T28" fmla="*/ 36 w 82"/>
                <a:gd name="T29" fmla="*/ 36 h 66"/>
                <a:gd name="T30" fmla="*/ 41 w 82"/>
                <a:gd name="T31" fmla="*/ 33 h 66"/>
                <a:gd name="T32" fmla="*/ 47 w 82"/>
                <a:gd name="T33" fmla="*/ 31 h 66"/>
                <a:gd name="T34" fmla="*/ 49 w 82"/>
                <a:gd name="T35" fmla="*/ 35 h 66"/>
                <a:gd name="T36" fmla="*/ 49 w 82"/>
                <a:gd name="T37" fmla="*/ 38 h 66"/>
                <a:gd name="T38" fmla="*/ 51 w 82"/>
                <a:gd name="T39" fmla="*/ 42 h 66"/>
                <a:gd name="T40" fmla="*/ 47 w 82"/>
                <a:gd name="T41" fmla="*/ 49 h 66"/>
                <a:gd name="T42" fmla="*/ 76 w 82"/>
                <a:gd name="T43" fmla="*/ 56 h 66"/>
                <a:gd name="T44" fmla="*/ 82 w 82"/>
                <a:gd name="T45" fmla="*/ 46 h 66"/>
                <a:gd name="T46" fmla="*/ 76 w 82"/>
                <a:gd name="T47" fmla="*/ 38 h 66"/>
                <a:gd name="T48" fmla="*/ 63 w 82"/>
                <a:gd name="T49" fmla="*/ 44 h 66"/>
                <a:gd name="T50" fmla="*/ 63 w 82"/>
                <a:gd name="T51" fmla="*/ 38 h 66"/>
                <a:gd name="T52" fmla="*/ 49 w 82"/>
                <a:gd name="T53" fmla="*/ 20 h 66"/>
                <a:gd name="T54" fmla="*/ 38 w 82"/>
                <a:gd name="T55" fmla="*/ 11 h 66"/>
                <a:gd name="T56" fmla="*/ 27 w 82"/>
                <a:gd name="T57" fmla="*/ 9 h 66"/>
                <a:gd name="T58" fmla="*/ 25 w 82"/>
                <a:gd name="T59" fmla="*/ 13 h 66"/>
                <a:gd name="T60" fmla="*/ 21 w 82"/>
                <a:gd name="T61" fmla="*/ 15 h 66"/>
                <a:gd name="T62" fmla="*/ 21 w 82"/>
                <a:gd name="T63" fmla="*/ 9 h 66"/>
                <a:gd name="T64" fmla="*/ 25 w 82"/>
                <a:gd name="T65" fmla="*/ 2 h 66"/>
                <a:gd name="T66" fmla="*/ 14 w 82"/>
                <a:gd name="T67" fmla="*/ 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82" h="66">
                  <a:moveTo>
                    <a:pt x="14" y="0"/>
                  </a:moveTo>
                  <a:lnTo>
                    <a:pt x="14" y="0"/>
                  </a:lnTo>
                  <a:lnTo>
                    <a:pt x="14" y="18"/>
                  </a:lnTo>
                  <a:lnTo>
                    <a:pt x="14" y="38"/>
                  </a:lnTo>
                  <a:lnTo>
                    <a:pt x="14" y="38"/>
                  </a:lnTo>
                  <a:lnTo>
                    <a:pt x="9" y="42"/>
                  </a:lnTo>
                  <a:lnTo>
                    <a:pt x="0" y="44"/>
                  </a:lnTo>
                  <a:lnTo>
                    <a:pt x="0" y="44"/>
                  </a:lnTo>
                  <a:lnTo>
                    <a:pt x="1" y="51"/>
                  </a:lnTo>
                  <a:lnTo>
                    <a:pt x="0" y="56"/>
                  </a:lnTo>
                  <a:lnTo>
                    <a:pt x="0" y="56"/>
                  </a:lnTo>
                  <a:lnTo>
                    <a:pt x="5" y="55"/>
                  </a:lnTo>
                  <a:lnTo>
                    <a:pt x="7" y="53"/>
                  </a:lnTo>
                  <a:lnTo>
                    <a:pt x="7" y="53"/>
                  </a:lnTo>
                  <a:lnTo>
                    <a:pt x="14" y="53"/>
                  </a:lnTo>
                  <a:lnTo>
                    <a:pt x="14" y="53"/>
                  </a:lnTo>
                  <a:lnTo>
                    <a:pt x="14" y="60"/>
                  </a:lnTo>
                  <a:lnTo>
                    <a:pt x="14" y="66"/>
                  </a:lnTo>
                  <a:lnTo>
                    <a:pt x="14" y="66"/>
                  </a:lnTo>
                  <a:lnTo>
                    <a:pt x="18" y="66"/>
                  </a:lnTo>
                  <a:lnTo>
                    <a:pt x="21" y="66"/>
                  </a:lnTo>
                  <a:lnTo>
                    <a:pt x="25" y="66"/>
                  </a:lnTo>
                  <a:lnTo>
                    <a:pt x="27" y="66"/>
                  </a:lnTo>
                  <a:lnTo>
                    <a:pt x="27" y="66"/>
                  </a:lnTo>
                  <a:lnTo>
                    <a:pt x="31" y="60"/>
                  </a:lnTo>
                  <a:lnTo>
                    <a:pt x="34" y="53"/>
                  </a:lnTo>
                  <a:lnTo>
                    <a:pt x="34" y="53"/>
                  </a:lnTo>
                  <a:lnTo>
                    <a:pt x="34" y="47"/>
                  </a:lnTo>
                  <a:lnTo>
                    <a:pt x="34" y="40"/>
                  </a:lnTo>
                  <a:lnTo>
                    <a:pt x="36" y="36"/>
                  </a:lnTo>
                  <a:lnTo>
                    <a:pt x="38" y="33"/>
                  </a:lnTo>
                  <a:lnTo>
                    <a:pt x="41" y="33"/>
                  </a:lnTo>
                  <a:lnTo>
                    <a:pt x="47" y="31"/>
                  </a:lnTo>
                  <a:lnTo>
                    <a:pt x="47" y="31"/>
                  </a:lnTo>
                  <a:lnTo>
                    <a:pt x="47" y="33"/>
                  </a:lnTo>
                  <a:lnTo>
                    <a:pt x="49" y="35"/>
                  </a:lnTo>
                  <a:lnTo>
                    <a:pt x="49" y="38"/>
                  </a:lnTo>
                  <a:lnTo>
                    <a:pt x="49" y="38"/>
                  </a:lnTo>
                  <a:lnTo>
                    <a:pt x="51" y="40"/>
                  </a:lnTo>
                  <a:lnTo>
                    <a:pt x="51" y="42"/>
                  </a:lnTo>
                  <a:lnTo>
                    <a:pt x="47" y="49"/>
                  </a:lnTo>
                  <a:lnTo>
                    <a:pt x="47" y="49"/>
                  </a:lnTo>
                  <a:lnTo>
                    <a:pt x="76" y="56"/>
                  </a:lnTo>
                  <a:lnTo>
                    <a:pt x="76" y="56"/>
                  </a:lnTo>
                  <a:lnTo>
                    <a:pt x="78" y="51"/>
                  </a:lnTo>
                  <a:lnTo>
                    <a:pt x="82" y="46"/>
                  </a:lnTo>
                  <a:lnTo>
                    <a:pt x="76" y="38"/>
                  </a:lnTo>
                  <a:lnTo>
                    <a:pt x="76" y="38"/>
                  </a:lnTo>
                  <a:lnTo>
                    <a:pt x="71" y="42"/>
                  </a:lnTo>
                  <a:lnTo>
                    <a:pt x="63" y="44"/>
                  </a:lnTo>
                  <a:lnTo>
                    <a:pt x="63" y="38"/>
                  </a:lnTo>
                  <a:lnTo>
                    <a:pt x="63" y="38"/>
                  </a:lnTo>
                  <a:lnTo>
                    <a:pt x="58" y="31"/>
                  </a:lnTo>
                  <a:lnTo>
                    <a:pt x="49" y="20"/>
                  </a:lnTo>
                  <a:lnTo>
                    <a:pt x="43" y="15"/>
                  </a:lnTo>
                  <a:lnTo>
                    <a:pt x="38" y="11"/>
                  </a:lnTo>
                  <a:lnTo>
                    <a:pt x="32" y="9"/>
                  </a:lnTo>
                  <a:lnTo>
                    <a:pt x="27" y="9"/>
                  </a:lnTo>
                  <a:lnTo>
                    <a:pt x="27" y="9"/>
                  </a:lnTo>
                  <a:lnTo>
                    <a:pt x="25" y="13"/>
                  </a:lnTo>
                  <a:lnTo>
                    <a:pt x="23" y="15"/>
                  </a:lnTo>
                  <a:lnTo>
                    <a:pt x="21" y="15"/>
                  </a:lnTo>
                  <a:lnTo>
                    <a:pt x="21" y="15"/>
                  </a:lnTo>
                  <a:lnTo>
                    <a:pt x="21" y="9"/>
                  </a:lnTo>
                  <a:lnTo>
                    <a:pt x="21" y="5"/>
                  </a:lnTo>
                  <a:lnTo>
                    <a:pt x="25" y="2"/>
                  </a:lnTo>
                  <a:lnTo>
                    <a:pt x="25" y="2"/>
                  </a:lnTo>
                  <a:lnTo>
                    <a:pt x="14" y="0"/>
                  </a:lnTo>
                  <a:lnTo>
                    <a:pt x="1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47" name="Freeform 431">
              <a:extLst>
                <a:ext uri="{FF2B5EF4-FFF2-40B4-BE49-F238E27FC236}">
                  <a16:creationId xmlns:a16="http://schemas.microsoft.com/office/drawing/2014/main" id="{67129446-B315-4AB7-B085-050D26DE627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7731" y="1888159"/>
              <a:ext cx="10382" cy="10381"/>
            </a:xfrm>
            <a:custGeom>
              <a:avLst/>
              <a:gdLst>
                <a:gd name="T0" fmla="*/ 0 w 7"/>
                <a:gd name="T1" fmla="*/ 0 h 7"/>
                <a:gd name="T2" fmla="*/ 5 w 7"/>
                <a:gd name="T3" fmla="*/ 7 h 7"/>
                <a:gd name="T4" fmla="*/ 5 w 7"/>
                <a:gd name="T5" fmla="*/ 7 h 7"/>
                <a:gd name="T6" fmla="*/ 7 w 7"/>
                <a:gd name="T7" fmla="*/ 7 h 7"/>
                <a:gd name="T8" fmla="*/ 7 w 7"/>
                <a:gd name="T9" fmla="*/ 5 h 7"/>
                <a:gd name="T10" fmla="*/ 7 w 7"/>
                <a:gd name="T11" fmla="*/ 0 h 7"/>
                <a:gd name="T12" fmla="*/ 7 w 7"/>
                <a:gd name="T13" fmla="*/ 0 h 7"/>
                <a:gd name="T14" fmla="*/ 0 w 7"/>
                <a:gd name="T15" fmla="*/ 0 h 7"/>
                <a:gd name="T16" fmla="*/ 0 w 7"/>
                <a:gd name="T1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" h="7">
                  <a:moveTo>
                    <a:pt x="0" y="0"/>
                  </a:moveTo>
                  <a:lnTo>
                    <a:pt x="5" y="7"/>
                  </a:lnTo>
                  <a:lnTo>
                    <a:pt x="5" y="7"/>
                  </a:lnTo>
                  <a:lnTo>
                    <a:pt x="7" y="7"/>
                  </a:lnTo>
                  <a:lnTo>
                    <a:pt x="7" y="5"/>
                  </a:lnTo>
                  <a:lnTo>
                    <a:pt x="7" y="0"/>
                  </a:lnTo>
                  <a:lnTo>
                    <a:pt x="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48" name="Freeform 432">
              <a:extLst>
                <a:ext uri="{FF2B5EF4-FFF2-40B4-BE49-F238E27FC236}">
                  <a16:creationId xmlns:a16="http://schemas.microsoft.com/office/drawing/2014/main" id="{D53B9323-C8F7-404D-8000-BD4A195D0855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5145" y="1846635"/>
              <a:ext cx="19280" cy="16314"/>
            </a:xfrm>
            <a:custGeom>
              <a:avLst/>
              <a:gdLst>
                <a:gd name="T0" fmla="*/ 7 w 13"/>
                <a:gd name="T1" fmla="*/ 0 h 11"/>
                <a:gd name="T2" fmla="*/ 7 w 13"/>
                <a:gd name="T3" fmla="*/ 0 h 11"/>
                <a:gd name="T4" fmla="*/ 11 w 13"/>
                <a:gd name="T5" fmla="*/ 2 h 11"/>
                <a:gd name="T6" fmla="*/ 13 w 13"/>
                <a:gd name="T7" fmla="*/ 6 h 11"/>
                <a:gd name="T8" fmla="*/ 11 w 13"/>
                <a:gd name="T9" fmla="*/ 9 h 11"/>
                <a:gd name="T10" fmla="*/ 9 w 13"/>
                <a:gd name="T11" fmla="*/ 9 h 11"/>
                <a:gd name="T12" fmla="*/ 7 w 13"/>
                <a:gd name="T13" fmla="*/ 11 h 11"/>
                <a:gd name="T14" fmla="*/ 7 w 13"/>
                <a:gd name="T15" fmla="*/ 6 h 11"/>
                <a:gd name="T16" fmla="*/ 7 w 13"/>
                <a:gd name="T17" fmla="*/ 6 h 11"/>
                <a:gd name="T18" fmla="*/ 2 w 13"/>
                <a:gd name="T19" fmla="*/ 8 h 11"/>
                <a:gd name="T20" fmla="*/ 0 w 13"/>
                <a:gd name="T21" fmla="*/ 8 h 11"/>
                <a:gd name="T22" fmla="*/ 2 w 13"/>
                <a:gd name="T23" fmla="*/ 6 h 11"/>
                <a:gd name="T24" fmla="*/ 2 w 13"/>
                <a:gd name="T25" fmla="*/ 6 h 11"/>
                <a:gd name="T26" fmla="*/ 4 w 13"/>
                <a:gd name="T27" fmla="*/ 2 h 11"/>
                <a:gd name="T28" fmla="*/ 6 w 13"/>
                <a:gd name="T29" fmla="*/ 0 h 11"/>
                <a:gd name="T30" fmla="*/ 7 w 13"/>
                <a:gd name="T31" fmla="*/ 0 h 11"/>
                <a:gd name="T32" fmla="*/ 7 w 13"/>
                <a:gd name="T3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" h="11">
                  <a:moveTo>
                    <a:pt x="7" y="0"/>
                  </a:moveTo>
                  <a:lnTo>
                    <a:pt x="7" y="0"/>
                  </a:lnTo>
                  <a:lnTo>
                    <a:pt x="11" y="2"/>
                  </a:lnTo>
                  <a:lnTo>
                    <a:pt x="13" y="6"/>
                  </a:lnTo>
                  <a:lnTo>
                    <a:pt x="11" y="9"/>
                  </a:lnTo>
                  <a:lnTo>
                    <a:pt x="9" y="9"/>
                  </a:lnTo>
                  <a:lnTo>
                    <a:pt x="7" y="11"/>
                  </a:lnTo>
                  <a:lnTo>
                    <a:pt x="7" y="6"/>
                  </a:lnTo>
                  <a:lnTo>
                    <a:pt x="7" y="6"/>
                  </a:lnTo>
                  <a:lnTo>
                    <a:pt x="2" y="8"/>
                  </a:lnTo>
                  <a:lnTo>
                    <a:pt x="0" y="8"/>
                  </a:lnTo>
                  <a:lnTo>
                    <a:pt x="2" y="6"/>
                  </a:lnTo>
                  <a:lnTo>
                    <a:pt x="2" y="6"/>
                  </a:lnTo>
                  <a:lnTo>
                    <a:pt x="4" y="2"/>
                  </a:lnTo>
                  <a:lnTo>
                    <a:pt x="6" y="0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49" name="Freeform 433">
              <a:extLst>
                <a:ext uri="{FF2B5EF4-FFF2-40B4-BE49-F238E27FC236}">
                  <a16:creationId xmlns:a16="http://schemas.microsoft.com/office/drawing/2014/main" id="{78AB983B-DC9C-4E22-9AFD-E686E543806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4580" y="1833289"/>
              <a:ext cx="151266" cy="102328"/>
            </a:xfrm>
            <a:custGeom>
              <a:avLst/>
              <a:gdLst>
                <a:gd name="T0" fmla="*/ 58 w 102"/>
                <a:gd name="T1" fmla="*/ 0 h 69"/>
                <a:gd name="T2" fmla="*/ 84 w 102"/>
                <a:gd name="T3" fmla="*/ 4 h 69"/>
                <a:gd name="T4" fmla="*/ 78 w 102"/>
                <a:gd name="T5" fmla="*/ 9 h 69"/>
                <a:gd name="T6" fmla="*/ 75 w 102"/>
                <a:gd name="T7" fmla="*/ 9 h 69"/>
                <a:gd name="T8" fmla="*/ 71 w 102"/>
                <a:gd name="T9" fmla="*/ 8 h 69"/>
                <a:gd name="T10" fmla="*/ 60 w 102"/>
                <a:gd name="T11" fmla="*/ 13 h 69"/>
                <a:gd name="T12" fmla="*/ 66 w 102"/>
                <a:gd name="T13" fmla="*/ 15 h 69"/>
                <a:gd name="T14" fmla="*/ 69 w 102"/>
                <a:gd name="T15" fmla="*/ 17 h 69"/>
                <a:gd name="T16" fmla="*/ 89 w 102"/>
                <a:gd name="T17" fmla="*/ 22 h 69"/>
                <a:gd name="T18" fmla="*/ 95 w 102"/>
                <a:gd name="T19" fmla="*/ 22 h 69"/>
                <a:gd name="T20" fmla="*/ 98 w 102"/>
                <a:gd name="T21" fmla="*/ 18 h 69"/>
                <a:gd name="T22" fmla="*/ 100 w 102"/>
                <a:gd name="T23" fmla="*/ 17 h 69"/>
                <a:gd name="T24" fmla="*/ 102 w 102"/>
                <a:gd name="T25" fmla="*/ 24 h 69"/>
                <a:gd name="T26" fmla="*/ 102 w 102"/>
                <a:gd name="T27" fmla="*/ 28 h 69"/>
                <a:gd name="T28" fmla="*/ 95 w 102"/>
                <a:gd name="T29" fmla="*/ 35 h 69"/>
                <a:gd name="T30" fmla="*/ 97 w 102"/>
                <a:gd name="T31" fmla="*/ 39 h 69"/>
                <a:gd name="T32" fmla="*/ 100 w 102"/>
                <a:gd name="T33" fmla="*/ 42 h 69"/>
                <a:gd name="T34" fmla="*/ 71 w 102"/>
                <a:gd name="T35" fmla="*/ 42 h 69"/>
                <a:gd name="T36" fmla="*/ 71 w 102"/>
                <a:gd name="T37" fmla="*/ 49 h 69"/>
                <a:gd name="T38" fmla="*/ 80 w 102"/>
                <a:gd name="T39" fmla="*/ 53 h 69"/>
                <a:gd name="T40" fmla="*/ 66 w 102"/>
                <a:gd name="T41" fmla="*/ 55 h 69"/>
                <a:gd name="T42" fmla="*/ 53 w 102"/>
                <a:gd name="T43" fmla="*/ 59 h 69"/>
                <a:gd name="T44" fmla="*/ 49 w 102"/>
                <a:gd name="T45" fmla="*/ 64 h 69"/>
                <a:gd name="T46" fmla="*/ 46 w 102"/>
                <a:gd name="T47" fmla="*/ 68 h 69"/>
                <a:gd name="T48" fmla="*/ 42 w 102"/>
                <a:gd name="T49" fmla="*/ 68 h 69"/>
                <a:gd name="T50" fmla="*/ 42 w 102"/>
                <a:gd name="T51" fmla="*/ 66 h 69"/>
                <a:gd name="T52" fmla="*/ 53 w 102"/>
                <a:gd name="T53" fmla="*/ 53 h 69"/>
                <a:gd name="T54" fmla="*/ 56 w 102"/>
                <a:gd name="T55" fmla="*/ 51 h 69"/>
                <a:gd name="T56" fmla="*/ 66 w 102"/>
                <a:gd name="T57" fmla="*/ 51 h 69"/>
                <a:gd name="T58" fmla="*/ 62 w 102"/>
                <a:gd name="T59" fmla="*/ 49 h 69"/>
                <a:gd name="T60" fmla="*/ 60 w 102"/>
                <a:gd name="T61" fmla="*/ 46 h 69"/>
                <a:gd name="T62" fmla="*/ 58 w 102"/>
                <a:gd name="T63" fmla="*/ 48 h 69"/>
                <a:gd name="T64" fmla="*/ 51 w 102"/>
                <a:gd name="T65" fmla="*/ 46 h 69"/>
                <a:gd name="T66" fmla="*/ 46 w 102"/>
                <a:gd name="T67" fmla="*/ 51 h 69"/>
                <a:gd name="T68" fmla="*/ 38 w 102"/>
                <a:gd name="T69" fmla="*/ 59 h 69"/>
                <a:gd name="T70" fmla="*/ 31 w 102"/>
                <a:gd name="T71" fmla="*/ 64 h 69"/>
                <a:gd name="T72" fmla="*/ 20 w 102"/>
                <a:gd name="T73" fmla="*/ 60 h 69"/>
                <a:gd name="T74" fmla="*/ 20 w 102"/>
                <a:gd name="T75" fmla="*/ 53 h 69"/>
                <a:gd name="T76" fmla="*/ 20 w 102"/>
                <a:gd name="T77" fmla="*/ 51 h 69"/>
                <a:gd name="T78" fmla="*/ 18 w 102"/>
                <a:gd name="T79" fmla="*/ 48 h 69"/>
                <a:gd name="T80" fmla="*/ 27 w 102"/>
                <a:gd name="T81" fmla="*/ 35 h 69"/>
                <a:gd name="T82" fmla="*/ 24 w 102"/>
                <a:gd name="T83" fmla="*/ 31 h 69"/>
                <a:gd name="T84" fmla="*/ 22 w 102"/>
                <a:gd name="T85" fmla="*/ 29 h 69"/>
                <a:gd name="T86" fmla="*/ 24 w 102"/>
                <a:gd name="T87" fmla="*/ 28 h 69"/>
                <a:gd name="T88" fmla="*/ 35 w 102"/>
                <a:gd name="T89" fmla="*/ 29 h 69"/>
                <a:gd name="T90" fmla="*/ 42 w 102"/>
                <a:gd name="T91" fmla="*/ 29 h 69"/>
                <a:gd name="T92" fmla="*/ 31 w 102"/>
                <a:gd name="T93" fmla="*/ 17 h 69"/>
                <a:gd name="T94" fmla="*/ 20 w 102"/>
                <a:gd name="T95" fmla="*/ 15 h 69"/>
                <a:gd name="T96" fmla="*/ 9 w 102"/>
                <a:gd name="T97" fmla="*/ 15 h 69"/>
                <a:gd name="T98" fmla="*/ 0 w 102"/>
                <a:gd name="T99" fmla="*/ 17 h 69"/>
                <a:gd name="T100" fmla="*/ 0 w 102"/>
                <a:gd name="T101" fmla="*/ 9 h 69"/>
                <a:gd name="T102" fmla="*/ 5 w 102"/>
                <a:gd name="T103" fmla="*/ 9 h 69"/>
                <a:gd name="T104" fmla="*/ 18 w 102"/>
                <a:gd name="T105" fmla="*/ 9 h 69"/>
                <a:gd name="T106" fmla="*/ 27 w 102"/>
                <a:gd name="T107" fmla="*/ 9 h 69"/>
                <a:gd name="T108" fmla="*/ 42 w 102"/>
                <a:gd name="T109" fmla="*/ 4 h 69"/>
                <a:gd name="T110" fmla="*/ 58 w 102"/>
                <a:gd name="T111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02" h="69">
                  <a:moveTo>
                    <a:pt x="58" y="0"/>
                  </a:moveTo>
                  <a:lnTo>
                    <a:pt x="58" y="0"/>
                  </a:lnTo>
                  <a:lnTo>
                    <a:pt x="69" y="0"/>
                  </a:lnTo>
                  <a:lnTo>
                    <a:pt x="84" y="4"/>
                  </a:lnTo>
                  <a:lnTo>
                    <a:pt x="78" y="9"/>
                  </a:lnTo>
                  <a:lnTo>
                    <a:pt x="78" y="9"/>
                  </a:lnTo>
                  <a:lnTo>
                    <a:pt x="75" y="9"/>
                  </a:lnTo>
                  <a:lnTo>
                    <a:pt x="75" y="9"/>
                  </a:lnTo>
                  <a:lnTo>
                    <a:pt x="73" y="8"/>
                  </a:lnTo>
                  <a:lnTo>
                    <a:pt x="71" y="8"/>
                  </a:lnTo>
                  <a:lnTo>
                    <a:pt x="71" y="8"/>
                  </a:lnTo>
                  <a:lnTo>
                    <a:pt x="60" y="13"/>
                  </a:lnTo>
                  <a:lnTo>
                    <a:pt x="60" y="13"/>
                  </a:lnTo>
                  <a:lnTo>
                    <a:pt x="66" y="15"/>
                  </a:lnTo>
                  <a:lnTo>
                    <a:pt x="69" y="17"/>
                  </a:lnTo>
                  <a:lnTo>
                    <a:pt x="69" y="17"/>
                  </a:lnTo>
                  <a:lnTo>
                    <a:pt x="82" y="20"/>
                  </a:lnTo>
                  <a:lnTo>
                    <a:pt x="89" y="22"/>
                  </a:lnTo>
                  <a:lnTo>
                    <a:pt x="95" y="22"/>
                  </a:lnTo>
                  <a:lnTo>
                    <a:pt x="95" y="22"/>
                  </a:lnTo>
                  <a:lnTo>
                    <a:pt x="97" y="20"/>
                  </a:lnTo>
                  <a:lnTo>
                    <a:pt x="98" y="18"/>
                  </a:lnTo>
                  <a:lnTo>
                    <a:pt x="100" y="17"/>
                  </a:lnTo>
                  <a:lnTo>
                    <a:pt x="100" y="17"/>
                  </a:lnTo>
                  <a:lnTo>
                    <a:pt x="102" y="20"/>
                  </a:lnTo>
                  <a:lnTo>
                    <a:pt x="102" y="24"/>
                  </a:lnTo>
                  <a:lnTo>
                    <a:pt x="102" y="28"/>
                  </a:lnTo>
                  <a:lnTo>
                    <a:pt x="102" y="28"/>
                  </a:lnTo>
                  <a:lnTo>
                    <a:pt x="98" y="31"/>
                  </a:lnTo>
                  <a:lnTo>
                    <a:pt x="95" y="35"/>
                  </a:lnTo>
                  <a:lnTo>
                    <a:pt x="95" y="35"/>
                  </a:lnTo>
                  <a:lnTo>
                    <a:pt x="97" y="39"/>
                  </a:lnTo>
                  <a:lnTo>
                    <a:pt x="100" y="42"/>
                  </a:lnTo>
                  <a:lnTo>
                    <a:pt x="100" y="42"/>
                  </a:lnTo>
                  <a:lnTo>
                    <a:pt x="86" y="42"/>
                  </a:lnTo>
                  <a:lnTo>
                    <a:pt x="71" y="42"/>
                  </a:lnTo>
                  <a:lnTo>
                    <a:pt x="71" y="42"/>
                  </a:lnTo>
                  <a:lnTo>
                    <a:pt x="71" y="49"/>
                  </a:lnTo>
                  <a:lnTo>
                    <a:pt x="71" y="49"/>
                  </a:lnTo>
                  <a:lnTo>
                    <a:pt x="80" y="53"/>
                  </a:lnTo>
                  <a:lnTo>
                    <a:pt x="80" y="53"/>
                  </a:lnTo>
                  <a:lnTo>
                    <a:pt x="66" y="55"/>
                  </a:lnTo>
                  <a:lnTo>
                    <a:pt x="60" y="57"/>
                  </a:lnTo>
                  <a:lnTo>
                    <a:pt x="53" y="59"/>
                  </a:lnTo>
                  <a:lnTo>
                    <a:pt x="53" y="59"/>
                  </a:lnTo>
                  <a:lnTo>
                    <a:pt x="49" y="64"/>
                  </a:lnTo>
                  <a:lnTo>
                    <a:pt x="46" y="68"/>
                  </a:lnTo>
                  <a:lnTo>
                    <a:pt x="46" y="68"/>
                  </a:lnTo>
                  <a:lnTo>
                    <a:pt x="44" y="69"/>
                  </a:lnTo>
                  <a:lnTo>
                    <a:pt x="42" y="68"/>
                  </a:lnTo>
                  <a:lnTo>
                    <a:pt x="42" y="66"/>
                  </a:lnTo>
                  <a:lnTo>
                    <a:pt x="42" y="66"/>
                  </a:lnTo>
                  <a:lnTo>
                    <a:pt x="49" y="59"/>
                  </a:lnTo>
                  <a:lnTo>
                    <a:pt x="53" y="53"/>
                  </a:lnTo>
                  <a:lnTo>
                    <a:pt x="56" y="51"/>
                  </a:lnTo>
                  <a:lnTo>
                    <a:pt x="56" y="51"/>
                  </a:lnTo>
                  <a:lnTo>
                    <a:pt x="62" y="51"/>
                  </a:lnTo>
                  <a:lnTo>
                    <a:pt x="66" y="51"/>
                  </a:lnTo>
                  <a:lnTo>
                    <a:pt x="66" y="51"/>
                  </a:lnTo>
                  <a:lnTo>
                    <a:pt x="62" y="49"/>
                  </a:lnTo>
                  <a:lnTo>
                    <a:pt x="62" y="48"/>
                  </a:lnTo>
                  <a:lnTo>
                    <a:pt x="60" y="46"/>
                  </a:lnTo>
                  <a:lnTo>
                    <a:pt x="60" y="46"/>
                  </a:lnTo>
                  <a:lnTo>
                    <a:pt x="58" y="48"/>
                  </a:lnTo>
                  <a:lnTo>
                    <a:pt x="55" y="46"/>
                  </a:lnTo>
                  <a:lnTo>
                    <a:pt x="51" y="46"/>
                  </a:lnTo>
                  <a:lnTo>
                    <a:pt x="49" y="46"/>
                  </a:lnTo>
                  <a:lnTo>
                    <a:pt x="46" y="51"/>
                  </a:lnTo>
                  <a:lnTo>
                    <a:pt x="46" y="51"/>
                  </a:lnTo>
                  <a:lnTo>
                    <a:pt x="38" y="59"/>
                  </a:lnTo>
                  <a:lnTo>
                    <a:pt x="36" y="64"/>
                  </a:lnTo>
                  <a:lnTo>
                    <a:pt x="31" y="64"/>
                  </a:lnTo>
                  <a:lnTo>
                    <a:pt x="20" y="60"/>
                  </a:lnTo>
                  <a:lnTo>
                    <a:pt x="20" y="60"/>
                  </a:lnTo>
                  <a:lnTo>
                    <a:pt x="15" y="53"/>
                  </a:lnTo>
                  <a:lnTo>
                    <a:pt x="20" y="53"/>
                  </a:lnTo>
                  <a:lnTo>
                    <a:pt x="20" y="53"/>
                  </a:lnTo>
                  <a:lnTo>
                    <a:pt x="20" y="51"/>
                  </a:lnTo>
                  <a:lnTo>
                    <a:pt x="18" y="49"/>
                  </a:lnTo>
                  <a:lnTo>
                    <a:pt x="18" y="48"/>
                  </a:lnTo>
                  <a:lnTo>
                    <a:pt x="16" y="46"/>
                  </a:lnTo>
                  <a:lnTo>
                    <a:pt x="27" y="35"/>
                  </a:lnTo>
                  <a:lnTo>
                    <a:pt x="27" y="35"/>
                  </a:lnTo>
                  <a:lnTo>
                    <a:pt x="24" y="31"/>
                  </a:lnTo>
                  <a:lnTo>
                    <a:pt x="22" y="29"/>
                  </a:lnTo>
                  <a:lnTo>
                    <a:pt x="22" y="29"/>
                  </a:lnTo>
                  <a:lnTo>
                    <a:pt x="20" y="28"/>
                  </a:lnTo>
                  <a:lnTo>
                    <a:pt x="24" y="28"/>
                  </a:lnTo>
                  <a:lnTo>
                    <a:pt x="35" y="29"/>
                  </a:lnTo>
                  <a:lnTo>
                    <a:pt x="35" y="29"/>
                  </a:lnTo>
                  <a:lnTo>
                    <a:pt x="42" y="29"/>
                  </a:lnTo>
                  <a:lnTo>
                    <a:pt x="42" y="29"/>
                  </a:lnTo>
                  <a:lnTo>
                    <a:pt x="36" y="22"/>
                  </a:lnTo>
                  <a:lnTo>
                    <a:pt x="31" y="17"/>
                  </a:lnTo>
                  <a:lnTo>
                    <a:pt x="31" y="17"/>
                  </a:lnTo>
                  <a:lnTo>
                    <a:pt x="20" y="15"/>
                  </a:lnTo>
                  <a:lnTo>
                    <a:pt x="9" y="15"/>
                  </a:lnTo>
                  <a:lnTo>
                    <a:pt x="9" y="15"/>
                  </a:lnTo>
                  <a:lnTo>
                    <a:pt x="5" y="15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0" y="9"/>
                  </a:lnTo>
                  <a:lnTo>
                    <a:pt x="0" y="9"/>
                  </a:lnTo>
                  <a:lnTo>
                    <a:pt x="5" y="9"/>
                  </a:lnTo>
                  <a:lnTo>
                    <a:pt x="13" y="9"/>
                  </a:lnTo>
                  <a:lnTo>
                    <a:pt x="18" y="9"/>
                  </a:lnTo>
                  <a:lnTo>
                    <a:pt x="27" y="9"/>
                  </a:lnTo>
                  <a:lnTo>
                    <a:pt x="27" y="9"/>
                  </a:lnTo>
                  <a:lnTo>
                    <a:pt x="35" y="8"/>
                  </a:lnTo>
                  <a:lnTo>
                    <a:pt x="42" y="4"/>
                  </a:lnTo>
                  <a:lnTo>
                    <a:pt x="51" y="2"/>
                  </a:lnTo>
                  <a:lnTo>
                    <a:pt x="58" y="0"/>
                  </a:lnTo>
                  <a:lnTo>
                    <a:pt x="5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50" name="Freeform 434">
              <a:extLst>
                <a:ext uri="{FF2B5EF4-FFF2-40B4-BE49-F238E27FC236}">
                  <a16:creationId xmlns:a16="http://schemas.microsoft.com/office/drawing/2014/main" id="{BC6C0C50-2AE8-47B2-AFEF-29F9009A18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8071" y="1806595"/>
              <a:ext cx="4449" cy="7415"/>
            </a:xfrm>
            <a:custGeom>
              <a:avLst/>
              <a:gdLst>
                <a:gd name="T0" fmla="*/ 0 w 3"/>
                <a:gd name="T1" fmla="*/ 0 h 5"/>
                <a:gd name="T2" fmla="*/ 3 w 3"/>
                <a:gd name="T3" fmla="*/ 5 h 5"/>
                <a:gd name="T4" fmla="*/ 3 w 3"/>
                <a:gd name="T5" fmla="*/ 5 h 5"/>
                <a:gd name="T6" fmla="*/ 3 w 3"/>
                <a:gd name="T7" fmla="*/ 2 h 5"/>
                <a:gd name="T8" fmla="*/ 3 w 3"/>
                <a:gd name="T9" fmla="*/ 2 h 5"/>
                <a:gd name="T10" fmla="*/ 0 w 3"/>
                <a:gd name="T11" fmla="*/ 0 h 5"/>
                <a:gd name="T12" fmla="*/ 0 w 3"/>
                <a:gd name="T1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5">
                  <a:moveTo>
                    <a:pt x="0" y="0"/>
                  </a:moveTo>
                  <a:lnTo>
                    <a:pt x="3" y="5"/>
                  </a:lnTo>
                  <a:lnTo>
                    <a:pt x="3" y="5"/>
                  </a:lnTo>
                  <a:lnTo>
                    <a:pt x="3" y="2"/>
                  </a:lnTo>
                  <a:lnTo>
                    <a:pt x="3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51" name="Freeform 435">
              <a:extLst>
                <a:ext uri="{FF2B5EF4-FFF2-40B4-BE49-F238E27FC236}">
                  <a16:creationId xmlns:a16="http://schemas.microsoft.com/office/drawing/2014/main" id="{A78B1AFF-F7C1-4708-8E69-F1BC385A104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7020" y="1223774"/>
              <a:ext cx="22246" cy="29660"/>
            </a:xfrm>
            <a:custGeom>
              <a:avLst/>
              <a:gdLst>
                <a:gd name="T0" fmla="*/ 0 w 15"/>
                <a:gd name="T1" fmla="*/ 0 h 20"/>
                <a:gd name="T2" fmla="*/ 0 w 15"/>
                <a:gd name="T3" fmla="*/ 0 h 20"/>
                <a:gd name="T4" fmla="*/ 0 w 15"/>
                <a:gd name="T5" fmla="*/ 5 h 20"/>
                <a:gd name="T6" fmla="*/ 0 w 15"/>
                <a:gd name="T7" fmla="*/ 9 h 20"/>
                <a:gd name="T8" fmla="*/ 2 w 15"/>
                <a:gd name="T9" fmla="*/ 12 h 20"/>
                <a:gd name="T10" fmla="*/ 2 w 15"/>
                <a:gd name="T11" fmla="*/ 14 h 20"/>
                <a:gd name="T12" fmla="*/ 2 w 15"/>
                <a:gd name="T13" fmla="*/ 14 h 20"/>
                <a:gd name="T14" fmla="*/ 11 w 15"/>
                <a:gd name="T15" fmla="*/ 18 h 20"/>
                <a:gd name="T16" fmla="*/ 15 w 15"/>
                <a:gd name="T17" fmla="*/ 20 h 20"/>
                <a:gd name="T18" fmla="*/ 13 w 15"/>
                <a:gd name="T19" fmla="*/ 18 h 20"/>
                <a:gd name="T20" fmla="*/ 13 w 15"/>
                <a:gd name="T21" fmla="*/ 18 h 20"/>
                <a:gd name="T22" fmla="*/ 8 w 15"/>
                <a:gd name="T23" fmla="*/ 3 h 20"/>
                <a:gd name="T24" fmla="*/ 8 w 15"/>
                <a:gd name="T25" fmla="*/ 3 h 20"/>
                <a:gd name="T26" fmla="*/ 4 w 15"/>
                <a:gd name="T27" fmla="*/ 1 h 20"/>
                <a:gd name="T28" fmla="*/ 0 w 15"/>
                <a:gd name="T29" fmla="*/ 0 h 20"/>
                <a:gd name="T30" fmla="*/ 0 w 15"/>
                <a:gd name="T31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" h="20">
                  <a:moveTo>
                    <a:pt x="0" y="0"/>
                  </a:moveTo>
                  <a:lnTo>
                    <a:pt x="0" y="0"/>
                  </a:lnTo>
                  <a:lnTo>
                    <a:pt x="0" y="5"/>
                  </a:lnTo>
                  <a:lnTo>
                    <a:pt x="0" y="9"/>
                  </a:lnTo>
                  <a:lnTo>
                    <a:pt x="2" y="12"/>
                  </a:lnTo>
                  <a:lnTo>
                    <a:pt x="2" y="14"/>
                  </a:lnTo>
                  <a:lnTo>
                    <a:pt x="2" y="14"/>
                  </a:lnTo>
                  <a:lnTo>
                    <a:pt x="11" y="18"/>
                  </a:lnTo>
                  <a:lnTo>
                    <a:pt x="15" y="20"/>
                  </a:lnTo>
                  <a:lnTo>
                    <a:pt x="13" y="18"/>
                  </a:lnTo>
                  <a:lnTo>
                    <a:pt x="13" y="18"/>
                  </a:lnTo>
                  <a:lnTo>
                    <a:pt x="8" y="3"/>
                  </a:lnTo>
                  <a:lnTo>
                    <a:pt x="8" y="3"/>
                  </a:lnTo>
                  <a:lnTo>
                    <a:pt x="4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52" name="Freeform 436">
              <a:extLst>
                <a:ext uri="{FF2B5EF4-FFF2-40B4-BE49-F238E27FC236}">
                  <a16:creationId xmlns:a16="http://schemas.microsoft.com/office/drawing/2014/main" id="{AAC24BB0-B5AE-4186-A16D-3C4E2245F81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54442" y="3657384"/>
              <a:ext cx="195757" cy="326261"/>
            </a:xfrm>
            <a:custGeom>
              <a:avLst/>
              <a:gdLst>
                <a:gd name="T0" fmla="*/ 6 w 132"/>
                <a:gd name="T1" fmla="*/ 175 h 220"/>
                <a:gd name="T2" fmla="*/ 6 w 132"/>
                <a:gd name="T3" fmla="*/ 186 h 220"/>
                <a:gd name="T4" fmla="*/ 15 w 132"/>
                <a:gd name="T5" fmla="*/ 191 h 220"/>
                <a:gd name="T6" fmla="*/ 22 w 132"/>
                <a:gd name="T7" fmla="*/ 202 h 220"/>
                <a:gd name="T8" fmla="*/ 53 w 132"/>
                <a:gd name="T9" fmla="*/ 217 h 220"/>
                <a:gd name="T10" fmla="*/ 60 w 132"/>
                <a:gd name="T11" fmla="*/ 213 h 220"/>
                <a:gd name="T12" fmla="*/ 71 w 132"/>
                <a:gd name="T13" fmla="*/ 213 h 220"/>
                <a:gd name="T14" fmla="*/ 82 w 132"/>
                <a:gd name="T15" fmla="*/ 213 h 220"/>
                <a:gd name="T16" fmla="*/ 106 w 132"/>
                <a:gd name="T17" fmla="*/ 215 h 220"/>
                <a:gd name="T18" fmla="*/ 111 w 132"/>
                <a:gd name="T19" fmla="*/ 219 h 220"/>
                <a:gd name="T20" fmla="*/ 130 w 132"/>
                <a:gd name="T21" fmla="*/ 220 h 220"/>
                <a:gd name="T22" fmla="*/ 128 w 132"/>
                <a:gd name="T23" fmla="*/ 208 h 220"/>
                <a:gd name="T24" fmla="*/ 121 w 132"/>
                <a:gd name="T25" fmla="*/ 191 h 220"/>
                <a:gd name="T26" fmla="*/ 111 w 132"/>
                <a:gd name="T27" fmla="*/ 182 h 220"/>
                <a:gd name="T28" fmla="*/ 101 w 132"/>
                <a:gd name="T29" fmla="*/ 162 h 220"/>
                <a:gd name="T30" fmla="*/ 91 w 132"/>
                <a:gd name="T31" fmla="*/ 146 h 220"/>
                <a:gd name="T32" fmla="*/ 95 w 132"/>
                <a:gd name="T33" fmla="*/ 140 h 220"/>
                <a:gd name="T34" fmla="*/ 106 w 132"/>
                <a:gd name="T35" fmla="*/ 118 h 220"/>
                <a:gd name="T36" fmla="*/ 108 w 132"/>
                <a:gd name="T37" fmla="*/ 96 h 220"/>
                <a:gd name="T38" fmla="*/ 93 w 132"/>
                <a:gd name="T39" fmla="*/ 80 h 220"/>
                <a:gd name="T40" fmla="*/ 97 w 132"/>
                <a:gd name="T41" fmla="*/ 69 h 220"/>
                <a:gd name="T42" fmla="*/ 117 w 132"/>
                <a:gd name="T43" fmla="*/ 69 h 220"/>
                <a:gd name="T44" fmla="*/ 113 w 132"/>
                <a:gd name="T45" fmla="*/ 62 h 220"/>
                <a:gd name="T46" fmla="*/ 110 w 132"/>
                <a:gd name="T47" fmla="*/ 45 h 220"/>
                <a:gd name="T48" fmla="*/ 111 w 132"/>
                <a:gd name="T49" fmla="*/ 33 h 220"/>
                <a:gd name="T50" fmla="*/ 111 w 132"/>
                <a:gd name="T51" fmla="*/ 24 h 220"/>
                <a:gd name="T52" fmla="*/ 108 w 132"/>
                <a:gd name="T53" fmla="*/ 15 h 220"/>
                <a:gd name="T54" fmla="*/ 97 w 132"/>
                <a:gd name="T55" fmla="*/ 0 h 220"/>
                <a:gd name="T56" fmla="*/ 99 w 132"/>
                <a:gd name="T57" fmla="*/ 18 h 220"/>
                <a:gd name="T58" fmla="*/ 97 w 132"/>
                <a:gd name="T59" fmla="*/ 31 h 220"/>
                <a:gd name="T60" fmla="*/ 90 w 132"/>
                <a:gd name="T61" fmla="*/ 38 h 220"/>
                <a:gd name="T62" fmla="*/ 82 w 132"/>
                <a:gd name="T63" fmla="*/ 47 h 220"/>
                <a:gd name="T64" fmla="*/ 82 w 132"/>
                <a:gd name="T65" fmla="*/ 55 h 220"/>
                <a:gd name="T66" fmla="*/ 79 w 132"/>
                <a:gd name="T67" fmla="*/ 62 h 220"/>
                <a:gd name="T68" fmla="*/ 75 w 132"/>
                <a:gd name="T69" fmla="*/ 69 h 220"/>
                <a:gd name="T70" fmla="*/ 75 w 132"/>
                <a:gd name="T71" fmla="*/ 76 h 220"/>
                <a:gd name="T72" fmla="*/ 59 w 132"/>
                <a:gd name="T73" fmla="*/ 89 h 220"/>
                <a:gd name="T74" fmla="*/ 57 w 132"/>
                <a:gd name="T75" fmla="*/ 100 h 220"/>
                <a:gd name="T76" fmla="*/ 51 w 132"/>
                <a:gd name="T77" fmla="*/ 111 h 220"/>
                <a:gd name="T78" fmla="*/ 46 w 132"/>
                <a:gd name="T79" fmla="*/ 117 h 220"/>
                <a:gd name="T80" fmla="*/ 42 w 132"/>
                <a:gd name="T81" fmla="*/ 131 h 220"/>
                <a:gd name="T82" fmla="*/ 39 w 132"/>
                <a:gd name="T83" fmla="*/ 138 h 220"/>
                <a:gd name="T84" fmla="*/ 29 w 132"/>
                <a:gd name="T85" fmla="*/ 144 h 220"/>
                <a:gd name="T86" fmla="*/ 29 w 132"/>
                <a:gd name="T87" fmla="*/ 133 h 220"/>
                <a:gd name="T88" fmla="*/ 17 w 132"/>
                <a:gd name="T89" fmla="*/ 133 h 220"/>
                <a:gd name="T90" fmla="*/ 8 w 132"/>
                <a:gd name="T91" fmla="*/ 138 h 220"/>
                <a:gd name="T92" fmla="*/ 4 w 132"/>
                <a:gd name="T93" fmla="*/ 149 h 220"/>
                <a:gd name="T94" fmla="*/ 0 w 132"/>
                <a:gd name="T95" fmla="*/ 157 h 220"/>
                <a:gd name="T96" fmla="*/ 0 w 132"/>
                <a:gd name="T97" fmla="*/ 168 h 220"/>
                <a:gd name="T98" fmla="*/ 4 w 132"/>
                <a:gd name="T99" fmla="*/ 180 h 2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32" h="220">
                  <a:moveTo>
                    <a:pt x="4" y="180"/>
                  </a:moveTo>
                  <a:lnTo>
                    <a:pt x="4" y="180"/>
                  </a:lnTo>
                  <a:lnTo>
                    <a:pt x="4" y="177"/>
                  </a:lnTo>
                  <a:lnTo>
                    <a:pt x="6" y="175"/>
                  </a:lnTo>
                  <a:lnTo>
                    <a:pt x="8" y="177"/>
                  </a:lnTo>
                  <a:lnTo>
                    <a:pt x="8" y="177"/>
                  </a:lnTo>
                  <a:lnTo>
                    <a:pt x="6" y="186"/>
                  </a:lnTo>
                  <a:lnTo>
                    <a:pt x="6" y="186"/>
                  </a:lnTo>
                  <a:lnTo>
                    <a:pt x="11" y="188"/>
                  </a:lnTo>
                  <a:lnTo>
                    <a:pt x="15" y="188"/>
                  </a:lnTo>
                  <a:lnTo>
                    <a:pt x="15" y="188"/>
                  </a:lnTo>
                  <a:lnTo>
                    <a:pt x="15" y="191"/>
                  </a:lnTo>
                  <a:lnTo>
                    <a:pt x="15" y="191"/>
                  </a:lnTo>
                  <a:lnTo>
                    <a:pt x="17" y="193"/>
                  </a:lnTo>
                  <a:lnTo>
                    <a:pt x="19" y="197"/>
                  </a:lnTo>
                  <a:lnTo>
                    <a:pt x="22" y="202"/>
                  </a:lnTo>
                  <a:lnTo>
                    <a:pt x="22" y="202"/>
                  </a:lnTo>
                  <a:lnTo>
                    <a:pt x="22" y="211"/>
                  </a:lnTo>
                  <a:lnTo>
                    <a:pt x="22" y="217"/>
                  </a:lnTo>
                  <a:lnTo>
                    <a:pt x="53" y="217"/>
                  </a:lnTo>
                  <a:lnTo>
                    <a:pt x="53" y="217"/>
                  </a:lnTo>
                  <a:lnTo>
                    <a:pt x="55" y="217"/>
                  </a:lnTo>
                  <a:lnTo>
                    <a:pt x="60" y="213"/>
                  </a:lnTo>
                  <a:lnTo>
                    <a:pt x="60" y="213"/>
                  </a:lnTo>
                  <a:lnTo>
                    <a:pt x="62" y="213"/>
                  </a:lnTo>
                  <a:lnTo>
                    <a:pt x="66" y="213"/>
                  </a:lnTo>
                  <a:lnTo>
                    <a:pt x="68" y="215"/>
                  </a:lnTo>
                  <a:lnTo>
                    <a:pt x="71" y="213"/>
                  </a:lnTo>
                  <a:lnTo>
                    <a:pt x="71" y="213"/>
                  </a:lnTo>
                  <a:lnTo>
                    <a:pt x="75" y="213"/>
                  </a:lnTo>
                  <a:lnTo>
                    <a:pt x="79" y="213"/>
                  </a:lnTo>
                  <a:lnTo>
                    <a:pt x="82" y="213"/>
                  </a:lnTo>
                  <a:lnTo>
                    <a:pt x="95" y="213"/>
                  </a:lnTo>
                  <a:lnTo>
                    <a:pt x="95" y="213"/>
                  </a:lnTo>
                  <a:lnTo>
                    <a:pt x="101" y="213"/>
                  </a:lnTo>
                  <a:lnTo>
                    <a:pt x="106" y="215"/>
                  </a:lnTo>
                  <a:lnTo>
                    <a:pt x="106" y="215"/>
                  </a:lnTo>
                  <a:lnTo>
                    <a:pt x="108" y="217"/>
                  </a:lnTo>
                  <a:lnTo>
                    <a:pt x="111" y="219"/>
                  </a:lnTo>
                  <a:lnTo>
                    <a:pt x="111" y="219"/>
                  </a:lnTo>
                  <a:lnTo>
                    <a:pt x="121" y="219"/>
                  </a:lnTo>
                  <a:lnTo>
                    <a:pt x="121" y="219"/>
                  </a:lnTo>
                  <a:lnTo>
                    <a:pt x="130" y="220"/>
                  </a:lnTo>
                  <a:lnTo>
                    <a:pt x="130" y="220"/>
                  </a:lnTo>
                  <a:lnTo>
                    <a:pt x="126" y="211"/>
                  </a:lnTo>
                  <a:lnTo>
                    <a:pt x="126" y="211"/>
                  </a:lnTo>
                  <a:lnTo>
                    <a:pt x="128" y="209"/>
                  </a:lnTo>
                  <a:lnTo>
                    <a:pt x="128" y="208"/>
                  </a:lnTo>
                  <a:lnTo>
                    <a:pt x="132" y="204"/>
                  </a:lnTo>
                  <a:lnTo>
                    <a:pt x="132" y="204"/>
                  </a:lnTo>
                  <a:lnTo>
                    <a:pt x="126" y="200"/>
                  </a:lnTo>
                  <a:lnTo>
                    <a:pt x="121" y="191"/>
                  </a:lnTo>
                  <a:lnTo>
                    <a:pt x="121" y="191"/>
                  </a:lnTo>
                  <a:lnTo>
                    <a:pt x="117" y="186"/>
                  </a:lnTo>
                  <a:lnTo>
                    <a:pt x="111" y="182"/>
                  </a:lnTo>
                  <a:lnTo>
                    <a:pt x="111" y="182"/>
                  </a:lnTo>
                  <a:lnTo>
                    <a:pt x="106" y="175"/>
                  </a:lnTo>
                  <a:lnTo>
                    <a:pt x="104" y="169"/>
                  </a:lnTo>
                  <a:lnTo>
                    <a:pt x="104" y="169"/>
                  </a:lnTo>
                  <a:lnTo>
                    <a:pt x="101" y="162"/>
                  </a:lnTo>
                  <a:lnTo>
                    <a:pt x="97" y="153"/>
                  </a:lnTo>
                  <a:lnTo>
                    <a:pt x="97" y="153"/>
                  </a:lnTo>
                  <a:lnTo>
                    <a:pt x="95" y="149"/>
                  </a:lnTo>
                  <a:lnTo>
                    <a:pt x="91" y="146"/>
                  </a:lnTo>
                  <a:lnTo>
                    <a:pt x="91" y="146"/>
                  </a:lnTo>
                  <a:lnTo>
                    <a:pt x="90" y="146"/>
                  </a:lnTo>
                  <a:lnTo>
                    <a:pt x="90" y="144"/>
                  </a:lnTo>
                  <a:lnTo>
                    <a:pt x="95" y="140"/>
                  </a:lnTo>
                  <a:lnTo>
                    <a:pt x="95" y="140"/>
                  </a:lnTo>
                  <a:lnTo>
                    <a:pt x="99" y="135"/>
                  </a:lnTo>
                  <a:lnTo>
                    <a:pt x="102" y="127"/>
                  </a:lnTo>
                  <a:lnTo>
                    <a:pt x="106" y="118"/>
                  </a:lnTo>
                  <a:lnTo>
                    <a:pt x="110" y="109"/>
                  </a:lnTo>
                  <a:lnTo>
                    <a:pt x="110" y="109"/>
                  </a:lnTo>
                  <a:lnTo>
                    <a:pt x="108" y="102"/>
                  </a:lnTo>
                  <a:lnTo>
                    <a:pt x="108" y="96"/>
                  </a:lnTo>
                  <a:lnTo>
                    <a:pt x="106" y="93"/>
                  </a:lnTo>
                  <a:lnTo>
                    <a:pt x="106" y="93"/>
                  </a:lnTo>
                  <a:lnTo>
                    <a:pt x="99" y="87"/>
                  </a:lnTo>
                  <a:lnTo>
                    <a:pt x="93" y="80"/>
                  </a:lnTo>
                  <a:lnTo>
                    <a:pt x="93" y="80"/>
                  </a:lnTo>
                  <a:lnTo>
                    <a:pt x="93" y="78"/>
                  </a:lnTo>
                  <a:lnTo>
                    <a:pt x="93" y="75"/>
                  </a:lnTo>
                  <a:lnTo>
                    <a:pt x="97" y="69"/>
                  </a:lnTo>
                  <a:lnTo>
                    <a:pt x="97" y="69"/>
                  </a:lnTo>
                  <a:lnTo>
                    <a:pt x="101" y="69"/>
                  </a:lnTo>
                  <a:lnTo>
                    <a:pt x="108" y="69"/>
                  </a:lnTo>
                  <a:lnTo>
                    <a:pt x="117" y="69"/>
                  </a:lnTo>
                  <a:lnTo>
                    <a:pt x="117" y="69"/>
                  </a:lnTo>
                  <a:lnTo>
                    <a:pt x="115" y="67"/>
                  </a:lnTo>
                  <a:lnTo>
                    <a:pt x="113" y="62"/>
                  </a:lnTo>
                  <a:lnTo>
                    <a:pt x="113" y="62"/>
                  </a:lnTo>
                  <a:lnTo>
                    <a:pt x="113" y="56"/>
                  </a:lnTo>
                  <a:lnTo>
                    <a:pt x="113" y="53"/>
                  </a:lnTo>
                  <a:lnTo>
                    <a:pt x="113" y="53"/>
                  </a:lnTo>
                  <a:lnTo>
                    <a:pt x="110" y="45"/>
                  </a:lnTo>
                  <a:lnTo>
                    <a:pt x="110" y="38"/>
                  </a:lnTo>
                  <a:lnTo>
                    <a:pt x="110" y="38"/>
                  </a:lnTo>
                  <a:lnTo>
                    <a:pt x="110" y="35"/>
                  </a:lnTo>
                  <a:lnTo>
                    <a:pt x="111" y="33"/>
                  </a:lnTo>
                  <a:lnTo>
                    <a:pt x="111" y="33"/>
                  </a:lnTo>
                  <a:lnTo>
                    <a:pt x="111" y="27"/>
                  </a:lnTo>
                  <a:lnTo>
                    <a:pt x="111" y="27"/>
                  </a:lnTo>
                  <a:lnTo>
                    <a:pt x="111" y="24"/>
                  </a:lnTo>
                  <a:lnTo>
                    <a:pt x="110" y="18"/>
                  </a:lnTo>
                  <a:lnTo>
                    <a:pt x="110" y="18"/>
                  </a:lnTo>
                  <a:lnTo>
                    <a:pt x="108" y="16"/>
                  </a:lnTo>
                  <a:lnTo>
                    <a:pt x="108" y="15"/>
                  </a:lnTo>
                  <a:lnTo>
                    <a:pt x="108" y="13"/>
                  </a:lnTo>
                  <a:lnTo>
                    <a:pt x="108" y="11"/>
                  </a:lnTo>
                  <a:lnTo>
                    <a:pt x="108" y="11"/>
                  </a:lnTo>
                  <a:lnTo>
                    <a:pt x="97" y="0"/>
                  </a:lnTo>
                  <a:lnTo>
                    <a:pt x="95" y="15"/>
                  </a:lnTo>
                  <a:lnTo>
                    <a:pt x="95" y="15"/>
                  </a:lnTo>
                  <a:lnTo>
                    <a:pt x="97" y="16"/>
                  </a:lnTo>
                  <a:lnTo>
                    <a:pt x="99" y="18"/>
                  </a:lnTo>
                  <a:lnTo>
                    <a:pt x="101" y="20"/>
                  </a:lnTo>
                  <a:lnTo>
                    <a:pt x="101" y="20"/>
                  </a:lnTo>
                  <a:lnTo>
                    <a:pt x="99" y="27"/>
                  </a:lnTo>
                  <a:lnTo>
                    <a:pt x="97" y="31"/>
                  </a:lnTo>
                  <a:lnTo>
                    <a:pt x="95" y="35"/>
                  </a:lnTo>
                  <a:lnTo>
                    <a:pt x="95" y="35"/>
                  </a:lnTo>
                  <a:lnTo>
                    <a:pt x="91" y="35"/>
                  </a:lnTo>
                  <a:lnTo>
                    <a:pt x="90" y="38"/>
                  </a:lnTo>
                  <a:lnTo>
                    <a:pt x="90" y="38"/>
                  </a:lnTo>
                  <a:lnTo>
                    <a:pt x="88" y="42"/>
                  </a:lnTo>
                  <a:lnTo>
                    <a:pt x="82" y="47"/>
                  </a:lnTo>
                  <a:lnTo>
                    <a:pt x="82" y="47"/>
                  </a:lnTo>
                  <a:lnTo>
                    <a:pt x="82" y="49"/>
                  </a:lnTo>
                  <a:lnTo>
                    <a:pt x="82" y="51"/>
                  </a:lnTo>
                  <a:lnTo>
                    <a:pt x="82" y="53"/>
                  </a:lnTo>
                  <a:lnTo>
                    <a:pt x="82" y="55"/>
                  </a:lnTo>
                  <a:lnTo>
                    <a:pt x="82" y="55"/>
                  </a:lnTo>
                  <a:lnTo>
                    <a:pt x="80" y="60"/>
                  </a:lnTo>
                  <a:lnTo>
                    <a:pt x="79" y="62"/>
                  </a:lnTo>
                  <a:lnTo>
                    <a:pt x="79" y="62"/>
                  </a:lnTo>
                  <a:lnTo>
                    <a:pt x="77" y="64"/>
                  </a:lnTo>
                  <a:lnTo>
                    <a:pt x="75" y="66"/>
                  </a:lnTo>
                  <a:lnTo>
                    <a:pt x="75" y="69"/>
                  </a:lnTo>
                  <a:lnTo>
                    <a:pt x="75" y="69"/>
                  </a:lnTo>
                  <a:lnTo>
                    <a:pt x="77" y="73"/>
                  </a:lnTo>
                  <a:lnTo>
                    <a:pt x="77" y="75"/>
                  </a:lnTo>
                  <a:lnTo>
                    <a:pt x="75" y="76"/>
                  </a:lnTo>
                  <a:lnTo>
                    <a:pt x="75" y="76"/>
                  </a:lnTo>
                  <a:lnTo>
                    <a:pt x="64" y="82"/>
                  </a:lnTo>
                  <a:lnTo>
                    <a:pt x="64" y="82"/>
                  </a:lnTo>
                  <a:lnTo>
                    <a:pt x="60" y="86"/>
                  </a:lnTo>
                  <a:lnTo>
                    <a:pt x="59" y="89"/>
                  </a:lnTo>
                  <a:lnTo>
                    <a:pt x="59" y="89"/>
                  </a:lnTo>
                  <a:lnTo>
                    <a:pt x="59" y="95"/>
                  </a:lnTo>
                  <a:lnTo>
                    <a:pt x="57" y="100"/>
                  </a:lnTo>
                  <a:lnTo>
                    <a:pt x="57" y="100"/>
                  </a:lnTo>
                  <a:lnTo>
                    <a:pt x="53" y="104"/>
                  </a:lnTo>
                  <a:lnTo>
                    <a:pt x="53" y="107"/>
                  </a:lnTo>
                  <a:lnTo>
                    <a:pt x="53" y="107"/>
                  </a:lnTo>
                  <a:lnTo>
                    <a:pt x="51" y="111"/>
                  </a:lnTo>
                  <a:lnTo>
                    <a:pt x="50" y="113"/>
                  </a:lnTo>
                  <a:lnTo>
                    <a:pt x="48" y="113"/>
                  </a:lnTo>
                  <a:lnTo>
                    <a:pt x="46" y="117"/>
                  </a:lnTo>
                  <a:lnTo>
                    <a:pt x="46" y="117"/>
                  </a:lnTo>
                  <a:lnTo>
                    <a:pt x="42" y="122"/>
                  </a:lnTo>
                  <a:lnTo>
                    <a:pt x="42" y="127"/>
                  </a:lnTo>
                  <a:lnTo>
                    <a:pt x="42" y="127"/>
                  </a:lnTo>
                  <a:lnTo>
                    <a:pt x="42" y="131"/>
                  </a:lnTo>
                  <a:lnTo>
                    <a:pt x="44" y="133"/>
                  </a:lnTo>
                  <a:lnTo>
                    <a:pt x="42" y="135"/>
                  </a:lnTo>
                  <a:lnTo>
                    <a:pt x="42" y="135"/>
                  </a:lnTo>
                  <a:lnTo>
                    <a:pt x="39" y="138"/>
                  </a:lnTo>
                  <a:lnTo>
                    <a:pt x="37" y="140"/>
                  </a:lnTo>
                  <a:lnTo>
                    <a:pt x="35" y="144"/>
                  </a:lnTo>
                  <a:lnTo>
                    <a:pt x="29" y="144"/>
                  </a:lnTo>
                  <a:lnTo>
                    <a:pt x="29" y="144"/>
                  </a:lnTo>
                  <a:lnTo>
                    <a:pt x="31" y="138"/>
                  </a:lnTo>
                  <a:lnTo>
                    <a:pt x="31" y="135"/>
                  </a:lnTo>
                  <a:lnTo>
                    <a:pt x="29" y="133"/>
                  </a:lnTo>
                  <a:lnTo>
                    <a:pt x="29" y="133"/>
                  </a:lnTo>
                  <a:lnTo>
                    <a:pt x="22" y="131"/>
                  </a:lnTo>
                  <a:lnTo>
                    <a:pt x="22" y="131"/>
                  </a:lnTo>
                  <a:lnTo>
                    <a:pt x="22" y="131"/>
                  </a:lnTo>
                  <a:lnTo>
                    <a:pt x="17" y="133"/>
                  </a:lnTo>
                  <a:lnTo>
                    <a:pt x="17" y="133"/>
                  </a:lnTo>
                  <a:lnTo>
                    <a:pt x="15" y="135"/>
                  </a:lnTo>
                  <a:lnTo>
                    <a:pt x="11" y="137"/>
                  </a:lnTo>
                  <a:lnTo>
                    <a:pt x="8" y="138"/>
                  </a:lnTo>
                  <a:lnTo>
                    <a:pt x="6" y="140"/>
                  </a:lnTo>
                  <a:lnTo>
                    <a:pt x="6" y="140"/>
                  </a:lnTo>
                  <a:lnTo>
                    <a:pt x="4" y="148"/>
                  </a:lnTo>
                  <a:lnTo>
                    <a:pt x="4" y="149"/>
                  </a:lnTo>
                  <a:lnTo>
                    <a:pt x="2" y="151"/>
                  </a:lnTo>
                  <a:lnTo>
                    <a:pt x="2" y="151"/>
                  </a:lnTo>
                  <a:lnTo>
                    <a:pt x="0" y="153"/>
                  </a:lnTo>
                  <a:lnTo>
                    <a:pt x="0" y="157"/>
                  </a:lnTo>
                  <a:lnTo>
                    <a:pt x="0" y="157"/>
                  </a:lnTo>
                  <a:lnTo>
                    <a:pt x="2" y="160"/>
                  </a:lnTo>
                  <a:lnTo>
                    <a:pt x="4" y="160"/>
                  </a:lnTo>
                  <a:lnTo>
                    <a:pt x="0" y="168"/>
                  </a:lnTo>
                  <a:lnTo>
                    <a:pt x="2" y="180"/>
                  </a:lnTo>
                  <a:lnTo>
                    <a:pt x="2" y="180"/>
                  </a:lnTo>
                  <a:lnTo>
                    <a:pt x="2" y="180"/>
                  </a:lnTo>
                  <a:lnTo>
                    <a:pt x="4" y="180"/>
                  </a:lnTo>
                  <a:lnTo>
                    <a:pt x="4" y="18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53" name="Freeform 437">
              <a:extLst>
                <a:ext uri="{FF2B5EF4-FFF2-40B4-BE49-F238E27FC236}">
                  <a16:creationId xmlns:a16="http://schemas.microsoft.com/office/drawing/2014/main" id="{4D601F5D-147E-4026-AB1E-DDBBB25D575F}"/>
                </a:ext>
              </a:extLst>
            </p:cNvPr>
            <p:cNvSpPr>
              <a:spLocks/>
            </p:cNvSpPr>
            <p:nvPr/>
          </p:nvSpPr>
          <p:spPr bwMode="auto">
            <a:xfrm>
              <a:off x="7968568" y="3618826"/>
              <a:ext cx="126056" cy="137920"/>
            </a:xfrm>
            <a:custGeom>
              <a:avLst/>
              <a:gdLst>
                <a:gd name="T0" fmla="*/ 7 w 85"/>
                <a:gd name="T1" fmla="*/ 64 h 93"/>
                <a:gd name="T2" fmla="*/ 7 w 85"/>
                <a:gd name="T3" fmla="*/ 64 h 93"/>
                <a:gd name="T4" fmla="*/ 16 w 85"/>
                <a:gd name="T5" fmla="*/ 84 h 93"/>
                <a:gd name="T6" fmla="*/ 16 w 85"/>
                <a:gd name="T7" fmla="*/ 84 h 93"/>
                <a:gd name="T8" fmla="*/ 20 w 85"/>
                <a:gd name="T9" fmla="*/ 82 h 93"/>
                <a:gd name="T10" fmla="*/ 22 w 85"/>
                <a:gd name="T11" fmla="*/ 82 h 93"/>
                <a:gd name="T12" fmla="*/ 23 w 85"/>
                <a:gd name="T13" fmla="*/ 82 h 93"/>
                <a:gd name="T14" fmla="*/ 23 w 85"/>
                <a:gd name="T15" fmla="*/ 82 h 93"/>
                <a:gd name="T16" fmla="*/ 22 w 85"/>
                <a:gd name="T17" fmla="*/ 90 h 93"/>
                <a:gd name="T18" fmla="*/ 22 w 85"/>
                <a:gd name="T19" fmla="*/ 90 h 93"/>
                <a:gd name="T20" fmla="*/ 31 w 85"/>
                <a:gd name="T21" fmla="*/ 93 h 93"/>
                <a:gd name="T22" fmla="*/ 34 w 85"/>
                <a:gd name="T23" fmla="*/ 86 h 93"/>
                <a:gd name="T24" fmla="*/ 40 w 85"/>
                <a:gd name="T25" fmla="*/ 82 h 93"/>
                <a:gd name="T26" fmla="*/ 43 w 85"/>
                <a:gd name="T27" fmla="*/ 81 h 93"/>
                <a:gd name="T28" fmla="*/ 49 w 85"/>
                <a:gd name="T29" fmla="*/ 79 h 93"/>
                <a:gd name="T30" fmla="*/ 62 w 85"/>
                <a:gd name="T31" fmla="*/ 82 h 93"/>
                <a:gd name="T32" fmla="*/ 63 w 85"/>
                <a:gd name="T33" fmla="*/ 75 h 93"/>
                <a:gd name="T34" fmla="*/ 71 w 85"/>
                <a:gd name="T35" fmla="*/ 70 h 93"/>
                <a:gd name="T36" fmla="*/ 80 w 85"/>
                <a:gd name="T37" fmla="*/ 66 h 93"/>
                <a:gd name="T38" fmla="*/ 85 w 85"/>
                <a:gd name="T39" fmla="*/ 53 h 93"/>
                <a:gd name="T40" fmla="*/ 85 w 85"/>
                <a:gd name="T41" fmla="*/ 44 h 93"/>
                <a:gd name="T42" fmla="*/ 85 w 85"/>
                <a:gd name="T43" fmla="*/ 35 h 93"/>
                <a:gd name="T44" fmla="*/ 82 w 85"/>
                <a:gd name="T45" fmla="*/ 28 h 93"/>
                <a:gd name="T46" fmla="*/ 82 w 85"/>
                <a:gd name="T47" fmla="*/ 22 h 93"/>
                <a:gd name="T48" fmla="*/ 80 w 85"/>
                <a:gd name="T49" fmla="*/ 13 h 93"/>
                <a:gd name="T50" fmla="*/ 78 w 85"/>
                <a:gd name="T51" fmla="*/ 4 h 93"/>
                <a:gd name="T52" fmla="*/ 71 w 85"/>
                <a:gd name="T53" fmla="*/ 6 h 93"/>
                <a:gd name="T54" fmla="*/ 67 w 85"/>
                <a:gd name="T55" fmla="*/ 2 h 93"/>
                <a:gd name="T56" fmla="*/ 63 w 85"/>
                <a:gd name="T57" fmla="*/ 0 h 93"/>
                <a:gd name="T58" fmla="*/ 58 w 85"/>
                <a:gd name="T59" fmla="*/ 6 h 93"/>
                <a:gd name="T60" fmla="*/ 58 w 85"/>
                <a:gd name="T61" fmla="*/ 15 h 93"/>
                <a:gd name="T62" fmla="*/ 54 w 85"/>
                <a:gd name="T63" fmla="*/ 15 h 93"/>
                <a:gd name="T64" fmla="*/ 49 w 85"/>
                <a:gd name="T65" fmla="*/ 10 h 93"/>
                <a:gd name="T66" fmla="*/ 45 w 85"/>
                <a:gd name="T67" fmla="*/ 8 h 93"/>
                <a:gd name="T68" fmla="*/ 36 w 85"/>
                <a:gd name="T69" fmla="*/ 8 h 93"/>
                <a:gd name="T70" fmla="*/ 32 w 85"/>
                <a:gd name="T71" fmla="*/ 11 h 93"/>
                <a:gd name="T72" fmla="*/ 25 w 85"/>
                <a:gd name="T73" fmla="*/ 17 h 93"/>
                <a:gd name="T74" fmla="*/ 20 w 85"/>
                <a:gd name="T75" fmla="*/ 17 h 93"/>
                <a:gd name="T76" fmla="*/ 14 w 85"/>
                <a:gd name="T77" fmla="*/ 15 h 93"/>
                <a:gd name="T78" fmla="*/ 7 w 85"/>
                <a:gd name="T79" fmla="*/ 20 h 93"/>
                <a:gd name="T80" fmla="*/ 2 w 85"/>
                <a:gd name="T81" fmla="*/ 22 h 93"/>
                <a:gd name="T82" fmla="*/ 0 w 85"/>
                <a:gd name="T83" fmla="*/ 31 h 93"/>
                <a:gd name="T84" fmla="*/ 2 w 85"/>
                <a:gd name="T85" fmla="*/ 44 h 93"/>
                <a:gd name="T86" fmla="*/ 7 w 85"/>
                <a:gd name="T87" fmla="*/ 51 h 93"/>
                <a:gd name="T88" fmla="*/ 5 w 85"/>
                <a:gd name="T89" fmla="*/ 66 h 93"/>
                <a:gd name="T90" fmla="*/ 7 w 85"/>
                <a:gd name="T91" fmla="*/ 64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5" h="93">
                  <a:moveTo>
                    <a:pt x="7" y="64"/>
                  </a:moveTo>
                  <a:lnTo>
                    <a:pt x="7" y="64"/>
                  </a:lnTo>
                  <a:lnTo>
                    <a:pt x="16" y="84"/>
                  </a:lnTo>
                  <a:lnTo>
                    <a:pt x="16" y="84"/>
                  </a:lnTo>
                  <a:lnTo>
                    <a:pt x="20" y="82"/>
                  </a:lnTo>
                  <a:lnTo>
                    <a:pt x="22" y="82"/>
                  </a:lnTo>
                  <a:lnTo>
                    <a:pt x="23" y="82"/>
                  </a:lnTo>
                  <a:lnTo>
                    <a:pt x="23" y="82"/>
                  </a:lnTo>
                  <a:lnTo>
                    <a:pt x="22" y="90"/>
                  </a:lnTo>
                  <a:lnTo>
                    <a:pt x="22" y="90"/>
                  </a:lnTo>
                  <a:lnTo>
                    <a:pt x="31" y="93"/>
                  </a:lnTo>
                  <a:lnTo>
                    <a:pt x="34" y="86"/>
                  </a:lnTo>
                  <a:lnTo>
                    <a:pt x="40" y="82"/>
                  </a:lnTo>
                  <a:lnTo>
                    <a:pt x="43" y="81"/>
                  </a:lnTo>
                  <a:lnTo>
                    <a:pt x="49" y="79"/>
                  </a:lnTo>
                  <a:lnTo>
                    <a:pt x="62" y="82"/>
                  </a:lnTo>
                  <a:lnTo>
                    <a:pt x="63" y="75"/>
                  </a:lnTo>
                  <a:lnTo>
                    <a:pt x="71" y="70"/>
                  </a:lnTo>
                  <a:lnTo>
                    <a:pt x="80" y="66"/>
                  </a:lnTo>
                  <a:lnTo>
                    <a:pt x="85" y="53"/>
                  </a:lnTo>
                  <a:lnTo>
                    <a:pt x="85" y="44"/>
                  </a:lnTo>
                  <a:lnTo>
                    <a:pt x="85" y="35"/>
                  </a:lnTo>
                  <a:lnTo>
                    <a:pt x="82" y="28"/>
                  </a:lnTo>
                  <a:lnTo>
                    <a:pt x="82" y="22"/>
                  </a:lnTo>
                  <a:lnTo>
                    <a:pt x="80" y="13"/>
                  </a:lnTo>
                  <a:lnTo>
                    <a:pt x="78" y="4"/>
                  </a:lnTo>
                  <a:lnTo>
                    <a:pt x="71" y="6"/>
                  </a:lnTo>
                  <a:lnTo>
                    <a:pt x="67" y="2"/>
                  </a:lnTo>
                  <a:lnTo>
                    <a:pt x="63" y="0"/>
                  </a:lnTo>
                  <a:lnTo>
                    <a:pt x="58" y="6"/>
                  </a:lnTo>
                  <a:lnTo>
                    <a:pt x="58" y="15"/>
                  </a:lnTo>
                  <a:lnTo>
                    <a:pt x="54" y="15"/>
                  </a:lnTo>
                  <a:lnTo>
                    <a:pt x="49" y="10"/>
                  </a:lnTo>
                  <a:lnTo>
                    <a:pt x="45" y="8"/>
                  </a:lnTo>
                  <a:lnTo>
                    <a:pt x="36" y="8"/>
                  </a:lnTo>
                  <a:lnTo>
                    <a:pt x="32" y="11"/>
                  </a:lnTo>
                  <a:lnTo>
                    <a:pt x="25" y="17"/>
                  </a:lnTo>
                  <a:lnTo>
                    <a:pt x="20" y="17"/>
                  </a:lnTo>
                  <a:lnTo>
                    <a:pt x="14" y="15"/>
                  </a:lnTo>
                  <a:lnTo>
                    <a:pt x="7" y="20"/>
                  </a:lnTo>
                  <a:lnTo>
                    <a:pt x="2" y="22"/>
                  </a:lnTo>
                  <a:lnTo>
                    <a:pt x="0" y="31"/>
                  </a:lnTo>
                  <a:lnTo>
                    <a:pt x="2" y="44"/>
                  </a:lnTo>
                  <a:lnTo>
                    <a:pt x="7" y="51"/>
                  </a:lnTo>
                  <a:lnTo>
                    <a:pt x="5" y="66"/>
                  </a:lnTo>
                  <a:lnTo>
                    <a:pt x="7" y="6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54" name="Freeform 438">
              <a:extLst>
                <a:ext uri="{FF2B5EF4-FFF2-40B4-BE49-F238E27FC236}">
                  <a16:creationId xmlns:a16="http://schemas.microsoft.com/office/drawing/2014/main" id="{5C7DD11E-EF40-4C31-8F19-32B77DC3CC40}"/>
                </a:ext>
              </a:extLst>
            </p:cNvPr>
            <p:cNvSpPr>
              <a:spLocks/>
            </p:cNvSpPr>
            <p:nvPr/>
          </p:nvSpPr>
          <p:spPr bwMode="auto">
            <a:xfrm>
              <a:off x="6246800" y="4137878"/>
              <a:ext cx="51906" cy="59320"/>
            </a:xfrm>
            <a:custGeom>
              <a:avLst/>
              <a:gdLst>
                <a:gd name="T0" fmla="*/ 0 w 35"/>
                <a:gd name="T1" fmla="*/ 13 h 40"/>
                <a:gd name="T2" fmla="*/ 0 w 35"/>
                <a:gd name="T3" fmla="*/ 13 h 40"/>
                <a:gd name="T4" fmla="*/ 2 w 35"/>
                <a:gd name="T5" fmla="*/ 11 h 40"/>
                <a:gd name="T6" fmla="*/ 0 w 35"/>
                <a:gd name="T7" fmla="*/ 4 h 40"/>
                <a:gd name="T8" fmla="*/ 0 w 35"/>
                <a:gd name="T9" fmla="*/ 4 h 40"/>
                <a:gd name="T10" fmla="*/ 2 w 35"/>
                <a:gd name="T11" fmla="*/ 2 h 40"/>
                <a:gd name="T12" fmla="*/ 4 w 35"/>
                <a:gd name="T13" fmla="*/ 2 h 40"/>
                <a:gd name="T14" fmla="*/ 5 w 35"/>
                <a:gd name="T15" fmla="*/ 4 h 40"/>
                <a:gd name="T16" fmla="*/ 5 w 35"/>
                <a:gd name="T17" fmla="*/ 4 h 40"/>
                <a:gd name="T18" fmla="*/ 7 w 35"/>
                <a:gd name="T19" fmla="*/ 8 h 40"/>
                <a:gd name="T20" fmla="*/ 9 w 35"/>
                <a:gd name="T21" fmla="*/ 9 h 40"/>
                <a:gd name="T22" fmla="*/ 9 w 35"/>
                <a:gd name="T23" fmla="*/ 11 h 40"/>
                <a:gd name="T24" fmla="*/ 13 w 35"/>
                <a:gd name="T25" fmla="*/ 9 h 40"/>
                <a:gd name="T26" fmla="*/ 13 w 35"/>
                <a:gd name="T27" fmla="*/ 9 h 40"/>
                <a:gd name="T28" fmla="*/ 15 w 35"/>
                <a:gd name="T29" fmla="*/ 6 h 40"/>
                <a:gd name="T30" fmla="*/ 16 w 35"/>
                <a:gd name="T31" fmla="*/ 2 h 40"/>
                <a:gd name="T32" fmla="*/ 16 w 35"/>
                <a:gd name="T33" fmla="*/ 0 h 40"/>
                <a:gd name="T34" fmla="*/ 18 w 35"/>
                <a:gd name="T35" fmla="*/ 0 h 40"/>
                <a:gd name="T36" fmla="*/ 18 w 35"/>
                <a:gd name="T37" fmla="*/ 0 h 40"/>
                <a:gd name="T38" fmla="*/ 24 w 35"/>
                <a:gd name="T39" fmla="*/ 2 h 40"/>
                <a:gd name="T40" fmla="*/ 29 w 35"/>
                <a:gd name="T41" fmla="*/ 4 h 40"/>
                <a:gd name="T42" fmla="*/ 29 w 35"/>
                <a:gd name="T43" fmla="*/ 4 h 40"/>
                <a:gd name="T44" fmla="*/ 27 w 35"/>
                <a:gd name="T45" fmla="*/ 8 h 40"/>
                <a:gd name="T46" fmla="*/ 27 w 35"/>
                <a:gd name="T47" fmla="*/ 11 h 40"/>
                <a:gd name="T48" fmla="*/ 29 w 35"/>
                <a:gd name="T49" fmla="*/ 15 h 40"/>
                <a:gd name="T50" fmla="*/ 29 w 35"/>
                <a:gd name="T51" fmla="*/ 15 h 40"/>
                <a:gd name="T52" fmla="*/ 35 w 35"/>
                <a:gd name="T53" fmla="*/ 17 h 40"/>
                <a:gd name="T54" fmla="*/ 35 w 35"/>
                <a:gd name="T55" fmla="*/ 15 h 40"/>
                <a:gd name="T56" fmla="*/ 35 w 35"/>
                <a:gd name="T57" fmla="*/ 15 h 40"/>
                <a:gd name="T58" fmla="*/ 35 w 35"/>
                <a:gd name="T59" fmla="*/ 18 h 40"/>
                <a:gd name="T60" fmla="*/ 33 w 35"/>
                <a:gd name="T61" fmla="*/ 22 h 40"/>
                <a:gd name="T62" fmla="*/ 33 w 35"/>
                <a:gd name="T63" fmla="*/ 22 h 40"/>
                <a:gd name="T64" fmla="*/ 27 w 35"/>
                <a:gd name="T65" fmla="*/ 26 h 40"/>
                <a:gd name="T66" fmla="*/ 25 w 35"/>
                <a:gd name="T67" fmla="*/ 28 h 40"/>
                <a:gd name="T68" fmla="*/ 24 w 35"/>
                <a:gd name="T69" fmla="*/ 37 h 40"/>
                <a:gd name="T70" fmla="*/ 24 w 35"/>
                <a:gd name="T71" fmla="*/ 37 h 40"/>
                <a:gd name="T72" fmla="*/ 16 w 35"/>
                <a:gd name="T73" fmla="*/ 40 h 40"/>
                <a:gd name="T74" fmla="*/ 16 w 35"/>
                <a:gd name="T75" fmla="*/ 40 h 40"/>
                <a:gd name="T76" fmla="*/ 9 w 35"/>
                <a:gd name="T77" fmla="*/ 40 h 40"/>
                <a:gd name="T78" fmla="*/ 5 w 35"/>
                <a:gd name="T79" fmla="*/ 38 h 40"/>
                <a:gd name="T80" fmla="*/ 5 w 35"/>
                <a:gd name="T81" fmla="*/ 38 h 40"/>
                <a:gd name="T82" fmla="*/ 4 w 35"/>
                <a:gd name="T83" fmla="*/ 13 h 40"/>
                <a:gd name="T84" fmla="*/ 0 w 35"/>
                <a:gd name="T85" fmla="*/ 13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5" h="40">
                  <a:moveTo>
                    <a:pt x="0" y="13"/>
                  </a:moveTo>
                  <a:lnTo>
                    <a:pt x="0" y="13"/>
                  </a:lnTo>
                  <a:lnTo>
                    <a:pt x="2" y="11"/>
                  </a:lnTo>
                  <a:lnTo>
                    <a:pt x="0" y="4"/>
                  </a:lnTo>
                  <a:lnTo>
                    <a:pt x="0" y="4"/>
                  </a:lnTo>
                  <a:lnTo>
                    <a:pt x="2" y="2"/>
                  </a:lnTo>
                  <a:lnTo>
                    <a:pt x="4" y="2"/>
                  </a:lnTo>
                  <a:lnTo>
                    <a:pt x="5" y="4"/>
                  </a:lnTo>
                  <a:lnTo>
                    <a:pt x="5" y="4"/>
                  </a:lnTo>
                  <a:lnTo>
                    <a:pt x="7" y="8"/>
                  </a:lnTo>
                  <a:lnTo>
                    <a:pt x="9" y="9"/>
                  </a:lnTo>
                  <a:lnTo>
                    <a:pt x="9" y="11"/>
                  </a:lnTo>
                  <a:lnTo>
                    <a:pt x="13" y="9"/>
                  </a:lnTo>
                  <a:lnTo>
                    <a:pt x="13" y="9"/>
                  </a:lnTo>
                  <a:lnTo>
                    <a:pt x="15" y="6"/>
                  </a:lnTo>
                  <a:lnTo>
                    <a:pt x="16" y="2"/>
                  </a:lnTo>
                  <a:lnTo>
                    <a:pt x="16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24" y="2"/>
                  </a:lnTo>
                  <a:lnTo>
                    <a:pt x="29" y="4"/>
                  </a:lnTo>
                  <a:lnTo>
                    <a:pt x="29" y="4"/>
                  </a:lnTo>
                  <a:lnTo>
                    <a:pt x="27" y="8"/>
                  </a:lnTo>
                  <a:lnTo>
                    <a:pt x="27" y="11"/>
                  </a:lnTo>
                  <a:lnTo>
                    <a:pt x="29" y="15"/>
                  </a:lnTo>
                  <a:lnTo>
                    <a:pt x="29" y="15"/>
                  </a:lnTo>
                  <a:lnTo>
                    <a:pt x="35" y="17"/>
                  </a:lnTo>
                  <a:lnTo>
                    <a:pt x="35" y="15"/>
                  </a:lnTo>
                  <a:lnTo>
                    <a:pt x="35" y="15"/>
                  </a:lnTo>
                  <a:lnTo>
                    <a:pt x="35" y="18"/>
                  </a:lnTo>
                  <a:lnTo>
                    <a:pt x="33" y="22"/>
                  </a:lnTo>
                  <a:lnTo>
                    <a:pt x="33" y="22"/>
                  </a:lnTo>
                  <a:lnTo>
                    <a:pt x="27" y="26"/>
                  </a:lnTo>
                  <a:lnTo>
                    <a:pt x="25" y="28"/>
                  </a:lnTo>
                  <a:lnTo>
                    <a:pt x="24" y="37"/>
                  </a:lnTo>
                  <a:lnTo>
                    <a:pt x="24" y="37"/>
                  </a:lnTo>
                  <a:lnTo>
                    <a:pt x="16" y="40"/>
                  </a:lnTo>
                  <a:lnTo>
                    <a:pt x="16" y="40"/>
                  </a:lnTo>
                  <a:lnTo>
                    <a:pt x="9" y="40"/>
                  </a:lnTo>
                  <a:lnTo>
                    <a:pt x="5" y="38"/>
                  </a:lnTo>
                  <a:lnTo>
                    <a:pt x="5" y="38"/>
                  </a:lnTo>
                  <a:lnTo>
                    <a:pt x="4" y="13"/>
                  </a:lnTo>
                  <a:lnTo>
                    <a:pt x="0" y="1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55" name="Freeform 439">
              <a:extLst>
                <a:ext uri="{FF2B5EF4-FFF2-40B4-BE49-F238E27FC236}">
                  <a16:creationId xmlns:a16="http://schemas.microsoft.com/office/drawing/2014/main" id="{0E57CB42-B141-46E8-BF09-892AECF6681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41669" y="3249557"/>
              <a:ext cx="198723" cy="483459"/>
            </a:xfrm>
            <a:custGeom>
              <a:avLst/>
              <a:gdLst>
                <a:gd name="T0" fmla="*/ 105 w 134"/>
                <a:gd name="T1" fmla="*/ 320 h 326"/>
                <a:gd name="T2" fmla="*/ 111 w 134"/>
                <a:gd name="T3" fmla="*/ 291 h 326"/>
                <a:gd name="T4" fmla="*/ 94 w 134"/>
                <a:gd name="T5" fmla="*/ 257 h 326"/>
                <a:gd name="T6" fmla="*/ 100 w 134"/>
                <a:gd name="T7" fmla="*/ 229 h 326"/>
                <a:gd name="T8" fmla="*/ 83 w 134"/>
                <a:gd name="T9" fmla="*/ 198 h 326"/>
                <a:gd name="T10" fmla="*/ 83 w 134"/>
                <a:gd name="T11" fmla="*/ 171 h 326"/>
                <a:gd name="T12" fmla="*/ 96 w 134"/>
                <a:gd name="T13" fmla="*/ 158 h 326"/>
                <a:gd name="T14" fmla="*/ 104 w 134"/>
                <a:gd name="T15" fmla="*/ 146 h 326"/>
                <a:gd name="T16" fmla="*/ 124 w 134"/>
                <a:gd name="T17" fmla="*/ 149 h 326"/>
                <a:gd name="T18" fmla="*/ 134 w 134"/>
                <a:gd name="T19" fmla="*/ 124 h 326"/>
                <a:gd name="T20" fmla="*/ 118 w 134"/>
                <a:gd name="T21" fmla="*/ 106 h 326"/>
                <a:gd name="T22" fmla="*/ 107 w 134"/>
                <a:gd name="T23" fmla="*/ 100 h 326"/>
                <a:gd name="T24" fmla="*/ 105 w 134"/>
                <a:gd name="T25" fmla="*/ 87 h 326"/>
                <a:gd name="T26" fmla="*/ 102 w 134"/>
                <a:gd name="T27" fmla="*/ 71 h 326"/>
                <a:gd name="T28" fmla="*/ 87 w 134"/>
                <a:gd name="T29" fmla="*/ 76 h 326"/>
                <a:gd name="T30" fmla="*/ 83 w 134"/>
                <a:gd name="T31" fmla="*/ 69 h 326"/>
                <a:gd name="T32" fmla="*/ 87 w 134"/>
                <a:gd name="T33" fmla="*/ 51 h 326"/>
                <a:gd name="T34" fmla="*/ 93 w 134"/>
                <a:gd name="T35" fmla="*/ 27 h 326"/>
                <a:gd name="T36" fmla="*/ 89 w 134"/>
                <a:gd name="T37" fmla="*/ 7 h 326"/>
                <a:gd name="T38" fmla="*/ 78 w 134"/>
                <a:gd name="T39" fmla="*/ 2 h 326"/>
                <a:gd name="T40" fmla="*/ 65 w 134"/>
                <a:gd name="T41" fmla="*/ 20 h 326"/>
                <a:gd name="T42" fmla="*/ 52 w 134"/>
                <a:gd name="T43" fmla="*/ 36 h 326"/>
                <a:gd name="T44" fmla="*/ 34 w 134"/>
                <a:gd name="T45" fmla="*/ 53 h 326"/>
                <a:gd name="T46" fmla="*/ 34 w 134"/>
                <a:gd name="T47" fmla="*/ 64 h 326"/>
                <a:gd name="T48" fmla="*/ 16 w 134"/>
                <a:gd name="T49" fmla="*/ 76 h 326"/>
                <a:gd name="T50" fmla="*/ 20 w 134"/>
                <a:gd name="T51" fmla="*/ 106 h 326"/>
                <a:gd name="T52" fmla="*/ 12 w 134"/>
                <a:gd name="T53" fmla="*/ 118 h 326"/>
                <a:gd name="T54" fmla="*/ 5 w 134"/>
                <a:gd name="T55" fmla="*/ 124 h 326"/>
                <a:gd name="T56" fmla="*/ 9 w 134"/>
                <a:gd name="T57" fmla="*/ 136 h 326"/>
                <a:gd name="T58" fmla="*/ 0 w 134"/>
                <a:gd name="T59" fmla="*/ 142 h 326"/>
                <a:gd name="T60" fmla="*/ 1 w 134"/>
                <a:gd name="T61" fmla="*/ 147 h 326"/>
                <a:gd name="T62" fmla="*/ 5 w 134"/>
                <a:gd name="T63" fmla="*/ 153 h 326"/>
                <a:gd name="T64" fmla="*/ 5 w 134"/>
                <a:gd name="T65" fmla="*/ 151 h 326"/>
                <a:gd name="T66" fmla="*/ 11 w 134"/>
                <a:gd name="T67" fmla="*/ 149 h 326"/>
                <a:gd name="T68" fmla="*/ 18 w 134"/>
                <a:gd name="T69" fmla="*/ 164 h 326"/>
                <a:gd name="T70" fmla="*/ 20 w 134"/>
                <a:gd name="T71" fmla="*/ 180 h 326"/>
                <a:gd name="T72" fmla="*/ 31 w 134"/>
                <a:gd name="T73" fmla="*/ 191 h 326"/>
                <a:gd name="T74" fmla="*/ 27 w 134"/>
                <a:gd name="T75" fmla="*/ 204 h 326"/>
                <a:gd name="T76" fmla="*/ 23 w 134"/>
                <a:gd name="T77" fmla="*/ 220 h 326"/>
                <a:gd name="T78" fmla="*/ 31 w 134"/>
                <a:gd name="T79" fmla="*/ 229 h 326"/>
                <a:gd name="T80" fmla="*/ 51 w 134"/>
                <a:gd name="T81" fmla="*/ 226 h 326"/>
                <a:gd name="T82" fmla="*/ 58 w 134"/>
                <a:gd name="T83" fmla="*/ 218 h 326"/>
                <a:gd name="T84" fmla="*/ 62 w 134"/>
                <a:gd name="T85" fmla="*/ 209 h 326"/>
                <a:gd name="T86" fmla="*/ 76 w 134"/>
                <a:gd name="T87" fmla="*/ 220 h 326"/>
                <a:gd name="T88" fmla="*/ 76 w 134"/>
                <a:gd name="T89" fmla="*/ 229 h 326"/>
                <a:gd name="T90" fmla="*/ 74 w 134"/>
                <a:gd name="T91" fmla="*/ 237 h 326"/>
                <a:gd name="T92" fmla="*/ 82 w 134"/>
                <a:gd name="T93" fmla="*/ 244 h 326"/>
                <a:gd name="T94" fmla="*/ 83 w 134"/>
                <a:gd name="T95" fmla="*/ 262 h 326"/>
                <a:gd name="T96" fmla="*/ 87 w 134"/>
                <a:gd name="T97" fmla="*/ 275 h 326"/>
                <a:gd name="T98" fmla="*/ 93 w 134"/>
                <a:gd name="T99" fmla="*/ 286 h 326"/>
                <a:gd name="T100" fmla="*/ 96 w 134"/>
                <a:gd name="T101" fmla="*/ 297 h 326"/>
                <a:gd name="T102" fmla="*/ 94 w 134"/>
                <a:gd name="T103" fmla="*/ 306 h 326"/>
                <a:gd name="T104" fmla="*/ 98 w 134"/>
                <a:gd name="T105" fmla="*/ 313 h 326"/>
                <a:gd name="T106" fmla="*/ 102 w 134"/>
                <a:gd name="T107" fmla="*/ 326 h 3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34" h="326">
                  <a:moveTo>
                    <a:pt x="102" y="326"/>
                  </a:moveTo>
                  <a:lnTo>
                    <a:pt x="104" y="326"/>
                  </a:lnTo>
                  <a:lnTo>
                    <a:pt x="105" y="320"/>
                  </a:lnTo>
                  <a:lnTo>
                    <a:pt x="107" y="310"/>
                  </a:lnTo>
                  <a:lnTo>
                    <a:pt x="111" y="302"/>
                  </a:lnTo>
                  <a:lnTo>
                    <a:pt x="111" y="291"/>
                  </a:lnTo>
                  <a:lnTo>
                    <a:pt x="107" y="279"/>
                  </a:lnTo>
                  <a:lnTo>
                    <a:pt x="98" y="271"/>
                  </a:lnTo>
                  <a:lnTo>
                    <a:pt x="94" y="257"/>
                  </a:lnTo>
                  <a:lnTo>
                    <a:pt x="91" y="240"/>
                  </a:lnTo>
                  <a:lnTo>
                    <a:pt x="100" y="237"/>
                  </a:lnTo>
                  <a:lnTo>
                    <a:pt x="100" y="229"/>
                  </a:lnTo>
                  <a:lnTo>
                    <a:pt x="93" y="222"/>
                  </a:lnTo>
                  <a:lnTo>
                    <a:pt x="85" y="213"/>
                  </a:lnTo>
                  <a:lnTo>
                    <a:pt x="83" y="198"/>
                  </a:lnTo>
                  <a:lnTo>
                    <a:pt x="85" y="187"/>
                  </a:lnTo>
                  <a:lnTo>
                    <a:pt x="87" y="180"/>
                  </a:lnTo>
                  <a:lnTo>
                    <a:pt x="83" y="171"/>
                  </a:lnTo>
                  <a:lnTo>
                    <a:pt x="85" y="166"/>
                  </a:lnTo>
                  <a:lnTo>
                    <a:pt x="91" y="166"/>
                  </a:lnTo>
                  <a:lnTo>
                    <a:pt x="96" y="158"/>
                  </a:lnTo>
                  <a:lnTo>
                    <a:pt x="100" y="158"/>
                  </a:lnTo>
                  <a:lnTo>
                    <a:pt x="100" y="153"/>
                  </a:lnTo>
                  <a:lnTo>
                    <a:pt x="104" y="146"/>
                  </a:lnTo>
                  <a:lnTo>
                    <a:pt x="107" y="146"/>
                  </a:lnTo>
                  <a:lnTo>
                    <a:pt x="111" y="149"/>
                  </a:lnTo>
                  <a:lnTo>
                    <a:pt x="124" y="149"/>
                  </a:lnTo>
                  <a:lnTo>
                    <a:pt x="129" y="140"/>
                  </a:lnTo>
                  <a:lnTo>
                    <a:pt x="127" y="133"/>
                  </a:lnTo>
                  <a:lnTo>
                    <a:pt x="134" y="124"/>
                  </a:lnTo>
                  <a:lnTo>
                    <a:pt x="124" y="122"/>
                  </a:lnTo>
                  <a:lnTo>
                    <a:pt x="120" y="115"/>
                  </a:lnTo>
                  <a:lnTo>
                    <a:pt x="118" y="106"/>
                  </a:lnTo>
                  <a:lnTo>
                    <a:pt x="114" y="106"/>
                  </a:lnTo>
                  <a:lnTo>
                    <a:pt x="107" y="104"/>
                  </a:lnTo>
                  <a:lnTo>
                    <a:pt x="107" y="100"/>
                  </a:lnTo>
                  <a:lnTo>
                    <a:pt x="113" y="91"/>
                  </a:lnTo>
                  <a:lnTo>
                    <a:pt x="111" y="87"/>
                  </a:lnTo>
                  <a:lnTo>
                    <a:pt x="105" y="87"/>
                  </a:lnTo>
                  <a:lnTo>
                    <a:pt x="104" y="80"/>
                  </a:lnTo>
                  <a:lnTo>
                    <a:pt x="105" y="75"/>
                  </a:lnTo>
                  <a:lnTo>
                    <a:pt x="102" y="71"/>
                  </a:lnTo>
                  <a:lnTo>
                    <a:pt x="96" y="71"/>
                  </a:lnTo>
                  <a:lnTo>
                    <a:pt x="91" y="73"/>
                  </a:lnTo>
                  <a:lnTo>
                    <a:pt x="87" y="76"/>
                  </a:lnTo>
                  <a:lnTo>
                    <a:pt x="85" y="78"/>
                  </a:lnTo>
                  <a:lnTo>
                    <a:pt x="83" y="75"/>
                  </a:lnTo>
                  <a:lnTo>
                    <a:pt x="83" y="69"/>
                  </a:lnTo>
                  <a:lnTo>
                    <a:pt x="80" y="64"/>
                  </a:lnTo>
                  <a:lnTo>
                    <a:pt x="80" y="58"/>
                  </a:lnTo>
                  <a:lnTo>
                    <a:pt x="87" y="51"/>
                  </a:lnTo>
                  <a:lnTo>
                    <a:pt x="91" y="44"/>
                  </a:lnTo>
                  <a:lnTo>
                    <a:pt x="93" y="33"/>
                  </a:lnTo>
                  <a:lnTo>
                    <a:pt x="93" y="27"/>
                  </a:lnTo>
                  <a:lnTo>
                    <a:pt x="91" y="22"/>
                  </a:lnTo>
                  <a:lnTo>
                    <a:pt x="93" y="13"/>
                  </a:lnTo>
                  <a:lnTo>
                    <a:pt x="89" y="7"/>
                  </a:lnTo>
                  <a:lnTo>
                    <a:pt x="87" y="0"/>
                  </a:lnTo>
                  <a:lnTo>
                    <a:pt x="82" y="0"/>
                  </a:lnTo>
                  <a:lnTo>
                    <a:pt x="78" y="2"/>
                  </a:lnTo>
                  <a:lnTo>
                    <a:pt x="78" y="13"/>
                  </a:lnTo>
                  <a:lnTo>
                    <a:pt x="73" y="22"/>
                  </a:lnTo>
                  <a:lnTo>
                    <a:pt x="65" y="20"/>
                  </a:lnTo>
                  <a:lnTo>
                    <a:pt x="56" y="22"/>
                  </a:lnTo>
                  <a:lnTo>
                    <a:pt x="52" y="33"/>
                  </a:lnTo>
                  <a:lnTo>
                    <a:pt x="52" y="36"/>
                  </a:lnTo>
                  <a:lnTo>
                    <a:pt x="45" y="44"/>
                  </a:lnTo>
                  <a:lnTo>
                    <a:pt x="40" y="51"/>
                  </a:lnTo>
                  <a:lnTo>
                    <a:pt x="34" y="53"/>
                  </a:lnTo>
                  <a:lnTo>
                    <a:pt x="31" y="56"/>
                  </a:lnTo>
                  <a:lnTo>
                    <a:pt x="34" y="60"/>
                  </a:lnTo>
                  <a:lnTo>
                    <a:pt x="34" y="64"/>
                  </a:lnTo>
                  <a:lnTo>
                    <a:pt x="29" y="71"/>
                  </a:lnTo>
                  <a:lnTo>
                    <a:pt x="25" y="82"/>
                  </a:lnTo>
                  <a:lnTo>
                    <a:pt x="16" y="76"/>
                  </a:lnTo>
                  <a:lnTo>
                    <a:pt x="16" y="93"/>
                  </a:lnTo>
                  <a:lnTo>
                    <a:pt x="20" y="98"/>
                  </a:lnTo>
                  <a:lnTo>
                    <a:pt x="20" y="106"/>
                  </a:lnTo>
                  <a:lnTo>
                    <a:pt x="20" y="111"/>
                  </a:lnTo>
                  <a:lnTo>
                    <a:pt x="16" y="115"/>
                  </a:lnTo>
                  <a:lnTo>
                    <a:pt x="12" y="118"/>
                  </a:lnTo>
                  <a:lnTo>
                    <a:pt x="9" y="115"/>
                  </a:lnTo>
                  <a:lnTo>
                    <a:pt x="3" y="116"/>
                  </a:lnTo>
                  <a:lnTo>
                    <a:pt x="5" y="124"/>
                  </a:lnTo>
                  <a:lnTo>
                    <a:pt x="7" y="129"/>
                  </a:lnTo>
                  <a:lnTo>
                    <a:pt x="9" y="136"/>
                  </a:lnTo>
                  <a:lnTo>
                    <a:pt x="9" y="136"/>
                  </a:lnTo>
                  <a:lnTo>
                    <a:pt x="1" y="133"/>
                  </a:lnTo>
                  <a:lnTo>
                    <a:pt x="0" y="138"/>
                  </a:lnTo>
                  <a:lnTo>
                    <a:pt x="0" y="142"/>
                  </a:lnTo>
                  <a:lnTo>
                    <a:pt x="0" y="142"/>
                  </a:lnTo>
                  <a:lnTo>
                    <a:pt x="0" y="142"/>
                  </a:lnTo>
                  <a:lnTo>
                    <a:pt x="1" y="147"/>
                  </a:lnTo>
                  <a:lnTo>
                    <a:pt x="1" y="153"/>
                  </a:lnTo>
                  <a:lnTo>
                    <a:pt x="1" y="153"/>
                  </a:lnTo>
                  <a:lnTo>
                    <a:pt x="5" y="153"/>
                  </a:lnTo>
                  <a:lnTo>
                    <a:pt x="7" y="151"/>
                  </a:lnTo>
                  <a:lnTo>
                    <a:pt x="5" y="151"/>
                  </a:lnTo>
                  <a:lnTo>
                    <a:pt x="5" y="151"/>
                  </a:lnTo>
                  <a:lnTo>
                    <a:pt x="7" y="151"/>
                  </a:lnTo>
                  <a:lnTo>
                    <a:pt x="11" y="149"/>
                  </a:lnTo>
                  <a:lnTo>
                    <a:pt x="11" y="149"/>
                  </a:lnTo>
                  <a:lnTo>
                    <a:pt x="16" y="147"/>
                  </a:lnTo>
                  <a:lnTo>
                    <a:pt x="16" y="147"/>
                  </a:lnTo>
                  <a:lnTo>
                    <a:pt x="18" y="164"/>
                  </a:lnTo>
                  <a:lnTo>
                    <a:pt x="18" y="171"/>
                  </a:lnTo>
                  <a:lnTo>
                    <a:pt x="20" y="180"/>
                  </a:lnTo>
                  <a:lnTo>
                    <a:pt x="20" y="180"/>
                  </a:lnTo>
                  <a:lnTo>
                    <a:pt x="25" y="186"/>
                  </a:lnTo>
                  <a:lnTo>
                    <a:pt x="29" y="187"/>
                  </a:lnTo>
                  <a:lnTo>
                    <a:pt x="31" y="191"/>
                  </a:lnTo>
                  <a:lnTo>
                    <a:pt x="31" y="191"/>
                  </a:lnTo>
                  <a:lnTo>
                    <a:pt x="31" y="198"/>
                  </a:lnTo>
                  <a:lnTo>
                    <a:pt x="27" y="204"/>
                  </a:lnTo>
                  <a:lnTo>
                    <a:pt x="23" y="213"/>
                  </a:lnTo>
                  <a:lnTo>
                    <a:pt x="23" y="213"/>
                  </a:lnTo>
                  <a:lnTo>
                    <a:pt x="23" y="220"/>
                  </a:lnTo>
                  <a:lnTo>
                    <a:pt x="23" y="228"/>
                  </a:lnTo>
                  <a:lnTo>
                    <a:pt x="23" y="228"/>
                  </a:lnTo>
                  <a:lnTo>
                    <a:pt x="31" y="229"/>
                  </a:lnTo>
                  <a:lnTo>
                    <a:pt x="42" y="229"/>
                  </a:lnTo>
                  <a:lnTo>
                    <a:pt x="47" y="228"/>
                  </a:lnTo>
                  <a:lnTo>
                    <a:pt x="51" y="226"/>
                  </a:lnTo>
                  <a:lnTo>
                    <a:pt x="54" y="224"/>
                  </a:lnTo>
                  <a:lnTo>
                    <a:pt x="58" y="218"/>
                  </a:lnTo>
                  <a:lnTo>
                    <a:pt x="58" y="218"/>
                  </a:lnTo>
                  <a:lnTo>
                    <a:pt x="58" y="213"/>
                  </a:lnTo>
                  <a:lnTo>
                    <a:pt x="58" y="209"/>
                  </a:lnTo>
                  <a:lnTo>
                    <a:pt x="62" y="209"/>
                  </a:lnTo>
                  <a:lnTo>
                    <a:pt x="62" y="209"/>
                  </a:lnTo>
                  <a:lnTo>
                    <a:pt x="73" y="220"/>
                  </a:lnTo>
                  <a:lnTo>
                    <a:pt x="76" y="220"/>
                  </a:lnTo>
                  <a:lnTo>
                    <a:pt x="76" y="220"/>
                  </a:lnTo>
                  <a:lnTo>
                    <a:pt x="78" y="226"/>
                  </a:lnTo>
                  <a:lnTo>
                    <a:pt x="76" y="229"/>
                  </a:lnTo>
                  <a:lnTo>
                    <a:pt x="74" y="233"/>
                  </a:lnTo>
                  <a:lnTo>
                    <a:pt x="74" y="237"/>
                  </a:lnTo>
                  <a:lnTo>
                    <a:pt x="74" y="237"/>
                  </a:lnTo>
                  <a:lnTo>
                    <a:pt x="78" y="240"/>
                  </a:lnTo>
                  <a:lnTo>
                    <a:pt x="82" y="244"/>
                  </a:lnTo>
                  <a:lnTo>
                    <a:pt x="82" y="244"/>
                  </a:lnTo>
                  <a:lnTo>
                    <a:pt x="83" y="249"/>
                  </a:lnTo>
                  <a:lnTo>
                    <a:pt x="83" y="255"/>
                  </a:lnTo>
                  <a:lnTo>
                    <a:pt x="83" y="262"/>
                  </a:lnTo>
                  <a:lnTo>
                    <a:pt x="83" y="268"/>
                  </a:lnTo>
                  <a:lnTo>
                    <a:pt x="83" y="268"/>
                  </a:lnTo>
                  <a:lnTo>
                    <a:pt x="87" y="275"/>
                  </a:lnTo>
                  <a:lnTo>
                    <a:pt x="91" y="275"/>
                  </a:lnTo>
                  <a:lnTo>
                    <a:pt x="91" y="275"/>
                  </a:lnTo>
                  <a:lnTo>
                    <a:pt x="93" y="286"/>
                  </a:lnTo>
                  <a:lnTo>
                    <a:pt x="94" y="297"/>
                  </a:lnTo>
                  <a:lnTo>
                    <a:pt x="94" y="297"/>
                  </a:lnTo>
                  <a:lnTo>
                    <a:pt x="96" y="297"/>
                  </a:lnTo>
                  <a:lnTo>
                    <a:pt x="96" y="297"/>
                  </a:lnTo>
                  <a:lnTo>
                    <a:pt x="96" y="302"/>
                  </a:lnTo>
                  <a:lnTo>
                    <a:pt x="94" y="306"/>
                  </a:lnTo>
                  <a:lnTo>
                    <a:pt x="93" y="310"/>
                  </a:lnTo>
                  <a:lnTo>
                    <a:pt x="91" y="311"/>
                  </a:lnTo>
                  <a:lnTo>
                    <a:pt x="98" y="313"/>
                  </a:lnTo>
                  <a:lnTo>
                    <a:pt x="98" y="313"/>
                  </a:lnTo>
                  <a:lnTo>
                    <a:pt x="100" y="324"/>
                  </a:lnTo>
                  <a:lnTo>
                    <a:pt x="102" y="32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56" name="Freeform 440">
              <a:extLst>
                <a:ext uri="{FF2B5EF4-FFF2-40B4-BE49-F238E27FC236}">
                  <a16:creationId xmlns:a16="http://schemas.microsoft.com/office/drawing/2014/main" id="{FBD9E541-2FD0-4AD1-BC98-6AF5166610E8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5215" y="3581750"/>
              <a:ext cx="173512" cy="173512"/>
            </a:xfrm>
            <a:custGeom>
              <a:avLst/>
              <a:gdLst>
                <a:gd name="T0" fmla="*/ 77 w 117"/>
                <a:gd name="T1" fmla="*/ 84 h 117"/>
                <a:gd name="T2" fmla="*/ 77 w 117"/>
                <a:gd name="T3" fmla="*/ 87 h 117"/>
                <a:gd name="T4" fmla="*/ 53 w 117"/>
                <a:gd name="T5" fmla="*/ 86 h 117"/>
                <a:gd name="T6" fmla="*/ 49 w 117"/>
                <a:gd name="T7" fmla="*/ 89 h 117"/>
                <a:gd name="T8" fmla="*/ 47 w 117"/>
                <a:gd name="T9" fmla="*/ 95 h 117"/>
                <a:gd name="T10" fmla="*/ 49 w 117"/>
                <a:gd name="T11" fmla="*/ 104 h 117"/>
                <a:gd name="T12" fmla="*/ 47 w 117"/>
                <a:gd name="T13" fmla="*/ 115 h 117"/>
                <a:gd name="T14" fmla="*/ 42 w 117"/>
                <a:gd name="T15" fmla="*/ 117 h 117"/>
                <a:gd name="T16" fmla="*/ 35 w 117"/>
                <a:gd name="T17" fmla="*/ 117 h 117"/>
                <a:gd name="T18" fmla="*/ 33 w 117"/>
                <a:gd name="T19" fmla="*/ 111 h 117"/>
                <a:gd name="T20" fmla="*/ 27 w 117"/>
                <a:gd name="T21" fmla="*/ 107 h 117"/>
                <a:gd name="T22" fmla="*/ 15 w 117"/>
                <a:gd name="T23" fmla="*/ 111 h 117"/>
                <a:gd name="T24" fmla="*/ 0 w 117"/>
                <a:gd name="T25" fmla="*/ 104 h 117"/>
                <a:gd name="T26" fmla="*/ 0 w 117"/>
                <a:gd name="T27" fmla="*/ 98 h 117"/>
                <a:gd name="T28" fmla="*/ 2 w 117"/>
                <a:gd name="T29" fmla="*/ 91 h 117"/>
                <a:gd name="T30" fmla="*/ 5 w 117"/>
                <a:gd name="T31" fmla="*/ 89 h 117"/>
                <a:gd name="T32" fmla="*/ 4 w 117"/>
                <a:gd name="T33" fmla="*/ 82 h 117"/>
                <a:gd name="T34" fmla="*/ 4 w 117"/>
                <a:gd name="T35" fmla="*/ 78 h 117"/>
                <a:gd name="T36" fmla="*/ 5 w 117"/>
                <a:gd name="T37" fmla="*/ 75 h 117"/>
                <a:gd name="T38" fmla="*/ 11 w 117"/>
                <a:gd name="T39" fmla="*/ 67 h 117"/>
                <a:gd name="T40" fmla="*/ 15 w 117"/>
                <a:gd name="T41" fmla="*/ 69 h 117"/>
                <a:gd name="T42" fmla="*/ 15 w 117"/>
                <a:gd name="T43" fmla="*/ 69 h 117"/>
                <a:gd name="T44" fmla="*/ 18 w 117"/>
                <a:gd name="T45" fmla="*/ 56 h 117"/>
                <a:gd name="T46" fmla="*/ 20 w 117"/>
                <a:gd name="T47" fmla="*/ 51 h 117"/>
                <a:gd name="T48" fmla="*/ 26 w 117"/>
                <a:gd name="T49" fmla="*/ 47 h 117"/>
                <a:gd name="T50" fmla="*/ 36 w 117"/>
                <a:gd name="T51" fmla="*/ 44 h 117"/>
                <a:gd name="T52" fmla="*/ 38 w 117"/>
                <a:gd name="T53" fmla="*/ 44 h 117"/>
                <a:gd name="T54" fmla="*/ 44 w 117"/>
                <a:gd name="T55" fmla="*/ 36 h 117"/>
                <a:gd name="T56" fmla="*/ 46 w 117"/>
                <a:gd name="T57" fmla="*/ 31 h 117"/>
                <a:gd name="T58" fmla="*/ 49 w 117"/>
                <a:gd name="T59" fmla="*/ 27 h 117"/>
                <a:gd name="T60" fmla="*/ 56 w 117"/>
                <a:gd name="T61" fmla="*/ 24 h 117"/>
                <a:gd name="T62" fmla="*/ 56 w 117"/>
                <a:gd name="T63" fmla="*/ 22 h 117"/>
                <a:gd name="T64" fmla="*/ 60 w 117"/>
                <a:gd name="T65" fmla="*/ 11 h 117"/>
                <a:gd name="T66" fmla="*/ 64 w 117"/>
                <a:gd name="T67" fmla="*/ 11 h 117"/>
                <a:gd name="T68" fmla="*/ 71 w 117"/>
                <a:gd name="T69" fmla="*/ 7 h 117"/>
                <a:gd name="T70" fmla="*/ 71 w 117"/>
                <a:gd name="T71" fmla="*/ 5 h 117"/>
                <a:gd name="T72" fmla="*/ 75 w 117"/>
                <a:gd name="T73" fmla="*/ 2 h 117"/>
                <a:gd name="T74" fmla="*/ 78 w 117"/>
                <a:gd name="T75" fmla="*/ 2 h 117"/>
                <a:gd name="T76" fmla="*/ 78 w 117"/>
                <a:gd name="T77" fmla="*/ 4 h 117"/>
                <a:gd name="T78" fmla="*/ 82 w 117"/>
                <a:gd name="T79" fmla="*/ 2 h 117"/>
                <a:gd name="T80" fmla="*/ 84 w 117"/>
                <a:gd name="T81" fmla="*/ 2 h 117"/>
                <a:gd name="T82" fmla="*/ 87 w 117"/>
                <a:gd name="T83" fmla="*/ 9 h 117"/>
                <a:gd name="T84" fmla="*/ 91 w 117"/>
                <a:gd name="T85" fmla="*/ 22 h 117"/>
                <a:gd name="T86" fmla="*/ 100 w 117"/>
                <a:gd name="T87" fmla="*/ 35 h 117"/>
                <a:gd name="T88" fmla="*/ 108 w 117"/>
                <a:gd name="T89" fmla="*/ 49 h 117"/>
                <a:gd name="T90" fmla="*/ 113 w 117"/>
                <a:gd name="T91" fmla="*/ 49 h 117"/>
                <a:gd name="T92" fmla="*/ 115 w 117"/>
                <a:gd name="T93" fmla="*/ 51 h 117"/>
                <a:gd name="T94" fmla="*/ 113 w 117"/>
                <a:gd name="T95" fmla="*/ 58 h 117"/>
                <a:gd name="T96" fmla="*/ 117 w 117"/>
                <a:gd name="T97" fmla="*/ 73 h 117"/>
                <a:gd name="T98" fmla="*/ 115 w 117"/>
                <a:gd name="T99" fmla="*/ 78 h 117"/>
                <a:gd name="T100" fmla="*/ 109 w 117"/>
                <a:gd name="T101" fmla="*/ 82 h 117"/>
                <a:gd name="T102" fmla="*/ 109 w 117"/>
                <a:gd name="T103" fmla="*/ 84 h 117"/>
                <a:gd name="T104" fmla="*/ 108 w 117"/>
                <a:gd name="T105" fmla="*/ 87 h 117"/>
                <a:gd name="T106" fmla="*/ 104 w 117"/>
                <a:gd name="T107" fmla="*/ 87 h 117"/>
                <a:gd name="T108" fmla="*/ 95 w 117"/>
                <a:gd name="T109" fmla="*/ 86 h 117"/>
                <a:gd name="T110" fmla="*/ 87 w 117"/>
                <a:gd name="T111" fmla="*/ 86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17" h="117">
                  <a:moveTo>
                    <a:pt x="87" y="86"/>
                  </a:moveTo>
                  <a:lnTo>
                    <a:pt x="77" y="84"/>
                  </a:lnTo>
                  <a:lnTo>
                    <a:pt x="77" y="87"/>
                  </a:lnTo>
                  <a:lnTo>
                    <a:pt x="77" y="87"/>
                  </a:lnTo>
                  <a:lnTo>
                    <a:pt x="66" y="86"/>
                  </a:lnTo>
                  <a:lnTo>
                    <a:pt x="53" y="86"/>
                  </a:lnTo>
                  <a:lnTo>
                    <a:pt x="53" y="86"/>
                  </a:lnTo>
                  <a:lnTo>
                    <a:pt x="49" y="89"/>
                  </a:lnTo>
                  <a:lnTo>
                    <a:pt x="47" y="95"/>
                  </a:lnTo>
                  <a:lnTo>
                    <a:pt x="47" y="95"/>
                  </a:lnTo>
                  <a:lnTo>
                    <a:pt x="47" y="100"/>
                  </a:lnTo>
                  <a:lnTo>
                    <a:pt x="49" y="104"/>
                  </a:lnTo>
                  <a:lnTo>
                    <a:pt x="49" y="104"/>
                  </a:lnTo>
                  <a:lnTo>
                    <a:pt x="47" y="115"/>
                  </a:lnTo>
                  <a:lnTo>
                    <a:pt x="47" y="115"/>
                  </a:lnTo>
                  <a:lnTo>
                    <a:pt x="42" y="117"/>
                  </a:lnTo>
                  <a:lnTo>
                    <a:pt x="35" y="117"/>
                  </a:lnTo>
                  <a:lnTo>
                    <a:pt x="35" y="117"/>
                  </a:lnTo>
                  <a:lnTo>
                    <a:pt x="35" y="115"/>
                  </a:lnTo>
                  <a:lnTo>
                    <a:pt x="33" y="111"/>
                  </a:lnTo>
                  <a:lnTo>
                    <a:pt x="33" y="107"/>
                  </a:lnTo>
                  <a:lnTo>
                    <a:pt x="27" y="107"/>
                  </a:lnTo>
                  <a:lnTo>
                    <a:pt x="22" y="111"/>
                  </a:lnTo>
                  <a:lnTo>
                    <a:pt x="15" y="111"/>
                  </a:lnTo>
                  <a:lnTo>
                    <a:pt x="13" y="106"/>
                  </a:lnTo>
                  <a:lnTo>
                    <a:pt x="0" y="104"/>
                  </a:lnTo>
                  <a:lnTo>
                    <a:pt x="0" y="104"/>
                  </a:lnTo>
                  <a:lnTo>
                    <a:pt x="0" y="98"/>
                  </a:lnTo>
                  <a:lnTo>
                    <a:pt x="0" y="93"/>
                  </a:lnTo>
                  <a:lnTo>
                    <a:pt x="2" y="91"/>
                  </a:lnTo>
                  <a:lnTo>
                    <a:pt x="2" y="91"/>
                  </a:lnTo>
                  <a:lnTo>
                    <a:pt x="5" y="89"/>
                  </a:lnTo>
                  <a:lnTo>
                    <a:pt x="5" y="87"/>
                  </a:lnTo>
                  <a:lnTo>
                    <a:pt x="4" y="82"/>
                  </a:lnTo>
                  <a:lnTo>
                    <a:pt x="4" y="82"/>
                  </a:lnTo>
                  <a:lnTo>
                    <a:pt x="4" y="78"/>
                  </a:lnTo>
                  <a:lnTo>
                    <a:pt x="5" y="75"/>
                  </a:lnTo>
                  <a:lnTo>
                    <a:pt x="5" y="75"/>
                  </a:lnTo>
                  <a:lnTo>
                    <a:pt x="7" y="73"/>
                  </a:lnTo>
                  <a:lnTo>
                    <a:pt x="11" y="67"/>
                  </a:lnTo>
                  <a:lnTo>
                    <a:pt x="11" y="67"/>
                  </a:lnTo>
                  <a:lnTo>
                    <a:pt x="15" y="69"/>
                  </a:lnTo>
                  <a:lnTo>
                    <a:pt x="15" y="69"/>
                  </a:lnTo>
                  <a:lnTo>
                    <a:pt x="15" y="69"/>
                  </a:lnTo>
                  <a:lnTo>
                    <a:pt x="16" y="64"/>
                  </a:lnTo>
                  <a:lnTo>
                    <a:pt x="18" y="56"/>
                  </a:lnTo>
                  <a:lnTo>
                    <a:pt x="18" y="56"/>
                  </a:lnTo>
                  <a:lnTo>
                    <a:pt x="20" y="51"/>
                  </a:lnTo>
                  <a:lnTo>
                    <a:pt x="26" y="47"/>
                  </a:lnTo>
                  <a:lnTo>
                    <a:pt x="26" y="47"/>
                  </a:lnTo>
                  <a:lnTo>
                    <a:pt x="31" y="45"/>
                  </a:lnTo>
                  <a:lnTo>
                    <a:pt x="36" y="44"/>
                  </a:lnTo>
                  <a:lnTo>
                    <a:pt x="36" y="44"/>
                  </a:lnTo>
                  <a:lnTo>
                    <a:pt x="38" y="44"/>
                  </a:lnTo>
                  <a:lnTo>
                    <a:pt x="42" y="42"/>
                  </a:lnTo>
                  <a:lnTo>
                    <a:pt x="44" y="36"/>
                  </a:lnTo>
                  <a:lnTo>
                    <a:pt x="44" y="36"/>
                  </a:lnTo>
                  <a:lnTo>
                    <a:pt x="46" y="31"/>
                  </a:lnTo>
                  <a:lnTo>
                    <a:pt x="49" y="27"/>
                  </a:lnTo>
                  <a:lnTo>
                    <a:pt x="49" y="27"/>
                  </a:lnTo>
                  <a:lnTo>
                    <a:pt x="55" y="24"/>
                  </a:lnTo>
                  <a:lnTo>
                    <a:pt x="56" y="24"/>
                  </a:lnTo>
                  <a:lnTo>
                    <a:pt x="56" y="22"/>
                  </a:lnTo>
                  <a:lnTo>
                    <a:pt x="56" y="22"/>
                  </a:lnTo>
                  <a:lnTo>
                    <a:pt x="58" y="15"/>
                  </a:lnTo>
                  <a:lnTo>
                    <a:pt x="60" y="11"/>
                  </a:lnTo>
                  <a:lnTo>
                    <a:pt x="64" y="11"/>
                  </a:lnTo>
                  <a:lnTo>
                    <a:pt x="64" y="11"/>
                  </a:lnTo>
                  <a:lnTo>
                    <a:pt x="69" y="9"/>
                  </a:lnTo>
                  <a:lnTo>
                    <a:pt x="71" y="7"/>
                  </a:lnTo>
                  <a:lnTo>
                    <a:pt x="71" y="5"/>
                  </a:lnTo>
                  <a:lnTo>
                    <a:pt x="71" y="5"/>
                  </a:lnTo>
                  <a:lnTo>
                    <a:pt x="73" y="2"/>
                  </a:lnTo>
                  <a:lnTo>
                    <a:pt x="75" y="2"/>
                  </a:lnTo>
                  <a:lnTo>
                    <a:pt x="77" y="0"/>
                  </a:lnTo>
                  <a:lnTo>
                    <a:pt x="78" y="2"/>
                  </a:lnTo>
                  <a:lnTo>
                    <a:pt x="78" y="2"/>
                  </a:lnTo>
                  <a:lnTo>
                    <a:pt x="78" y="4"/>
                  </a:lnTo>
                  <a:lnTo>
                    <a:pt x="80" y="2"/>
                  </a:lnTo>
                  <a:lnTo>
                    <a:pt x="82" y="2"/>
                  </a:lnTo>
                  <a:lnTo>
                    <a:pt x="84" y="2"/>
                  </a:lnTo>
                  <a:lnTo>
                    <a:pt x="84" y="2"/>
                  </a:lnTo>
                  <a:lnTo>
                    <a:pt x="87" y="7"/>
                  </a:lnTo>
                  <a:lnTo>
                    <a:pt x="87" y="9"/>
                  </a:lnTo>
                  <a:lnTo>
                    <a:pt x="86" y="15"/>
                  </a:lnTo>
                  <a:lnTo>
                    <a:pt x="91" y="22"/>
                  </a:lnTo>
                  <a:lnTo>
                    <a:pt x="102" y="29"/>
                  </a:lnTo>
                  <a:lnTo>
                    <a:pt x="100" y="35"/>
                  </a:lnTo>
                  <a:lnTo>
                    <a:pt x="108" y="49"/>
                  </a:lnTo>
                  <a:lnTo>
                    <a:pt x="108" y="49"/>
                  </a:lnTo>
                  <a:lnTo>
                    <a:pt x="111" y="49"/>
                  </a:lnTo>
                  <a:lnTo>
                    <a:pt x="113" y="49"/>
                  </a:lnTo>
                  <a:lnTo>
                    <a:pt x="115" y="51"/>
                  </a:lnTo>
                  <a:lnTo>
                    <a:pt x="115" y="51"/>
                  </a:lnTo>
                  <a:lnTo>
                    <a:pt x="113" y="56"/>
                  </a:lnTo>
                  <a:lnTo>
                    <a:pt x="113" y="58"/>
                  </a:lnTo>
                  <a:lnTo>
                    <a:pt x="117" y="73"/>
                  </a:lnTo>
                  <a:lnTo>
                    <a:pt x="117" y="73"/>
                  </a:lnTo>
                  <a:lnTo>
                    <a:pt x="117" y="75"/>
                  </a:lnTo>
                  <a:lnTo>
                    <a:pt x="115" y="78"/>
                  </a:lnTo>
                  <a:lnTo>
                    <a:pt x="115" y="78"/>
                  </a:lnTo>
                  <a:lnTo>
                    <a:pt x="109" y="82"/>
                  </a:lnTo>
                  <a:lnTo>
                    <a:pt x="109" y="82"/>
                  </a:lnTo>
                  <a:lnTo>
                    <a:pt x="109" y="84"/>
                  </a:lnTo>
                  <a:lnTo>
                    <a:pt x="108" y="86"/>
                  </a:lnTo>
                  <a:lnTo>
                    <a:pt x="108" y="87"/>
                  </a:lnTo>
                  <a:lnTo>
                    <a:pt x="108" y="87"/>
                  </a:lnTo>
                  <a:lnTo>
                    <a:pt x="104" y="87"/>
                  </a:lnTo>
                  <a:lnTo>
                    <a:pt x="104" y="87"/>
                  </a:lnTo>
                  <a:lnTo>
                    <a:pt x="95" y="86"/>
                  </a:lnTo>
                  <a:lnTo>
                    <a:pt x="95" y="86"/>
                  </a:lnTo>
                  <a:lnTo>
                    <a:pt x="87" y="86"/>
                  </a:lnTo>
                  <a:lnTo>
                    <a:pt x="87" y="8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57" name="Freeform 441">
              <a:extLst>
                <a:ext uri="{FF2B5EF4-FFF2-40B4-BE49-F238E27FC236}">
                  <a16:creationId xmlns:a16="http://schemas.microsoft.com/office/drawing/2014/main" id="{5604E233-0D67-4CD1-8F75-A8F2A4045D8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98499" y="2697880"/>
              <a:ext cx="139402" cy="102328"/>
            </a:xfrm>
            <a:custGeom>
              <a:avLst/>
              <a:gdLst>
                <a:gd name="T0" fmla="*/ 94 w 94"/>
                <a:gd name="T1" fmla="*/ 6 h 69"/>
                <a:gd name="T2" fmla="*/ 89 w 94"/>
                <a:gd name="T3" fmla="*/ 2 h 69"/>
                <a:gd name="T4" fmla="*/ 84 w 94"/>
                <a:gd name="T5" fmla="*/ 0 h 69"/>
                <a:gd name="T6" fmla="*/ 76 w 94"/>
                <a:gd name="T7" fmla="*/ 4 h 69"/>
                <a:gd name="T8" fmla="*/ 71 w 94"/>
                <a:gd name="T9" fmla="*/ 4 h 69"/>
                <a:gd name="T10" fmla="*/ 65 w 94"/>
                <a:gd name="T11" fmla="*/ 0 h 69"/>
                <a:gd name="T12" fmla="*/ 64 w 94"/>
                <a:gd name="T13" fmla="*/ 0 h 69"/>
                <a:gd name="T14" fmla="*/ 56 w 94"/>
                <a:gd name="T15" fmla="*/ 6 h 69"/>
                <a:gd name="T16" fmla="*/ 53 w 94"/>
                <a:gd name="T17" fmla="*/ 7 h 69"/>
                <a:gd name="T18" fmla="*/ 45 w 94"/>
                <a:gd name="T19" fmla="*/ 9 h 69"/>
                <a:gd name="T20" fmla="*/ 33 w 94"/>
                <a:gd name="T21" fmla="*/ 9 h 69"/>
                <a:gd name="T22" fmla="*/ 29 w 94"/>
                <a:gd name="T23" fmla="*/ 9 h 69"/>
                <a:gd name="T24" fmla="*/ 27 w 94"/>
                <a:gd name="T25" fmla="*/ 11 h 69"/>
                <a:gd name="T26" fmla="*/ 23 w 94"/>
                <a:gd name="T27" fmla="*/ 11 h 69"/>
                <a:gd name="T28" fmla="*/ 16 w 94"/>
                <a:gd name="T29" fmla="*/ 9 h 69"/>
                <a:gd name="T30" fmla="*/ 18 w 94"/>
                <a:gd name="T31" fmla="*/ 6 h 69"/>
                <a:gd name="T32" fmla="*/ 20 w 94"/>
                <a:gd name="T33" fmla="*/ 4 h 69"/>
                <a:gd name="T34" fmla="*/ 12 w 94"/>
                <a:gd name="T35" fmla="*/ 0 h 69"/>
                <a:gd name="T36" fmla="*/ 11 w 94"/>
                <a:gd name="T37" fmla="*/ 4 h 69"/>
                <a:gd name="T38" fmla="*/ 5 w 94"/>
                <a:gd name="T39" fmla="*/ 9 h 69"/>
                <a:gd name="T40" fmla="*/ 0 w 94"/>
                <a:gd name="T41" fmla="*/ 15 h 69"/>
                <a:gd name="T42" fmla="*/ 0 w 94"/>
                <a:gd name="T43" fmla="*/ 18 h 69"/>
                <a:gd name="T44" fmla="*/ 9 w 94"/>
                <a:gd name="T45" fmla="*/ 26 h 69"/>
                <a:gd name="T46" fmla="*/ 9 w 94"/>
                <a:gd name="T47" fmla="*/ 28 h 69"/>
                <a:gd name="T48" fmla="*/ 3 w 94"/>
                <a:gd name="T49" fmla="*/ 38 h 69"/>
                <a:gd name="T50" fmla="*/ 3 w 94"/>
                <a:gd name="T51" fmla="*/ 40 h 69"/>
                <a:gd name="T52" fmla="*/ 9 w 94"/>
                <a:gd name="T53" fmla="*/ 49 h 69"/>
                <a:gd name="T54" fmla="*/ 11 w 94"/>
                <a:gd name="T55" fmla="*/ 53 h 69"/>
                <a:gd name="T56" fmla="*/ 9 w 94"/>
                <a:gd name="T57" fmla="*/ 60 h 69"/>
                <a:gd name="T58" fmla="*/ 12 w 94"/>
                <a:gd name="T59" fmla="*/ 68 h 69"/>
                <a:gd name="T60" fmla="*/ 22 w 94"/>
                <a:gd name="T61" fmla="*/ 69 h 69"/>
                <a:gd name="T62" fmla="*/ 27 w 94"/>
                <a:gd name="T63" fmla="*/ 68 h 69"/>
                <a:gd name="T64" fmla="*/ 31 w 94"/>
                <a:gd name="T65" fmla="*/ 64 h 69"/>
                <a:gd name="T66" fmla="*/ 36 w 94"/>
                <a:gd name="T67" fmla="*/ 60 h 69"/>
                <a:gd name="T68" fmla="*/ 42 w 94"/>
                <a:gd name="T69" fmla="*/ 62 h 69"/>
                <a:gd name="T70" fmla="*/ 45 w 94"/>
                <a:gd name="T71" fmla="*/ 64 h 69"/>
                <a:gd name="T72" fmla="*/ 47 w 94"/>
                <a:gd name="T73" fmla="*/ 68 h 69"/>
                <a:gd name="T74" fmla="*/ 54 w 94"/>
                <a:gd name="T75" fmla="*/ 68 h 69"/>
                <a:gd name="T76" fmla="*/ 60 w 94"/>
                <a:gd name="T77" fmla="*/ 68 h 69"/>
                <a:gd name="T78" fmla="*/ 60 w 94"/>
                <a:gd name="T79" fmla="*/ 64 h 69"/>
                <a:gd name="T80" fmla="*/ 62 w 94"/>
                <a:gd name="T81" fmla="*/ 60 h 69"/>
                <a:gd name="T82" fmla="*/ 65 w 94"/>
                <a:gd name="T83" fmla="*/ 60 h 69"/>
                <a:gd name="T84" fmla="*/ 67 w 94"/>
                <a:gd name="T85" fmla="*/ 57 h 69"/>
                <a:gd name="T86" fmla="*/ 71 w 94"/>
                <a:gd name="T87" fmla="*/ 57 h 69"/>
                <a:gd name="T88" fmla="*/ 74 w 94"/>
                <a:gd name="T89" fmla="*/ 59 h 69"/>
                <a:gd name="T90" fmla="*/ 78 w 94"/>
                <a:gd name="T91" fmla="*/ 59 h 69"/>
                <a:gd name="T92" fmla="*/ 80 w 94"/>
                <a:gd name="T93" fmla="*/ 57 h 69"/>
                <a:gd name="T94" fmla="*/ 74 w 94"/>
                <a:gd name="T95" fmla="*/ 48 h 69"/>
                <a:gd name="T96" fmla="*/ 87 w 94"/>
                <a:gd name="T97" fmla="*/ 26 h 69"/>
                <a:gd name="T98" fmla="*/ 91 w 94"/>
                <a:gd name="T99" fmla="*/ 24 h 69"/>
                <a:gd name="T100" fmla="*/ 93 w 94"/>
                <a:gd name="T101" fmla="*/ 13 h 69"/>
                <a:gd name="T102" fmla="*/ 94 w 94"/>
                <a:gd name="T103" fmla="*/ 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4" h="69">
                  <a:moveTo>
                    <a:pt x="94" y="6"/>
                  </a:moveTo>
                  <a:lnTo>
                    <a:pt x="94" y="6"/>
                  </a:lnTo>
                  <a:lnTo>
                    <a:pt x="93" y="4"/>
                  </a:lnTo>
                  <a:lnTo>
                    <a:pt x="89" y="2"/>
                  </a:lnTo>
                  <a:lnTo>
                    <a:pt x="89" y="2"/>
                  </a:lnTo>
                  <a:lnTo>
                    <a:pt x="84" y="0"/>
                  </a:lnTo>
                  <a:lnTo>
                    <a:pt x="76" y="4"/>
                  </a:lnTo>
                  <a:lnTo>
                    <a:pt x="76" y="4"/>
                  </a:lnTo>
                  <a:lnTo>
                    <a:pt x="73" y="4"/>
                  </a:lnTo>
                  <a:lnTo>
                    <a:pt x="71" y="4"/>
                  </a:lnTo>
                  <a:lnTo>
                    <a:pt x="67" y="0"/>
                  </a:lnTo>
                  <a:lnTo>
                    <a:pt x="65" y="0"/>
                  </a:lnTo>
                  <a:lnTo>
                    <a:pt x="65" y="0"/>
                  </a:lnTo>
                  <a:lnTo>
                    <a:pt x="64" y="0"/>
                  </a:lnTo>
                  <a:lnTo>
                    <a:pt x="62" y="0"/>
                  </a:lnTo>
                  <a:lnTo>
                    <a:pt x="56" y="6"/>
                  </a:lnTo>
                  <a:lnTo>
                    <a:pt x="56" y="6"/>
                  </a:lnTo>
                  <a:lnTo>
                    <a:pt x="53" y="7"/>
                  </a:lnTo>
                  <a:lnTo>
                    <a:pt x="45" y="9"/>
                  </a:lnTo>
                  <a:lnTo>
                    <a:pt x="45" y="9"/>
                  </a:lnTo>
                  <a:lnTo>
                    <a:pt x="38" y="11"/>
                  </a:lnTo>
                  <a:lnTo>
                    <a:pt x="33" y="9"/>
                  </a:lnTo>
                  <a:lnTo>
                    <a:pt x="33" y="9"/>
                  </a:lnTo>
                  <a:lnTo>
                    <a:pt x="29" y="9"/>
                  </a:lnTo>
                  <a:lnTo>
                    <a:pt x="29" y="9"/>
                  </a:lnTo>
                  <a:lnTo>
                    <a:pt x="27" y="11"/>
                  </a:lnTo>
                  <a:lnTo>
                    <a:pt x="23" y="11"/>
                  </a:lnTo>
                  <a:lnTo>
                    <a:pt x="23" y="11"/>
                  </a:lnTo>
                  <a:lnTo>
                    <a:pt x="20" y="11"/>
                  </a:lnTo>
                  <a:lnTo>
                    <a:pt x="16" y="9"/>
                  </a:lnTo>
                  <a:lnTo>
                    <a:pt x="16" y="7"/>
                  </a:lnTo>
                  <a:lnTo>
                    <a:pt x="18" y="6"/>
                  </a:lnTo>
                  <a:lnTo>
                    <a:pt x="18" y="6"/>
                  </a:lnTo>
                  <a:lnTo>
                    <a:pt x="20" y="4"/>
                  </a:lnTo>
                  <a:lnTo>
                    <a:pt x="16" y="2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11" y="4"/>
                  </a:lnTo>
                  <a:lnTo>
                    <a:pt x="5" y="9"/>
                  </a:lnTo>
                  <a:lnTo>
                    <a:pt x="5" y="9"/>
                  </a:lnTo>
                  <a:lnTo>
                    <a:pt x="3" y="13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0" y="18"/>
                  </a:lnTo>
                  <a:lnTo>
                    <a:pt x="3" y="20"/>
                  </a:lnTo>
                  <a:lnTo>
                    <a:pt x="9" y="26"/>
                  </a:lnTo>
                  <a:lnTo>
                    <a:pt x="9" y="26"/>
                  </a:lnTo>
                  <a:lnTo>
                    <a:pt x="9" y="28"/>
                  </a:lnTo>
                  <a:lnTo>
                    <a:pt x="7" y="31"/>
                  </a:lnTo>
                  <a:lnTo>
                    <a:pt x="3" y="38"/>
                  </a:lnTo>
                  <a:lnTo>
                    <a:pt x="3" y="38"/>
                  </a:lnTo>
                  <a:lnTo>
                    <a:pt x="3" y="40"/>
                  </a:lnTo>
                  <a:lnTo>
                    <a:pt x="5" y="44"/>
                  </a:lnTo>
                  <a:lnTo>
                    <a:pt x="9" y="49"/>
                  </a:lnTo>
                  <a:lnTo>
                    <a:pt x="9" y="49"/>
                  </a:lnTo>
                  <a:lnTo>
                    <a:pt x="11" y="53"/>
                  </a:lnTo>
                  <a:lnTo>
                    <a:pt x="9" y="57"/>
                  </a:lnTo>
                  <a:lnTo>
                    <a:pt x="9" y="60"/>
                  </a:lnTo>
                  <a:lnTo>
                    <a:pt x="12" y="68"/>
                  </a:lnTo>
                  <a:lnTo>
                    <a:pt x="12" y="68"/>
                  </a:lnTo>
                  <a:lnTo>
                    <a:pt x="16" y="68"/>
                  </a:lnTo>
                  <a:lnTo>
                    <a:pt x="22" y="69"/>
                  </a:lnTo>
                  <a:lnTo>
                    <a:pt x="22" y="69"/>
                  </a:lnTo>
                  <a:lnTo>
                    <a:pt x="27" y="68"/>
                  </a:lnTo>
                  <a:lnTo>
                    <a:pt x="31" y="64"/>
                  </a:lnTo>
                  <a:lnTo>
                    <a:pt x="31" y="64"/>
                  </a:lnTo>
                  <a:lnTo>
                    <a:pt x="33" y="62"/>
                  </a:lnTo>
                  <a:lnTo>
                    <a:pt x="36" y="60"/>
                  </a:lnTo>
                  <a:lnTo>
                    <a:pt x="42" y="62"/>
                  </a:lnTo>
                  <a:lnTo>
                    <a:pt x="42" y="62"/>
                  </a:lnTo>
                  <a:lnTo>
                    <a:pt x="45" y="62"/>
                  </a:lnTo>
                  <a:lnTo>
                    <a:pt x="45" y="64"/>
                  </a:lnTo>
                  <a:lnTo>
                    <a:pt x="47" y="68"/>
                  </a:lnTo>
                  <a:lnTo>
                    <a:pt x="47" y="68"/>
                  </a:lnTo>
                  <a:lnTo>
                    <a:pt x="54" y="68"/>
                  </a:lnTo>
                  <a:lnTo>
                    <a:pt x="54" y="68"/>
                  </a:lnTo>
                  <a:lnTo>
                    <a:pt x="60" y="68"/>
                  </a:lnTo>
                  <a:lnTo>
                    <a:pt x="60" y="68"/>
                  </a:lnTo>
                  <a:lnTo>
                    <a:pt x="60" y="64"/>
                  </a:lnTo>
                  <a:lnTo>
                    <a:pt x="60" y="64"/>
                  </a:lnTo>
                  <a:lnTo>
                    <a:pt x="60" y="60"/>
                  </a:lnTo>
                  <a:lnTo>
                    <a:pt x="62" y="60"/>
                  </a:lnTo>
                  <a:lnTo>
                    <a:pt x="65" y="60"/>
                  </a:lnTo>
                  <a:lnTo>
                    <a:pt x="65" y="60"/>
                  </a:lnTo>
                  <a:lnTo>
                    <a:pt x="65" y="60"/>
                  </a:lnTo>
                  <a:lnTo>
                    <a:pt x="67" y="57"/>
                  </a:lnTo>
                  <a:lnTo>
                    <a:pt x="67" y="57"/>
                  </a:lnTo>
                  <a:lnTo>
                    <a:pt x="71" y="57"/>
                  </a:lnTo>
                  <a:lnTo>
                    <a:pt x="74" y="59"/>
                  </a:lnTo>
                  <a:lnTo>
                    <a:pt x="74" y="59"/>
                  </a:lnTo>
                  <a:lnTo>
                    <a:pt x="76" y="59"/>
                  </a:lnTo>
                  <a:lnTo>
                    <a:pt x="78" y="59"/>
                  </a:lnTo>
                  <a:lnTo>
                    <a:pt x="80" y="57"/>
                  </a:lnTo>
                  <a:lnTo>
                    <a:pt x="80" y="57"/>
                  </a:lnTo>
                  <a:lnTo>
                    <a:pt x="78" y="53"/>
                  </a:lnTo>
                  <a:lnTo>
                    <a:pt x="74" y="48"/>
                  </a:lnTo>
                  <a:lnTo>
                    <a:pt x="74" y="48"/>
                  </a:lnTo>
                  <a:lnTo>
                    <a:pt x="87" y="26"/>
                  </a:lnTo>
                  <a:lnTo>
                    <a:pt x="91" y="24"/>
                  </a:lnTo>
                  <a:lnTo>
                    <a:pt x="91" y="24"/>
                  </a:lnTo>
                  <a:lnTo>
                    <a:pt x="93" y="18"/>
                  </a:lnTo>
                  <a:lnTo>
                    <a:pt x="93" y="13"/>
                  </a:lnTo>
                  <a:lnTo>
                    <a:pt x="93" y="9"/>
                  </a:lnTo>
                  <a:lnTo>
                    <a:pt x="94" y="6"/>
                  </a:lnTo>
                  <a:lnTo>
                    <a:pt x="94" y="6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58" name="Freeform 442">
              <a:extLst>
                <a:ext uri="{FF2B5EF4-FFF2-40B4-BE49-F238E27FC236}">
                  <a16:creationId xmlns:a16="http://schemas.microsoft.com/office/drawing/2014/main" id="{28E458D7-6734-4D68-829E-5F49F8333DBC}"/>
                </a:ext>
              </a:extLst>
            </p:cNvPr>
            <p:cNvSpPr>
              <a:spLocks/>
            </p:cNvSpPr>
            <p:nvPr/>
          </p:nvSpPr>
          <p:spPr bwMode="auto">
            <a:xfrm>
              <a:off x="8248856" y="3919875"/>
              <a:ext cx="32626" cy="23728"/>
            </a:xfrm>
            <a:custGeom>
              <a:avLst/>
              <a:gdLst>
                <a:gd name="T0" fmla="*/ 0 w 22"/>
                <a:gd name="T1" fmla="*/ 11 h 16"/>
                <a:gd name="T2" fmla="*/ 6 w 22"/>
                <a:gd name="T3" fmla="*/ 16 h 16"/>
                <a:gd name="T4" fmla="*/ 11 w 22"/>
                <a:gd name="T5" fmla="*/ 14 h 16"/>
                <a:gd name="T6" fmla="*/ 13 w 22"/>
                <a:gd name="T7" fmla="*/ 12 h 16"/>
                <a:gd name="T8" fmla="*/ 17 w 22"/>
                <a:gd name="T9" fmla="*/ 9 h 16"/>
                <a:gd name="T10" fmla="*/ 20 w 22"/>
                <a:gd name="T11" fmla="*/ 11 h 16"/>
                <a:gd name="T12" fmla="*/ 22 w 22"/>
                <a:gd name="T13" fmla="*/ 9 h 16"/>
                <a:gd name="T14" fmla="*/ 18 w 22"/>
                <a:gd name="T15" fmla="*/ 0 h 16"/>
                <a:gd name="T16" fmla="*/ 18 w 22"/>
                <a:gd name="T17" fmla="*/ 0 h 16"/>
                <a:gd name="T18" fmla="*/ 15 w 22"/>
                <a:gd name="T19" fmla="*/ 0 h 16"/>
                <a:gd name="T20" fmla="*/ 9 w 22"/>
                <a:gd name="T21" fmla="*/ 1 h 16"/>
                <a:gd name="T22" fmla="*/ 9 w 22"/>
                <a:gd name="T23" fmla="*/ 1 h 16"/>
                <a:gd name="T24" fmla="*/ 7 w 22"/>
                <a:gd name="T25" fmla="*/ 5 h 16"/>
                <a:gd name="T26" fmla="*/ 6 w 22"/>
                <a:gd name="T27" fmla="*/ 9 h 16"/>
                <a:gd name="T28" fmla="*/ 6 w 22"/>
                <a:gd name="T29" fmla="*/ 9 h 16"/>
                <a:gd name="T30" fmla="*/ 4 w 22"/>
                <a:gd name="T31" fmla="*/ 9 h 16"/>
                <a:gd name="T32" fmla="*/ 2 w 22"/>
                <a:gd name="T33" fmla="*/ 9 h 16"/>
                <a:gd name="T34" fmla="*/ 0 w 22"/>
                <a:gd name="T35" fmla="*/ 11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2" h="16">
                  <a:moveTo>
                    <a:pt x="0" y="11"/>
                  </a:moveTo>
                  <a:lnTo>
                    <a:pt x="6" y="16"/>
                  </a:lnTo>
                  <a:lnTo>
                    <a:pt x="11" y="14"/>
                  </a:lnTo>
                  <a:lnTo>
                    <a:pt x="13" y="12"/>
                  </a:lnTo>
                  <a:lnTo>
                    <a:pt x="17" y="9"/>
                  </a:lnTo>
                  <a:lnTo>
                    <a:pt x="20" y="11"/>
                  </a:lnTo>
                  <a:lnTo>
                    <a:pt x="22" y="9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9" y="1"/>
                  </a:lnTo>
                  <a:lnTo>
                    <a:pt x="9" y="1"/>
                  </a:lnTo>
                  <a:lnTo>
                    <a:pt x="7" y="5"/>
                  </a:lnTo>
                  <a:lnTo>
                    <a:pt x="6" y="9"/>
                  </a:lnTo>
                  <a:lnTo>
                    <a:pt x="6" y="9"/>
                  </a:lnTo>
                  <a:lnTo>
                    <a:pt x="4" y="9"/>
                  </a:lnTo>
                  <a:lnTo>
                    <a:pt x="2" y="9"/>
                  </a:lnTo>
                  <a:lnTo>
                    <a:pt x="0" y="1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59" name="Freeform 443">
              <a:extLst>
                <a:ext uri="{FF2B5EF4-FFF2-40B4-BE49-F238E27FC236}">
                  <a16:creationId xmlns:a16="http://schemas.microsoft.com/office/drawing/2014/main" id="{1D220425-4946-45D0-B2C7-D5180BE3F60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04290" y="3908011"/>
              <a:ext cx="937259" cy="1156743"/>
            </a:xfrm>
            <a:custGeom>
              <a:avLst/>
              <a:gdLst>
                <a:gd name="T0" fmla="*/ 390 w 632"/>
                <a:gd name="T1" fmla="*/ 64 h 780"/>
                <a:gd name="T2" fmla="*/ 390 w 632"/>
                <a:gd name="T3" fmla="*/ 101 h 780"/>
                <a:gd name="T4" fmla="*/ 411 w 632"/>
                <a:gd name="T5" fmla="*/ 117 h 780"/>
                <a:gd name="T6" fmla="*/ 472 w 632"/>
                <a:gd name="T7" fmla="*/ 139 h 780"/>
                <a:gd name="T8" fmla="*/ 490 w 632"/>
                <a:gd name="T9" fmla="*/ 148 h 780"/>
                <a:gd name="T10" fmla="*/ 528 w 632"/>
                <a:gd name="T11" fmla="*/ 161 h 780"/>
                <a:gd name="T12" fmla="*/ 597 w 632"/>
                <a:gd name="T13" fmla="*/ 195 h 780"/>
                <a:gd name="T14" fmla="*/ 630 w 632"/>
                <a:gd name="T15" fmla="*/ 234 h 780"/>
                <a:gd name="T16" fmla="*/ 581 w 632"/>
                <a:gd name="T17" fmla="*/ 343 h 780"/>
                <a:gd name="T18" fmla="*/ 561 w 632"/>
                <a:gd name="T19" fmla="*/ 374 h 780"/>
                <a:gd name="T20" fmla="*/ 555 w 632"/>
                <a:gd name="T21" fmla="*/ 436 h 780"/>
                <a:gd name="T22" fmla="*/ 550 w 632"/>
                <a:gd name="T23" fmla="*/ 481 h 780"/>
                <a:gd name="T24" fmla="*/ 517 w 632"/>
                <a:gd name="T25" fmla="*/ 552 h 780"/>
                <a:gd name="T26" fmla="*/ 472 w 632"/>
                <a:gd name="T27" fmla="*/ 572 h 780"/>
                <a:gd name="T28" fmla="*/ 415 w 632"/>
                <a:gd name="T29" fmla="*/ 605 h 780"/>
                <a:gd name="T30" fmla="*/ 404 w 632"/>
                <a:gd name="T31" fmla="*/ 623 h 780"/>
                <a:gd name="T32" fmla="*/ 382 w 632"/>
                <a:gd name="T33" fmla="*/ 720 h 780"/>
                <a:gd name="T34" fmla="*/ 370 w 632"/>
                <a:gd name="T35" fmla="*/ 714 h 780"/>
                <a:gd name="T36" fmla="*/ 337 w 632"/>
                <a:gd name="T37" fmla="*/ 776 h 780"/>
                <a:gd name="T38" fmla="*/ 322 w 632"/>
                <a:gd name="T39" fmla="*/ 742 h 780"/>
                <a:gd name="T40" fmla="*/ 266 w 632"/>
                <a:gd name="T41" fmla="*/ 711 h 780"/>
                <a:gd name="T42" fmla="*/ 291 w 632"/>
                <a:gd name="T43" fmla="*/ 673 h 780"/>
                <a:gd name="T44" fmla="*/ 322 w 632"/>
                <a:gd name="T45" fmla="*/ 647 h 780"/>
                <a:gd name="T46" fmla="*/ 320 w 632"/>
                <a:gd name="T47" fmla="*/ 612 h 780"/>
                <a:gd name="T48" fmla="*/ 315 w 632"/>
                <a:gd name="T49" fmla="*/ 574 h 780"/>
                <a:gd name="T50" fmla="*/ 295 w 632"/>
                <a:gd name="T51" fmla="*/ 541 h 780"/>
                <a:gd name="T52" fmla="*/ 266 w 632"/>
                <a:gd name="T53" fmla="*/ 527 h 780"/>
                <a:gd name="T54" fmla="*/ 257 w 632"/>
                <a:gd name="T55" fmla="*/ 483 h 780"/>
                <a:gd name="T56" fmla="*/ 247 w 632"/>
                <a:gd name="T57" fmla="*/ 430 h 780"/>
                <a:gd name="T58" fmla="*/ 226 w 632"/>
                <a:gd name="T59" fmla="*/ 392 h 780"/>
                <a:gd name="T60" fmla="*/ 189 w 632"/>
                <a:gd name="T61" fmla="*/ 365 h 780"/>
                <a:gd name="T62" fmla="*/ 151 w 632"/>
                <a:gd name="T63" fmla="*/ 341 h 780"/>
                <a:gd name="T64" fmla="*/ 122 w 632"/>
                <a:gd name="T65" fmla="*/ 310 h 780"/>
                <a:gd name="T66" fmla="*/ 83 w 632"/>
                <a:gd name="T67" fmla="*/ 341 h 780"/>
                <a:gd name="T68" fmla="*/ 53 w 632"/>
                <a:gd name="T69" fmla="*/ 283 h 780"/>
                <a:gd name="T70" fmla="*/ 7 w 632"/>
                <a:gd name="T71" fmla="*/ 268 h 780"/>
                <a:gd name="T72" fmla="*/ 1 w 632"/>
                <a:gd name="T73" fmla="*/ 237 h 780"/>
                <a:gd name="T74" fmla="*/ 29 w 632"/>
                <a:gd name="T75" fmla="*/ 195 h 780"/>
                <a:gd name="T76" fmla="*/ 69 w 632"/>
                <a:gd name="T77" fmla="*/ 161 h 780"/>
                <a:gd name="T78" fmla="*/ 69 w 632"/>
                <a:gd name="T79" fmla="*/ 93 h 780"/>
                <a:gd name="T80" fmla="*/ 133 w 632"/>
                <a:gd name="T81" fmla="*/ 91 h 780"/>
                <a:gd name="T82" fmla="*/ 160 w 632"/>
                <a:gd name="T83" fmla="*/ 75 h 780"/>
                <a:gd name="T84" fmla="*/ 164 w 632"/>
                <a:gd name="T85" fmla="*/ 59 h 780"/>
                <a:gd name="T86" fmla="*/ 147 w 632"/>
                <a:gd name="T87" fmla="*/ 28 h 780"/>
                <a:gd name="T88" fmla="*/ 169 w 632"/>
                <a:gd name="T89" fmla="*/ 26 h 780"/>
                <a:gd name="T90" fmla="*/ 193 w 632"/>
                <a:gd name="T91" fmla="*/ 22 h 780"/>
                <a:gd name="T92" fmla="*/ 217 w 632"/>
                <a:gd name="T93" fmla="*/ 4 h 780"/>
                <a:gd name="T94" fmla="*/ 235 w 632"/>
                <a:gd name="T95" fmla="*/ 15 h 780"/>
                <a:gd name="T96" fmla="*/ 226 w 632"/>
                <a:gd name="T97" fmla="*/ 55 h 780"/>
                <a:gd name="T98" fmla="*/ 244 w 632"/>
                <a:gd name="T99" fmla="*/ 82 h 780"/>
                <a:gd name="T100" fmla="*/ 258 w 632"/>
                <a:gd name="T101" fmla="*/ 70 h 780"/>
                <a:gd name="T102" fmla="*/ 304 w 632"/>
                <a:gd name="T103" fmla="*/ 53 h 780"/>
                <a:gd name="T104" fmla="*/ 342 w 632"/>
                <a:gd name="T105" fmla="*/ 66 h 780"/>
                <a:gd name="T106" fmla="*/ 411 w 632"/>
                <a:gd name="T107" fmla="*/ 122 h 780"/>
                <a:gd name="T108" fmla="*/ 408 w 632"/>
                <a:gd name="T109" fmla="*/ 130 h 780"/>
                <a:gd name="T110" fmla="*/ 377 w 632"/>
                <a:gd name="T111" fmla="*/ 124 h 780"/>
                <a:gd name="T112" fmla="*/ 362 w 632"/>
                <a:gd name="T113" fmla="*/ 126 h 780"/>
                <a:gd name="T114" fmla="*/ 360 w 632"/>
                <a:gd name="T115" fmla="*/ 117 h 780"/>
                <a:gd name="T116" fmla="*/ 379 w 632"/>
                <a:gd name="T117" fmla="*/ 88 h 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632" h="780">
                  <a:moveTo>
                    <a:pt x="362" y="17"/>
                  </a:moveTo>
                  <a:lnTo>
                    <a:pt x="368" y="17"/>
                  </a:lnTo>
                  <a:lnTo>
                    <a:pt x="368" y="17"/>
                  </a:lnTo>
                  <a:lnTo>
                    <a:pt x="371" y="26"/>
                  </a:lnTo>
                  <a:lnTo>
                    <a:pt x="371" y="26"/>
                  </a:lnTo>
                  <a:lnTo>
                    <a:pt x="375" y="35"/>
                  </a:lnTo>
                  <a:lnTo>
                    <a:pt x="377" y="44"/>
                  </a:lnTo>
                  <a:lnTo>
                    <a:pt x="379" y="60"/>
                  </a:lnTo>
                  <a:lnTo>
                    <a:pt x="379" y="60"/>
                  </a:lnTo>
                  <a:lnTo>
                    <a:pt x="384" y="60"/>
                  </a:lnTo>
                  <a:lnTo>
                    <a:pt x="390" y="60"/>
                  </a:lnTo>
                  <a:lnTo>
                    <a:pt x="390" y="60"/>
                  </a:lnTo>
                  <a:lnTo>
                    <a:pt x="390" y="64"/>
                  </a:lnTo>
                  <a:lnTo>
                    <a:pt x="390" y="68"/>
                  </a:lnTo>
                  <a:lnTo>
                    <a:pt x="390" y="68"/>
                  </a:lnTo>
                  <a:lnTo>
                    <a:pt x="377" y="75"/>
                  </a:lnTo>
                  <a:lnTo>
                    <a:pt x="377" y="75"/>
                  </a:lnTo>
                  <a:lnTo>
                    <a:pt x="386" y="81"/>
                  </a:lnTo>
                  <a:lnTo>
                    <a:pt x="390" y="82"/>
                  </a:lnTo>
                  <a:lnTo>
                    <a:pt x="390" y="86"/>
                  </a:lnTo>
                  <a:lnTo>
                    <a:pt x="384" y="95"/>
                  </a:lnTo>
                  <a:lnTo>
                    <a:pt x="384" y="95"/>
                  </a:lnTo>
                  <a:lnTo>
                    <a:pt x="386" y="95"/>
                  </a:lnTo>
                  <a:lnTo>
                    <a:pt x="388" y="97"/>
                  </a:lnTo>
                  <a:lnTo>
                    <a:pt x="390" y="101"/>
                  </a:lnTo>
                  <a:lnTo>
                    <a:pt x="390" y="101"/>
                  </a:lnTo>
                  <a:lnTo>
                    <a:pt x="393" y="101"/>
                  </a:lnTo>
                  <a:lnTo>
                    <a:pt x="395" y="99"/>
                  </a:lnTo>
                  <a:lnTo>
                    <a:pt x="397" y="97"/>
                  </a:lnTo>
                  <a:lnTo>
                    <a:pt x="401" y="97"/>
                  </a:lnTo>
                  <a:lnTo>
                    <a:pt x="399" y="104"/>
                  </a:lnTo>
                  <a:lnTo>
                    <a:pt x="399" y="104"/>
                  </a:lnTo>
                  <a:lnTo>
                    <a:pt x="406" y="104"/>
                  </a:lnTo>
                  <a:lnTo>
                    <a:pt x="411" y="104"/>
                  </a:lnTo>
                  <a:lnTo>
                    <a:pt x="413" y="104"/>
                  </a:lnTo>
                  <a:lnTo>
                    <a:pt x="413" y="104"/>
                  </a:lnTo>
                  <a:lnTo>
                    <a:pt x="413" y="108"/>
                  </a:lnTo>
                  <a:lnTo>
                    <a:pt x="411" y="113"/>
                  </a:lnTo>
                  <a:lnTo>
                    <a:pt x="411" y="117"/>
                  </a:lnTo>
                  <a:lnTo>
                    <a:pt x="411" y="121"/>
                  </a:lnTo>
                  <a:lnTo>
                    <a:pt x="413" y="122"/>
                  </a:lnTo>
                  <a:lnTo>
                    <a:pt x="419" y="122"/>
                  </a:lnTo>
                  <a:lnTo>
                    <a:pt x="421" y="115"/>
                  </a:lnTo>
                  <a:lnTo>
                    <a:pt x="421" y="115"/>
                  </a:lnTo>
                  <a:lnTo>
                    <a:pt x="426" y="113"/>
                  </a:lnTo>
                  <a:lnTo>
                    <a:pt x="432" y="113"/>
                  </a:lnTo>
                  <a:lnTo>
                    <a:pt x="444" y="117"/>
                  </a:lnTo>
                  <a:lnTo>
                    <a:pt x="463" y="126"/>
                  </a:lnTo>
                  <a:lnTo>
                    <a:pt x="463" y="132"/>
                  </a:lnTo>
                  <a:lnTo>
                    <a:pt x="463" y="132"/>
                  </a:lnTo>
                  <a:lnTo>
                    <a:pt x="470" y="130"/>
                  </a:lnTo>
                  <a:lnTo>
                    <a:pt x="472" y="139"/>
                  </a:lnTo>
                  <a:lnTo>
                    <a:pt x="477" y="139"/>
                  </a:lnTo>
                  <a:lnTo>
                    <a:pt x="477" y="139"/>
                  </a:lnTo>
                  <a:lnTo>
                    <a:pt x="477" y="142"/>
                  </a:lnTo>
                  <a:lnTo>
                    <a:pt x="477" y="144"/>
                  </a:lnTo>
                  <a:lnTo>
                    <a:pt x="475" y="148"/>
                  </a:lnTo>
                  <a:lnTo>
                    <a:pt x="475" y="148"/>
                  </a:lnTo>
                  <a:lnTo>
                    <a:pt x="479" y="153"/>
                  </a:lnTo>
                  <a:lnTo>
                    <a:pt x="479" y="159"/>
                  </a:lnTo>
                  <a:lnTo>
                    <a:pt x="479" y="159"/>
                  </a:lnTo>
                  <a:lnTo>
                    <a:pt x="486" y="159"/>
                  </a:lnTo>
                  <a:lnTo>
                    <a:pt x="486" y="159"/>
                  </a:lnTo>
                  <a:lnTo>
                    <a:pt x="488" y="153"/>
                  </a:lnTo>
                  <a:lnTo>
                    <a:pt x="490" y="148"/>
                  </a:lnTo>
                  <a:lnTo>
                    <a:pt x="490" y="148"/>
                  </a:lnTo>
                  <a:lnTo>
                    <a:pt x="493" y="148"/>
                  </a:lnTo>
                  <a:lnTo>
                    <a:pt x="497" y="148"/>
                  </a:lnTo>
                  <a:lnTo>
                    <a:pt x="503" y="150"/>
                  </a:lnTo>
                  <a:lnTo>
                    <a:pt x="506" y="153"/>
                  </a:lnTo>
                  <a:lnTo>
                    <a:pt x="508" y="157"/>
                  </a:lnTo>
                  <a:lnTo>
                    <a:pt x="508" y="157"/>
                  </a:lnTo>
                  <a:lnTo>
                    <a:pt x="514" y="155"/>
                  </a:lnTo>
                  <a:lnTo>
                    <a:pt x="515" y="153"/>
                  </a:lnTo>
                  <a:lnTo>
                    <a:pt x="519" y="153"/>
                  </a:lnTo>
                  <a:lnTo>
                    <a:pt x="521" y="159"/>
                  </a:lnTo>
                  <a:lnTo>
                    <a:pt x="521" y="159"/>
                  </a:lnTo>
                  <a:lnTo>
                    <a:pt x="528" y="161"/>
                  </a:lnTo>
                  <a:lnTo>
                    <a:pt x="535" y="159"/>
                  </a:lnTo>
                  <a:lnTo>
                    <a:pt x="541" y="159"/>
                  </a:lnTo>
                  <a:lnTo>
                    <a:pt x="546" y="159"/>
                  </a:lnTo>
                  <a:lnTo>
                    <a:pt x="546" y="159"/>
                  </a:lnTo>
                  <a:lnTo>
                    <a:pt x="561" y="166"/>
                  </a:lnTo>
                  <a:lnTo>
                    <a:pt x="575" y="175"/>
                  </a:lnTo>
                  <a:lnTo>
                    <a:pt x="575" y="175"/>
                  </a:lnTo>
                  <a:lnTo>
                    <a:pt x="583" y="188"/>
                  </a:lnTo>
                  <a:lnTo>
                    <a:pt x="590" y="197"/>
                  </a:lnTo>
                  <a:lnTo>
                    <a:pt x="590" y="197"/>
                  </a:lnTo>
                  <a:lnTo>
                    <a:pt x="592" y="199"/>
                  </a:lnTo>
                  <a:lnTo>
                    <a:pt x="596" y="197"/>
                  </a:lnTo>
                  <a:lnTo>
                    <a:pt x="597" y="195"/>
                  </a:lnTo>
                  <a:lnTo>
                    <a:pt x="601" y="195"/>
                  </a:lnTo>
                  <a:lnTo>
                    <a:pt x="601" y="195"/>
                  </a:lnTo>
                  <a:lnTo>
                    <a:pt x="601" y="203"/>
                  </a:lnTo>
                  <a:lnTo>
                    <a:pt x="601" y="203"/>
                  </a:lnTo>
                  <a:lnTo>
                    <a:pt x="614" y="201"/>
                  </a:lnTo>
                  <a:lnTo>
                    <a:pt x="614" y="201"/>
                  </a:lnTo>
                  <a:lnTo>
                    <a:pt x="617" y="210"/>
                  </a:lnTo>
                  <a:lnTo>
                    <a:pt x="621" y="219"/>
                  </a:lnTo>
                  <a:lnTo>
                    <a:pt x="621" y="219"/>
                  </a:lnTo>
                  <a:lnTo>
                    <a:pt x="625" y="223"/>
                  </a:lnTo>
                  <a:lnTo>
                    <a:pt x="628" y="224"/>
                  </a:lnTo>
                  <a:lnTo>
                    <a:pt x="628" y="224"/>
                  </a:lnTo>
                  <a:lnTo>
                    <a:pt x="630" y="234"/>
                  </a:lnTo>
                  <a:lnTo>
                    <a:pt x="632" y="243"/>
                  </a:lnTo>
                  <a:lnTo>
                    <a:pt x="630" y="263"/>
                  </a:lnTo>
                  <a:lnTo>
                    <a:pt x="625" y="281"/>
                  </a:lnTo>
                  <a:lnTo>
                    <a:pt x="619" y="294"/>
                  </a:lnTo>
                  <a:lnTo>
                    <a:pt x="619" y="294"/>
                  </a:lnTo>
                  <a:lnTo>
                    <a:pt x="614" y="299"/>
                  </a:lnTo>
                  <a:lnTo>
                    <a:pt x="606" y="303"/>
                  </a:lnTo>
                  <a:lnTo>
                    <a:pt x="599" y="308"/>
                  </a:lnTo>
                  <a:lnTo>
                    <a:pt x="594" y="312"/>
                  </a:lnTo>
                  <a:lnTo>
                    <a:pt x="594" y="312"/>
                  </a:lnTo>
                  <a:lnTo>
                    <a:pt x="588" y="323"/>
                  </a:lnTo>
                  <a:lnTo>
                    <a:pt x="585" y="332"/>
                  </a:lnTo>
                  <a:lnTo>
                    <a:pt x="581" y="343"/>
                  </a:lnTo>
                  <a:lnTo>
                    <a:pt x="577" y="354"/>
                  </a:lnTo>
                  <a:lnTo>
                    <a:pt x="577" y="354"/>
                  </a:lnTo>
                  <a:lnTo>
                    <a:pt x="565" y="347"/>
                  </a:lnTo>
                  <a:lnTo>
                    <a:pt x="565" y="347"/>
                  </a:lnTo>
                  <a:lnTo>
                    <a:pt x="565" y="350"/>
                  </a:lnTo>
                  <a:lnTo>
                    <a:pt x="566" y="352"/>
                  </a:lnTo>
                  <a:lnTo>
                    <a:pt x="568" y="354"/>
                  </a:lnTo>
                  <a:lnTo>
                    <a:pt x="568" y="354"/>
                  </a:lnTo>
                  <a:lnTo>
                    <a:pt x="568" y="354"/>
                  </a:lnTo>
                  <a:lnTo>
                    <a:pt x="563" y="361"/>
                  </a:lnTo>
                  <a:lnTo>
                    <a:pt x="561" y="365"/>
                  </a:lnTo>
                  <a:lnTo>
                    <a:pt x="561" y="368"/>
                  </a:lnTo>
                  <a:lnTo>
                    <a:pt x="561" y="374"/>
                  </a:lnTo>
                  <a:lnTo>
                    <a:pt x="555" y="374"/>
                  </a:lnTo>
                  <a:lnTo>
                    <a:pt x="555" y="374"/>
                  </a:lnTo>
                  <a:lnTo>
                    <a:pt x="555" y="377"/>
                  </a:lnTo>
                  <a:lnTo>
                    <a:pt x="555" y="377"/>
                  </a:lnTo>
                  <a:lnTo>
                    <a:pt x="561" y="379"/>
                  </a:lnTo>
                  <a:lnTo>
                    <a:pt x="561" y="379"/>
                  </a:lnTo>
                  <a:lnTo>
                    <a:pt x="561" y="396"/>
                  </a:lnTo>
                  <a:lnTo>
                    <a:pt x="563" y="416"/>
                  </a:lnTo>
                  <a:lnTo>
                    <a:pt x="561" y="416"/>
                  </a:lnTo>
                  <a:lnTo>
                    <a:pt x="561" y="416"/>
                  </a:lnTo>
                  <a:lnTo>
                    <a:pt x="559" y="423"/>
                  </a:lnTo>
                  <a:lnTo>
                    <a:pt x="561" y="432"/>
                  </a:lnTo>
                  <a:lnTo>
                    <a:pt x="555" y="436"/>
                  </a:lnTo>
                  <a:lnTo>
                    <a:pt x="555" y="436"/>
                  </a:lnTo>
                  <a:lnTo>
                    <a:pt x="555" y="441"/>
                  </a:lnTo>
                  <a:lnTo>
                    <a:pt x="557" y="447"/>
                  </a:lnTo>
                  <a:lnTo>
                    <a:pt x="561" y="454"/>
                  </a:lnTo>
                  <a:lnTo>
                    <a:pt x="561" y="454"/>
                  </a:lnTo>
                  <a:lnTo>
                    <a:pt x="555" y="458"/>
                  </a:lnTo>
                  <a:lnTo>
                    <a:pt x="550" y="461"/>
                  </a:lnTo>
                  <a:lnTo>
                    <a:pt x="550" y="461"/>
                  </a:lnTo>
                  <a:lnTo>
                    <a:pt x="550" y="467"/>
                  </a:lnTo>
                  <a:lnTo>
                    <a:pt x="550" y="472"/>
                  </a:lnTo>
                  <a:lnTo>
                    <a:pt x="552" y="476"/>
                  </a:lnTo>
                  <a:lnTo>
                    <a:pt x="550" y="481"/>
                  </a:lnTo>
                  <a:lnTo>
                    <a:pt x="550" y="481"/>
                  </a:lnTo>
                  <a:lnTo>
                    <a:pt x="546" y="489"/>
                  </a:lnTo>
                  <a:lnTo>
                    <a:pt x="537" y="500"/>
                  </a:lnTo>
                  <a:lnTo>
                    <a:pt x="528" y="510"/>
                  </a:lnTo>
                  <a:lnTo>
                    <a:pt x="524" y="516"/>
                  </a:lnTo>
                  <a:lnTo>
                    <a:pt x="524" y="521"/>
                  </a:lnTo>
                  <a:lnTo>
                    <a:pt x="524" y="521"/>
                  </a:lnTo>
                  <a:lnTo>
                    <a:pt x="523" y="527"/>
                  </a:lnTo>
                  <a:lnTo>
                    <a:pt x="524" y="530"/>
                  </a:lnTo>
                  <a:lnTo>
                    <a:pt x="526" y="540"/>
                  </a:lnTo>
                  <a:lnTo>
                    <a:pt x="517" y="545"/>
                  </a:lnTo>
                  <a:lnTo>
                    <a:pt x="517" y="545"/>
                  </a:lnTo>
                  <a:lnTo>
                    <a:pt x="517" y="549"/>
                  </a:lnTo>
                  <a:lnTo>
                    <a:pt x="517" y="552"/>
                  </a:lnTo>
                  <a:lnTo>
                    <a:pt x="517" y="552"/>
                  </a:lnTo>
                  <a:lnTo>
                    <a:pt x="510" y="554"/>
                  </a:lnTo>
                  <a:lnTo>
                    <a:pt x="504" y="552"/>
                  </a:lnTo>
                  <a:lnTo>
                    <a:pt x="499" y="551"/>
                  </a:lnTo>
                  <a:lnTo>
                    <a:pt x="499" y="551"/>
                  </a:lnTo>
                  <a:lnTo>
                    <a:pt x="499" y="558"/>
                  </a:lnTo>
                  <a:lnTo>
                    <a:pt x="499" y="558"/>
                  </a:lnTo>
                  <a:lnTo>
                    <a:pt x="475" y="560"/>
                  </a:lnTo>
                  <a:lnTo>
                    <a:pt x="475" y="560"/>
                  </a:lnTo>
                  <a:lnTo>
                    <a:pt x="473" y="561"/>
                  </a:lnTo>
                  <a:lnTo>
                    <a:pt x="470" y="561"/>
                  </a:lnTo>
                  <a:lnTo>
                    <a:pt x="472" y="572"/>
                  </a:lnTo>
                  <a:lnTo>
                    <a:pt x="472" y="572"/>
                  </a:lnTo>
                  <a:lnTo>
                    <a:pt x="468" y="574"/>
                  </a:lnTo>
                  <a:lnTo>
                    <a:pt x="461" y="574"/>
                  </a:lnTo>
                  <a:lnTo>
                    <a:pt x="453" y="574"/>
                  </a:lnTo>
                  <a:lnTo>
                    <a:pt x="448" y="576"/>
                  </a:lnTo>
                  <a:lnTo>
                    <a:pt x="448" y="576"/>
                  </a:lnTo>
                  <a:lnTo>
                    <a:pt x="446" y="578"/>
                  </a:lnTo>
                  <a:lnTo>
                    <a:pt x="446" y="580"/>
                  </a:lnTo>
                  <a:lnTo>
                    <a:pt x="446" y="583"/>
                  </a:lnTo>
                  <a:lnTo>
                    <a:pt x="446" y="583"/>
                  </a:lnTo>
                  <a:lnTo>
                    <a:pt x="441" y="589"/>
                  </a:lnTo>
                  <a:lnTo>
                    <a:pt x="432" y="594"/>
                  </a:lnTo>
                  <a:lnTo>
                    <a:pt x="415" y="602"/>
                  </a:lnTo>
                  <a:lnTo>
                    <a:pt x="415" y="605"/>
                  </a:lnTo>
                  <a:lnTo>
                    <a:pt x="415" y="605"/>
                  </a:lnTo>
                  <a:lnTo>
                    <a:pt x="413" y="607"/>
                  </a:lnTo>
                  <a:lnTo>
                    <a:pt x="411" y="607"/>
                  </a:lnTo>
                  <a:lnTo>
                    <a:pt x="408" y="607"/>
                  </a:lnTo>
                  <a:lnTo>
                    <a:pt x="406" y="609"/>
                  </a:lnTo>
                  <a:lnTo>
                    <a:pt x="406" y="609"/>
                  </a:lnTo>
                  <a:lnTo>
                    <a:pt x="406" y="611"/>
                  </a:lnTo>
                  <a:lnTo>
                    <a:pt x="408" y="611"/>
                  </a:lnTo>
                  <a:lnTo>
                    <a:pt x="410" y="612"/>
                  </a:lnTo>
                  <a:lnTo>
                    <a:pt x="408" y="614"/>
                  </a:lnTo>
                  <a:lnTo>
                    <a:pt x="408" y="614"/>
                  </a:lnTo>
                  <a:lnTo>
                    <a:pt x="406" y="618"/>
                  </a:lnTo>
                  <a:lnTo>
                    <a:pt x="404" y="623"/>
                  </a:lnTo>
                  <a:lnTo>
                    <a:pt x="406" y="640"/>
                  </a:lnTo>
                  <a:lnTo>
                    <a:pt x="410" y="658"/>
                  </a:lnTo>
                  <a:lnTo>
                    <a:pt x="410" y="665"/>
                  </a:lnTo>
                  <a:lnTo>
                    <a:pt x="408" y="673"/>
                  </a:lnTo>
                  <a:lnTo>
                    <a:pt x="408" y="673"/>
                  </a:lnTo>
                  <a:lnTo>
                    <a:pt x="404" y="678"/>
                  </a:lnTo>
                  <a:lnTo>
                    <a:pt x="399" y="684"/>
                  </a:lnTo>
                  <a:lnTo>
                    <a:pt x="393" y="689"/>
                  </a:lnTo>
                  <a:lnTo>
                    <a:pt x="390" y="694"/>
                  </a:lnTo>
                  <a:lnTo>
                    <a:pt x="390" y="694"/>
                  </a:lnTo>
                  <a:lnTo>
                    <a:pt x="386" y="702"/>
                  </a:lnTo>
                  <a:lnTo>
                    <a:pt x="384" y="711"/>
                  </a:lnTo>
                  <a:lnTo>
                    <a:pt x="382" y="720"/>
                  </a:lnTo>
                  <a:lnTo>
                    <a:pt x="379" y="729"/>
                  </a:lnTo>
                  <a:lnTo>
                    <a:pt x="379" y="729"/>
                  </a:lnTo>
                  <a:lnTo>
                    <a:pt x="375" y="733"/>
                  </a:lnTo>
                  <a:lnTo>
                    <a:pt x="370" y="738"/>
                  </a:lnTo>
                  <a:lnTo>
                    <a:pt x="370" y="738"/>
                  </a:lnTo>
                  <a:lnTo>
                    <a:pt x="379" y="714"/>
                  </a:lnTo>
                  <a:lnTo>
                    <a:pt x="379" y="714"/>
                  </a:lnTo>
                  <a:lnTo>
                    <a:pt x="377" y="714"/>
                  </a:lnTo>
                  <a:lnTo>
                    <a:pt x="377" y="714"/>
                  </a:lnTo>
                  <a:lnTo>
                    <a:pt x="375" y="716"/>
                  </a:lnTo>
                  <a:lnTo>
                    <a:pt x="371" y="716"/>
                  </a:lnTo>
                  <a:lnTo>
                    <a:pt x="371" y="716"/>
                  </a:lnTo>
                  <a:lnTo>
                    <a:pt x="370" y="714"/>
                  </a:lnTo>
                  <a:lnTo>
                    <a:pt x="364" y="711"/>
                  </a:lnTo>
                  <a:lnTo>
                    <a:pt x="364" y="711"/>
                  </a:lnTo>
                  <a:lnTo>
                    <a:pt x="364" y="718"/>
                  </a:lnTo>
                  <a:lnTo>
                    <a:pt x="364" y="724"/>
                  </a:lnTo>
                  <a:lnTo>
                    <a:pt x="364" y="724"/>
                  </a:lnTo>
                  <a:lnTo>
                    <a:pt x="342" y="751"/>
                  </a:lnTo>
                  <a:lnTo>
                    <a:pt x="342" y="751"/>
                  </a:lnTo>
                  <a:lnTo>
                    <a:pt x="342" y="755"/>
                  </a:lnTo>
                  <a:lnTo>
                    <a:pt x="344" y="756"/>
                  </a:lnTo>
                  <a:lnTo>
                    <a:pt x="346" y="758"/>
                  </a:lnTo>
                  <a:lnTo>
                    <a:pt x="346" y="762"/>
                  </a:lnTo>
                  <a:lnTo>
                    <a:pt x="346" y="762"/>
                  </a:lnTo>
                  <a:lnTo>
                    <a:pt x="337" y="776"/>
                  </a:lnTo>
                  <a:lnTo>
                    <a:pt x="335" y="780"/>
                  </a:lnTo>
                  <a:lnTo>
                    <a:pt x="333" y="773"/>
                  </a:lnTo>
                  <a:lnTo>
                    <a:pt x="339" y="762"/>
                  </a:lnTo>
                  <a:lnTo>
                    <a:pt x="339" y="762"/>
                  </a:lnTo>
                  <a:lnTo>
                    <a:pt x="339" y="760"/>
                  </a:lnTo>
                  <a:lnTo>
                    <a:pt x="333" y="756"/>
                  </a:lnTo>
                  <a:lnTo>
                    <a:pt x="333" y="756"/>
                  </a:lnTo>
                  <a:lnTo>
                    <a:pt x="329" y="755"/>
                  </a:lnTo>
                  <a:lnTo>
                    <a:pt x="328" y="753"/>
                  </a:lnTo>
                  <a:lnTo>
                    <a:pt x="326" y="745"/>
                  </a:lnTo>
                  <a:lnTo>
                    <a:pt x="326" y="745"/>
                  </a:lnTo>
                  <a:lnTo>
                    <a:pt x="324" y="744"/>
                  </a:lnTo>
                  <a:lnTo>
                    <a:pt x="322" y="742"/>
                  </a:lnTo>
                  <a:lnTo>
                    <a:pt x="315" y="740"/>
                  </a:lnTo>
                  <a:lnTo>
                    <a:pt x="315" y="740"/>
                  </a:lnTo>
                  <a:lnTo>
                    <a:pt x="309" y="736"/>
                  </a:lnTo>
                  <a:lnTo>
                    <a:pt x="306" y="731"/>
                  </a:lnTo>
                  <a:lnTo>
                    <a:pt x="306" y="731"/>
                  </a:lnTo>
                  <a:lnTo>
                    <a:pt x="302" y="729"/>
                  </a:lnTo>
                  <a:lnTo>
                    <a:pt x="300" y="727"/>
                  </a:lnTo>
                  <a:lnTo>
                    <a:pt x="297" y="727"/>
                  </a:lnTo>
                  <a:lnTo>
                    <a:pt x="295" y="725"/>
                  </a:lnTo>
                  <a:lnTo>
                    <a:pt x="295" y="725"/>
                  </a:lnTo>
                  <a:lnTo>
                    <a:pt x="291" y="716"/>
                  </a:lnTo>
                  <a:lnTo>
                    <a:pt x="277" y="707"/>
                  </a:lnTo>
                  <a:lnTo>
                    <a:pt x="266" y="711"/>
                  </a:lnTo>
                  <a:lnTo>
                    <a:pt x="266" y="711"/>
                  </a:lnTo>
                  <a:lnTo>
                    <a:pt x="269" y="700"/>
                  </a:lnTo>
                  <a:lnTo>
                    <a:pt x="269" y="700"/>
                  </a:lnTo>
                  <a:lnTo>
                    <a:pt x="269" y="696"/>
                  </a:lnTo>
                  <a:lnTo>
                    <a:pt x="271" y="694"/>
                  </a:lnTo>
                  <a:lnTo>
                    <a:pt x="277" y="691"/>
                  </a:lnTo>
                  <a:lnTo>
                    <a:pt x="277" y="691"/>
                  </a:lnTo>
                  <a:lnTo>
                    <a:pt x="280" y="685"/>
                  </a:lnTo>
                  <a:lnTo>
                    <a:pt x="282" y="678"/>
                  </a:lnTo>
                  <a:lnTo>
                    <a:pt x="282" y="678"/>
                  </a:lnTo>
                  <a:lnTo>
                    <a:pt x="284" y="676"/>
                  </a:lnTo>
                  <a:lnTo>
                    <a:pt x="288" y="674"/>
                  </a:lnTo>
                  <a:lnTo>
                    <a:pt x="291" y="673"/>
                  </a:lnTo>
                  <a:lnTo>
                    <a:pt x="293" y="671"/>
                  </a:lnTo>
                  <a:lnTo>
                    <a:pt x="293" y="671"/>
                  </a:lnTo>
                  <a:lnTo>
                    <a:pt x="295" y="667"/>
                  </a:lnTo>
                  <a:lnTo>
                    <a:pt x="300" y="663"/>
                  </a:lnTo>
                  <a:lnTo>
                    <a:pt x="300" y="663"/>
                  </a:lnTo>
                  <a:lnTo>
                    <a:pt x="304" y="658"/>
                  </a:lnTo>
                  <a:lnTo>
                    <a:pt x="308" y="653"/>
                  </a:lnTo>
                  <a:lnTo>
                    <a:pt x="308" y="653"/>
                  </a:lnTo>
                  <a:lnTo>
                    <a:pt x="311" y="651"/>
                  </a:lnTo>
                  <a:lnTo>
                    <a:pt x="315" y="649"/>
                  </a:lnTo>
                  <a:lnTo>
                    <a:pt x="319" y="649"/>
                  </a:lnTo>
                  <a:lnTo>
                    <a:pt x="322" y="647"/>
                  </a:lnTo>
                  <a:lnTo>
                    <a:pt x="322" y="647"/>
                  </a:lnTo>
                  <a:lnTo>
                    <a:pt x="326" y="643"/>
                  </a:lnTo>
                  <a:lnTo>
                    <a:pt x="328" y="642"/>
                  </a:lnTo>
                  <a:lnTo>
                    <a:pt x="328" y="640"/>
                  </a:lnTo>
                  <a:lnTo>
                    <a:pt x="328" y="640"/>
                  </a:lnTo>
                  <a:lnTo>
                    <a:pt x="326" y="623"/>
                  </a:lnTo>
                  <a:lnTo>
                    <a:pt x="326" y="623"/>
                  </a:lnTo>
                  <a:lnTo>
                    <a:pt x="326" y="611"/>
                  </a:lnTo>
                  <a:lnTo>
                    <a:pt x="326" y="611"/>
                  </a:lnTo>
                  <a:lnTo>
                    <a:pt x="322" y="609"/>
                  </a:lnTo>
                  <a:lnTo>
                    <a:pt x="320" y="609"/>
                  </a:lnTo>
                  <a:lnTo>
                    <a:pt x="320" y="611"/>
                  </a:lnTo>
                  <a:lnTo>
                    <a:pt x="320" y="611"/>
                  </a:lnTo>
                  <a:lnTo>
                    <a:pt x="320" y="612"/>
                  </a:lnTo>
                  <a:lnTo>
                    <a:pt x="319" y="612"/>
                  </a:lnTo>
                  <a:lnTo>
                    <a:pt x="317" y="611"/>
                  </a:lnTo>
                  <a:lnTo>
                    <a:pt x="311" y="609"/>
                  </a:lnTo>
                  <a:lnTo>
                    <a:pt x="311" y="609"/>
                  </a:lnTo>
                  <a:lnTo>
                    <a:pt x="311" y="602"/>
                  </a:lnTo>
                  <a:lnTo>
                    <a:pt x="311" y="594"/>
                  </a:lnTo>
                  <a:lnTo>
                    <a:pt x="313" y="591"/>
                  </a:lnTo>
                  <a:lnTo>
                    <a:pt x="313" y="591"/>
                  </a:lnTo>
                  <a:lnTo>
                    <a:pt x="315" y="587"/>
                  </a:lnTo>
                  <a:lnTo>
                    <a:pt x="315" y="582"/>
                  </a:lnTo>
                  <a:lnTo>
                    <a:pt x="315" y="574"/>
                  </a:lnTo>
                  <a:lnTo>
                    <a:pt x="315" y="574"/>
                  </a:lnTo>
                  <a:lnTo>
                    <a:pt x="315" y="574"/>
                  </a:lnTo>
                  <a:lnTo>
                    <a:pt x="313" y="574"/>
                  </a:lnTo>
                  <a:lnTo>
                    <a:pt x="308" y="576"/>
                  </a:lnTo>
                  <a:lnTo>
                    <a:pt x="308" y="576"/>
                  </a:lnTo>
                  <a:lnTo>
                    <a:pt x="304" y="576"/>
                  </a:lnTo>
                  <a:lnTo>
                    <a:pt x="304" y="574"/>
                  </a:lnTo>
                  <a:lnTo>
                    <a:pt x="302" y="567"/>
                  </a:lnTo>
                  <a:lnTo>
                    <a:pt x="302" y="567"/>
                  </a:lnTo>
                  <a:lnTo>
                    <a:pt x="302" y="558"/>
                  </a:lnTo>
                  <a:lnTo>
                    <a:pt x="302" y="549"/>
                  </a:lnTo>
                  <a:lnTo>
                    <a:pt x="302" y="549"/>
                  </a:lnTo>
                  <a:lnTo>
                    <a:pt x="302" y="545"/>
                  </a:lnTo>
                  <a:lnTo>
                    <a:pt x="300" y="543"/>
                  </a:lnTo>
                  <a:lnTo>
                    <a:pt x="295" y="541"/>
                  </a:lnTo>
                  <a:lnTo>
                    <a:pt x="295" y="541"/>
                  </a:lnTo>
                  <a:lnTo>
                    <a:pt x="291" y="540"/>
                  </a:lnTo>
                  <a:lnTo>
                    <a:pt x="291" y="538"/>
                  </a:lnTo>
                  <a:lnTo>
                    <a:pt x="289" y="534"/>
                  </a:lnTo>
                  <a:lnTo>
                    <a:pt x="288" y="530"/>
                  </a:lnTo>
                  <a:lnTo>
                    <a:pt x="284" y="534"/>
                  </a:lnTo>
                  <a:lnTo>
                    <a:pt x="284" y="534"/>
                  </a:lnTo>
                  <a:lnTo>
                    <a:pt x="275" y="532"/>
                  </a:lnTo>
                  <a:lnTo>
                    <a:pt x="268" y="532"/>
                  </a:lnTo>
                  <a:lnTo>
                    <a:pt x="266" y="530"/>
                  </a:lnTo>
                  <a:lnTo>
                    <a:pt x="266" y="529"/>
                  </a:lnTo>
                  <a:lnTo>
                    <a:pt x="266" y="529"/>
                  </a:lnTo>
                  <a:lnTo>
                    <a:pt x="266" y="527"/>
                  </a:lnTo>
                  <a:lnTo>
                    <a:pt x="264" y="523"/>
                  </a:lnTo>
                  <a:lnTo>
                    <a:pt x="262" y="520"/>
                  </a:lnTo>
                  <a:lnTo>
                    <a:pt x="262" y="516"/>
                  </a:lnTo>
                  <a:lnTo>
                    <a:pt x="262" y="516"/>
                  </a:lnTo>
                  <a:lnTo>
                    <a:pt x="264" y="507"/>
                  </a:lnTo>
                  <a:lnTo>
                    <a:pt x="264" y="503"/>
                  </a:lnTo>
                  <a:lnTo>
                    <a:pt x="262" y="501"/>
                  </a:lnTo>
                  <a:lnTo>
                    <a:pt x="262" y="501"/>
                  </a:lnTo>
                  <a:lnTo>
                    <a:pt x="258" y="494"/>
                  </a:lnTo>
                  <a:lnTo>
                    <a:pt x="257" y="490"/>
                  </a:lnTo>
                  <a:lnTo>
                    <a:pt x="260" y="487"/>
                  </a:lnTo>
                  <a:lnTo>
                    <a:pt x="257" y="483"/>
                  </a:lnTo>
                  <a:lnTo>
                    <a:pt x="257" y="483"/>
                  </a:lnTo>
                  <a:lnTo>
                    <a:pt x="258" y="474"/>
                  </a:lnTo>
                  <a:lnTo>
                    <a:pt x="262" y="461"/>
                  </a:lnTo>
                  <a:lnTo>
                    <a:pt x="262" y="461"/>
                  </a:lnTo>
                  <a:lnTo>
                    <a:pt x="262" y="456"/>
                  </a:lnTo>
                  <a:lnTo>
                    <a:pt x="262" y="452"/>
                  </a:lnTo>
                  <a:lnTo>
                    <a:pt x="262" y="452"/>
                  </a:lnTo>
                  <a:lnTo>
                    <a:pt x="258" y="447"/>
                  </a:lnTo>
                  <a:lnTo>
                    <a:pt x="255" y="443"/>
                  </a:lnTo>
                  <a:lnTo>
                    <a:pt x="255" y="443"/>
                  </a:lnTo>
                  <a:lnTo>
                    <a:pt x="251" y="439"/>
                  </a:lnTo>
                  <a:lnTo>
                    <a:pt x="249" y="438"/>
                  </a:lnTo>
                  <a:lnTo>
                    <a:pt x="247" y="430"/>
                  </a:lnTo>
                  <a:lnTo>
                    <a:pt x="247" y="430"/>
                  </a:lnTo>
                  <a:lnTo>
                    <a:pt x="247" y="425"/>
                  </a:lnTo>
                  <a:lnTo>
                    <a:pt x="249" y="421"/>
                  </a:lnTo>
                  <a:lnTo>
                    <a:pt x="226" y="423"/>
                  </a:lnTo>
                  <a:lnTo>
                    <a:pt x="226" y="423"/>
                  </a:lnTo>
                  <a:lnTo>
                    <a:pt x="226" y="419"/>
                  </a:lnTo>
                  <a:lnTo>
                    <a:pt x="222" y="414"/>
                  </a:lnTo>
                  <a:lnTo>
                    <a:pt x="222" y="414"/>
                  </a:lnTo>
                  <a:lnTo>
                    <a:pt x="218" y="407"/>
                  </a:lnTo>
                  <a:lnTo>
                    <a:pt x="218" y="403"/>
                  </a:lnTo>
                  <a:lnTo>
                    <a:pt x="220" y="401"/>
                  </a:lnTo>
                  <a:lnTo>
                    <a:pt x="220" y="401"/>
                  </a:lnTo>
                  <a:lnTo>
                    <a:pt x="226" y="392"/>
                  </a:lnTo>
                  <a:lnTo>
                    <a:pt x="226" y="392"/>
                  </a:lnTo>
                  <a:lnTo>
                    <a:pt x="222" y="381"/>
                  </a:lnTo>
                  <a:lnTo>
                    <a:pt x="222" y="381"/>
                  </a:lnTo>
                  <a:lnTo>
                    <a:pt x="218" y="374"/>
                  </a:lnTo>
                  <a:lnTo>
                    <a:pt x="217" y="368"/>
                  </a:lnTo>
                  <a:lnTo>
                    <a:pt x="217" y="368"/>
                  </a:lnTo>
                  <a:lnTo>
                    <a:pt x="215" y="367"/>
                  </a:lnTo>
                  <a:lnTo>
                    <a:pt x="211" y="367"/>
                  </a:lnTo>
                  <a:lnTo>
                    <a:pt x="206" y="368"/>
                  </a:lnTo>
                  <a:lnTo>
                    <a:pt x="206" y="368"/>
                  </a:lnTo>
                  <a:lnTo>
                    <a:pt x="200" y="367"/>
                  </a:lnTo>
                  <a:lnTo>
                    <a:pt x="193" y="365"/>
                  </a:lnTo>
                  <a:lnTo>
                    <a:pt x="193" y="365"/>
                  </a:lnTo>
                  <a:lnTo>
                    <a:pt x="189" y="365"/>
                  </a:lnTo>
                  <a:lnTo>
                    <a:pt x="187" y="363"/>
                  </a:lnTo>
                  <a:lnTo>
                    <a:pt x="182" y="357"/>
                  </a:lnTo>
                  <a:lnTo>
                    <a:pt x="182" y="357"/>
                  </a:lnTo>
                  <a:lnTo>
                    <a:pt x="178" y="354"/>
                  </a:lnTo>
                  <a:lnTo>
                    <a:pt x="173" y="350"/>
                  </a:lnTo>
                  <a:lnTo>
                    <a:pt x="173" y="350"/>
                  </a:lnTo>
                  <a:lnTo>
                    <a:pt x="167" y="347"/>
                  </a:lnTo>
                  <a:lnTo>
                    <a:pt x="162" y="341"/>
                  </a:lnTo>
                  <a:lnTo>
                    <a:pt x="162" y="341"/>
                  </a:lnTo>
                  <a:lnTo>
                    <a:pt x="158" y="339"/>
                  </a:lnTo>
                  <a:lnTo>
                    <a:pt x="156" y="339"/>
                  </a:lnTo>
                  <a:lnTo>
                    <a:pt x="153" y="341"/>
                  </a:lnTo>
                  <a:lnTo>
                    <a:pt x="151" y="341"/>
                  </a:lnTo>
                  <a:lnTo>
                    <a:pt x="151" y="341"/>
                  </a:lnTo>
                  <a:lnTo>
                    <a:pt x="142" y="339"/>
                  </a:lnTo>
                  <a:lnTo>
                    <a:pt x="142" y="339"/>
                  </a:lnTo>
                  <a:lnTo>
                    <a:pt x="138" y="336"/>
                  </a:lnTo>
                  <a:lnTo>
                    <a:pt x="135" y="328"/>
                  </a:lnTo>
                  <a:lnTo>
                    <a:pt x="135" y="328"/>
                  </a:lnTo>
                  <a:lnTo>
                    <a:pt x="136" y="325"/>
                  </a:lnTo>
                  <a:lnTo>
                    <a:pt x="138" y="319"/>
                  </a:lnTo>
                  <a:lnTo>
                    <a:pt x="142" y="312"/>
                  </a:lnTo>
                  <a:lnTo>
                    <a:pt x="138" y="308"/>
                  </a:lnTo>
                  <a:lnTo>
                    <a:pt x="131" y="308"/>
                  </a:lnTo>
                  <a:lnTo>
                    <a:pt x="131" y="308"/>
                  </a:lnTo>
                  <a:lnTo>
                    <a:pt x="122" y="310"/>
                  </a:lnTo>
                  <a:lnTo>
                    <a:pt x="113" y="314"/>
                  </a:lnTo>
                  <a:lnTo>
                    <a:pt x="113" y="314"/>
                  </a:lnTo>
                  <a:lnTo>
                    <a:pt x="107" y="317"/>
                  </a:lnTo>
                  <a:lnTo>
                    <a:pt x="102" y="323"/>
                  </a:lnTo>
                  <a:lnTo>
                    <a:pt x="94" y="332"/>
                  </a:lnTo>
                  <a:lnTo>
                    <a:pt x="89" y="334"/>
                  </a:lnTo>
                  <a:lnTo>
                    <a:pt x="89" y="334"/>
                  </a:lnTo>
                  <a:lnTo>
                    <a:pt x="87" y="336"/>
                  </a:lnTo>
                  <a:lnTo>
                    <a:pt x="87" y="336"/>
                  </a:lnTo>
                  <a:lnTo>
                    <a:pt x="87" y="337"/>
                  </a:lnTo>
                  <a:lnTo>
                    <a:pt x="87" y="337"/>
                  </a:lnTo>
                  <a:lnTo>
                    <a:pt x="87" y="339"/>
                  </a:lnTo>
                  <a:lnTo>
                    <a:pt x="83" y="341"/>
                  </a:lnTo>
                  <a:lnTo>
                    <a:pt x="80" y="343"/>
                  </a:lnTo>
                  <a:lnTo>
                    <a:pt x="78" y="341"/>
                  </a:lnTo>
                  <a:lnTo>
                    <a:pt x="78" y="341"/>
                  </a:lnTo>
                  <a:lnTo>
                    <a:pt x="74" y="341"/>
                  </a:lnTo>
                  <a:lnTo>
                    <a:pt x="73" y="341"/>
                  </a:lnTo>
                  <a:lnTo>
                    <a:pt x="69" y="341"/>
                  </a:lnTo>
                  <a:lnTo>
                    <a:pt x="53" y="336"/>
                  </a:lnTo>
                  <a:lnTo>
                    <a:pt x="54" y="286"/>
                  </a:lnTo>
                  <a:lnTo>
                    <a:pt x="54" y="286"/>
                  </a:lnTo>
                  <a:lnTo>
                    <a:pt x="56" y="285"/>
                  </a:lnTo>
                  <a:lnTo>
                    <a:pt x="54" y="283"/>
                  </a:lnTo>
                  <a:lnTo>
                    <a:pt x="53" y="283"/>
                  </a:lnTo>
                  <a:lnTo>
                    <a:pt x="53" y="283"/>
                  </a:lnTo>
                  <a:lnTo>
                    <a:pt x="40" y="290"/>
                  </a:lnTo>
                  <a:lnTo>
                    <a:pt x="25" y="290"/>
                  </a:lnTo>
                  <a:lnTo>
                    <a:pt x="25" y="290"/>
                  </a:lnTo>
                  <a:lnTo>
                    <a:pt x="23" y="288"/>
                  </a:lnTo>
                  <a:lnTo>
                    <a:pt x="23" y="285"/>
                  </a:lnTo>
                  <a:lnTo>
                    <a:pt x="23" y="285"/>
                  </a:lnTo>
                  <a:lnTo>
                    <a:pt x="22" y="281"/>
                  </a:lnTo>
                  <a:lnTo>
                    <a:pt x="18" y="279"/>
                  </a:lnTo>
                  <a:lnTo>
                    <a:pt x="14" y="275"/>
                  </a:lnTo>
                  <a:lnTo>
                    <a:pt x="12" y="274"/>
                  </a:lnTo>
                  <a:lnTo>
                    <a:pt x="12" y="274"/>
                  </a:lnTo>
                  <a:lnTo>
                    <a:pt x="11" y="270"/>
                  </a:lnTo>
                  <a:lnTo>
                    <a:pt x="7" y="268"/>
                  </a:lnTo>
                  <a:lnTo>
                    <a:pt x="1" y="265"/>
                  </a:lnTo>
                  <a:lnTo>
                    <a:pt x="5" y="257"/>
                  </a:lnTo>
                  <a:lnTo>
                    <a:pt x="5" y="257"/>
                  </a:lnTo>
                  <a:lnTo>
                    <a:pt x="5" y="254"/>
                  </a:lnTo>
                  <a:lnTo>
                    <a:pt x="3" y="252"/>
                  </a:lnTo>
                  <a:lnTo>
                    <a:pt x="1" y="250"/>
                  </a:lnTo>
                  <a:lnTo>
                    <a:pt x="1" y="250"/>
                  </a:lnTo>
                  <a:lnTo>
                    <a:pt x="1" y="248"/>
                  </a:lnTo>
                  <a:lnTo>
                    <a:pt x="0" y="244"/>
                  </a:lnTo>
                  <a:lnTo>
                    <a:pt x="0" y="237"/>
                  </a:lnTo>
                  <a:lnTo>
                    <a:pt x="0" y="237"/>
                  </a:lnTo>
                  <a:lnTo>
                    <a:pt x="0" y="237"/>
                  </a:lnTo>
                  <a:lnTo>
                    <a:pt x="1" y="237"/>
                  </a:lnTo>
                  <a:lnTo>
                    <a:pt x="7" y="237"/>
                  </a:lnTo>
                  <a:lnTo>
                    <a:pt x="7" y="237"/>
                  </a:lnTo>
                  <a:lnTo>
                    <a:pt x="7" y="230"/>
                  </a:lnTo>
                  <a:lnTo>
                    <a:pt x="7" y="230"/>
                  </a:lnTo>
                  <a:lnTo>
                    <a:pt x="9" y="224"/>
                  </a:lnTo>
                  <a:lnTo>
                    <a:pt x="11" y="219"/>
                  </a:lnTo>
                  <a:lnTo>
                    <a:pt x="11" y="219"/>
                  </a:lnTo>
                  <a:lnTo>
                    <a:pt x="14" y="212"/>
                  </a:lnTo>
                  <a:lnTo>
                    <a:pt x="14" y="204"/>
                  </a:lnTo>
                  <a:lnTo>
                    <a:pt x="14" y="204"/>
                  </a:lnTo>
                  <a:lnTo>
                    <a:pt x="18" y="203"/>
                  </a:lnTo>
                  <a:lnTo>
                    <a:pt x="22" y="199"/>
                  </a:lnTo>
                  <a:lnTo>
                    <a:pt x="29" y="195"/>
                  </a:lnTo>
                  <a:lnTo>
                    <a:pt x="29" y="195"/>
                  </a:lnTo>
                  <a:lnTo>
                    <a:pt x="32" y="192"/>
                  </a:lnTo>
                  <a:lnTo>
                    <a:pt x="36" y="192"/>
                  </a:lnTo>
                  <a:lnTo>
                    <a:pt x="42" y="190"/>
                  </a:lnTo>
                  <a:lnTo>
                    <a:pt x="42" y="190"/>
                  </a:lnTo>
                  <a:lnTo>
                    <a:pt x="49" y="188"/>
                  </a:lnTo>
                  <a:lnTo>
                    <a:pt x="54" y="188"/>
                  </a:lnTo>
                  <a:lnTo>
                    <a:pt x="54" y="188"/>
                  </a:lnTo>
                  <a:lnTo>
                    <a:pt x="58" y="186"/>
                  </a:lnTo>
                  <a:lnTo>
                    <a:pt x="60" y="184"/>
                  </a:lnTo>
                  <a:lnTo>
                    <a:pt x="60" y="183"/>
                  </a:lnTo>
                  <a:lnTo>
                    <a:pt x="60" y="183"/>
                  </a:lnTo>
                  <a:lnTo>
                    <a:pt x="69" y="161"/>
                  </a:lnTo>
                  <a:lnTo>
                    <a:pt x="78" y="137"/>
                  </a:lnTo>
                  <a:lnTo>
                    <a:pt x="78" y="137"/>
                  </a:lnTo>
                  <a:lnTo>
                    <a:pt x="78" y="130"/>
                  </a:lnTo>
                  <a:lnTo>
                    <a:pt x="76" y="124"/>
                  </a:lnTo>
                  <a:lnTo>
                    <a:pt x="76" y="124"/>
                  </a:lnTo>
                  <a:lnTo>
                    <a:pt x="71" y="121"/>
                  </a:lnTo>
                  <a:lnTo>
                    <a:pt x="67" y="119"/>
                  </a:lnTo>
                  <a:lnTo>
                    <a:pt x="67" y="113"/>
                  </a:lnTo>
                  <a:lnTo>
                    <a:pt x="80" y="111"/>
                  </a:lnTo>
                  <a:lnTo>
                    <a:pt x="78" y="106"/>
                  </a:lnTo>
                  <a:lnTo>
                    <a:pt x="76" y="104"/>
                  </a:lnTo>
                  <a:lnTo>
                    <a:pt x="71" y="104"/>
                  </a:lnTo>
                  <a:lnTo>
                    <a:pt x="69" y="93"/>
                  </a:lnTo>
                  <a:lnTo>
                    <a:pt x="69" y="93"/>
                  </a:lnTo>
                  <a:lnTo>
                    <a:pt x="80" y="91"/>
                  </a:lnTo>
                  <a:lnTo>
                    <a:pt x="80" y="91"/>
                  </a:lnTo>
                  <a:lnTo>
                    <a:pt x="100" y="90"/>
                  </a:lnTo>
                  <a:lnTo>
                    <a:pt x="100" y="82"/>
                  </a:lnTo>
                  <a:lnTo>
                    <a:pt x="105" y="86"/>
                  </a:lnTo>
                  <a:lnTo>
                    <a:pt x="111" y="84"/>
                  </a:lnTo>
                  <a:lnTo>
                    <a:pt x="113" y="77"/>
                  </a:lnTo>
                  <a:lnTo>
                    <a:pt x="118" y="77"/>
                  </a:lnTo>
                  <a:lnTo>
                    <a:pt x="120" y="84"/>
                  </a:lnTo>
                  <a:lnTo>
                    <a:pt x="125" y="86"/>
                  </a:lnTo>
                  <a:lnTo>
                    <a:pt x="133" y="91"/>
                  </a:lnTo>
                  <a:lnTo>
                    <a:pt x="133" y="91"/>
                  </a:lnTo>
                  <a:lnTo>
                    <a:pt x="136" y="90"/>
                  </a:lnTo>
                  <a:lnTo>
                    <a:pt x="140" y="88"/>
                  </a:lnTo>
                  <a:lnTo>
                    <a:pt x="144" y="86"/>
                  </a:lnTo>
                  <a:lnTo>
                    <a:pt x="144" y="86"/>
                  </a:lnTo>
                  <a:lnTo>
                    <a:pt x="147" y="86"/>
                  </a:lnTo>
                  <a:lnTo>
                    <a:pt x="149" y="82"/>
                  </a:lnTo>
                  <a:lnTo>
                    <a:pt x="151" y="81"/>
                  </a:lnTo>
                  <a:lnTo>
                    <a:pt x="153" y="79"/>
                  </a:lnTo>
                  <a:lnTo>
                    <a:pt x="153" y="79"/>
                  </a:lnTo>
                  <a:lnTo>
                    <a:pt x="155" y="79"/>
                  </a:lnTo>
                  <a:lnTo>
                    <a:pt x="156" y="77"/>
                  </a:lnTo>
                  <a:lnTo>
                    <a:pt x="160" y="75"/>
                  </a:lnTo>
                  <a:lnTo>
                    <a:pt x="160" y="75"/>
                  </a:lnTo>
                  <a:lnTo>
                    <a:pt x="164" y="73"/>
                  </a:lnTo>
                  <a:lnTo>
                    <a:pt x="165" y="70"/>
                  </a:lnTo>
                  <a:lnTo>
                    <a:pt x="167" y="66"/>
                  </a:lnTo>
                  <a:lnTo>
                    <a:pt x="169" y="64"/>
                  </a:lnTo>
                  <a:lnTo>
                    <a:pt x="169" y="64"/>
                  </a:lnTo>
                  <a:lnTo>
                    <a:pt x="175" y="64"/>
                  </a:lnTo>
                  <a:lnTo>
                    <a:pt x="176" y="62"/>
                  </a:lnTo>
                  <a:lnTo>
                    <a:pt x="176" y="62"/>
                  </a:lnTo>
                  <a:lnTo>
                    <a:pt x="175" y="59"/>
                  </a:lnTo>
                  <a:lnTo>
                    <a:pt x="173" y="57"/>
                  </a:lnTo>
                  <a:lnTo>
                    <a:pt x="169" y="57"/>
                  </a:lnTo>
                  <a:lnTo>
                    <a:pt x="169" y="57"/>
                  </a:lnTo>
                  <a:lnTo>
                    <a:pt x="164" y="59"/>
                  </a:lnTo>
                  <a:lnTo>
                    <a:pt x="160" y="60"/>
                  </a:lnTo>
                  <a:lnTo>
                    <a:pt x="158" y="59"/>
                  </a:lnTo>
                  <a:lnTo>
                    <a:pt x="158" y="59"/>
                  </a:lnTo>
                  <a:lnTo>
                    <a:pt x="155" y="57"/>
                  </a:lnTo>
                  <a:lnTo>
                    <a:pt x="153" y="53"/>
                  </a:lnTo>
                  <a:lnTo>
                    <a:pt x="153" y="53"/>
                  </a:lnTo>
                  <a:lnTo>
                    <a:pt x="153" y="50"/>
                  </a:lnTo>
                  <a:lnTo>
                    <a:pt x="153" y="46"/>
                  </a:lnTo>
                  <a:lnTo>
                    <a:pt x="155" y="39"/>
                  </a:lnTo>
                  <a:lnTo>
                    <a:pt x="155" y="39"/>
                  </a:lnTo>
                  <a:lnTo>
                    <a:pt x="149" y="31"/>
                  </a:lnTo>
                  <a:lnTo>
                    <a:pt x="149" y="31"/>
                  </a:lnTo>
                  <a:lnTo>
                    <a:pt x="147" y="28"/>
                  </a:lnTo>
                  <a:lnTo>
                    <a:pt x="147" y="26"/>
                  </a:lnTo>
                  <a:lnTo>
                    <a:pt x="147" y="24"/>
                  </a:lnTo>
                  <a:lnTo>
                    <a:pt x="145" y="22"/>
                  </a:lnTo>
                  <a:lnTo>
                    <a:pt x="145" y="22"/>
                  </a:lnTo>
                  <a:lnTo>
                    <a:pt x="144" y="20"/>
                  </a:lnTo>
                  <a:lnTo>
                    <a:pt x="147" y="20"/>
                  </a:lnTo>
                  <a:lnTo>
                    <a:pt x="147" y="20"/>
                  </a:lnTo>
                  <a:lnTo>
                    <a:pt x="156" y="22"/>
                  </a:lnTo>
                  <a:lnTo>
                    <a:pt x="160" y="24"/>
                  </a:lnTo>
                  <a:lnTo>
                    <a:pt x="160" y="24"/>
                  </a:lnTo>
                  <a:lnTo>
                    <a:pt x="164" y="24"/>
                  </a:lnTo>
                  <a:lnTo>
                    <a:pt x="167" y="24"/>
                  </a:lnTo>
                  <a:lnTo>
                    <a:pt x="169" y="26"/>
                  </a:lnTo>
                  <a:lnTo>
                    <a:pt x="169" y="26"/>
                  </a:lnTo>
                  <a:lnTo>
                    <a:pt x="173" y="28"/>
                  </a:lnTo>
                  <a:lnTo>
                    <a:pt x="176" y="28"/>
                  </a:lnTo>
                  <a:lnTo>
                    <a:pt x="180" y="28"/>
                  </a:lnTo>
                  <a:lnTo>
                    <a:pt x="180" y="28"/>
                  </a:lnTo>
                  <a:lnTo>
                    <a:pt x="178" y="28"/>
                  </a:lnTo>
                  <a:lnTo>
                    <a:pt x="178" y="26"/>
                  </a:lnTo>
                  <a:lnTo>
                    <a:pt x="178" y="24"/>
                  </a:lnTo>
                  <a:lnTo>
                    <a:pt x="178" y="24"/>
                  </a:lnTo>
                  <a:lnTo>
                    <a:pt x="182" y="22"/>
                  </a:lnTo>
                  <a:lnTo>
                    <a:pt x="184" y="22"/>
                  </a:lnTo>
                  <a:lnTo>
                    <a:pt x="184" y="22"/>
                  </a:lnTo>
                  <a:lnTo>
                    <a:pt x="193" y="22"/>
                  </a:lnTo>
                  <a:lnTo>
                    <a:pt x="193" y="22"/>
                  </a:lnTo>
                  <a:lnTo>
                    <a:pt x="195" y="22"/>
                  </a:lnTo>
                  <a:lnTo>
                    <a:pt x="196" y="20"/>
                  </a:lnTo>
                  <a:lnTo>
                    <a:pt x="196" y="19"/>
                  </a:lnTo>
                  <a:lnTo>
                    <a:pt x="198" y="19"/>
                  </a:lnTo>
                  <a:lnTo>
                    <a:pt x="198" y="19"/>
                  </a:lnTo>
                  <a:lnTo>
                    <a:pt x="202" y="17"/>
                  </a:lnTo>
                  <a:lnTo>
                    <a:pt x="204" y="15"/>
                  </a:lnTo>
                  <a:lnTo>
                    <a:pt x="204" y="13"/>
                  </a:lnTo>
                  <a:lnTo>
                    <a:pt x="206" y="11"/>
                  </a:lnTo>
                  <a:lnTo>
                    <a:pt x="206" y="11"/>
                  </a:lnTo>
                  <a:lnTo>
                    <a:pt x="213" y="9"/>
                  </a:lnTo>
                  <a:lnTo>
                    <a:pt x="217" y="4"/>
                  </a:lnTo>
                  <a:lnTo>
                    <a:pt x="215" y="0"/>
                  </a:lnTo>
                  <a:lnTo>
                    <a:pt x="215" y="0"/>
                  </a:lnTo>
                  <a:lnTo>
                    <a:pt x="220" y="2"/>
                  </a:lnTo>
                  <a:lnTo>
                    <a:pt x="224" y="2"/>
                  </a:lnTo>
                  <a:lnTo>
                    <a:pt x="227" y="2"/>
                  </a:lnTo>
                  <a:lnTo>
                    <a:pt x="227" y="2"/>
                  </a:lnTo>
                  <a:lnTo>
                    <a:pt x="229" y="2"/>
                  </a:lnTo>
                  <a:lnTo>
                    <a:pt x="231" y="4"/>
                  </a:lnTo>
                  <a:lnTo>
                    <a:pt x="231" y="8"/>
                  </a:lnTo>
                  <a:lnTo>
                    <a:pt x="226" y="11"/>
                  </a:lnTo>
                  <a:lnTo>
                    <a:pt x="226" y="11"/>
                  </a:lnTo>
                  <a:lnTo>
                    <a:pt x="235" y="15"/>
                  </a:lnTo>
                  <a:lnTo>
                    <a:pt x="235" y="15"/>
                  </a:lnTo>
                  <a:lnTo>
                    <a:pt x="235" y="17"/>
                  </a:lnTo>
                  <a:lnTo>
                    <a:pt x="235" y="19"/>
                  </a:lnTo>
                  <a:lnTo>
                    <a:pt x="233" y="20"/>
                  </a:lnTo>
                  <a:lnTo>
                    <a:pt x="235" y="22"/>
                  </a:lnTo>
                  <a:lnTo>
                    <a:pt x="235" y="22"/>
                  </a:lnTo>
                  <a:lnTo>
                    <a:pt x="237" y="26"/>
                  </a:lnTo>
                  <a:lnTo>
                    <a:pt x="235" y="30"/>
                  </a:lnTo>
                  <a:lnTo>
                    <a:pt x="235" y="30"/>
                  </a:lnTo>
                  <a:lnTo>
                    <a:pt x="229" y="35"/>
                  </a:lnTo>
                  <a:lnTo>
                    <a:pt x="226" y="37"/>
                  </a:lnTo>
                  <a:lnTo>
                    <a:pt x="226" y="37"/>
                  </a:lnTo>
                  <a:lnTo>
                    <a:pt x="226" y="46"/>
                  </a:lnTo>
                  <a:lnTo>
                    <a:pt x="226" y="55"/>
                  </a:lnTo>
                  <a:lnTo>
                    <a:pt x="224" y="60"/>
                  </a:lnTo>
                  <a:lnTo>
                    <a:pt x="224" y="60"/>
                  </a:lnTo>
                  <a:lnTo>
                    <a:pt x="224" y="64"/>
                  </a:lnTo>
                  <a:lnTo>
                    <a:pt x="226" y="68"/>
                  </a:lnTo>
                  <a:lnTo>
                    <a:pt x="229" y="71"/>
                  </a:lnTo>
                  <a:lnTo>
                    <a:pt x="229" y="71"/>
                  </a:lnTo>
                  <a:lnTo>
                    <a:pt x="233" y="73"/>
                  </a:lnTo>
                  <a:lnTo>
                    <a:pt x="237" y="75"/>
                  </a:lnTo>
                  <a:lnTo>
                    <a:pt x="237" y="77"/>
                  </a:lnTo>
                  <a:lnTo>
                    <a:pt x="237" y="77"/>
                  </a:lnTo>
                  <a:lnTo>
                    <a:pt x="237" y="81"/>
                  </a:lnTo>
                  <a:lnTo>
                    <a:pt x="238" y="81"/>
                  </a:lnTo>
                  <a:lnTo>
                    <a:pt x="244" y="82"/>
                  </a:lnTo>
                  <a:lnTo>
                    <a:pt x="244" y="82"/>
                  </a:lnTo>
                  <a:lnTo>
                    <a:pt x="246" y="82"/>
                  </a:lnTo>
                  <a:lnTo>
                    <a:pt x="246" y="79"/>
                  </a:lnTo>
                  <a:lnTo>
                    <a:pt x="247" y="77"/>
                  </a:lnTo>
                  <a:lnTo>
                    <a:pt x="249" y="77"/>
                  </a:lnTo>
                  <a:lnTo>
                    <a:pt x="249" y="77"/>
                  </a:lnTo>
                  <a:lnTo>
                    <a:pt x="251" y="77"/>
                  </a:lnTo>
                  <a:lnTo>
                    <a:pt x="253" y="75"/>
                  </a:lnTo>
                  <a:lnTo>
                    <a:pt x="253" y="73"/>
                  </a:lnTo>
                  <a:lnTo>
                    <a:pt x="255" y="71"/>
                  </a:lnTo>
                  <a:lnTo>
                    <a:pt x="255" y="71"/>
                  </a:lnTo>
                  <a:lnTo>
                    <a:pt x="257" y="71"/>
                  </a:lnTo>
                  <a:lnTo>
                    <a:pt x="258" y="70"/>
                  </a:lnTo>
                  <a:lnTo>
                    <a:pt x="258" y="68"/>
                  </a:lnTo>
                  <a:lnTo>
                    <a:pt x="262" y="68"/>
                  </a:lnTo>
                  <a:lnTo>
                    <a:pt x="262" y="68"/>
                  </a:lnTo>
                  <a:lnTo>
                    <a:pt x="264" y="70"/>
                  </a:lnTo>
                  <a:lnTo>
                    <a:pt x="268" y="70"/>
                  </a:lnTo>
                  <a:lnTo>
                    <a:pt x="269" y="70"/>
                  </a:lnTo>
                  <a:lnTo>
                    <a:pt x="277" y="68"/>
                  </a:lnTo>
                  <a:lnTo>
                    <a:pt x="288" y="71"/>
                  </a:lnTo>
                  <a:lnTo>
                    <a:pt x="291" y="64"/>
                  </a:lnTo>
                  <a:lnTo>
                    <a:pt x="286" y="60"/>
                  </a:lnTo>
                  <a:lnTo>
                    <a:pt x="288" y="51"/>
                  </a:lnTo>
                  <a:lnTo>
                    <a:pt x="299" y="55"/>
                  </a:lnTo>
                  <a:lnTo>
                    <a:pt x="304" y="53"/>
                  </a:lnTo>
                  <a:lnTo>
                    <a:pt x="306" y="57"/>
                  </a:lnTo>
                  <a:lnTo>
                    <a:pt x="313" y="57"/>
                  </a:lnTo>
                  <a:lnTo>
                    <a:pt x="313" y="57"/>
                  </a:lnTo>
                  <a:lnTo>
                    <a:pt x="315" y="60"/>
                  </a:lnTo>
                  <a:lnTo>
                    <a:pt x="317" y="62"/>
                  </a:lnTo>
                  <a:lnTo>
                    <a:pt x="319" y="66"/>
                  </a:lnTo>
                  <a:lnTo>
                    <a:pt x="319" y="66"/>
                  </a:lnTo>
                  <a:lnTo>
                    <a:pt x="322" y="66"/>
                  </a:lnTo>
                  <a:lnTo>
                    <a:pt x="324" y="64"/>
                  </a:lnTo>
                  <a:lnTo>
                    <a:pt x="328" y="62"/>
                  </a:lnTo>
                  <a:lnTo>
                    <a:pt x="337" y="60"/>
                  </a:lnTo>
                  <a:lnTo>
                    <a:pt x="342" y="66"/>
                  </a:lnTo>
                  <a:lnTo>
                    <a:pt x="342" y="66"/>
                  </a:lnTo>
                  <a:lnTo>
                    <a:pt x="348" y="60"/>
                  </a:lnTo>
                  <a:lnTo>
                    <a:pt x="353" y="51"/>
                  </a:lnTo>
                  <a:lnTo>
                    <a:pt x="353" y="51"/>
                  </a:lnTo>
                  <a:lnTo>
                    <a:pt x="355" y="35"/>
                  </a:lnTo>
                  <a:lnTo>
                    <a:pt x="359" y="24"/>
                  </a:lnTo>
                  <a:lnTo>
                    <a:pt x="362" y="17"/>
                  </a:lnTo>
                  <a:close/>
                  <a:moveTo>
                    <a:pt x="413" y="122"/>
                  </a:moveTo>
                  <a:lnTo>
                    <a:pt x="413" y="126"/>
                  </a:lnTo>
                  <a:lnTo>
                    <a:pt x="413" y="126"/>
                  </a:lnTo>
                  <a:lnTo>
                    <a:pt x="408" y="130"/>
                  </a:lnTo>
                  <a:lnTo>
                    <a:pt x="408" y="130"/>
                  </a:lnTo>
                  <a:lnTo>
                    <a:pt x="410" y="124"/>
                  </a:lnTo>
                  <a:lnTo>
                    <a:pt x="411" y="122"/>
                  </a:lnTo>
                  <a:lnTo>
                    <a:pt x="413" y="122"/>
                  </a:lnTo>
                  <a:lnTo>
                    <a:pt x="413" y="122"/>
                  </a:lnTo>
                  <a:close/>
                  <a:moveTo>
                    <a:pt x="408" y="130"/>
                  </a:moveTo>
                  <a:lnTo>
                    <a:pt x="408" y="133"/>
                  </a:lnTo>
                  <a:lnTo>
                    <a:pt x="408" y="133"/>
                  </a:lnTo>
                  <a:lnTo>
                    <a:pt x="406" y="135"/>
                  </a:lnTo>
                  <a:lnTo>
                    <a:pt x="406" y="137"/>
                  </a:lnTo>
                  <a:lnTo>
                    <a:pt x="404" y="139"/>
                  </a:lnTo>
                  <a:lnTo>
                    <a:pt x="404" y="139"/>
                  </a:lnTo>
                  <a:lnTo>
                    <a:pt x="401" y="139"/>
                  </a:lnTo>
                  <a:lnTo>
                    <a:pt x="399" y="139"/>
                  </a:lnTo>
                  <a:lnTo>
                    <a:pt x="401" y="135"/>
                  </a:lnTo>
                  <a:lnTo>
                    <a:pt x="408" y="130"/>
                  </a:lnTo>
                  <a:lnTo>
                    <a:pt x="408" y="130"/>
                  </a:lnTo>
                  <a:close/>
                  <a:moveTo>
                    <a:pt x="375" y="95"/>
                  </a:moveTo>
                  <a:lnTo>
                    <a:pt x="375" y="95"/>
                  </a:lnTo>
                  <a:lnTo>
                    <a:pt x="375" y="99"/>
                  </a:lnTo>
                  <a:lnTo>
                    <a:pt x="377" y="102"/>
                  </a:lnTo>
                  <a:lnTo>
                    <a:pt x="377" y="102"/>
                  </a:lnTo>
                  <a:lnTo>
                    <a:pt x="382" y="102"/>
                  </a:lnTo>
                  <a:lnTo>
                    <a:pt x="390" y="101"/>
                  </a:lnTo>
                  <a:lnTo>
                    <a:pt x="390" y="101"/>
                  </a:lnTo>
                  <a:lnTo>
                    <a:pt x="381" y="111"/>
                  </a:lnTo>
                  <a:lnTo>
                    <a:pt x="379" y="115"/>
                  </a:lnTo>
                  <a:lnTo>
                    <a:pt x="377" y="121"/>
                  </a:lnTo>
                  <a:lnTo>
                    <a:pt x="377" y="124"/>
                  </a:lnTo>
                  <a:lnTo>
                    <a:pt x="379" y="128"/>
                  </a:lnTo>
                  <a:lnTo>
                    <a:pt x="390" y="139"/>
                  </a:lnTo>
                  <a:lnTo>
                    <a:pt x="390" y="139"/>
                  </a:lnTo>
                  <a:lnTo>
                    <a:pt x="382" y="139"/>
                  </a:lnTo>
                  <a:lnTo>
                    <a:pt x="382" y="139"/>
                  </a:lnTo>
                  <a:lnTo>
                    <a:pt x="371" y="122"/>
                  </a:lnTo>
                  <a:lnTo>
                    <a:pt x="371" y="122"/>
                  </a:lnTo>
                  <a:lnTo>
                    <a:pt x="368" y="122"/>
                  </a:lnTo>
                  <a:lnTo>
                    <a:pt x="366" y="122"/>
                  </a:lnTo>
                  <a:lnTo>
                    <a:pt x="368" y="124"/>
                  </a:lnTo>
                  <a:lnTo>
                    <a:pt x="368" y="124"/>
                  </a:lnTo>
                  <a:lnTo>
                    <a:pt x="364" y="124"/>
                  </a:lnTo>
                  <a:lnTo>
                    <a:pt x="362" y="126"/>
                  </a:lnTo>
                  <a:lnTo>
                    <a:pt x="364" y="137"/>
                  </a:lnTo>
                  <a:lnTo>
                    <a:pt x="364" y="137"/>
                  </a:lnTo>
                  <a:lnTo>
                    <a:pt x="360" y="124"/>
                  </a:lnTo>
                  <a:lnTo>
                    <a:pt x="355" y="124"/>
                  </a:lnTo>
                  <a:lnTo>
                    <a:pt x="355" y="124"/>
                  </a:lnTo>
                  <a:lnTo>
                    <a:pt x="350" y="126"/>
                  </a:lnTo>
                  <a:lnTo>
                    <a:pt x="348" y="128"/>
                  </a:lnTo>
                  <a:lnTo>
                    <a:pt x="348" y="128"/>
                  </a:lnTo>
                  <a:lnTo>
                    <a:pt x="353" y="122"/>
                  </a:lnTo>
                  <a:lnTo>
                    <a:pt x="353" y="122"/>
                  </a:lnTo>
                  <a:lnTo>
                    <a:pt x="357" y="119"/>
                  </a:lnTo>
                  <a:lnTo>
                    <a:pt x="360" y="117"/>
                  </a:lnTo>
                  <a:lnTo>
                    <a:pt x="360" y="117"/>
                  </a:lnTo>
                  <a:lnTo>
                    <a:pt x="362" y="110"/>
                  </a:lnTo>
                  <a:lnTo>
                    <a:pt x="364" y="104"/>
                  </a:lnTo>
                  <a:lnTo>
                    <a:pt x="368" y="99"/>
                  </a:lnTo>
                  <a:lnTo>
                    <a:pt x="371" y="95"/>
                  </a:lnTo>
                  <a:lnTo>
                    <a:pt x="375" y="95"/>
                  </a:lnTo>
                  <a:lnTo>
                    <a:pt x="375" y="95"/>
                  </a:lnTo>
                  <a:close/>
                  <a:moveTo>
                    <a:pt x="382" y="82"/>
                  </a:moveTo>
                  <a:lnTo>
                    <a:pt x="382" y="82"/>
                  </a:lnTo>
                  <a:lnTo>
                    <a:pt x="384" y="84"/>
                  </a:lnTo>
                  <a:lnTo>
                    <a:pt x="384" y="86"/>
                  </a:lnTo>
                  <a:lnTo>
                    <a:pt x="382" y="86"/>
                  </a:lnTo>
                  <a:lnTo>
                    <a:pt x="379" y="88"/>
                  </a:lnTo>
                  <a:lnTo>
                    <a:pt x="379" y="88"/>
                  </a:lnTo>
                  <a:lnTo>
                    <a:pt x="379" y="84"/>
                  </a:lnTo>
                  <a:lnTo>
                    <a:pt x="381" y="82"/>
                  </a:lnTo>
                  <a:lnTo>
                    <a:pt x="382" y="82"/>
                  </a:lnTo>
                  <a:lnTo>
                    <a:pt x="382" y="8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60" name="Freeform 444">
              <a:extLst>
                <a:ext uri="{FF2B5EF4-FFF2-40B4-BE49-F238E27FC236}">
                  <a16:creationId xmlns:a16="http://schemas.microsoft.com/office/drawing/2014/main" id="{D825F1BE-A829-4A7A-BDCC-6EC1C79551A1}"/>
                </a:ext>
              </a:extLst>
            </p:cNvPr>
            <p:cNvSpPr>
              <a:spLocks/>
            </p:cNvSpPr>
            <p:nvPr/>
          </p:nvSpPr>
          <p:spPr bwMode="auto">
            <a:xfrm>
              <a:off x="6019900" y="4581295"/>
              <a:ext cx="232832" cy="272873"/>
            </a:xfrm>
            <a:custGeom>
              <a:avLst/>
              <a:gdLst>
                <a:gd name="T0" fmla="*/ 4 w 157"/>
                <a:gd name="T1" fmla="*/ 153 h 184"/>
                <a:gd name="T2" fmla="*/ 11 w 157"/>
                <a:gd name="T3" fmla="*/ 160 h 184"/>
                <a:gd name="T4" fmla="*/ 13 w 157"/>
                <a:gd name="T5" fmla="*/ 175 h 184"/>
                <a:gd name="T6" fmla="*/ 13 w 157"/>
                <a:gd name="T7" fmla="*/ 184 h 184"/>
                <a:gd name="T8" fmla="*/ 18 w 157"/>
                <a:gd name="T9" fmla="*/ 184 h 184"/>
                <a:gd name="T10" fmla="*/ 24 w 157"/>
                <a:gd name="T11" fmla="*/ 180 h 184"/>
                <a:gd name="T12" fmla="*/ 33 w 157"/>
                <a:gd name="T13" fmla="*/ 179 h 184"/>
                <a:gd name="T14" fmla="*/ 47 w 157"/>
                <a:gd name="T15" fmla="*/ 169 h 184"/>
                <a:gd name="T16" fmla="*/ 55 w 157"/>
                <a:gd name="T17" fmla="*/ 162 h 184"/>
                <a:gd name="T18" fmla="*/ 60 w 157"/>
                <a:gd name="T19" fmla="*/ 153 h 184"/>
                <a:gd name="T20" fmla="*/ 64 w 157"/>
                <a:gd name="T21" fmla="*/ 153 h 184"/>
                <a:gd name="T22" fmla="*/ 69 w 157"/>
                <a:gd name="T23" fmla="*/ 157 h 184"/>
                <a:gd name="T24" fmla="*/ 76 w 157"/>
                <a:gd name="T25" fmla="*/ 157 h 184"/>
                <a:gd name="T26" fmla="*/ 82 w 157"/>
                <a:gd name="T27" fmla="*/ 158 h 184"/>
                <a:gd name="T28" fmla="*/ 89 w 157"/>
                <a:gd name="T29" fmla="*/ 158 h 184"/>
                <a:gd name="T30" fmla="*/ 96 w 157"/>
                <a:gd name="T31" fmla="*/ 158 h 184"/>
                <a:gd name="T32" fmla="*/ 98 w 157"/>
                <a:gd name="T33" fmla="*/ 135 h 184"/>
                <a:gd name="T34" fmla="*/ 106 w 157"/>
                <a:gd name="T35" fmla="*/ 131 h 184"/>
                <a:gd name="T36" fmla="*/ 111 w 157"/>
                <a:gd name="T37" fmla="*/ 118 h 184"/>
                <a:gd name="T38" fmla="*/ 117 w 157"/>
                <a:gd name="T39" fmla="*/ 113 h 184"/>
                <a:gd name="T40" fmla="*/ 126 w 157"/>
                <a:gd name="T41" fmla="*/ 104 h 184"/>
                <a:gd name="T42" fmla="*/ 133 w 157"/>
                <a:gd name="T43" fmla="*/ 100 h 184"/>
                <a:gd name="T44" fmla="*/ 140 w 157"/>
                <a:gd name="T45" fmla="*/ 97 h 184"/>
                <a:gd name="T46" fmla="*/ 144 w 157"/>
                <a:gd name="T47" fmla="*/ 93 h 184"/>
                <a:gd name="T48" fmla="*/ 151 w 157"/>
                <a:gd name="T49" fmla="*/ 93 h 184"/>
                <a:gd name="T50" fmla="*/ 157 w 157"/>
                <a:gd name="T51" fmla="*/ 86 h 184"/>
                <a:gd name="T52" fmla="*/ 149 w 157"/>
                <a:gd name="T53" fmla="*/ 80 h 184"/>
                <a:gd name="T54" fmla="*/ 146 w 157"/>
                <a:gd name="T55" fmla="*/ 80 h 184"/>
                <a:gd name="T56" fmla="*/ 140 w 157"/>
                <a:gd name="T57" fmla="*/ 76 h 184"/>
                <a:gd name="T58" fmla="*/ 137 w 157"/>
                <a:gd name="T59" fmla="*/ 75 h 184"/>
                <a:gd name="T60" fmla="*/ 137 w 157"/>
                <a:gd name="T61" fmla="*/ 66 h 184"/>
                <a:gd name="T62" fmla="*/ 138 w 157"/>
                <a:gd name="T63" fmla="*/ 60 h 184"/>
                <a:gd name="T64" fmla="*/ 131 w 157"/>
                <a:gd name="T65" fmla="*/ 56 h 184"/>
                <a:gd name="T66" fmla="*/ 131 w 157"/>
                <a:gd name="T67" fmla="*/ 55 h 184"/>
                <a:gd name="T68" fmla="*/ 126 w 157"/>
                <a:gd name="T69" fmla="*/ 46 h 184"/>
                <a:gd name="T70" fmla="*/ 122 w 157"/>
                <a:gd name="T71" fmla="*/ 42 h 184"/>
                <a:gd name="T72" fmla="*/ 117 w 157"/>
                <a:gd name="T73" fmla="*/ 36 h 184"/>
                <a:gd name="T74" fmla="*/ 115 w 157"/>
                <a:gd name="T75" fmla="*/ 36 h 184"/>
                <a:gd name="T76" fmla="*/ 109 w 157"/>
                <a:gd name="T77" fmla="*/ 36 h 184"/>
                <a:gd name="T78" fmla="*/ 107 w 157"/>
                <a:gd name="T79" fmla="*/ 31 h 184"/>
                <a:gd name="T80" fmla="*/ 100 w 157"/>
                <a:gd name="T81" fmla="*/ 25 h 184"/>
                <a:gd name="T82" fmla="*/ 96 w 157"/>
                <a:gd name="T83" fmla="*/ 15 h 184"/>
                <a:gd name="T84" fmla="*/ 93 w 157"/>
                <a:gd name="T85" fmla="*/ 11 h 184"/>
                <a:gd name="T86" fmla="*/ 87 w 157"/>
                <a:gd name="T87" fmla="*/ 0 h 184"/>
                <a:gd name="T88" fmla="*/ 82 w 157"/>
                <a:gd name="T89" fmla="*/ 2 h 184"/>
                <a:gd name="T90" fmla="*/ 80 w 157"/>
                <a:gd name="T91" fmla="*/ 5 h 184"/>
                <a:gd name="T92" fmla="*/ 73 w 157"/>
                <a:gd name="T93" fmla="*/ 4 h 184"/>
                <a:gd name="T94" fmla="*/ 73 w 157"/>
                <a:gd name="T95" fmla="*/ 5 h 184"/>
                <a:gd name="T96" fmla="*/ 65 w 157"/>
                <a:gd name="T97" fmla="*/ 9 h 184"/>
                <a:gd name="T98" fmla="*/ 18 w 157"/>
                <a:gd name="T99" fmla="*/ 78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7" h="184">
                  <a:moveTo>
                    <a:pt x="0" y="151"/>
                  </a:moveTo>
                  <a:lnTo>
                    <a:pt x="0" y="151"/>
                  </a:lnTo>
                  <a:lnTo>
                    <a:pt x="4" y="153"/>
                  </a:lnTo>
                  <a:lnTo>
                    <a:pt x="7" y="155"/>
                  </a:lnTo>
                  <a:lnTo>
                    <a:pt x="11" y="160"/>
                  </a:lnTo>
                  <a:lnTo>
                    <a:pt x="11" y="160"/>
                  </a:lnTo>
                  <a:lnTo>
                    <a:pt x="13" y="169"/>
                  </a:lnTo>
                  <a:lnTo>
                    <a:pt x="13" y="175"/>
                  </a:lnTo>
                  <a:lnTo>
                    <a:pt x="13" y="175"/>
                  </a:lnTo>
                  <a:lnTo>
                    <a:pt x="11" y="179"/>
                  </a:lnTo>
                  <a:lnTo>
                    <a:pt x="13" y="182"/>
                  </a:lnTo>
                  <a:lnTo>
                    <a:pt x="13" y="184"/>
                  </a:lnTo>
                  <a:lnTo>
                    <a:pt x="16" y="184"/>
                  </a:lnTo>
                  <a:lnTo>
                    <a:pt x="16" y="184"/>
                  </a:lnTo>
                  <a:lnTo>
                    <a:pt x="18" y="184"/>
                  </a:lnTo>
                  <a:lnTo>
                    <a:pt x="20" y="182"/>
                  </a:lnTo>
                  <a:lnTo>
                    <a:pt x="22" y="182"/>
                  </a:lnTo>
                  <a:lnTo>
                    <a:pt x="24" y="180"/>
                  </a:lnTo>
                  <a:lnTo>
                    <a:pt x="24" y="180"/>
                  </a:lnTo>
                  <a:lnTo>
                    <a:pt x="29" y="180"/>
                  </a:lnTo>
                  <a:lnTo>
                    <a:pt x="33" y="179"/>
                  </a:lnTo>
                  <a:lnTo>
                    <a:pt x="38" y="175"/>
                  </a:lnTo>
                  <a:lnTo>
                    <a:pt x="38" y="175"/>
                  </a:lnTo>
                  <a:lnTo>
                    <a:pt x="47" y="169"/>
                  </a:lnTo>
                  <a:lnTo>
                    <a:pt x="53" y="166"/>
                  </a:lnTo>
                  <a:lnTo>
                    <a:pt x="55" y="162"/>
                  </a:lnTo>
                  <a:lnTo>
                    <a:pt x="55" y="162"/>
                  </a:lnTo>
                  <a:lnTo>
                    <a:pt x="55" y="158"/>
                  </a:lnTo>
                  <a:lnTo>
                    <a:pt x="56" y="155"/>
                  </a:lnTo>
                  <a:lnTo>
                    <a:pt x="60" y="153"/>
                  </a:lnTo>
                  <a:lnTo>
                    <a:pt x="60" y="153"/>
                  </a:lnTo>
                  <a:lnTo>
                    <a:pt x="62" y="153"/>
                  </a:lnTo>
                  <a:lnTo>
                    <a:pt x="64" y="153"/>
                  </a:lnTo>
                  <a:lnTo>
                    <a:pt x="67" y="157"/>
                  </a:lnTo>
                  <a:lnTo>
                    <a:pt x="67" y="157"/>
                  </a:lnTo>
                  <a:lnTo>
                    <a:pt x="69" y="157"/>
                  </a:lnTo>
                  <a:lnTo>
                    <a:pt x="71" y="157"/>
                  </a:lnTo>
                  <a:lnTo>
                    <a:pt x="73" y="155"/>
                  </a:lnTo>
                  <a:lnTo>
                    <a:pt x="76" y="157"/>
                  </a:lnTo>
                  <a:lnTo>
                    <a:pt x="76" y="157"/>
                  </a:lnTo>
                  <a:lnTo>
                    <a:pt x="80" y="158"/>
                  </a:lnTo>
                  <a:lnTo>
                    <a:pt x="82" y="158"/>
                  </a:lnTo>
                  <a:lnTo>
                    <a:pt x="86" y="157"/>
                  </a:lnTo>
                  <a:lnTo>
                    <a:pt x="89" y="158"/>
                  </a:lnTo>
                  <a:lnTo>
                    <a:pt x="89" y="158"/>
                  </a:lnTo>
                  <a:lnTo>
                    <a:pt x="93" y="160"/>
                  </a:lnTo>
                  <a:lnTo>
                    <a:pt x="96" y="160"/>
                  </a:lnTo>
                  <a:lnTo>
                    <a:pt x="96" y="158"/>
                  </a:lnTo>
                  <a:lnTo>
                    <a:pt x="96" y="158"/>
                  </a:lnTo>
                  <a:lnTo>
                    <a:pt x="98" y="135"/>
                  </a:lnTo>
                  <a:lnTo>
                    <a:pt x="98" y="135"/>
                  </a:lnTo>
                  <a:lnTo>
                    <a:pt x="100" y="133"/>
                  </a:lnTo>
                  <a:lnTo>
                    <a:pt x="106" y="131"/>
                  </a:lnTo>
                  <a:lnTo>
                    <a:pt x="106" y="131"/>
                  </a:lnTo>
                  <a:lnTo>
                    <a:pt x="107" y="129"/>
                  </a:lnTo>
                  <a:lnTo>
                    <a:pt x="109" y="124"/>
                  </a:lnTo>
                  <a:lnTo>
                    <a:pt x="111" y="118"/>
                  </a:lnTo>
                  <a:lnTo>
                    <a:pt x="113" y="115"/>
                  </a:lnTo>
                  <a:lnTo>
                    <a:pt x="113" y="115"/>
                  </a:lnTo>
                  <a:lnTo>
                    <a:pt x="117" y="113"/>
                  </a:lnTo>
                  <a:lnTo>
                    <a:pt x="118" y="109"/>
                  </a:lnTo>
                  <a:lnTo>
                    <a:pt x="122" y="106"/>
                  </a:lnTo>
                  <a:lnTo>
                    <a:pt x="126" y="104"/>
                  </a:lnTo>
                  <a:lnTo>
                    <a:pt x="126" y="104"/>
                  </a:lnTo>
                  <a:lnTo>
                    <a:pt x="129" y="102"/>
                  </a:lnTo>
                  <a:lnTo>
                    <a:pt x="133" y="100"/>
                  </a:lnTo>
                  <a:lnTo>
                    <a:pt x="137" y="98"/>
                  </a:lnTo>
                  <a:lnTo>
                    <a:pt x="140" y="97"/>
                  </a:lnTo>
                  <a:lnTo>
                    <a:pt x="140" y="97"/>
                  </a:lnTo>
                  <a:lnTo>
                    <a:pt x="142" y="97"/>
                  </a:lnTo>
                  <a:lnTo>
                    <a:pt x="144" y="95"/>
                  </a:lnTo>
                  <a:lnTo>
                    <a:pt x="144" y="93"/>
                  </a:lnTo>
                  <a:lnTo>
                    <a:pt x="147" y="93"/>
                  </a:lnTo>
                  <a:lnTo>
                    <a:pt x="147" y="93"/>
                  </a:lnTo>
                  <a:lnTo>
                    <a:pt x="151" y="93"/>
                  </a:lnTo>
                  <a:lnTo>
                    <a:pt x="155" y="89"/>
                  </a:lnTo>
                  <a:lnTo>
                    <a:pt x="157" y="86"/>
                  </a:lnTo>
                  <a:lnTo>
                    <a:pt x="157" y="86"/>
                  </a:lnTo>
                  <a:lnTo>
                    <a:pt x="155" y="84"/>
                  </a:lnTo>
                  <a:lnTo>
                    <a:pt x="149" y="80"/>
                  </a:lnTo>
                  <a:lnTo>
                    <a:pt x="149" y="80"/>
                  </a:lnTo>
                  <a:lnTo>
                    <a:pt x="147" y="80"/>
                  </a:lnTo>
                  <a:lnTo>
                    <a:pt x="147" y="80"/>
                  </a:lnTo>
                  <a:lnTo>
                    <a:pt x="146" y="80"/>
                  </a:lnTo>
                  <a:lnTo>
                    <a:pt x="142" y="78"/>
                  </a:lnTo>
                  <a:lnTo>
                    <a:pt x="142" y="78"/>
                  </a:lnTo>
                  <a:lnTo>
                    <a:pt x="140" y="76"/>
                  </a:lnTo>
                  <a:lnTo>
                    <a:pt x="138" y="76"/>
                  </a:lnTo>
                  <a:lnTo>
                    <a:pt x="137" y="76"/>
                  </a:lnTo>
                  <a:lnTo>
                    <a:pt x="137" y="75"/>
                  </a:lnTo>
                  <a:lnTo>
                    <a:pt x="137" y="75"/>
                  </a:lnTo>
                  <a:lnTo>
                    <a:pt x="137" y="67"/>
                  </a:lnTo>
                  <a:lnTo>
                    <a:pt x="137" y="66"/>
                  </a:lnTo>
                  <a:lnTo>
                    <a:pt x="138" y="62"/>
                  </a:lnTo>
                  <a:lnTo>
                    <a:pt x="138" y="62"/>
                  </a:lnTo>
                  <a:lnTo>
                    <a:pt x="138" y="60"/>
                  </a:lnTo>
                  <a:lnTo>
                    <a:pt x="137" y="60"/>
                  </a:lnTo>
                  <a:lnTo>
                    <a:pt x="133" y="58"/>
                  </a:lnTo>
                  <a:lnTo>
                    <a:pt x="131" y="56"/>
                  </a:lnTo>
                  <a:lnTo>
                    <a:pt x="131" y="56"/>
                  </a:lnTo>
                  <a:lnTo>
                    <a:pt x="131" y="55"/>
                  </a:lnTo>
                  <a:lnTo>
                    <a:pt x="131" y="55"/>
                  </a:lnTo>
                  <a:lnTo>
                    <a:pt x="127" y="51"/>
                  </a:lnTo>
                  <a:lnTo>
                    <a:pt x="127" y="51"/>
                  </a:lnTo>
                  <a:lnTo>
                    <a:pt x="126" y="46"/>
                  </a:lnTo>
                  <a:lnTo>
                    <a:pt x="126" y="44"/>
                  </a:lnTo>
                  <a:lnTo>
                    <a:pt x="126" y="44"/>
                  </a:lnTo>
                  <a:lnTo>
                    <a:pt x="122" y="42"/>
                  </a:lnTo>
                  <a:lnTo>
                    <a:pt x="118" y="38"/>
                  </a:lnTo>
                  <a:lnTo>
                    <a:pt x="117" y="36"/>
                  </a:lnTo>
                  <a:lnTo>
                    <a:pt x="117" y="36"/>
                  </a:lnTo>
                  <a:lnTo>
                    <a:pt x="117" y="35"/>
                  </a:lnTo>
                  <a:lnTo>
                    <a:pt x="115" y="36"/>
                  </a:lnTo>
                  <a:lnTo>
                    <a:pt x="115" y="36"/>
                  </a:lnTo>
                  <a:lnTo>
                    <a:pt x="111" y="36"/>
                  </a:lnTo>
                  <a:lnTo>
                    <a:pt x="111" y="36"/>
                  </a:lnTo>
                  <a:lnTo>
                    <a:pt x="109" y="36"/>
                  </a:lnTo>
                  <a:lnTo>
                    <a:pt x="107" y="35"/>
                  </a:lnTo>
                  <a:lnTo>
                    <a:pt x="107" y="33"/>
                  </a:lnTo>
                  <a:lnTo>
                    <a:pt x="107" y="31"/>
                  </a:lnTo>
                  <a:lnTo>
                    <a:pt x="107" y="31"/>
                  </a:lnTo>
                  <a:lnTo>
                    <a:pt x="104" y="29"/>
                  </a:lnTo>
                  <a:lnTo>
                    <a:pt x="100" y="25"/>
                  </a:lnTo>
                  <a:lnTo>
                    <a:pt x="96" y="18"/>
                  </a:lnTo>
                  <a:lnTo>
                    <a:pt x="96" y="18"/>
                  </a:lnTo>
                  <a:lnTo>
                    <a:pt x="96" y="15"/>
                  </a:lnTo>
                  <a:lnTo>
                    <a:pt x="95" y="13"/>
                  </a:lnTo>
                  <a:lnTo>
                    <a:pt x="93" y="11"/>
                  </a:lnTo>
                  <a:lnTo>
                    <a:pt x="93" y="11"/>
                  </a:lnTo>
                  <a:lnTo>
                    <a:pt x="91" y="9"/>
                  </a:lnTo>
                  <a:lnTo>
                    <a:pt x="89" y="5"/>
                  </a:lnTo>
                  <a:lnTo>
                    <a:pt x="87" y="0"/>
                  </a:lnTo>
                  <a:lnTo>
                    <a:pt x="87" y="0"/>
                  </a:lnTo>
                  <a:lnTo>
                    <a:pt x="86" y="0"/>
                  </a:lnTo>
                  <a:lnTo>
                    <a:pt x="82" y="2"/>
                  </a:lnTo>
                  <a:lnTo>
                    <a:pt x="82" y="4"/>
                  </a:lnTo>
                  <a:lnTo>
                    <a:pt x="82" y="4"/>
                  </a:lnTo>
                  <a:lnTo>
                    <a:pt x="80" y="5"/>
                  </a:lnTo>
                  <a:lnTo>
                    <a:pt x="80" y="5"/>
                  </a:lnTo>
                  <a:lnTo>
                    <a:pt x="76" y="5"/>
                  </a:lnTo>
                  <a:lnTo>
                    <a:pt x="73" y="4"/>
                  </a:lnTo>
                  <a:lnTo>
                    <a:pt x="73" y="4"/>
                  </a:lnTo>
                  <a:lnTo>
                    <a:pt x="73" y="5"/>
                  </a:lnTo>
                  <a:lnTo>
                    <a:pt x="73" y="5"/>
                  </a:lnTo>
                  <a:lnTo>
                    <a:pt x="71" y="9"/>
                  </a:lnTo>
                  <a:lnTo>
                    <a:pt x="69" y="9"/>
                  </a:lnTo>
                  <a:lnTo>
                    <a:pt x="65" y="9"/>
                  </a:lnTo>
                  <a:lnTo>
                    <a:pt x="31" y="11"/>
                  </a:lnTo>
                  <a:lnTo>
                    <a:pt x="18" y="11"/>
                  </a:lnTo>
                  <a:lnTo>
                    <a:pt x="18" y="78"/>
                  </a:lnTo>
                  <a:lnTo>
                    <a:pt x="0" y="78"/>
                  </a:lnTo>
                  <a:lnTo>
                    <a:pt x="0" y="15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61" name="Freeform 445">
              <a:extLst>
                <a:ext uri="{FF2B5EF4-FFF2-40B4-BE49-F238E27FC236}">
                  <a16:creationId xmlns:a16="http://schemas.microsoft.com/office/drawing/2014/main" id="{3512B9E2-0CDB-4AB7-9CA9-DFA2FCD8699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30919" y="2668220"/>
              <a:ext cx="94912" cy="94912"/>
            </a:xfrm>
            <a:custGeom>
              <a:avLst/>
              <a:gdLst>
                <a:gd name="T0" fmla="*/ 45 w 64"/>
                <a:gd name="T1" fmla="*/ 64 h 64"/>
                <a:gd name="T2" fmla="*/ 43 w 64"/>
                <a:gd name="T3" fmla="*/ 57 h 64"/>
                <a:gd name="T4" fmla="*/ 45 w 64"/>
                <a:gd name="T5" fmla="*/ 49 h 64"/>
                <a:gd name="T6" fmla="*/ 49 w 64"/>
                <a:gd name="T7" fmla="*/ 49 h 64"/>
                <a:gd name="T8" fmla="*/ 53 w 64"/>
                <a:gd name="T9" fmla="*/ 48 h 64"/>
                <a:gd name="T10" fmla="*/ 56 w 64"/>
                <a:gd name="T11" fmla="*/ 42 h 64"/>
                <a:gd name="T12" fmla="*/ 60 w 64"/>
                <a:gd name="T13" fmla="*/ 40 h 64"/>
                <a:gd name="T14" fmla="*/ 64 w 64"/>
                <a:gd name="T15" fmla="*/ 38 h 64"/>
                <a:gd name="T16" fmla="*/ 62 w 64"/>
                <a:gd name="T17" fmla="*/ 35 h 64"/>
                <a:gd name="T18" fmla="*/ 56 w 64"/>
                <a:gd name="T19" fmla="*/ 33 h 64"/>
                <a:gd name="T20" fmla="*/ 54 w 64"/>
                <a:gd name="T21" fmla="*/ 29 h 64"/>
                <a:gd name="T22" fmla="*/ 56 w 64"/>
                <a:gd name="T23" fmla="*/ 29 h 64"/>
                <a:gd name="T24" fmla="*/ 60 w 64"/>
                <a:gd name="T25" fmla="*/ 27 h 64"/>
                <a:gd name="T26" fmla="*/ 62 w 64"/>
                <a:gd name="T27" fmla="*/ 27 h 64"/>
                <a:gd name="T28" fmla="*/ 60 w 64"/>
                <a:gd name="T29" fmla="*/ 24 h 64"/>
                <a:gd name="T30" fmla="*/ 58 w 64"/>
                <a:gd name="T31" fmla="*/ 18 h 64"/>
                <a:gd name="T32" fmla="*/ 58 w 64"/>
                <a:gd name="T33" fmla="*/ 13 h 64"/>
                <a:gd name="T34" fmla="*/ 51 w 64"/>
                <a:gd name="T35" fmla="*/ 15 h 64"/>
                <a:gd name="T36" fmla="*/ 43 w 64"/>
                <a:gd name="T37" fmla="*/ 13 h 64"/>
                <a:gd name="T38" fmla="*/ 42 w 64"/>
                <a:gd name="T39" fmla="*/ 9 h 64"/>
                <a:gd name="T40" fmla="*/ 42 w 64"/>
                <a:gd name="T41" fmla="*/ 9 h 64"/>
                <a:gd name="T42" fmla="*/ 33 w 64"/>
                <a:gd name="T43" fmla="*/ 6 h 64"/>
                <a:gd name="T44" fmla="*/ 25 w 64"/>
                <a:gd name="T45" fmla="*/ 7 h 64"/>
                <a:gd name="T46" fmla="*/ 18 w 64"/>
                <a:gd name="T47" fmla="*/ 9 h 64"/>
                <a:gd name="T48" fmla="*/ 16 w 64"/>
                <a:gd name="T49" fmla="*/ 6 h 64"/>
                <a:gd name="T50" fmla="*/ 13 w 64"/>
                <a:gd name="T51" fmla="*/ 6 h 64"/>
                <a:gd name="T52" fmla="*/ 11 w 64"/>
                <a:gd name="T53" fmla="*/ 7 h 64"/>
                <a:gd name="T54" fmla="*/ 7 w 64"/>
                <a:gd name="T55" fmla="*/ 2 h 64"/>
                <a:gd name="T56" fmla="*/ 5 w 64"/>
                <a:gd name="T57" fmla="*/ 0 h 64"/>
                <a:gd name="T58" fmla="*/ 2 w 64"/>
                <a:gd name="T59" fmla="*/ 2 h 64"/>
                <a:gd name="T60" fmla="*/ 0 w 64"/>
                <a:gd name="T61" fmla="*/ 4 h 64"/>
                <a:gd name="T62" fmla="*/ 2 w 64"/>
                <a:gd name="T63" fmla="*/ 9 h 64"/>
                <a:gd name="T64" fmla="*/ 7 w 64"/>
                <a:gd name="T65" fmla="*/ 18 h 64"/>
                <a:gd name="T66" fmla="*/ 9 w 64"/>
                <a:gd name="T67" fmla="*/ 22 h 64"/>
                <a:gd name="T68" fmla="*/ 9 w 64"/>
                <a:gd name="T69" fmla="*/ 26 h 64"/>
                <a:gd name="T70" fmla="*/ 9 w 64"/>
                <a:gd name="T71" fmla="*/ 27 h 64"/>
                <a:gd name="T72" fmla="*/ 16 w 64"/>
                <a:gd name="T73" fmla="*/ 37 h 64"/>
                <a:gd name="T74" fmla="*/ 23 w 64"/>
                <a:gd name="T75" fmla="*/ 44 h 64"/>
                <a:gd name="T76" fmla="*/ 29 w 64"/>
                <a:gd name="T77" fmla="*/ 51 h 64"/>
                <a:gd name="T78" fmla="*/ 31 w 64"/>
                <a:gd name="T79" fmla="*/ 55 h 64"/>
                <a:gd name="T80" fmla="*/ 33 w 64"/>
                <a:gd name="T81" fmla="*/ 57 h 64"/>
                <a:gd name="T82" fmla="*/ 36 w 64"/>
                <a:gd name="T83" fmla="*/ 55 h 64"/>
                <a:gd name="T84" fmla="*/ 40 w 64"/>
                <a:gd name="T85" fmla="*/ 60 h 64"/>
                <a:gd name="T86" fmla="*/ 45 w 64"/>
                <a:gd name="T87" fmla="*/ 64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64" h="64">
                  <a:moveTo>
                    <a:pt x="45" y="64"/>
                  </a:moveTo>
                  <a:lnTo>
                    <a:pt x="45" y="64"/>
                  </a:lnTo>
                  <a:lnTo>
                    <a:pt x="45" y="60"/>
                  </a:lnTo>
                  <a:lnTo>
                    <a:pt x="43" y="57"/>
                  </a:lnTo>
                  <a:lnTo>
                    <a:pt x="43" y="53"/>
                  </a:lnTo>
                  <a:lnTo>
                    <a:pt x="45" y="49"/>
                  </a:lnTo>
                  <a:lnTo>
                    <a:pt x="45" y="49"/>
                  </a:lnTo>
                  <a:lnTo>
                    <a:pt x="49" y="49"/>
                  </a:lnTo>
                  <a:lnTo>
                    <a:pt x="53" y="48"/>
                  </a:lnTo>
                  <a:lnTo>
                    <a:pt x="53" y="48"/>
                  </a:lnTo>
                  <a:lnTo>
                    <a:pt x="54" y="44"/>
                  </a:lnTo>
                  <a:lnTo>
                    <a:pt x="56" y="42"/>
                  </a:lnTo>
                  <a:lnTo>
                    <a:pt x="56" y="42"/>
                  </a:lnTo>
                  <a:lnTo>
                    <a:pt x="60" y="40"/>
                  </a:lnTo>
                  <a:lnTo>
                    <a:pt x="62" y="38"/>
                  </a:lnTo>
                  <a:lnTo>
                    <a:pt x="64" y="38"/>
                  </a:lnTo>
                  <a:lnTo>
                    <a:pt x="64" y="38"/>
                  </a:lnTo>
                  <a:lnTo>
                    <a:pt x="62" y="35"/>
                  </a:lnTo>
                  <a:lnTo>
                    <a:pt x="60" y="35"/>
                  </a:lnTo>
                  <a:lnTo>
                    <a:pt x="56" y="33"/>
                  </a:lnTo>
                  <a:lnTo>
                    <a:pt x="54" y="31"/>
                  </a:lnTo>
                  <a:lnTo>
                    <a:pt x="54" y="29"/>
                  </a:lnTo>
                  <a:lnTo>
                    <a:pt x="54" y="29"/>
                  </a:lnTo>
                  <a:lnTo>
                    <a:pt x="56" y="29"/>
                  </a:lnTo>
                  <a:lnTo>
                    <a:pt x="58" y="29"/>
                  </a:lnTo>
                  <a:lnTo>
                    <a:pt x="60" y="27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62" y="24"/>
                  </a:lnTo>
                  <a:lnTo>
                    <a:pt x="60" y="24"/>
                  </a:lnTo>
                  <a:lnTo>
                    <a:pt x="58" y="22"/>
                  </a:lnTo>
                  <a:lnTo>
                    <a:pt x="58" y="18"/>
                  </a:lnTo>
                  <a:lnTo>
                    <a:pt x="58" y="18"/>
                  </a:lnTo>
                  <a:lnTo>
                    <a:pt x="58" y="13"/>
                  </a:lnTo>
                  <a:lnTo>
                    <a:pt x="58" y="13"/>
                  </a:lnTo>
                  <a:lnTo>
                    <a:pt x="51" y="15"/>
                  </a:lnTo>
                  <a:lnTo>
                    <a:pt x="47" y="15"/>
                  </a:lnTo>
                  <a:lnTo>
                    <a:pt x="43" y="13"/>
                  </a:lnTo>
                  <a:lnTo>
                    <a:pt x="43" y="13"/>
                  </a:lnTo>
                  <a:lnTo>
                    <a:pt x="42" y="9"/>
                  </a:lnTo>
                  <a:lnTo>
                    <a:pt x="42" y="9"/>
                  </a:lnTo>
                  <a:lnTo>
                    <a:pt x="42" y="9"/>
                  </a:lnTo>
                  <a:lnTo>
                    <a:pt x="33" y="6"/>
                  </a:lnTo>
                  <a:lnTo>
                    <a:pt x="33" y="6"/>
                  </a:lnTo>
                  <a:lnTo>
                    <a:pt x="29" y="6"/>
                  </a:lnTo>
                  <a:lnTo>
                    <a:pt x="25" y="7"/>
                  </a:lnTo>
                  <a:lnTo>
                    <a:pt x="22" y="9"/>
                  </a:lnTo>
                  <a:lnTo>
                    <a:pt x="18" y="9"/>
                  </a:lnTo>
                  <a:lnTo>
                    <a:pt x="18" y="9"/>
                  </a:lnTo>
                  <a:lnTo>
                    <a:pt x="16" y="6"/>
                  </a:lnTo>
                  <a:lnTo>
                    <a:pt x="14" y="6"/>
                  </a:lnTo>
                  <a:lnTo>
                    <a:pt x="13" y="6"/>
                  </a:lnTo>
                  <a:lnTo>
                    <a:pt x="13" y="6"/>
                  </a:lnTo>
                  <a:lnTo>
                    <a:pt x="11" y="7"/>
                  </a:lnTo>
                  <a:lnTo>
                    <a:pt x="9" y="6"/>
                  </a:lnTo>
                  <a:lnTo>
                    <a:pt x="7" y="2"/>
                  </a:lnTo>
                  <a:lnTo>
                    <a:pt x="7" y="2"/>
                  </a:lnTo>
                  <a:lnTo>
                    <a:pt x="5" y="0"/>
                  </a:lnTo>
                  <a:lnTo>
                    <a:pt x="3" y="0"/>
                  </a:lnTo>
                  <a:lnTo>
                    <a:pt x="2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2" y="9"/>
                  </a:lnTo>
                  <a:lnTo>
                    <a:pt x="2" y="9"/>
                  </a:lnTo>
                  <a:lnTo>
                    <a:pt x="5" y="15"/>
                  </a:lnTo>
                  <a:lnTo>
                    <a:pt x="7" y="18"/>
                  </a:lnTo>
                  <a:lnTo>
                    <a:pt x="9" y="22"/>
                  </a:lnTo>
                  <a:lnTo>
                    <a:pt x="9" y="22"/>
                  </a:lnTo>
                  <a:lnTo>
                    <a:pt x="9" y="26"/>
                  </a:lnTo>
                  <a:lnTo>
                    <a:pt x="9" y="26"/>
                  </a:lnTo>
                  <a:lnTo>
                    <a:pt x="9" y="26"/>
                  </a:lnTo>
                  <a:lnTo>
                    <a:pt x="9" y="27"/>
                  </a:lnTo>
                  <a:lnTo>
                    <a:pt x="9" y="27"/>
                  </a:lnTo>
                  <a:lnTo>
                    <a:pt x="16" y="37"/>
                  </a:lnTo>
                  <a:lnTo>
                    <a:pt x="23" y="44"/>
                  </a:lnTo>
                  <a:lnTo>
                    <a:pt x="23" y="44"/>
                  </a:lnTo>
                  <a:lnTo>
                    <a:pt x="29" y="49"/>
                  </a:lnTo>
                  <a:lnTo>
                    <a:pt x="29" y="51"/>
                  </a:lnTo>
                  <a:lnTo>
                    <a:pt x="29" y="53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57"/>
                  </a:lnTo>
                  <a:lnTo>
                    <a:pt x="34" y="57"/>
                  </a:lnTo>
                  <a:lnTo>
                    <a:pt x="36" y="55"/>
                  </a:lnTo>
                  <a:lnTo>
                    <a:pt x="36" y="55"/>
                  </a:lnTo>
                  <a:lnTo>
                    <a:pt x="40" y="60"/>
                  </a:lnTo>
                  <a:lnTo>
                    <a:pt x="40" y="60"/>
                  </a:lnTo>
                  <a:lnTo>
                    <a:pt x="45" y="64"/>
                  </a:lnTo>
                  <a:lnTo>
                    <a:pt x="45" y="6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62" name="Freeform 446">
              <a:extLst>
                <a:ext uri="{FF2B5EF4-FFF2-40B4-BE49-F238E27FC236}">
                  <a16:creationId xmlns:a16="http://schemas.microsoft.com/office/drawing/2014/main" id="{524F0D20-36EF-4A85-B12D-B18E9523354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6618" y="4364777"/>
              <a:ext cx="286220" cy="351472"/>
            </a:xfrm>
            <a:custGeom>
              <a:avLst/>
              <a:gdLst>
                <a:gd name="T0" fmla="*/ 14 w 193"/>
                <a:gd name="T1" fmla="*/ 104 h 237"/>
                <a:gd name="T2" fmla="*/ 22 w 193"/>
                <a:gd name="T3" fmla="*/ 110 h 237"/>
                <a:gd name="T4" fmla="*/ 13 w 193"/>
                <a:gd name="T5" fmla="*/ 108 h 237"/>
                <a:gd name="T6" fmla="*/ 14 w 193"/>
                <a:gd name="T7" fmla="*/ 113 h 237"/>
                <a:gd name="T8" fmla="*/ 7 w 193"/>
                <a:gd name="T9" fmla="*/ 141 h 237"/>
                <a:gd name="T10" fmla="*/ 11 w 193"/>
                <a:gd name="T11" fmla="*/ 153 h 237"/>
                <a:gd name="T12" fmla="*/ 20 w 193"/>
                <a:gd name="T13" fmla="*/ 162 h 237"/>
                <a:gd name="T14" fmla="*/ 24 w 193"/>
                <a:gd name="T15" fmla="*/ 173 h 237"/>
                <a:gd name="T16" fmla="*/ 27 w 193"/>
                <a:gd name="T17" fmla="*/ 190 h 237"/>
                <a:gd name="T18" fmla="*/ 33 w 193"/>
                <a:gd name="T19" fmla="*/ 201 h 237"/>
                <a:gd name="T20" fmla="*/ 35 w 193"/>
                <a:gd name="T21" fmla="*/ 228 h 237"/>
                <a:gd name="T22" fmla="*/ 55 w 193"/>
                <a:gd name="T23" fmla="*/ 222 h 237"/>
                <a:gd name="T24" fmla="*/ 80 w 193"/>
                <a:gd name="T25" fmla="*/ 226 h 237"/>
                <a:gd name="T26" fmla="*/ 86 w 193"/>
                <a:gd name="T27" fmla="*/ 235 h 237"/>
                <a:gd name="T28" fmla="*/ 91 w 193"/>
                <a:gd name="T29" fmla="*/ 228 h 237"/>
                <a:gd name="T30" fmla="*/ 95 w 193"/>
                <a:gd name="T31" fmla="*/ 224 h 237"/>
                <a:gd name="T32" fmla="*/ 129 w 193"/>
                <a:gd name="T33" fmla="*/ 202 h 237"/>
                <a:gd name="T34" fmla="*/ 133 w 193"/>
                <a:gd name="T35" fmla="*/ 193 h 237"/>
                <a:gd name="T36" fmla="*/ 140 w 193"/>
                <a:gd name="T37" fmla="*/ 177 h 237"/>
                <a:gd name="T38" fmla="*/ 178 w 193"/>
                <a:gd name="T39" fmla="*/ 173 h 237"/>
                <a:gd name="T40" fmla="*/ 188 w 193"/>
                <a:gd name="T41" fmla="*/ 175 h 237"/>
                <a:gd name="T42" fmla="*/ 193 w 193"/>
                <a:gd name="T43" fmla="*/ 153 h 237"/>
                <a:gd name="T44" fmla="*/ 193 w 193"/>
                <a:gd name="T45" fmla="*/ 144 h 237"/>
                <a:gd name="T46" fmla="*/ 186 w 193"/>
                <a:gd name="T47" fmla="*/ 135 h 237"/>
                <a:gd name="T48" fmla="*/ 180 w 193"/>
                <a:gd name="T49" fmla="*/ 130 h 237"/>
                <a:gd name="T50" fmla="*/ 178 w 193"/>
                <a:gd name="T51" fmla="*/ 117 h 237"/>
                <a:gd name="T52" fmla="*/ 157 w 193"/>
                <a:gd name="T53" fmla="*/ 115 h 237"/>
                <a:gd name="T54" fmla="*/ 153 w 193"/>
                <a:gd name="T55" fmla="*/ 106 h 237"/>
                <a:gd name="T56" fmla="*/ 151 w 193"/>
                <a:gd name="T57" fmla="*/ 93 h 237"/>
                <a:gd name="T58" fmla="*/ 157 w 193"/>
                <a:gd name="T59" fmla="*/ 84 h 237"/>
                <a:gd name="T60" fmla="*/ 149 w 193"/>
                <a:gd name="T61" fmla="*/ 66 h 237"/>
                <a:gd name="T62" fmla="*/ 146 w 193"/>
                <a:gd name="T63" fmla="*/ 59 h 237"/>
                <a:gd name="T64" fmla="*/ 137 w 193"/>
                <a:gd name="T65" fmla="*/ 60 h 237"/>
                <a:gd name="T66" fmla="*/ 124 w 193"/>
                <a:gd name="T67" fmla="*/ 57 h 237"/>
                <a:gd name="T68" fmla="*/ 113 w 193"/>
                <a:gd name="T69" fmla="*/ 49 h 237"/>
                <a:gd name="T70" fmla="*/ 104 w 193"/>
                <a:gd name="T71" fmla="*/ 42 h 237"/>
                <a:gd name="T72" fmla="*/ 93 w 193"/>
                <a:gd name="T73" fmla="*/ 33 h 237"/>
                <a:gd name="T74" fmla="*/ 87 w 193"/>
                <a:gd name="T75" fmla="*/ 31 h 237"/>
                <a:gd name="T76" fmla="*/ 82 w 193"/>
                <a:gd name="T77" fmla="*/ 33 h 237"/>
                <a:gd name="T78" fmla="*/ 69 w 193"/>
                <a:gd name="T79" fmla="*/ 28 h 237"/>
                <a:gd name="T80" fmla="*/ 67 w 193"/>
                <a:gd name="T81" fmla="*/ 17 h 237"/>
                <a:gd name="T82" fmla="*/ 69 w 193"/>
                <a:gd name="T83" fmla="*/ 0 h 237"/>
                <a:gd name="T84" fmla="*/ 53 w 193"/>
                <a:gd name="T85" fmla="*/ 2 h 237"/>
                <a:gd name="T86" fmla="*/ 38 w 193"/>
                <a:gd name="T87" fmla="*/ 9 h 237"/>
                <a:gd name="T88" fmla="*/ 20 w 193"/>
                <a:gd name="T89" fmla="*/ 26 h 237"/>
                <a:gd name="T90" fmla="*/ 18 w 193"/>
                <a:gd name="T91" fmla="*/ 28 h 237"/>
                <a:gd name="T92" fmla="*/ 18 w 193"/>
                <a:gd name="T93" fmla="*/ 31 h 237"/>
                <a:gd name="T94" fmla="*/ 9 w 193"/>
                <a:gd name="T95" fmla="*/ 33 h 237"/>
                <a:gd name="T96" fmla="*/ 4 w 193"/>
                <a:gd name="T97" fmla="*/ 33 h 237"/>
                <a:gd name="T98" fmla="*/ 7 w 193"/>
                <a:gd name="T99" fmla="*/ 66 h 237"/>
                <a:gd name="T100" fmla="*/ 5 w 193"/>
                <a:gd name="T101" fmla="*/ 75 h 237"/>
                <a:gd name="T102" fmla="*/ 9 w 193"/>
                <a:gd name="T103" fmla="*/ 88 h 237"/>
                <a:gd name="T104" fmla="*/ 7 w 193"/>
                <a:gd name="T105" fmla="*/ 93 h 237"/>
                <a:gd name="T106" fmla="*/ 11 w 193"/>
                <a:gd name="T107" fmla="*/ 99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93" h="237">
                  <a:moveTo>
                    <a:pt x="11" y="99"/>
                  </a:moveTo>
                  <a:lnTo>
                    <a:pt x="14" y="104"/>
                  </a:lnTo>
                  <a:lnTo>
                    <a:pt x="14" y="104"/>
                  </a:lnTo>
                  <a:lnTo>
                    <a:pt x="18" y="108"/>
                  </a:lnTo>
                  <a:lnTo>
                    <a:pt x="22" y="110"/>
                  </a:lnTo>
                  <a:lnTo>
                    <a:pt x="22" y="110"/>
                  </a:lnTo>
                  <a:lnTo>
                    <a:pt x="24" y="111"/>
                  </a:lnTo>
                  <a:lnTo>
                    <a:pt x="22" y="110"/>
                  </a:lnTo>
                  <a:lnTo>
                    <a:pt x="13" y="108"/>
                  </a:lnTo>
                  <a:lnTo>
                    <a:pt x="13" y="108"/>
                  </a:lnTo>
                  <a:lnTo>
                    <a:pt x="13" y="110"/>
                  </a:lnTo>
                  <a:lnTo>
                    <a:pt x="14" y="113"/>
                  </a:lnTo>
                  <a:lnTo>
                    <a:pt x="13" y="117"/>
                  </a:lnTo>
                  <a:lnTo>
                    <a:pt x="4" y="130"/>
                  </a:lnTo>
                  <a:lnTo>
                    <a:pt x="7" y="141"/>
                  </a:lnTo>
                  <a:lnTo>
                    <a:pt x="7" y="141"/>
                  </a:lnTo>
                  <a:lnTo>
                    <a:pt x="9" y="148"/>
                  </a:lnTo>
                  <a:lnTo>
                    <a:pt x="11" y="153"/>
                  </a:lnTo>
                  <a:lnTo>
                    <a:pt x="14" y="157"/>
                  </a:lnTo>
                  <a:lnTo>
                    <a:pt x="14" y="157"/>
                  </a:lnTo>
                  <a:lnTo>
                    <a:pt x="20" y="162"/>
                  </a:lnTo>
                  <a:lnTo>
                    <a:pt x="22" y="168"/>
                  </a:lnTo>
                  <a:lnTo>
                    <a:pt x="22" y="168"/>
                  </a:lnTo>
                  <a:lnTo>
                    <a:pt x="24" y="173"/>
                  </a:lnTo>
                  <a:lnTo>
                    <a:pt x="25" y="182"/>
                  </a:lnTo>
                  <a:lnTo>
                    <a:pt x="25" y="182"/>
                  </a:lnTo>
                  <a:lnTo>
                    <a:pt x="27" y="190"/>
                  </a:lnTo>
                  <a:lnTo>
                    <a:pt x="31" y="197"/>
                  </a:lnTo>
                  <a:lnTo>
                    <a:pt x="31" y="197"/>
                  </a:lnTo>
                  <a:lnTo>
                    <a:pt x="33" y="201"/>
                  </a:lnTo>
                  <a:lnTo>
                    <a:pt x="33" y="206"/>
                  </a:lnTo>
                  <a:lnTo>
                    <a:pt x="33" y="213"/>
                  </a:lnTo>
                  <a:lnTo>
                    <a:pt x="35" y="228"/>
                  </a:lnTo>
                  <a:lnTo>
                    <a:pt x="44" y="232"/>
                  </a:lnTo>
                  <a:lnTo>
                    <a:pt x="55" y="222"/>
                  </a:lnTo>
                  <a:lnTo>
                    <a:pt x="55" y="222"/>
                  </a:lnTo>
                  <a:lnTo>
                    <a:pt x="60" y="224"/>
                  </a:lnTo>
                  <a:lnTo>
                    <a:pt x="69" y="226"/>
                  </a:lnTo>
                  <a:lnTo>
                    <a:pt x="80" y="226"/>
                  </a:lnTo>
                  <a:lnTo>
                    <a:pt x="80" y="226"/>
                  </a:lnTo>
                  <a:lnTo>
                    <a:pt x="86" y="235"/>
                  </a:lnTo>
                  <a:lnTo>
                    <a:pt x="86" y="235"/>
                  </a:lnTo>
                  <a:lnTo>
                    <a:pt x="86" y="237"/>
                  </a:lnTo>
                  <a:lnTo>
                    <a:pt x="86" y="237"/>
                  </a:lnTo>
                  <a:lnTo>
                    <a:pt x="91" y="228"/>
                  </a:lnTo>
                  <a:lnTo>
                    <a:pt x="91" y="228"/>
                  </a:lnTo>
                  <a:lnTo>
                    <a:pt x="93" y="224"/>
                  </a:lnTo>
                  <a:lnTo>
                    <a:pt x="95" y="224"/>
                  </a:lnTo>
                  <a:lnTo>
                    <a:pt x="96" y="226"/>
                  </a:lnTo>
                  <a:lnTo>
                    <a:pt x="120" y="226"/>
                  </a:lnTo>
                  <a:lnTo>
                    <a:pt x="129" y="202"/>
                  </a:lnTo>
                  <a:lnTo>
                    <a:pt x="129" y="197"/>
                  </a:lnTo>
                  <a:lnTo>
                    <a:pt x="129" y="197"/>
                  </a:lnTo>
                  <a:lnTo>
                    <a:pt x="133" y="193"/>
                  </a:lnTo>
                  <a:lnTo>
                    <a:pt x="137" y="186"/>
                  </a:lnTo>
                  <a:lnTo>
                    <a:pt x="137" y="186"/>
                  </a:lnTo>
                  <a:lnTo>
                    <a:pt x="140" y="177"/>
                  </a:lnTo>
                  <a:lnTo>
                    <a:pt x="144" y="171"/>
                  </a:lnTo>
                  <a:lnTo>
                    <a:pt x="164" y="170"/>
                  </a:lnTo>
                  <a:lnTo>
                    <a:pt x="178" y="173"/>
                  </a:lnTo>
                  <a:lnTo>
                    <a:pt x="188" y="181"/>
                  </a:lnTo>
                  <a:lnTo>
                    <a:pt x="191" y="179"/>
                  </a:lnTo>
                  <a:lnTo>
                    <a:pt x="188" y="175"/>
                  </a:lnTo>
                  <a:lnTo>
                    <a:pt x="188" y="175"/>
                  </a:lnTo>
                  <a:lnTo>
                    <a:pt x="189" y="166"/>
                  </a:lnTo>
                  <a:lnTo>
                    <a:pt x="193" y="153"/>
                  </a:lnTo>
                  <a:lnTo>
                    <a:pt x="193" y="153"/>
                  </a:lnTo>
                  <a:lnTo>
                    <a:pt x="193" y="148"/>
                  </a:lnTo>
                  <a:lnTo>
                    <a:pt x="193" y="144"/>
                  </a:lnTo>
                  <a:lnTo>
                    <a:pt x="193" y="144"/>
                  </a:lnTo>
                  <a:lnTo>
                    <a:pt x="189" y="139"/>
                  </a:lnTo>
                  <a:lnTo>
                    <a:pt x="186" y="135"/>
                  </a:lnTo>
                  <a:lnTo>
                    <a:pt x="186" y="135"/>
                  </a:lnTo>
                  <a:lnTo>
                    <a:pt x="182" y="131"/>
                  </a:lnTo>
                  <a:lnTo>
                    <a:pt x="180" y="130"/>
                  </a:lnTo>
                  <a:lnTo>
                    <a:pt x="178" y="122"/>
                  </a:lnTo>
                  <a:lnTo>
                    <a:pt x="178" y="122"/>
                  </a:lnTo>
                  <a:lnTo>
                    <a:pt x="178" y="117"/>
                  </a:lnTo>
                  <a:lnTo>
                    <a:pt x="180" y="113"/>
                  </a:lnTo>
                  <a:lnTo>
                    <a:pt x="157" y="115"/>
                  </a:lnTo>
                  <a:lnTo>
                    <a:pt x="157" y="115"/>
                  </a:lnTo>
                  <a:lnTo>
                    <a:pt x="157" y="111"/>
                  </a:lnTo>
                  <a:lnTo>
                    <a:pt x="153" y="106"/>
                  </a:lnTo>
                  <a:lnTo>
                    <a:pt x="153" y="106"/>
                  </a:lnTo>
                  <a:lnTo>
                    <a:pt x="149" y="99"/>
                  </a:lnTo>
                  <a:lnTo>
                    <a:pt x="149" y="95"/>
                  </a:lnTo>
                  <a:lnTo>
                    <a:pt x="151" y="93"/>
                  </a:lnTo>
                  <a:lnTo>
                    <a:pt x="151" y="93"/>
                  </a:lnTo>
                  <a:lnTo>
                    <a:pt x="157" y="84"/>
                  </a:lnTo>
                  <a:lnTo>
                    <a:pt x="157" y="84"/>
                  </a:lnTo>
                  <a:lnTo>
                    <a:pt x="153" y="73"/>
                  </a:lnTo>
                  <a:lnTo>
                    <a:pt x="153" y="73"/>
                  </a:lnTo>
                  <a:lnTo>
                    <a:pt x="149" y="66"/>
                  </a:lnTo>
                  <a:lnTo>
                    <a:pt x="148" y="60"/>
                  </a:lnTo>
                  <a:lnTo>
                    <a:pt x="148" y="60"/>
                  </a:lnTo>
                  <a:lnTo>
                    <a:pt x="146" y="59"/>
                  </a:lnTo>
                  <a:lnTo>
                    <a:pt x="142" y="59"/>
                  </a:lnTo>
                  <a:lnTo>
                    <a:pt x="137" y="60"/>
                  </a:lnTo>
                  <a:lnTo>
                    <a:pt x="137" y="60"/>
                  </a:lnTo>
                  <a:lnTo>
                    <a:pt x="131" y="59"/>
                  </a:lnTo>
                  <a:lnTo>
                    <a:pt x="124" y="57"/>
                  </a:lnTo>
                  <a:lnTo>
                    <a:pt x="124" y="57"/>
                  </a:lnTo>
                  <a:lnTo>
                    <a:pt x="120" y="57"/>
                  </a:lnTo>
                  <a:lnTo>
                    <a:pt x="118" y="55"/>
                  </a:lnTo>
                  <a:lnTo>
                    <a:pt x="113" y="49"/>
                  </a:lnTo>
                  <a:lnTo>
                    <a:pt x="113" y="49"/>
                  </a:lnTo>
                  <a:lnTo>
                    <a:pt x="109" y="46"/>
                  </a:lnTo>
                  <a:lnTo>
                    <a:pt x="104" y="42"/>
                  </a:lnTo>
                  <a:lnTo>
                    <a:pt x="104" y="42"/>
                  </a:lnTo>
                  <a:lnTo>
                    <a:pt x="98" y="39"/>
                  </a:lnTo>
                  <a:lnTo>
                    <a:pt x="93" y="33"/>
                  </a:lnTo>
                  <a:lnTo>
                    <a:pt x="93" y="33"/>
                  </a:lnTo>
                  <a:lnTo>
                    <a:pt x="89" y="31"/>
                  </a:lnTo>
                  <a:lnTo>
                    <a:pt x="87" y="31"/>
                  </a:lnTo>
                  <a:lnTo>
                    <a:pt x="84" y="33"/>
                  </a:lnTo>
                  <a:lnTo>
                    <a:pt x="82" y="33"/>
                  </a:lnTo>
                  <a:lnTo>
                    <a:pt x="82" y="33"/>
                  </a:lnTo>
                  <a:lnTo>
                    <a:pt x="73" y="31"/>
                  </a:lnTo>
                  <a:lnTo>
                    <a:pt x="73" y="31"/>
                  </a:lnTo>
                  <a:lnTo>
                    <a:pt x="69" y="28"/>
                  </a:lnTo>
                  <a:lnTo>
                    <a:pt x="66" y="20"/>
                  </a:lnTo>
                  <a:lnTo>
                    <a:pt x="66" y="20"/>
                  </a:lnTo>
                  <a:lnTo>
                    <a:pt x="67" y="17"/>
                  </a:lnTo>
                  <a:lnTo>
                    <a:pt x="69" y="11"/>
                  </a:lnTo>
                  <a:lnTo>
                    <a:pt x="73" y="4"/>
                  </a:lnTo>
                  <a:lnTo>
                    <a:pt x="69" y="0"/>
                  </a:lnTo>
                  <a:lnTo>
                    <a:pt x="62" y="0"/>
                  </a:lnTo>
                  <a:lnTo>
                    <a:pt x="62" y="0"/>
                  </a:lnTo>
                  <a:lnTo>
                    <a:pt x="53" y="2"/>
                  </a:lnTo>
                  <a:lnTo>
                    <a:pt x="44" y="6"/>
                  </a:lnTo>
                  <a:lnTo>
                    <a:pt x="44" y="6"/>
                  </a:lnTo>
                  <a:lnTo>
                    <a:pt x="38" y="9"/>
                  </a:lnTo>
                  <a:lnTo>
                    <a:pt x="33" y="15"/>
                  </a:lnTo>
                  <a:lnTo>
                    <a:pt x="25" y="24"/>
                  </a:lnTo>
                  <a:lnTo>
                    <a:pt x="20" y="26"/>
                  </a:lnTo>
                  <a:lnTo>
                    <a:pt x="20" y="26"/>
                  </a:lnTo>
                  <a:lnTo>
                    <a:pt x="18" y="28"/>
                  </a:lnTo>
                  <a:lnTo>
                    <a:pt x="18" y="28"/>
                  </a:lnTo>
                  <a:lnTo>
                    <a:pt x="18" y="29"/>
                  </a:lnTo>
                  <a:lnTo>
                    <a:pt x="18" y="29"/>
                  </a:lnTo>
                  <a:lnTo>
                    <a:pt x="18" y="31"/>
                  </a:lnTo>
                  <a:lnTo>
                    <a:pt x="14" y="33"/>
                  </a:lnTo>
                  <a:lnTo>
                    <a:pt x="11" y="35"/>
                  </a:lnTo>
                  <a:lnTo>
                    <a:pt x="9" y="33"/>
                  </a:lnTo>
                  <a:lnTo>
                    <a:pt x="9" y="33"/>
                  </a:lnTo>
                  <a:lnTo>
                    <a:pt x="5" y="33"/>
                  </a:lnTo>
                  <a:lnTo>
                    <a:pt x="4" y="33"/>
                  </a:lnTo>
                  <a:lnTo>
                    <a:pt x="0" y="33"/>
                  </a:lnTo>
                  <a:lnTo>
                    <a:pt x="11" y="53"/>
                  </a:lnTo>
                  <a:lnTo>
                    <a:pt x="7" y="66"/>
                  </a:lnTo>
                  <a:lnTo>
                    <a:pt x="7" y="66"/>
                  </a:lnTo>
                  <a:lnTo>
                    <a:pt x="5" y="69"/>
                  </a:lnTo>
                  <a:lnTo>
                    <a:pt x="5" y="75"/>
                  </a:lnTo>
                  <a:lnTo>
                    <a:pt x="5" y="79"/>
                  </a:lnTo>
                  <a:lnTo>
                    <a:pt x="5" y="79"/>
                  </a:lnTo>
                  <a:lnTo>
                    <a:pt x="9" y="88"/>
                  </a:lnTo>
                  <a:lnTo>
                    <a:pt x="9" y="88"/>
                  </a:lnTo>
                  <a:lnTo>
                    <a:pt x="9" y="90"/>
                  </a:lnTo>
                  <a:lnTo>
                    <a:pt x="7" y="93"/>
                  </a:lnTo>
                  <a:lnTo>
                    <a:pt x="9" y="95"/>
                  </a:lnTo>
                  <a:lnTo>
                    <a:pt x="9" y="95"/>
                  </a:lnTo>
                  <a:lnTo>
                    <a:pt x="11" y="99"/>
                  </a:lnTo>
                  <a:lnTo>
                    <a:pt x="11" y="9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63" name="Freeform 447">
              <a:extLst>
                <a:ext uri="{FF2B5EF4-FFF2-40B4-BE49-F238E27FC236}">
                  <a16:creationId xmlns:a16="http://schemas.microsoft.com/office/drawing/2014/main" id="{1FEB2BDB-7F7E-4E47-9119-C183F8C0A987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3069" y="3219897"/>
              <a:ext cx="69702" cy="40042"/>
            </a:xfrm>
            <a:custGeom>
              <a:avLst/>
              <a:gdLst>
                <a:gd name="T0" fmla="*/ 0 w 47"/>
                <a:gd name="T1" fmla="*/ 14 h 27"/>
                <a:gd name="T2" fmla="*/ 0 w 47"/>
                <a:gd name="T3" fmla="*/ 20 h 27"/>
                <a:gd name="T4" fmla="*/ 5 w 47"/>
                <a:gd name="T5" fmla="*/ 27 h 27"/>
                <a:gd name="T6" fmla="*/ 11 w 47"/>
                <a:gd name="T7" fmla="*/ 25 h 27"/>
                <a:gd name="T8" fmla="*/ 20 w 47"/>
                <a:gd name="T9" fmla="*/ 23 h 27"/>
                <a:gd name="T10" fmla="*/ 29 w 47"/>
                <a:gd name="T11" fmla="*/ 27 h 27"/>
                <a:gd name="T12" fmla="*/ 44 w 47"/>
                <a:gd name="T13" fmla="*/ 27 h 27"/>
                <a:gd name="T14" fmla="*/ 47 w 47"/>
                <a:gd name="T15" fmla="*/ 23 h 27"/>
                <a:gd name="T16" fmla="*/ 47 w 47"/>
                <a:gd name="T17" fmla="*/ 16 h 27"/>
                <a:gd name="T18" fmla="*/ 45 w 47"/>
                <a:gd name="T19" fmla="*/ 5 h 27"/>
                <a:gd name="T20" fmla="*/ 34 w 47"/>
                <a:gd name="T21" fmla="*/ 3 h 27"/>
                <a:gd name="T22" fmla="*/ 27 w 47"/>
                <a:gd name="T23" fmla="*/ 3 h 27"/>
                <a:gd name="T24" fmla="*/ 20 w 47"/>
                <a:gd name="T25" fmla="*/ 0 h 27"/>
                <a:gd name="T26" fmla="*/ 11 w 47"/>
                <a:gd name="T27" fmla="*/ 2 h 27"/>
                <a:gd name="T28" fmla="*/ 5 w 47"/>
                <a:gd name="T29" fmla="*/ 5 h 27"/>
                <a:gd name="T30" fmla="*/ 0 w 47"/>
                <a:gd name="T31" fmla="*/ 14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7" h="27">
                  <a:moveTo>
                    <a:pt x="0" y="14"/>
                  </a:moveTo>
                  <a:lnTo>
                    <a:pt x="0" y="20"/>
                  </a:lnTo>
                  <a:lnTo>
                    <a:pt x="5" y="27"/>
                  </a:lnTo>
                  <a:lnTo>
                    <a:pt x="11" y="25"/>
                  </a:lnTo>
                  <a:lnTo>
                    <a:pt x="20" y="23"/>
                  </a:lnTo>
                  <a:lnTo>
                    <a:pt x="29" y="27"/>
                  </a:lnTo>
                  <a:lnTo>
                    <a:pt x="44" y="27"/>
                  </a:lnTo>
                  <a:lnTo>
                    <a:pt x="47" y="23"/>
                  </a:lnTo>
                  <a:lnTo>
                    <a:pt x="47" y="16"/>
                  </a:lnTo>
                  <a:lnTo>
                    <a:pt x="45" y="5"/>
                  </a:lnTo>
                  <a:lnTo>
                    <a:pt x="34" y="3"/>
                  </a:lnTo>
                  <a:lnTo>
                    <a:pt x="27" y="3"/>
                  </a:lnTo>
                  <a:lnTo>
                    <a:pt x="20" y="0"/>
                  </a:lnTo>
                  <a:lnTo>
                    <a:pt x="11" y="2"/>
                  </a:lnTo>
                  <a:lnTo>
                    <a:pt x="5" y="5"/>
                  </a:lnTo>
                  <a:lnTo>
                    <a:pt x="0" y="1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64" name="Freeform 448">
              <a:extLst>
                <a:ext uri="{FF2B5EF4-FFF2-40B4-BE49-F238E27FC236}">
                  <a16:creationId xmlns:a16="http://schemas.microsoft.com/office/drawing/2014/main" id="{E85A0A3A-6C4D-4684-B13B-736E44C742A2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6482" y="3679629"/>
              <a:ext cx="65252" cy="194274"/>
            </a:xfrm>
            <a:custGeom>
              <a:avLst/>
              <a:gdLst>
                <a:gd name="T0" fmla="*/ 18 w 44"/>
                <a:gd name="T1" fmla="*/ 129 h 131"/>
                <a:gd name="T2" fmla="*/ 31 w 44"/>
                <a:gd name="T3" fmla="*/ 125 h 131"/>
                <a:gd name="T4" fmla="*/ 33 w 44"/>
                <a:gd name="T5" fmla="*/ 112 h 131"/>
                <a:gd name="T6" fmla="*/ 33 w 44"/>
                <a:gd name="T7" fmla="*/ 105 h 131"/>
                <a:gd name="T8" fmla="*/ 31 w 44"/>
                <a:gd name="T9" fmla="*/ 100 h 131"/>
                <a:gd name="T10" fmla="*/ 29 w 44"/>
                <a:gd name="T11" fmla="*/ 96 h 131"/>
                <a:gd name="T12" fmla="*/ 31 w 44"/>
                <a:gd name="T13" fmla="*/ 83 h 131"/>
                <a:gd name="T14" fmla="*/ 31 w 44"/>
                <a:gd name="T15" fmla="*/ 78 h 131"/>
                <a:gd name="T16" fmla="*/ 31 w 44"/>
                <a:gd name="T17" fmla="*/ 72 h 131"/>
                <a:gd name="T18" fmla="*/ 33 w 44"/>
                <a:gd name="T19" fmla="*/ 72 h 131"/>
                <a:gd name="T20" fmla="*/ 36 w 44"/>
                <a:gd name="T21" fmla="*/ 72 h 131"/>
                <a:gd name="T22" fmla="*/ 35 w 44"/>
                <a:gd name="T23" fmla="*/ 67 h 131"/>
                <a:gd name="T24" fmla="*/ 35 w 44"/>
                <a:gd name="T25" fmla="*/ 65 h 131"/>
                <a:gd name="T26" fmla="*/ 38 w 44"/>
                <a:gd name="T27" fmla="*/ 60 h 131"/>
                <a:gd name="T28" fmla="*/ 40 w 44"/>
                <a:gd name="T29" fmla="*/ 56 h 131"/>
                <a:gd name="T30" fmla="*/ 40 w 44"/>
                <a:gd name="T31" fmla="*/ 51 h 131"/>
                <a:gd name="T32" fmla="*/ 44 w 44"/>
                <a:gd name="T33" fmla="*/ 45 h 131"/>
                <a:gd name="T34" fmla="*/ 44 w 44"/>
                <a:gd name="T35" fmla="*/ 43 h 131"/>
                <a:gd name="T36" fmla="*/ 42 w 44"/>
                <a:gd name="T37" fmla="*/ 38 h 131"/>
                <a:gd name="T38" fmla="*/ 44 w 44"/>
                <a:gd name="T39" fmla="*/ 34 h 131"/>
                <a:gd name="T40" fmla="*/ 44 w 44"/>
                <a:gd name="T41" fmla="*/ 27 h 131"/>
                <a:gd name="T42" fmla="*/ 42 w 44"/>
                <a:gd name="T43" fmla="*/ 25 h 131"/>
                <a:gd name="T44" fmla="*/ 38 w 44"/>
                <a:gd name="T45" fmla="*/ 21 h 131"/>
                <a:gd name="T46" fmla="*/ 40 w 44"/>
                <a:gd name="T47" fmla="*/ 20 h 131"/>
                <a:gd name="T48" fmla="*/ 40 w 44"/>
                <a:gd name="T49" fmla="*/ 14 h 131"/>
                <a:gd name="T50" fmla="*/ 31 w 44"/>
                <a:gd name="T51" fmla="*/ 7 h 131"/>
                <a:gd name="T52" fmla="*/ 31 w 44"/>
                <a:gd name="T53" fmla="*/ 3 h 131"/>
                <a:gd name="T54" fmla="*/ 29 w 44"/>
                <a:gd name="T55" fmla="*/ 0 h 131"/>
                <a:gd name="T56" fmla="*/ 24 w 44"/>
                <a:gd name="T57" fmla="*/ 0 h 131"/>
                <a:gd name="T58" fmla="*/ 15 w 44"/>
                <a:gd name="T59" fmla="*/ 7 h 131"/>
                <a:gd name="T60" fmla="*/ 15 w 44"/>
                <a:gd name="T61" fmla="*/ 9 h 131"/>
                <a:gd name="T62" fmla="*/ 13 w 44"/>
                <a:gd name="T63" fmla="*/ 12 h 131"/>
                <a:gd name="T64" fmla="*/ 7 w 44"/>
                <a:gd name="T65" fmla="*/ 16 h 131"/>
                <a:gd name="T66" fmla="*/ 6 w 44"/>
                <a:gd name="T67" fmla="*/ 20 h 131"/>
                <a:gd name="T68" fmla="*/ 6 w 44"/>
                <a:gd name="T69" fmla="*/ 21 h 131"/>
                <a:gd name="T70" fmla="*/ 0 w 44"/>
                <a:gd name="T71" fmla="*/ 38 h 131"/>
                <a:gd name="T72" fmla="*/ 11 w 44"/>
                <a:gd name="T73" fmla="*/ 40 h 131"/>
                <a:gd name="T74" fmla="*/ 13 w 44"/>
                <a:gd name="T75" fmla="*/ 51 h 131"/>
                <a:gd name="T76" fmla="*/ 13 w 44"/>
                <a:gd name="T77" fmla="*/ 58 h 131"/>
                <a:gd name="T78" fmla="*/ 15 w 44"/>
                <a:gd name="T79" fmla="*/ 60 h 131"/>
                <a:gd name="T80" fmla="*/ 15 w 44"/>
                <a:gd name="T81" fmla="*/ 67 h 131"/>
                <a:gd name="T82" fmla="*/ 15 w 44"/>
                <a:gd name="T83" fmla="*/ 72 h 131"/>
                <a:gd name="T84" fmla="*/ 13 w 44"/>
                <a:gd name="T85" fmla="*/ 80 h 131"/>
                <a:gd name="T86" fmla="*/ 15 w 44"/>
                <a:gd name="T87" fmla="*/ 87 h 131"/>
                <a:gd name="T88" fmla="*/ 13 w 44"/>
                <a:gd name="T89" fmla="*/ 100 h 131"/>
                <a:gd name="T90" fmla="*/ 11 w 44"/>
                <a:gd name="T91" fmla="*/ 105 h 131"/>
                <a:gd name="T92" fmla="*/ 13 w 44"/>
                <a:gd name="T93" fmla="*/ 111 h 131"/>
                <a:gd name="T94" fmla="*/ 13 w 44"/>
                <a:gd name="T95" fmla="*/ 120 h 131"/>
                <a:gd name="T96" fmla="*/ 13 w 44"/>
                <a:gd name="T97" fmla="*/ 122 h 131"/>
                <a:gd name="T98" fmla="*/ 15 w 44"/>
                <a:gd name="T99" fmla="*/ 125 h 131"/>
                <a:gd name="T100" fmla="*/ 18 w 44"/>
                <a:gd name="T101" fmla="*/ 129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44" h="131">
                  <a:moveTo>
                    <a:pt x="18" y="129"/>
                  </a:moveTo>
                  <a:lnTo>
                    <a:pt x="18" y="129"/>
                  </a:lnTo>
                  <a:lnTo>
                    <a:pt x="24" y="127"/>
                  </a:lnTo>
                  <a:lnTo>
                    <a:pt x="31" y="125"/>
                  </a:lnTo>
                  <a:lnTo>
                    <a:pt x="31" y="125"/>
                  </a:lnTo>
                  <a:lnTo>
                    <a:pt x="33" y="112"/>
                  </a:lnTo>
                  <a:lnTo>
                    <a:pt x="33" y="112"/>
                  </a:lnTo>
                  <a:lnTo>
                    <a:pt x="33" y="105"/>
                  </a:lnTo>
                  <a:lnTo>
                    <a:pt x="33" y="103"/>
                  </a:lnTo>
                  <a:lnTo>
                    <a:pt x="31" y="100"/>
                  </a:lnTo>
                  <a:lnTo>
                    <a:pt x="31" y="100"/>
                  </a:lnTo>
                  <a:lnTo>
                    <a:pt x="29" y="96"/>
                  </a:lnTo>
                  <a:lnTo>
                    <a:pt x="31" y="89"/>
                  </a:lnTo>
                  <a:lnTo>
                    <a:pt x="31" y="83"/>
                  </a:lnTo>
                  <a:lnTo>
                    <a:pt x="31" y="78"/>
                  </a:lnTo>
                  <a:lnTo>
                    <a:pt x="31" y="78"/>
                  </a:lnTo>
                  <a:lnTo>
                    <a:pt x="31" y="74"/>
                  </a:lnTo>
                  <a:lnTo>
                    <a:pt x="31" y="72"/>
                  </a:lnTo>
                  <a:lnTo>
                    <a:pt x="33" y="72"/>
                  </a:lnTo>
                  <a:lnTo>
                    <a:pt x="33" y="72"/>
                  </a:lnTo>
                  <a:lnTo>
                    <a:pt x="35" y="72"/>
                  </a:lnTo>
                  <a:lnTo>
                    <a:pt x="36" y="72"/>
                  </a:lnTo>
                  <a:lnTo>
                    <a:pt x="36" y="69"/>
                  </a:lnTo>
                  <a:lnTo>
                    <a:pt x="35" y="67"/>
                  </a:lnTo>
                  <a:lnTo>
                    <a:pt x="35" y="67"/>
                  </a:lnTo>
                  <a:lnTo>
                    <a:pt x="35" y="65"/>
                  </a:lnTo>
                  <a:lnTo>
                    <a:pt x="35" y="63"/>
                  </a:lnTo>
                  <a:lnTo>
                    <a:pt x="38" y="60"/>
                  </a:lnTo>
                  <a:lnTo>
                    <a:pt x="38" y="60"/>
                  </a:lnTo>
                  <a:lnTo>
                    <a:pt x="40" y="56"/>
                  </a:lnTo>
                  <a:lnTo>
                    <a:pt x="40" y="51"/>
                  </a:lnTo>
                  <a:lnTo>
                    <a:pt x="40" y="51"/>
                  </a:lnTo>
                  <a:lnTo>
                    <a:pt x="40" y="45"/>
                  </a:lnTo>
                  <a:lnTo>
                    <a:pt x="44" y="45"/>
                  </a:lnTo>
                  <a:lnTo>
                    <a:pt x="44" y="45"/>
                  </a:lnTo>
                  <a:lnTo>
                    <a:pt x="44" y="43"/>
                  </a:lnTo>
                  <a:lnTo>
                    <a:pt x="44" y="41"/>
                  </a:lnTo>
                  <a:lnTo>
                    <a:pt x="42" y="38"/>
                  </a:lnTo>
                  <a:lnTo>
                    <a:pt x="44" y="34"/>
                  </a:lnTo>
                  <a:lnTo>
                    <a:pt x="44" y="34"/>
                  </a:lnTo>
                  <a:lnTo>
                    <a:pt x="44" y="29"/>
                  </a:lnTo>
                  <a:lnTo>
                    <a:pt x="44" y="27"/>
                  </a:lnTo>
                  <a:lnTo>
                    <a:pt x="42" y="25"/>
                  </a:lnTo>
                  <a:lnTo>
                    <a:pt x="42" y="25"/>
                  </a:lnTo>
                  <a:lnTo>
                    <a:pt x="38" y="23"/>
                  </a:lnTo>
                  <a:lnTo>
                    <a:pt x="38" y="21"/>
                  </a:lnTo>
                  <a:lnTo>
                    <a:pt x="40" y="20"/>
                  </a:lnTo>
                  <a:lnTo>
                    <a:pt x="40" y="20"/>
                  </a:lnTo>
                  <a:lnTo>
                    <a:pt x="40" y="16"/>
                  </a:lnTo>
                  <a:lnTo>
                    <a:pt x="40" y="14"/>
                  </a:lnTo>
                  <a:lnTo>
                    <a:pt x="40" y="10"/>
                  </a:lnTo>
                  <a:lnTo>
                    <a:pt x="31" y="7"/>
                  </a:lnTo>
                  <a:lnTo>
                    <a:pt x="31" y="7"/>
                  </a:lnTo>
                  <a:lnTo>
                    <a:pt x="31" y="3"/>
                  </a:lnTo>
                  <a:lnTo>
                    <a:pt x="31" y="1"/>
                  </a:lnTo>
                  <a:lnTo>
                    <a:pt x="29" y="0"/>
                  </a:lnTo>
                  <a:lnTo>
                    <a:pt x="29" y="0"/>
                  </a:lnTo>
                  <a:lnTo>
                    <a:pt x="24" y="0"/>
                  </a:lnTo>
                  <a:lnTo>
                    <a:pt x="22" y="0"/>
                  </a:lnTo>
                  <a:lnTo>
                    <a:pt x="15" y="7"/>
                  </a:lnTo>
                  <a:lnTo>
                    <a:pt x="15" y="7"/>
                  </a:lnTo>
                  <a:lnTo>
                    <a:pt x="15" y="9"/>
                  </a:lnTo>
                  <a:lnTo>
                    <a:pt x="13" y="12"/>
                  </a:lnTo>
                  <a:lnTo>
                    <a:pt x="13" y="12"/>
                  </a:lnTo>
                  <a:lnTo>
                    <a:pt x="7" y="16"/>
                  </a:lnTo>
                  <a:lnTo>
                    <a:pt x="7" y="16"/>
                  </a:lnTo>
                  <a:lnTo>
                    <a:pt x="7" y="18"/>
                  </a:lnTo>
                  <a:lnTo>
                    <a:pt x="6" y="20"/>
                  </a:lnTo>
                  <a:lnTo>
                    <a:pt x="6" y="21"/>
                  </a:lnTo>
                  <a:lnTo>
                    <a:pt x="6" y="21"/>
                  </a:lnTo>
                  <a:lnTo>
                    <a:pt x="2" y="21"/>
                  </a:lnTo>
                  <a:lnTo>
                    <a:pt x="0" y="38"/>
                  </a:lnTo>
                  <a:lnTo>
                    <a:pt x="11" y="40"/>
                  </a:lnTo>
                  <a:lnTo>
                    <a:pt x="11" y="40"/>
                  </a:lnTo>
                  <a:lnTo>
                    <a:pt x="13" y="45"/>
                  </a:lnTo>
                  <a:lnTo>
                    <a:pt x="13" y="51"/>
                  </a:lnTo>
                  <a:lnTo>
                    <a:pt x="13" y="51"/>
                  </a:lnTo>
                  <a:lnTo>
                    <a:pt x="13" y="58"/>
                  </a:lnTo>
                  <a:lnTo>
                    <a:pt x="15" y="60"/>
                  </a:lnTo>
                  <a:lnTo>
                    <a:pt x="15" y="60"/>
                  </a:lnTo>
                  <a:lnTo>
                    <a:pt x="15" y="63"/>
                  </a:lnTo>
                  <a:lnTo>
                    <a:pt x="15" y="67"/>
                  </a:lnTo>
                  <a:lnTo>
                    <a:pt x="15" y="72"/>
                  </a:lnTo>
                  <a:lnTo>
                    <a:pt x="15" y="72"/>
                  </a:lnTo>
                  <a:lnTo>
                    <a:pt x="13" y="76"/>
                  </a:lnTo>
                  <a:lnTo>
                    <a:pt x="13" y="80"/>
                  </a:lnTo>
                  <a:lnTo>
                    <a:pt x="15" y="87"/>
                  </a:lnTo>
                  <a:lnTo>
                    <a:pt x="15" y="87"/>
                  </a:lnTo>
                  <a:lnTo>
                    <a:pt x="15" y="92"/>
                  </a:lnTo>
                  <a:lnTo>
                    <a:pt x="13" y="100"/>
                  </a:lnTo>
                  <a:lnTo>
                    <a:pt x="13" y="100"/>
                  </a:lnTo>
                  <a:lnTo>
                    <a:pt x="11" y="105"/>
                  </a:lnTo>
                  <a:lnTo>
                    <a:pt x="13" y="111"/>
                  </a:lnTo>
                  <a:lnTo>
                    <a:pt x="13" y="111"/>
                  </a:lnTo>
                  <a:lnTo>
                    <a:pt x="13" y="116"/>
                  </a:lnTo>
                  <a:lnTo>
                    <a:pt x="13" y="120"/>
                  </a:lnTo>
                  <a:lnTo>
                    <a:pt x="13" y="120"/>
                  </a:lnTo>
                  <a:lnTo>
                    <a:pt x="13" y="122"/>
                  </a:lnTo>
                  <a:lnTo>
                    <a:pt x="15" y="125"/>
                  </a:lnTo>
                  <a:lnTo>
                    <a:pt x="15" y="125"/>
                  </a:lnTo>
                  <a:lnTo>
                    <a:pt x="16" y="131"/>
                  </a:lnTo>
                  <a:lnTo>
                    <a:pt x="18" y="12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65" name="Freeform 449">
              <a:extLst>
                <a:ext uri="{FF2B5EF4-FFF2-40B4-BE49-F238E27FC236}">
                  <a16:creationId xmlns:a16="http://schemas.microsoft.com/office/drawing/2014/main" id="{8D4D5127-D15B-4184-BBD7-2886AEE90EAD}"/>
                </a:ext>
              </a:extLst>
            </p:cNvPr>
            <p:cNvSpPr>
              <a:spLocks/>
            </p:cNvSpPr>
            <p:nvPr/>
          </p:nvSpPr>
          <p:spPr bwMode="auto">
            <a:xfrm>
              <a:off x="6141506" y="2270775"/>
              <a:ext cx="174995" cy="164614"/>
            </a:xfrm>
            <a:custGeom>
              <a:avLst/>
              <a:gdLst>
                <a:gd name="T0" fmla="*/ 36 w 118"/>
                <a:gd name="T1" fmla="*/ 19 h 111"/>
                <a:gd name="T2" fmla="*/ 44 w 118"/>
                <a:gd name="T3" fmla="*/ 17 h 111"/>
                <a:gd name="T4" fmla="*/ 49 w 118"/>
                <a:gd name="T5" fmla="*/ 11 h 111"/>
                <a:gd name="T6" fmla="*/ 53 w 118"/>
                <a:gd name="T7" fmla="*/ 4 h 111"/>
                <a:gd name="T8" fmla="*/ 58 w 118"/>
                <a:gd name="T9" fmla="*/ 2 h 111"/>
                <a:gd name="T10" fmla="*/ 65 w 118"/>
                <a:gd name="T11" fmla="*/ 0 h 111"/>
                <a:gd name="T12" fmla="*/ 67 w 118"/>
                <a:gd name="T13" fmla="*/ 4 h 111"/>
                <a:gd name="T14" fmla="*/ 69 w 118"/>
                <a:gd name="T15" fmla="*/ 6 h 111"/>
                <a:gd name="T16" fmla="*/ 76 w 118"/>
                <a:gd name="T17" fmla="*/ 4 h 111"/>
                <a:gd name="T18" fmla="*/ 84 w 118"/>
                <a:gd name="T19" fmla="*/ 6 h 111"/>
                <a:gd name="T20" fmla="*/ 93 w 118"/>
                <a:gd name="T21" fmla="*/ 11 h 111"/>
                <a:gd name="T22" fmla="*/ 96 w 118"/>
                <a:gd name="T23" fmla="*/ 15 h 111"/>
                <a:gd name="T24" fmla="*/ 98 w 118"/>
                <a:gd name="T25" fmla="*/ 20 h 111"/>
                <a:gd name="T26" fmla="*/ 102 w 118"/>
                <a:gd name="T27" fmla="*/ 30 h 111"/>
                <a:gd name="T28" fmla="*/ 102 w 118"/>
                <a:gd name="T29" fmla="*/ 40 h 111"/>
                <a:gd name="T30" fmla="*/ 106 w 118"/>
                <a:gd name="T31" fmla="*/ 46 h 111"/>
                <a:gd name="T32" fmla="*/ 115 w 118"/>
                <a:gd name="T33" fmla="*/ 55 h 111"/>
                <a:gd name="T34" fmla="*/ 117 w 118"/>
                <a:gd name="T35" fmla="*/ 66 h 111"/>
                <a:gd name="T36" fmla="*/ 111 w 118"/>
                <a:gd name="T37" fmla="*/ 68 h 111"/>
                <a:gd name="T38" fmla="*/ 104 w 118"/>
                <a:gd name="T39" fmla="*/ 68 h 111"/>
                <a:gd name="T40" fmla="*/ 107 w 118"/>
                <a:gd name="T41" fmla="*/ 73 h 111"/>
                <a:gd name="T42" fmla="*/ 111 w 118"/>
                <a:gd name="T43" fmla="*/ 77 h 111"/>
                <a:gd name="T44" fmla="*/ 104 w 118"/>
                <a:gd name="T45" fmla="*/ 97 h 111"/>
                <a:gd name="T46" fmla="*/ 100 w 118"/>
                <a:gd name="T47" fmla="*/ 102 h 111"/>
                <a:gd name="T48" fmla="*/ 98 w 118"/>
                <a:gd name="T49" fmla="*/ 110 h 111"/>
                <a:gd name="T50" fmla="*/ 87 w 118"/>
                <a:gd name="T51" fmla="*/ 108 h 111"/>
                <a:gd name="T52" fmla="*/ 78 w 118"/>
                <a:gd name="T53" fmla="*/ 106 h 111"/>
                <a:gd name="T54" fmla="*/ 75 w 118"/>
                <a:gd name="T55" fmla="*/ 108 h 111"/>
                <a:gd name="T56" fmla="*/ 67 w 118"/>
                <a:gd name="T57" fmla="*/ 106 h 111"/>
                <a:gd name="T58" fmla="*/ 65 w 118"/>
                <a:gd name="T59" fmla="*/ 111 h 111"/>
                <a:gd name="T60" fmla="*/ 58 w 118"/>
                <a:gd name="T61" fmla="*/ 106 h 111"/>
                <a:gd name="T62" fmla="*/ 44 w 118"/>
                <a:gd name="T63" fmla="*/ 106 h 111"/>
                <a:gd name="T64" fmla="*/ 27 w 118"/>
                <a:gd name="T65" fmla="*/ 104 h 111"/>
                <a:gd name="T66" fmla="*/ 14 w 118"/>
                <a:gd name="T67" fmla="*/ 104 h 111"/>
                <a:gd name="T68" fmla="*/ 9 w 118"/>
                <a:gd name="T69" fmla="*/ 108 h 111"/>
                <a:gd name="T70" fmla="*/ 4 w 118"/>
                <a:gd name="T71" fmla="*/ 104 h 111"/>
                <a:gd name="T72" fmla="*/ 0 w 118"/>
                <a:gd name="T73" fmla="*/ 93 h 111"/>
                <a:gd name="T74" fmla="*/ 4 w 118"/>
                <a:gd name="T75" fmla="*/ 86 h 111"/>
                <a:gd name="T76" fmla="*/ 4 w 118"/>
                <a:gd name="T77" fmla="*/ 79 h 111"/>
                <a:gd name="T78" fmla="*/ 0 w 118"/>
                <a:gd name="T79" fmla="*/ 66 h 111"/>
                <a:gd name="T80" fmla="*/ 14 w 118"/>
                <a:gd name="T81" fmla="*/ 62 h 111"/>
                <a:gd name="T82" fmla="*/ 18 w 118"/>
                <a:gd name="T83" fmla="*/ 60 h 111"/>
                <a:gd name="T84" fmla="*/ 25 w 118"/>
                <a:gd name="T85" fmla="*/ 57 h 111"/>
                <a:gd name="T86" fmla="*/ 25 w 118"/>
                <a:gd name="T87" fmla="*/ 42 h 111"/>
                <a:gd name="T88" fmla="*/ 31 w 118"/>
                <a:gd name="T89" fmla="*/ 33 h 111"/>
                <a:gd name="T90" fmla="*/ 33 w 118"/>
                <a:gd name="T91" fmla="*/ 24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18" h="111">
                  <a:moveTo>
                    <a:pt x="33" y="24"/>
                  </a:moveTo>
                  <a:lnTo>
                    <a:pt x="33" y="24"/>
                  </a:lnTo>
                  <a:lnTo>
                    <a:pt x="36" y="19"/>
                  </a:lnTo>
                  <a:lnTo>
                    <a:pt x="40" y="17"/>
                  </a:lnTo>
                  <a:lnTo>
                    <a:pt x="44" y="17"/>
                  </a:lnTo>
                  <a:lnTo>
                    <a:pt x="44" y="17"/>
                  </a:lnTo>
                  <a:lnTo>
                    <a:pt x="47" y="19"/>
                  </a:lnTo>
                  <a:lnTo>
                    <a:pt x="49" y="17"/>
                  </a:lnTo>
                  <a:lnTo>
                    <a:pt x="49" y="11"/>
                  </a:lnTo>
                  <a:lnTo>
                    <a:pt x="49" y="11"/>
                  </a:lnTo>
                  <a:lnTo>
                    <a:pt x="51" y="6"/>
                  </a:lnTo>
                  <a:lnTo>
                    <a:pt x="53" y="4"/>
                  </a:lnTo>
                  <a:lnTo>
                    <a:pt x="55" y="0"/>
                  </a:lnTo>
                  <a:lnTo>
                    <a:pt x="55" y="0"/>
                  </a:lnTo>
                  <a:lnTo>
                    <a:pt x="58" y="2"/>
                  </a:lnTo>
                  <a:lnTo>
                    <a:pt x="62" y="2"/>
                  </a:lnTo>
                  <a:lnTo>
                    <a:pt x="65" y="0"/>
                  </a:lnTo>
                  <a:lnTo>
                    <a:pt x="65" y="0"/>
                  </a:lnTo>
                  <a:lnTo>
                    <a:pt x="65" y="0"/>
                  </a:lnTo>
                  <a:lnTo>
                    <a:pt x="65" y="0"/>
                  </a:lnTo>
                  <a:lnTo>
                    <a:pt x="67" y="4"/>
                  </a:lnTo>
                  <a:lnTo>
                    <a:pt x="67" y="6"/>
                  </a:lnTo>
                  <a:lnTo>
                    <a:pt x="69" y="6"/>
                  </a:lnTo>
                  <a:lnTo>
                    <a:pt x="69" y="6"/>
                  </a:lnTo>
                  <a:lnTo>
                    <a:pt x="69" y="6"/>
                  </a:lnTo>
                  <a:lnTo>
                    <a:pt x="75" y="4"/>
                  </a:lnTo>
                  <a:lnTo>
                    <a:pt x="76" y="4"/>
                  </a:lnTo>
                  <a:lnTo>
                    <a:pt x="76" y="4"/>
                  </a:lnTo>
                  <a:lnTo>
                    <a:pt x="84" y="6"/>
                  </a:lnTo>
                  <a:lnTo>
                    <a:pt x="84" y="6"/>
                  </a:lnTo>
                  <a:lnTo>
                    <a:pt x="89" y="8"/>
                  </a:lnTo>
                  <a:lnTo>
                    <a:pt x="93" y="9"/>
                  </a:lnTo>
                  <a:lnTo>
                    <a:pt x="93" y="11"/>
                  </a:lnTo>
                  <a:lnTo>
                    <a:pt x="93" y="11"/>
                  </a:lnTo>
                  <a:lnTo>
                    <a:pt x="95" y="15"/>
                  </a:lnTo>
                  <a:lnTo>
                    <a:pt x="96" y="15"/>
                  </a:lnTo>
                  <a:lnTo>
                    <a:pt x="98" y="17"/>
                  </a:lnTo>
                  <a:lnTo>
                    <a:pt x="98" y="20"/>
                  </a:lnTo>
                  <a:lnTo>
                    <a:pt x="98" y="20"/>
                  </a:lnTo>
                  <a:lnTo>
                    <a:pt x="100" y="24"/>
                  </a:lnTo>
                  <a:lnTo>
                    <a:pt x="100" y="26"/>
                  </a:lnTo>
                  <a:lnTo>
                    <a:pt x="102" y="30"/>
                  </a:lnTo>
                  <a:lnTo>
                    <a:pt x="104" y="33"/>
                  </a:lnTo>
                  <a:lnTo>
                    <a:pt x="104" y="33"/>
                  </a:lnTo>
                  <a:lnTo>
                    <a:pt x="102" y="40"/>
                  </a:lnTo>
                  <a:lnTo>
                    <a:pt x="104" y="44"/>
                  </a:lnTo>
                  <a:lnTo>
                    <a:pt x="106" y="46"/>
                  </a:lnTo>
                  <a:lnTo>
                    <a:pt x="106" y="46"/>
                  </a:lnTo>
                  <a:lnTo>
                    <a:pt x="111" y="50"/>
                  </a:lnTo>
                  <a:lnTo>
                    <a:pt x="113" y="51"/>
                  </a:lnTo>
                  <a:lnTo>
                    <a:pt x="115" y="55"/>
                  </a:lnTo>
                  <a:lnTo>
                    <a:pt x="115" y="55"/>
                  </a:lnTo>
                  <a:lnTo>
                    <a:pt x="118" y="62"/>
                  </a:lnTo>
                  <a:lnTo>
                    <a:pt x="117" y="66"/>
                  </a:lnTo>
                  <a:lnTo>
                    <a:pt x="115" y="68"/>
                  </a:lnTo>
                  <a:lnTo>
                    <a:pt x="115" y="68"/>
                  </a:lnTo>
                  <a:lnTo>
                    <a:pt x="111" y="68"/>
                  </a:lnTo>
                  <a:lnTo>
                    <a:pt x="109" y="66"/>
                  </a:lnTo>
                  <a:lnTo>
                    <a:pt x="107" y="66"/>
                  </a:lnTo>
                  <a:lnTo>
                    <a:pt x="104" y="68"/>
                  </a:lnTo>
                  <a:lnTo>
                    <a:pt x="104" y="68"/>
                  </a:lnTo>
                  <a:lnTo>
                    <a:pt x="104" y="71"/>
                  </a:lnTo>
                  <a:lnTo>
                    <a:pt x="107" y="73"/>
                  </a:lnTo>
                  <a:lnTo>
                    <a:pt x="109" y="75"/>
                  </a:lnTo>
                  <a:lnTo>
                    <a:pt x="111" y="77"/>
                  </a:lnTo>
                  <a:lnTo>
                    <a:pt x="111" y="77"/>
                  </a:lnTo>
                  <a:lnTo>
                    <a:pt x="111" y="97"/>
                  </a:lnTo>
                  <a:lnTo>
                    <a:pt x="111" y="97"/>
                  </a:lnTo>
                  <a:lnTo>
                    <a:pt x="104" y="97"/>
                  </a:lnTo>
                  <a:lnTo>
                    <a:pt x="104" y="97"/>
                  </a:lnTo>
                  <a:lnTo>
                    <a:pt x="102" y="99"/>
                  </a:lnTo>
                  <a:lnTo>
                    <a:pt x="100" y="102"/>
                  </a:lnTo>
                  <a:lnTo>
                    <a:pt x="100" y="102"/>
                  </a:lnTo>
                  <a:lnTo>
                    <a:pt x="98" y="108"/>
                  </a:lnTo>
                  <a:lnTo>
                    <a:pt x="98" y="110"/>
                  </a:lnTo>
                  <a:lnTo>
                    <a:pt x="95" y="108"/>
                  </a:lnTo>
                  <a:lnTo>
                    <a:pt x="95" y="108"/>
                  </a:lnTo>
                  <a:lnTo>
                    <a:pt x="87" y="108"/>
                  </a:lnTo>
                  <a:lnTo>
                    <a:pt x="82" y="108"/>
                  </a:lnTo>
                  <a:lnTo>
                    <a:pt x="82" y="108"/>
                  </a:lnTo>
                  <a:lnTo>
                    <a:pt x="78" y="106"/>
                  </a:lnTo>
                  <a:lnTo>
                    <a:pt x="76" y="106"/>
                  </a:lnTo>
                  <a:lnTo>
                    <a:pt x="75" y="108"/>
                  </a:lnTo>
                  <a:lnTo>
                    <a:pt x="75" y="108"/>
                  </a:lnTo>
                  <a:lnTo>
                    <a:pt x="73" y="108"/>
                  </a:lnTo>
                  <a:lnTo>
                    <a:pt x="71" y="108"/>
                  </a:lnTo>
                  <a:lnTo>
                    <a:pt x="67" y="106"/>
                  </a:lnTo>
                  <a:lnTo>
                    <a:pt x="67" y="106"/>
                  </a:lnTo>
                  <a:lnTo>
                    <a:pt x="65" y="108"/>
                  </a:lnTo>
                  <a:lnTo>
                    <a:pt x="65" y="111"/>
                  </a:lnTo>
                  <a:lnTo>
                    <a:pt x="64" y="106"/>
                  </a:lnTo>
                  <a:lnTo>
                    <a:pt x="64" y="106"/>
                  </a:lnTo>
                  <a:lnTo>
                    <a:pt x="58" y="106"/>
                  </a:lnTo>
                  <a:lnTo>
                    <a:pt x="58" y="106"/>
                  </a:lnTo>
                  <a:lnTo>
                    <a:pt x="51" y="108"/>
                  </a:lnTo>
                  <a:lnTo>
                    <a:pt x="44" y="106"/>
                  </a:lnTo>
                  <a:lnTo>
                    <a:pt x="44" y="106"/>
                  </a:lnTo>
                  <a:lnTo>
                    <a:pt x="27" y="104"/>
                  </a:lnTo>
                  <a:lnTo>
                    <a:pt x="27" y="104"/>
                  </a:lnTo>
                  <a:lnTo>
                    <a:pt x="20" y="104"/>
                  </a:lnTo>
                  <a:lnTo>
                    <a:pt x="14" y="104"/>
                  </a:lnTo>
                  <a:lnTo>
                    <a:pt x="14" y="104"/>
                  </a:lnTo>
                  <a:lnTo>
                    <a:pt x="13" y="108"/>
                  </a:lnTo>
                  <a:lnTo>
                    <a:pt x="11" y="110"/>
                  </a:lnTo>
                  <a:lnTo>
                    <a:pt x="9" y="108"/>
                  </a:lnTo>
                  <a:lnTo>
                    <a:pt x="9" y="108"/>
                  </a:lnTo>
                  <a:lnTo>
                    <a:pt x="5" y="104"/>
                  </a:lnTo>
                  <a:lnTo>
                    <a:pt x="4" y="104"/>
                  </a:lnTo>
                  <a:lnTo>
                    <a:pt x="0" y="106"/>
                  </a:lnTo>
                  <a:lnTo>
                    <a:pt x="0" y="106"/>
                  </a:lnTo>
                  <a:lnTo>
                    <a:pt x="0" y="93"/>
                  </a:lnTo>
                  <a:lnTo>
                    <a:pt x="0" y="93"/>
                  </a:lnTo>
                  <a:lnTo>
                    <a:pt x="2" y="90"/>
                  </a:lnTo>
                  <a:lnTo>
                    <a:pt x="4" y="86"/>
                  </a:lnTo>
                  <a:lnTo>
                    <a:pt x="5" y="82"/>
                  </a:lnTo>
                  <a:lnTo>
                    <a:pt x="4" y="79"/>
                  </a:lnTo>
                  <a:lnTo>
                    <a:pt x="4" y="79"/>
                  </a:lnTo>
                  <a:lnTo>
                    <a:pt x="2" y="75"/>
                  </a:lnTo>
                  <a:lnTo>
                    <a:pt x="0" y="71"/>
                  </a:lnTo>
                  <a:lnTo>
                    <a:pt x="0" y="66"/>
                  </a:lnTo>
                  <a:lnTo>
                    <a:pt x="7" y="62"/>
                  </a:lnTo>
                  <a:lnTo>
                    <a:pt x="7" y="62"/>
                  </a:lnTo>
                  <a:lnTo>
                    <a:pt x="14" y="62"/>
                  </a:lnTo>
                  <a:lnTo>
                    <a:pt x="14" y="62"/>
                  </a:lnTo>
                  <a:lnTo>
                    <a:pt x="16" y="62"/>
                  </a:lnTo>
                  <a:lnTo>
                    <a:pt x="18" y="60"/>
                  </a:lnTo>
                  <a:lnTo>
                    <a:pt x="18" y="57"/>
                  </a:lnTo>
                  <a:lnTo>
                    <a:pt x="25" y="57"/>
                  </a:lnTo>
                  <a:lnTo>
                    <a:pt x="25" y="57"/>
                  </a:lnTo>
                  <a:lnTo>
                    <a:pt x="25" y="48"/>
                  </a:lnTo>
                  <a:lnTo>
                    <a:pt x="25" y="48"/>
                  </a:lnTo>
                  <a:lnTo>
                    <a:pt x="25" y="42"/>
                  </a:lnTo>
                  <a:lnTo>
                    <a:pt x="25" y="39"/>
                  </a:lnTo>
                  <a:lnTo>
                    <a:pt x="31" y="33"/>
                  </a:lnTo>
                  <a:lnTo>
                    <a:pt x="31" y="33"/>
                  </a:lnTo>
                  <a:lnTo>
                    <a:pt x="33" y="30"/>
                  </a:lnTo>
                  <a:lnTo>
                    <a:pt x="33" y="26"/>
                  </a:lnTo>
                  <a:lnTo>
                    <a:pt x="33" y="24"/>
                  </a:lnTo>
                  <a:lnTo>
                    <a:pt x="33" y="2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66" name="Freeform 450">
              <a:extLst>
                <a:ext uri="{FF2B5EF4-FFF2-40B4-BE49-F238E27FC236}">
                  <a16:creationId xmlns:a16="http://schemas.microsoft.com/office/drawing/2014/main" id="{9AC87F86-B8C3-4FB0-B736-52B94D4A957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7267" y="3512050"/>
              <a:ext cx="28178" cy="72668"/>
            </a:xfrm>
            <a:custGeom>
              <a:avLst/>
              <a:gdLst>
                <a:gd name="T0" fmla="*/ 13 w 19"/>
                <a:gd name="T1" fmla="*/ 0 h 49"/>
                <a:gd name="T2" fmla="*/ 13 w 19"/>
                <a:gd name="T3" fmla="*/ 0 h 49"/>
                <a:gd name="T4" fmla="*/ 11 w 19"/>
                <a:gd name="T5" fmla="*/ 0 h 49"/>
                <a:gd name="T6" fmla="*/ 8 w 19"/>
                <a:gd name="T7" fmla="*/ 0 h 49"/>
                <a:gd name="T8" fmla="*/ 6 w 19"/>
                <a:gd name="T9" fmla="*/ 1 h 49"/>
                <a:gd name="T10" fmla="*/ 0 w 19"/>
                <a:gd name="T11" fmla="*/ 5 h 49"/>
                <a:gd name="T12" fmla="*/ 0 w 19"/>
                <a:gd name="T13" fmla="*/ 49 h 49"/>
                <a:gd name="T14" fmla="*/ 10 w 19"/>
                <a:gd name="T15" fmla="*/ 49 h 49"/>
                <a:gd name="T16" fmla="*/ 10 w 19"/>
                <a:gd name="T17" fmla="*/ 49 h 49"/>
                <a:gd name="T18" fmla="*/ 17 w 19"/>
                <a:gd name="T19" fmla="*/ 25 h 49"/>
                <a:gd name="T20" fmla="*/ 19 w 19"/>
                <a:gd name="T21" fmla="*/ 14 h 49"/>
                <a:gd name="T22" fmla="*/ 19 w 19"/>
                <a:gd name="T23" fmla="*/ 5 h 49"/>
                <a:gd name="T24" fmla="*/ 19 w 19"/>
                <a:gd name="T25" fmla="*/ 5 h 49"/>
                <a:gd name="T26" fmla="*/ 15 w 19"/>
                <a:gd name="T27" fmla="*/ 0 h 49"/>
                <a:gd name="T28" fmla="*/ 13 w 19"/>
                <a:gd name="T29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9" h="49">
                  <a:moveTo>
                    <a:pt x="13" y="0"/>
                  </a:moveTo>
                  <a:lnTo>
                    <a:pt x="13" y="0"/>
                  </a:lnTo>
                  <a:lnTo>
                    <a:pt x="11" y="0"/>
                  </a:lnTo>
                  <a:lnTo>
                    <a:pt x="8" y="0"/>
                  </a:lnTo>
                  <a:lnTo>
                    <a:pt x="6" y="1"/>
                  </a:lnTo>
                  <a:lnTo>
                    <a:pt x="0" y="5"/>
                  </a:lnTo>
                  <a:lnTo>
                    <a:pt x="0" y="49"/>
                  </a:lnTo>
                  <a:lnTo>
                    <a:pt x="10" y="49"/>
                  </a:lnTo>
                  <a:lnTo>
                    <a:pt x="10" y="49"/>
                  </a:lnTo>
                  <a:lnTo>
                    <a:pt x="17" y="25"/>
                  </a:lnTo>
                  <a:lnTo>
                    <a:pt x="19" y="14"/>
                  </a:lnTo>
                  <a:lnTo>
                    <a:pt x="19" y="5"/>
                  </a:lnTo>
                  <a:lnTo>
                    <a:pt x="19" y="5"/>
                  </a:lnTo>
                  <a:lnTo>
                    <a:pt x="1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67" name="Freeform 451">
              <a:extLst>
                <a:ext uri="{FF2B5EF4-FFF2-40B4-BE49-F238E27FC236}">
                  <a16:creationId xmlns:a16="http://schemas.microsoft.com/office/drawing/2014/main" id="{393AA2A2-5225-4C84-84CF-C9F3D68DEBDA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074" y="2451701"/>
              <a:ext cx="91946" cy="60804"/>
            </a:xfrm>
            <a:custGeom>
              <a:avLst/>
              <a:gdLst>
                <a:gd name="T0" fmla="*/ 3 w 62"/>
                <a:gd name="T1" fmla="*/ 8 h 41"/>
                <a:gd name="T2" fmla="*/ 5 w 62"/>
                <a:gd name="T3" fmla="*/ 8 h 41"/>
                <a:gd name="T4" fmla="*/ 7 w 62"/>
                <a:gd name="T5" fmla="*/ 10 h 41"/>
                <a:gd name="T6" fmla="*/ 9 w 62"/>
                <a:gd name="T7" fmla="*/ 17 h 41"/>
                <a:gd name="T8" fmla="*/ 11 w 62"/>
                <a:gd name="T9" fmla="*/ 17 h 41"/>
                <a:gd name="T10" fmla="*/ 16 w 62"/>
                <a:gd name="T11" fmla="*/ 22 h 41"/>
                <a:gd name="T12" fmla="*/ 22 w 62"/>
                <a:gd name="T13" fmla="*/ 24 h 41"/>
                <a:gd name="T14" fmla="*/ 23 w 62"/>
                <a:gd name="T15" fmla="*/ 22 h 41"/>
                <a:gd name="T16" fmla="*/ 27 w 62"/>
                <a:gd name="T17" fmla="*/ 30 h 41"/>
                <a:gd name="T18" fmla="*/ 31 w 62"/>
                <a:gd name="T19" fmla="*/ 33 h 41"/>
                <a:gd name="T20" fmla="*/ 34 w 62"/>
                <a:gd name="T21" fmla="*/ 33 h 41"/>
                <a:gd name="T22" fmla="*/ 40 w 62"/>
                <a:gd name="T23" fmla="*/ 33 h 41"/>
                <a:gd name="T24" fmla="*/ 42 w 62"/>
                <a:gd name="T25" fmla="*/ 33 h 41"/>
                <a:gd name="T26" fmla="*/ 42 w 62"/>
                <a:gd name="T27" fmla="*/ 39 h 41"/>
                <a:gd name="T28" fmla="*/ 45 w 62"/>
                <a:gd name="T29" fmla="*/ 41 h 41"/>
                <a:gd name="T30" fmla="*/ 49 w 62"/>
                <a:gd name="T31" fmla="*/ 41 h 41"/>
                <a:gd name="T32" fmla="*/ 56 w 62"/>
                <a:gd name="T33" fmla="*/ 39 h 41"/>
                <a:gd name="T34" fmla="*/ 58 w 62"/>
                <a:gd name="T35" fmla="*/ 37 h 41"/>
                <a:gd name="T36" fmla="*/ 58 w 62"/>
                <a:gd name="T37" fmla="*/ 31 h 41"/>
                <a:gd name="T38" fmla="*/ 62 w 62"/>
                <a:gd name="T39" fmla="*/ 30 h 41"/>
                <a:gd name="T40" fmla="*/ 62 w 62"/>
                <a:gd name="T41" fmla="*/ 22 h 41"/>
                <a:gd name="T42" fmla="*/ 60 w 62"/>
                <a:gd name="T43" fmla="*/ 19 h 41"/>
                <a:gd name="T44" fmla="*/ 60 w 62"/>
                <a:gd name="T45" fmla="*/ 15 h 41"/>
                <a:gd name="T46" fmla="*/ 62 w 62"/>
                <a:gd name="T47" fmla="*/ 13 h 41"/>
                <a:gd name="T48" fmla="*/ 56 w 62"/>
                <a:gd name="T49" fmla="*/ 11 h 41"/>
                <a:gd name="T50" fmla="*/ 54 w 62"/>
                <a:gd name="T51" fmla="*/ 10 h 41"/>
                <a:gd name="T52" fmla="*/ 49 w 62"/>
                <a:gd name="T53" fmla="*/ 8 h 41"/>
                <a:gd name="T54" fmla="*/ 47 w 62"/>
                <a:gd name="T55" fmla="*/ 6 h 41"/>
                <a:gd name="T56" fmla="*/ 45 w 62"/>
                <a:gd name="T57" fmla="*/ 4 h 41"/>
                <a:gd name="T58" fmla="*/ 40 w 62"/>
                <a:gd name="T59" fmla="*/ 4 h 41"/>
                <a:gd name="T60" fmla="*/ 34 w 62"/>
                <a:gd name="T61" fmla="*/ 8 h 41"/>
                <a:gd name="T62" fmla="*/ 31 w 62"/>
                <a:gd name="T63" fmla="*/ 8 h 41"/>
                <a:gd name="T64" fmla="*/ 22 w 62"/>
                <a:gd name="T65" fmla="*/ 2 h 41"/>
                <a:gd name="T66" fmla="*/ 22 w 62"/>
                <a:gd name="T67" fmla="*/ 0 h 41"/>
                <a:gd name="T68" fmla="*/ 0 w 62"/>
                <a:gd name="T69" fmla="*/ 4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62" h="41">
                  <a:moveTo>
                    <a:pt x="0" y="4"/>
                  </a:moveTo>
                  <a:lnTo>
                    <a:pt x="3" y="8"/>
                  </a:lnTo>
                  <a:lnTo>
                    <a:pt x="3" y="8"/>
                  </a:lnTo>
                  <a:lnTo>
                    <a:pt x="5" y="8"/>
                  </a:lnTo>
                  <a:lnTo>
                    <a:pt x="7" y="8"/>
                  </a:lnTo>
                  <a:lnTo>
                    <a:pt x="7" y="10"/>
                  </a:lnTo>
                  <a:lnTo>
                    <a:pt x="7" y="10"/>
                  </a:lnTo>
                  <a:lnTo>
                    <a:pt x="9" y="17"/>
                  </a:lnTo>
                  <a:lnTo>
                    <a:pt x="9" y="17"/>
                  </a:lnTo>
                  <a:lnTo>
                    <a:pt x="11" y="17"/>
                  </a:lnTo>
                  <a:lnTo>
                    <a:pt x="16" y="22"/>
                  </a:lnTo>
                  <a:lnTo>
                    <a:pt x="16" y="22"/>
                  </a:lnTo>
                  <a:lnTo>
                    <a:pt x="20" y="24"/>
                  </a:lnTo>
                  <a:lnTo>
                    <a:pt x="22" y="24"/>
                  </a:lnTo>
                  <a:lnTo>
                    <a:pt x="23" y="22"/>
                  </a:lnTo>
                  <a:lnTo>
                    <a:pt x="23" y="22"/>
                  </a:lnTo>
                  <a:lnTo>
                    <a:pt x="23" y="24"/>
                  </a:lnTo>
                  <a:lnTo>
                    <a:pt x="27" y="30"/>
                  </a:lnTo>
                  <a:lnTo>
                    <a:pt x="27" y="30"/>
                  </a:lnTo>
                  <a:lnTo>
                    <a:pt x="31" y="33"/>
                  </a:lnTo>
                  <a:lnTo>
                    <a:pt x="34" y="33"/>
                  </a:lnTo>
                  <a:lnTo>
                    <a:pt x="34" y="33"/>
                  </a:lnTo>
                  <a:lnTo>
                    <a:pt x="38" y="33"/>
                  </a:lnTo>
                  <a:lnTo>
                    <a:pt x="40" y="33"/>
                  </a:lnTo>
                  <a:lnTo>
                    <a:pt x="42" y="31"/>
                  </a:lnTo>
                  <a:lnTo>
                    <a:pt x="42" y="33"/>
                  </a:lnTo>
                  <a:lnTo>
                    <a:pt x="42" y="33"/>
                  </a:lnTo>
                  <a:lnTo>
                    <a:pt x="42" y="39"/>
                  </a:lnTo>
                  <a:lnTo>
                    <a:pt x="43" y="41"/>
                  </a:lnTo>
                  <a:lnTo>
                    <a:pt x="45" y="41"/>
                  </a:lnTo>
                  <a:lnTo>
                    <a:pt x="45" y="41"/>
                  </a:lnTo>
                  <a:lnTo>
                    <a:pt x="49" y="41"/>
                  </a:lnTo>
                  <a:lnTo>
                    <a:pt x="56" y="39"/>
                  </a:lnTo>
                  <a:lnTo>
                    <a:pt x="56" y="39"/>
                  </a:lnTo>
                  <a:lnTo>
                    <a:pt x="58" y="37"/>
                  </a:lnTo>
                  <a:lnTo>
                    <a:pt x="58" y="37"/>
                  </a:lnTo>
                  <a:lnTo>
                    <a:pt x="58" y="31"/>
                  </a:lnTo>
                  <a:lnTo>
                    <a:pt x="58" y="31"/>
                  </a:lnTo>
                  <a:lnTo>
                    <a:pt x="62" y="30"/>
                  </a:lnTo>
                  <a:lnTo>
                    <a:pt x="62" y="30"/>
                  </a:lnTo>
                  <a:lnTo>
                    <a:pt x="62" y="26"/>
                  </a:lnTo>
                  <a:lnTo>
                    <a:pt x="62" y="22"/>
                  </a:lnTo>
                  <a:lnTo>
                    <a:pt x="60" y="19"/>
                  </a:lnTo>
                  <a:lnTo>
                    <a:pt x="60" y="19"/>
                  </a:lnTo>
                  <a:lnTo>
                    <a:pt x="58" y="17"/>
                  </a:lnTo>
                  <a:lnTo>
                    <a:pt x="60" y="15"/>
                  </a:lnTo>
                  <a:lnTo>
                    <a:pt x="62" y="13"/>
                  </a:lnTo>
                  <a:lnTo>
                    <a:pt x="62" y="13"/>
                  </a:lnTo>
                  <a:lnTo>
                    <a:pt x="62" y="13"/>
                  </a:lnTo>
                  <a:lnTo>
                    <a:pt x="56" y="11"/>
                  </a:lnTo>
                  <a:lnTo>
                    <a:pt x="54" y="10"/>
                  </a:lnTo>
                  <a:lnTo>
                    <a:pt x="54" y="10"/>
                  </a:lnTo>
                  <a:lnTo>
                    <a:pt x="51" y="10"/>
                  </a:lnTo>
                  <a:lnTo>
                    <a:pt x="49" y="8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47" y="4"/>
                  </a:lnTo>
                  <a:lnTo>
                    <a:pt x="45" y="4"/>
                  </a:lnTo>
                  <a:lnTo>
                    <a:pt x="40" y="4"/>
                  </a:lnTo>
                  <a:lnTo>
                    <a:pt x="40" y="4"/>
                  </a:lnTo>
                  <a:lnTo>
                    <a:pt x="36" y="6"/>
                  </a:lnTo>
                  <a:lnTo>
                    <a:pt x="34" y="8"/>
                  </a:lnTo>
                  <a:lnTo>
                    <a:pt x="31" y="8"/>
                  </a:lnTo>
                  <a:lnTo>
                    <a:pt x="31" y="8"/>
                  </a:lnTo>
                  <a:lnTo>
                    <a:pt x="25" y="6"/>
                  </a:lnTo>
                  <a:lnTo>
                    <a:pt x="22" y="2"/>
                  </a:lnTo>
                  <a:lnTo>
                    <a:pt x="22" y="0"/>
                  </a:lnTo>
                  <a:lnTo>
                    <a:pt x="22" y="0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68" name="Freeform 452">
              <a:extLst>
                <a:ext uri="{FF2B5EF4-FFF2-40B4-BE49-F238E27FC236}">
                  <a16:creationId xmlns:a16="http://schemas.microsoft.com/office/drawing/2014/main" id="{02DD8618-48B2-4E7D-BDB4-EDCAF7125674}"/>
                </a:ext>
              </a:extLst>
            </p:cNvPr>
            <p:cNvSpPr>
              <a:spLocks/>
            </p:cNvSpPr>
            <p:nvPr/>
          </p:nvSpPr>
          <p:spPr bwMode="auto">
            <a:xfrm>
              <a:off x="7621545" y="3282184"/>
              <a:ext cx="133470" cy="177961"/>
            </a:xfrm>
            <a:custGeom>
              <a:avLst/>
              <a:gdLst>
                <a:gd name="T0" fmla="*/ 81 w 90"/>
                <a:gd name="T1" fmla="*/ 116 h 120"/>
                <a:gd name="T2" fmla="*/ 90 w 90"/>
                <a:gd name="T3" fmla="*/ 114 h 120"/>
                <a:gd name="T4" fmla="*/ 88 w 90"/>
                <a:gd name="T5" fmla="*/ 107 h 120"/>
                <a:gd name="T6" fmla="*/ 84 w 90"/>
                <a:gd name="T7" fmla="*/ 94 h 120"/>
                <a:gd name="T8" fmla="*/ 82 w 90"/>
                <a:gd name="T9" fmla="*/ 78 h 120"/>
                <a:gd name="T10" fmla="*/ 75 w 90"/>
                <a:gd name="T11" fmla="*/ 74 h 120"/>
                <a:gd name="T12" fmla="*/ 66 w 90"/>
                <a:gd name="T13" fmla="*/ 69 h 120"/>
                <a:gd name="T14" fmla="*/ 72 w 90"/>
                <a:gd name="T15" fmla="*/ 49 h 120"/>
                <a:gd name="T16" fmla="*/ 73 w 90"/>
                <a:gd name="T17" fmla="*/ 45 h 120"/>
                <a:gd name="T18" fmla="*/ 77 w 90"/>
                <a:gd name="T19" fmla="*/ 42 h 120"/>
                <a:gd name="T20" fmla="*/ 82 w 90"/>
                <a:gd name="T21" fmla="*/ 27 h 120"/>
                <a:gd name="T22" fmla="*/ 62 w 90"/>
                <a:gd name="T23" fmla="*/ 31 h 120"/>
                <a:gd name="T24" fmla="*/ 42 w 90"/>
                <a:gd name="T25" fmla="*/ 31 h 120"/>
                <a:gd name="T26" fmla="*/ 37 w 90"/>
                <a:gd name="T27" fmla="*/ 18 h 120"/>
                <a:gd name="T28" fmla="*/ 31 w 90"/>
                <a:gd name="T29" fmla="*/ 5 h 120"/>
                <a:gd name="T30" fmla="*/ 15 w 90"/>
                <a:gd name="T31" fmla="*/ 0 h 120"/>
                <a:gd name="T32" fmla="*/ 17 w 90"/>
                <a:gd name="T33" fmla="*/ 14 h 120"/>
                <a:gd name="T34" fmla="*/ 8 w 90"/>
                <a:gd name="T35" fmla="*/ 25 h 120"/>
                <a:gd name="T36" fmla="*/ 2 w 90"/>
                <a:gd name="T37" fmla="*/ 40 h 120"/>
                <a:gd name="T38" fmla="*/ 15 w 90"/>
                <a:gd name="T39" fmla="*/ 49 h 120"/>
                <a:gd name="T40" fmla="*/ 15 w 90"/>
                <a:gd name="T41" fmla="*/ 67 h 120"/>
                <a:gd name="T42" fmla="*/ 21 w 90"/>
                <a:gd name="T43" fmla="*/ 84 h 120"/>
                <a:gd name="T44" fmla="*/ 19 w 90"/>
                <a:gd name="T45" fmla="*/ 104 h 120"/>
                <a:gd name="T46" fmla="*/ 41 w 90"/>
                <a:gd name="T47" fmla="*/ 91 h 120"/>
                <a:gd name="T48" fmla="*/ 39 w 90"/>
                <a:gd name="T49" fmla="*/ 93 h 120"/>
                <a:gd name="T50" fmla="*/ 46 w 90"/>
                <a:gd name="T51" fmla="*/ 94 h 120"/>
                <a:gd name="T52" fmla="*/ 50 w 90"/>
                <a:gd name="T53" fmla="*/ 69 h 120"/>
                <a:gd name="T54" fmla="*/ 59 w 90"/>
                <a:gd name="T55" fmla="*/ 74 h 120"/>
                <a:gd name="T56" fmla="*/ 68 w 90"/>
                <a:gd name="T57" fmla="*/ 84 h 120"/>
                <a:gd name="T58" fmla="*/ 70 w 90"/>
                <a:gd name="T59" fmla="*/ 100 h 120"/>
                <a:gd name="T60" fmla="*/ 75 w 90"/>
                <a:gd name="T61" fmla="*/ 116 h 120"/>
                <a:gd name="T62" fmla="*/ 77 w 90"/>
                <a:gd name="T63" fmla="*/ 118 h 120"/>
                <a:gd name="T64" fmla="*/ 81 w 90"/>
                <a:gd name="T65" fmla="*/ 12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90" h="120">
                  <a:moveTo>
                    <a:pt x="81" y="120"/>
                  </a:moveTo>
                  <a:lnTo>
                    <a:pt x="81" y="116"/>
                  </a:lnTo>
                  <a:lnTo>
                    <a:pt x="82" y="111"/>
                  </a:lnTo>
                  <a:lnTo>
                    <a:pt x="90" y="114"/>
                  </a:lnTo>
                  <a:lnTo>
                    <a:pt x="90" y="114"/>
                  </a:lnTo>
                  <a:lnTo>
                    <a:pt x="88" y="107"/>
                  </a:lnTo>
                  <a:lnTo>
                    <a:pt x="86" y="102"/>
                  </a:lnTo>
                  <a:lnTo>
                    <a:pt x="84" y="94"/>
                  </a:lnTo>
                  <a:lnTo>
                    <a:pt x="82" y="87"/>
                  </a:lnTo>
                  <a:lnTo>
                    <a:pt x="82" y="78"/>
                  </a:lnTo>
                  <a:lnTo>
                    <a:pt x="77" y="67"/>
                  </a:lnTo>
                  <a:lnTo>
                    <a:pt x="75" y="74"/>
                  </a:lnTo>
                  <a:lnTo>
                    <a:pt x="66" y="74"/>
                  </a:lnTo>
                  <a:lnTo>
                    <a:pt x="66" y="69"/>
                  </a:lnTo>
                  <a:lnTo>
                    <a:pt x="68" y="56"/>
                  </a:lnTo>
                  <a:lnTo>
                    <a:pt x="72" y="49"/>
                  </a:lnTo>
                  <a:lnTo>
                    <a:pt x="72" y="49"/>
                  </a:lnTo>
                  <a:lnTo>
                    <a:pt x="73" y="45"/>
                  </a:lnTo>
                  <a:lnTo>
                    <a:pt x="73" y="43"/>
                  </a:lnTo>
                  <a:lnTo>
                    <a:pt x="77" y="42"/>
                  </a:lnTo>
                  <a:lnTo>
                    <a:pt x="73" y="34"/>
                  </a:lnTo>
                  <a:lnTo>
                    <a:pt x="82" y="27"/>
                  </a:lnTo>
                  <a:lnTo>
                    <a:pt x="72" y="27"/>
                  </a:lnTo>
                  <a:lnTo>
                    <a:pt x="62" y="31"/>
                  </a:lnTo>
                  <a:lnTo>
                    <a:pt x="53" y="31"/>
                  </a:lnTo>
                  <a:lnTo>
                    <a:pt x="42" y="31"/>
                  </a:lnTo>
                  <a:lnTo>
                    <a:pt x="37" y="31"/>
                  </a:lnTo>
                  <a:lnTo>
                    <a:pt x="37" y="18"/>
                  </a:lnTo>
                  <a:lnTo>
                    <a:pt x="39" y="7"/>
                  </a:lnTo>
                  <a:lnTo>
                    <a:pt x="31" y="5"/>
                  </a:lnTo>
                  <a:lnTo>
                    <a:pt x="24" y="7"/>
                  </a:lnTo>
                  <a:lnTo>
                    <a:pt x="15" y="0"/>
                  </a:lnTo>
                  <a:lnTo>
                    <a:pt x="11" y="5"/>
                  </a:lnTo>
                  <a:lnTo>
                    <a:pt x="17" y="14"/>
                  </a:lnTo>
                  <a:lnTo>
                    <a:pt x="15" y="22"/>
                  </a:lnTo>
                  <a:lnTo>
                    <a:pt x="8" y="25"/>
                  </a:lnTo>
                  <a:lnTo>
                    <a:pt x="0" y="29"/>
                  </a:lnTo>
                  <a:lnTo>
                    <a:pt x="2" y="40"/>
                  </a:lnTo>
                  <a:lnTo>
                    <a:pt x="4" y="45"/>
                  </a:lnTo>
                  <a:lnTo>
                    <a:pt x="15" y="49"/>
                  </a:lnTo>
                  <a:lnTo>
                    <a:pt x="17" y="54"/>
                  </a:lnTo>
                  <a:lnTo>
                    <a:pt x="15" y="67"/>
                  </a:lnTo>
                  <a:lnTo>
                    <a:pt x="21" y="73"/>
                  </a:lnTo>
                  <a:lnTo>
                    <a:pt x="21" y="84"/>
                  </a:lnTo>
                  <a:lnTo>
                    <a:pt x="17" y="91"/>
                  </a:lnTo>
                  <a:lnTo>
                    <a:pt x="19" y="104"/>
                  </a:lnTo>
                  <a:lnTo>
                    <a:pt x="19" y="104"/>
                  </a:lnTo>
                  <a:lnTo>
                    <a:pt x="41" y="91"/>
                  </a:lnTo>
                  <a:lnTo>
                    <a:pt x="41" y="91"/>
                  </a:lnTo>
                  <a:lnTo>
                    <a:pt x="39" y="93"/>
                  </a:lnTo>
                  <a:lnTo>
                    <a:pt x="41" y="94"/>
                  </a:lnTo>
                  <a:lnTo>
                    <a:pt x="46" y="94"/>
                  </a:lnTo>
                  <a:lnTo>
                    <a:pt x="46" y="94"/>
                  </a:lnTo>
                  <a:lnTo>
                    <a:pt x="50" y="69"/>
                  </a:lnTo>
                  <a:lnTo>
                    <a:pt x="50" y="69"/>
                  </a:lnTo>
                  <a:lnTo>
                    <a:pt x="59" y="74"/>
                  </a:lnTo>
                  <a:lnTo>
                    <a:pt x="64" y="80"/>
                  </a:lnTo>
                  <a:lnTo>
                    <a:pt x="68" y="84"/>
                  </a:lnTo>
                  <a:lnTo>
                    <a:pt x="68" y="89"/>
                  </a:lnTo>
                  <a:lnTo>
                    <a:pt x="70" y="100"/>
                  </a:lnTo>
                  <a:lnTo>
                    <a:pt x="72" y="107"/>
                  </a:lnTo>
                  <a:lnTo>
                    <a:pt x="75" y="116"/>
                  </a:lnTo>
                  <a:lnTo>
                    <a:pt x="75" y="116"/>
                  </a:lnTo>
                  <a:lnTo>
                    <a:pt x="77" y="118"/>
                  </a:lnTo>
                  <a:lnTo>
                    <a:pt x="81" y="120"/>
                  </a:lnTo>
                  <a:lnTo>
                    <a:pt x="81" y="12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69" name="Freeform 453">
              <a:extLst>
                <a:ext uri="{FF2B5EF4-FFF2-40B4-BE49-F238E27FC236}">
                  <a16:creationId xmlns:a16="http://schemas.microsoft.com/office/drawing/2014/main" id="{0F382FE6-84BA-4169-BE02-5C1714CE057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5310" y="3311844"/>
              <a:ext cx="13348" cy="16314"/>
            </a:xfrm>
            <a:custGeom>
              <a:avLst/>
              <a:gdLst>
                <a:gd name="T0" fmla="*/ 0 w 9"/>
                <a:gd name="T1" fmla="*/ 0 h 11"/>
                <a:gd name="T2" fmla="*/ 0 w 9"/>
                <a:gd name="T3" fmla="*/ 0 h 11"/>
                <a:gd name="T4" fmla="*/ 0 w 9"/>
                <a:gd name="T5" fmla="*/ 11 h 11"/>
                <a:gd name="T6" fmla="*/ 0 w 9"/>
                <a:gd name="T7" fmla="*/ 11 h 11"/>
                <a:gd name="T8" fmla="*/ 7 w 9"/>
                <a:gd name="T9" fmla="*/ 9 h 11"/>
                <a:gd name="T10" fmla="*/ 9 w 9"/>
                <a:gd name="T11" fmla="*/ 7 h 11"/>
                <a:gd name="T12" fmla="*/ 9 w 9"/>
                <a:gd name="T13" fmla="*/ 7 h 11"/>
                <a:gd name="T14" fmla="*/ 0 w 9"/>
                <a:gd name="T15" fmla="*/ 0 h 11"/>
                <a:gd name="T16" fmla="*/ 0 w 9"/>
                <a:gd name="T17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" h="11">
                  <a:moveTo>
                    <a:pt x="0" y="0"/>
                  </a:moveTo>
                  <a:lnTo>
                    <a:pt x="0" y="0"/>
                  </a:lnTo>
                  <a:lnTo>
                    <a:pt x="0" y="11"/>
                  </a:lnTo>
                  <a:lnTo>
                    <a:pt x="0" y="11"/>
                  </a:lnTo>
                  <a:lnTo>
                    <a:pt x="7" y="9"/>
                  </a:lnTo>
                  <a:lnTo>
                    <a:pt x="9" y="7"/>
                  </a:lnTo>
                  <a:lnTo>
                    <a:pt x="9" y="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70" name="Freeform 454">
              <a:extLst>
                <a:ext uri="{FF2B5EF4-FFF2-40B4-BE49-F238E27FC236}">
                  <a16:creationId xmlns:a16="http://schemas.microsoft.com/office/drawing/2014/main" id="{1D332F57-3B53-4EE9-B653-030DFF4D000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24966" y="2776480"/>
              <a:ext cx="121606" cy="111226"/>
            </a:xfrm>
            <a:custGeom>
              <a:avLst/>
              <a:gdLst>
                <a:gd name="T0" fmla="*/ 0 w 82"/>
                <a:gd name="T1" fmla="*/ 53 h 75"/>
                <a:gd name="T2" fmla="*/ 7 w 82"/>
                <a:gd name="T3" fmla="*/ 62 h 75"/>
                <a:gd name="T4" fmla="*/ 13 w 82"/>
                <a:gd name="T5" fmla="*/ 67 h 75"/>
                <a:gd name="T6" fmla="*/ 22 w 82"/>
                <a:gd name="T7" fmla="*/ 67 h 75"/>
                <a:gd name="T8" fmla="*/ 20 w 82"/>
                <a:gd name="T9" fmla="*/ 62 h 75"/>
                <a:gd name="T10" fmla="*/ 11 w 82"/>
                <a:gd name="T11" fmla="*/ 53 h 75"/>
                <a:gd name="T12" fmla="*/ 6 w 82"/>
                <a:gd name="T13" fmla="*/ 51 h 75"/>
                <a:gd name="T14" fmla="*/ 0 w 82"/>
                <a:gd name="T15" fmla="*/ 51 h 75"/>
                <a:gd name="T16" fmla="*/ 57 w 82"/>
                <a:gd name="T17" fmla="*/ 71 h 75"/>
                <a:gd name="T18" fmla="*/ 62 w 82"/>
                <a:gd name="T19" fmla="*/ 66 h 75"/>
                <a:gd name="T20" fmla="*/ 82 w 82"/>
                <a:gd name="T21" fmla="*/ 31 h 75"/>
                <a:gd name="T22" fmla="*/ 69 w 82"/>
                <a:gd name="T23" fmla="*/ 27 h 75"/>
                <a:gd name="T24" fmla="*/ 62 w 82"/>
                <a:gd name="T25" fmla="*/ 11 h 75"/>
                <a:gd name="T26" fmla="*/ 57 w 82"/>
                <a:gd name="T27" fmla="*/ 15 h 75"/>
                <a:gd name="T28" fmla="*/ 51 w 82"/>
                <a:gd name="T29" fmla="*/ 20 h 75"/>
                <a:gd name="T30" fmla="*/ 46 w 82"/>
                <a:gd name="T31" fmla="*/ 15 h 75"/>
                <a:gd name="T32" fmla="*/ 38 w 82"/>
                <a:gd name="T33" fmla="*/ 7 h 75"/>
                <a:gd name="T34" fmla="*/ 31 w 82"/>
                <a:gd name="T35" fmla="*/ 0 h 75"/>
                <a:gd name="T36" fmla="*/ 27 w 82"/>
                <a:gd name="T37" fmla="*/ 6 h 75"/>
                <a:gd name="T38" fmla="*/ 31 w 82"/>
                <a:gd name="T39" fmla="*/ 13 h 75"/>
                <a:gd name="T40" fmla="*/ 27 w 82"/>
                <a:gd name="T41" fmla="*/ 15 h 75"/>
                <a:gd name="T42" fmla="*/ 22 w 82"/>
                <a:gd name="T43" fmla="*/ 11 h 75"/>
                <a:gd name="T44" fmla="*/ 15 w 82"/>
                <a:gd name="T45" fmla="*/ 6 h 75"/>
                <a:gd name="T46" fmla="*/ 7 w 82"/>
                <a:gd name="T47" fmla="*/ 7 h 75"/>
                <a:gd name="T48" fmla="*/ 2 w 82"/>
                <a:gd name="T49" fmla="*/ 13 h 75"/>
                <a:gd name="T50" fmla="*/ 6 w 82"/>
                <a:gd name="T51" fmla="*/ 20 h 75"/>
                <a:gd name="T52" fmla="*/ 9 w 82"/>
                <a:gd name="T53" fmla="*/ 20 h 75"/>
                <a:gd name="T54" fmla="*/ 13 w 82"/>
                <a:gd name="T55" fmla="*/ 24 h 75"/>
                <a:gd name="T56" fmla="*/ 15 w 82"/>
                <a:gd name="T57" fmla="*/ 26 h 75"/>
                <a:gd name="T58" fmla="*/ 11 w 82"/>
                <a:gd name="T59" fmla="*/ 31 h 75"/>
                <a:gd name="T60" fmla="*/ 22 w 82"/>
                <a:gd name="T61" fmla="*/ 38 h 75"/>
                <a:gd name="T62" fmla="*/ 18 w 82"/>
                <a:gd name="T63" fmla="*/ 44 h 75"/>
                <a:gd name="T64" fmla="*/ 24 w 82"/>
                <a:gd name="T65" fmla="*/ 49 h 75"/>
                <a:gd name="T66" fmla="*/ 29 w 82"/>
                <a:gd name="T67" fmla="*/ 49 h 75"/>
                <a:gd name="T68" fmla="*/ 31 w 82"/>
                <a:gd name="T69" fmla="*/ 57 h 75"/>
                <a:gd name="T70" fmla="*/ 35 w 82"/>
                <a:gd name="T71" fmla="*/ 57 h 75"/>
                <a:gd name="T72" fmla="*/ 40 w 82"/>
                <a:gd name="T73" fmla="*/ 53 h 75"/>
                <a:gd name="T74" fmla="*/ 44 w 82"/>
                <a:gd name="T75" fmla="*/ 47 h 75"/>
                <a:gd name="T76" fmla="*/ 49 w 82"/>
                <a:gd name="T77" fmla="*/ 49 h 75"/>
                <a:gd name="T78" fmla="*/ 53 w 82"/>
                <a:gd name="T79" fmla="*/ 57 h 75"/>
                <a:gd name="T80" fmla="*/ 51 w 82"/>
                <a:gd name="T81" fmla="*/ 57 h 75"/>
                <a:gd name="T82" fmla="*/ 46 w 82"/>
                <a:gd name="T83" fmla="*/ 64 h 75"/>
                <a:gd name="T84" fmla="*/ 49 w 82"/>
                <a:gd name="T85" fmla="*/ 69 h 75"/>
                <a:gd name="T86" fmla="*/ 55 w 82"/>
                <a:gd name="T87" fmla="*/ 75 h 75"/>
                <a:gd name="T88" fmla="*/ 37 w 82"/>
                <a:gd name="T89" fmla="*/ 47 h 75"/>
                <a:gd name="T90" fmla="*/ 26 w 82"/>
                <a:gd name="T91" fmla="*/ 29 h 75"/>
                <a:gd name="T92" fmla="*/ 33 w 82"/>
                <a:gd name="T93" fmla="*/ 33 h 75"/>
                <a:gd name="T94" fmla="*/ 40 w 82"/>
                <a:gd name="T95" fmla="*/ 40 h 75"/>
                <a:gd name="T96" fmla="*/ 40 w 82"/>
                <a:gd name="T97" fmla="*/ 46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2" h="75">
                  <a:moveTo>
                    <a:pt x="0" y="51"/>
                  </a:moveTo>
                  <a:lnTo>
                    <a:pt x="0" y="51"/>
                  </a:lnTo>
                  <a:lnTo>
                    <a:pt x="0" y="53"/>
                  </a:lnTo>
                  <a:lnTo>
                    <a:pt x="4" y="58"/>
                  </a:lnTo>
                  <a:lnTo>
                    <a:pt x="4" y="58"/>
                  </a:lnTo>
                  <a:lnTo>
                    <a:pt x="7" y="62"/>
                  </a:lnTo>
                  <a:lnTo>
                    <a:pt x="9" y="64"/>
                  </a:lnTo>
                  <a:lnTo>
                    <a:pt x="9" y="64"/>
                  </a:lnTo>
                  <a:lnTo>
                    <a:pt x="13" y="67"/>
                  </a:lnTo>
                  <a:lnTo>
                    <a:pt x="15" y="67"/>
                  </a:lnTo>
                  <a:lnTo>
                    <a:pt x="15" y="67"/>
                  </a:lnTo>
                  <a:lnTo>
                    <a:pt x="22" y="67"/>
                  </a:lnTo>
                  <a:lnTo>
                    <a:pt x="22" y="67"/>
                  </a:lnTo>
                  <a:lnTo>
                    <a:pt x="22" y="64"/>
                  </a:lnTo>
                  <a:lnTo>
                    <a:pt x="20" y="62"/>
                  </a:lnTo>
                  <a:lnTo>
                    <a:pt x="18" y="58"/>
                  </a:lnTo>
                  <a:lnTo>
                    <a:pt x="18" y="58"/>
                  </a:lnTo>
                  <a:lnTo>
                    <a:pt x="11" y="53"/>
                  </a:lnTo>
                  <a:lnTo>
                    <a:pt x="11" y="53"/>
                  </a:lnTo>
                  <a:lnTo>
                    <a:pt x="9" y="53"/>
                  </a:lnTo>
                  <a:lnTo>
                    <a:pt x="6" y="51"/>
                  </a:lnTo>
                  <a:lnTo>
                    <a:pt x="6" y="51"/>
                  </a:lnTo>
                  <a:lnTo>
                    <a:pt x="0" y="51"/>
                  </a:lnTo>
                  <a:lnTo>
                    <a:pt x="0" y="51"/>
                  </a:lnTo>
                  <a:close/>
                  <a:moveTo>
                    <a:pt x="55" y="75"/>
                  </a:moveTo>
                  <a:lnTo>
                    <a:pt x="55" y="75"/>
                  </a:lnTo>
                  <a:lnTo>
                    <a:pt x="57" y="71"/>
                  </a:lnTo>
                  <a:lnTo>
                    <a:pt x="58" y="69"/>
                  </a:lnTo>
                  <a:lnTo>
                    <a:pt x="62" y="66"/>
                  </a:lnTo>
                  <a:lnTo>
                    <a:pt x="62" y="66"/>
                  </a:lnTo>
                  <a:lnTo>
                    <a:pt x="71" y="35"/>
                  </a:lnTo>
                  <a:lnTo>
                    <a:pt x="71" y="35"/>
                  </a:lnTo>
                  <a:lnTo>
                    <a:pt x="82" y="31"/>
                  </a:lnTo>
                  <a:lnTo>
                    <a:pt x="82" y="31"/>
                  </a:lnTo>
                  <a:lnTo>
                    <a:pt x="75" y="29"/>
                  </a:lnTo>
                  <a:lnTo>
                    <a:pt x="69" y="27"/>
                  </a:lnTo>
                  <a:lnTo>
                    <a:pt x="69" y="27"/>
                  </a:lnTo>
                  <a:lnTo>
                    <a:pt x="66" y="18"/>
                  </a:lnTo>
                  <a:lnTo>
                    <a:pt x="62" y="11"/>
                  </a:lnTo>
                  <a:lnTo>
                    <a:pt x="60" y="9"/>
                  </a:lnTo>
                  <a:lnTo>
                    <a:pt x="60" y="9"/>
                  </a:lnTo>
                  <a:lnTo>
                    <a:pt x="57" y="15"/>
                  </a:lnTo>
                  <a:lnTo>
                    <a:pt x="55" y="18"/>
                  </a:lnTo>
                  <a:lnTo>
                    <a:pt x="51" y="20"/>
                  </a:lnTo>
                  <a:lnTo>
                    <a:pt x="51" y="20"/>
                  </a:lnTo>
                  <a:lnTo>
                    <a:pt x="47" y="18"/>
                  </a:lnTo>
                  <a:lnTo>
                    <a:pt x="46" y="15"/>
                  </a:lnTo>
                  <a:lnTo>
                    <a:pt x="46" y="15"/>
                  </a:lnTo>
                  <a:lnTo>
                    <a:pt x="44" y="11"/>
                  </a:lnTo>
                  <a:lnTo>
                    <a:pt x="42" y="11"/>
                  </a:lnTo>
                  <a:lnTo>
                    <a:pt x="38" y="7"/>
                  </a:lnTo>
                  <a:lnTo>
                    <a:pt x="38" y="7"/>
                  </a:lnTo>
                  <a:lnTo>
                    <a:pt x="31" y="0"/>
                  </a:lnTo>
                  <a:lnTo>
                    <a:pt x="31" y="0"/>
                  </a:lnTo>
                  <a:lnTo>
                    <a:pt x="27" y="2"/>
                  </a:lnTo>
                  <a:lnTo>
                    <a:pt x="26" y="4"/>
                  </a:lnTo>
                  <a:lnTo>
                    <a:pt x="27" y="6"/>
                  </a:lnTo>
                  <a:lnTo>
                    <a:pt x="27" y="6"/>
                  </a:lnTo>
                  <a:lnTo>
                    <a:pt x="31" y="11"/>
                  </a:lnTo>
                  <a:lnTo>
                    <a:pt x="31" y="13"/>
                  </a:lnTo>
                  <a:lnTo>
                    <a:pt x="29" y="15"/>
                  </a:lnTo>
                  <a:lnTo>
                    <a:pt x="29" y="15"/>
                  </a:lnTo>
                  <a:lnTo>
                    <a:pt x="27" y="15"/>
                  </a:lnTo>
                  <a:lnTo>
                    <a:pt x="26" y="13"/>
                  </a:lnTo>
                  <a:lnTo>
                    <a:pt x="22" y="11"/>
                  </a:lnTo>
                  <a:lnTo>
                    <a:pt x="22" y="11"/>
                  </a:lnTo>
                  <a:lnTo>
                    <a:pt x="20" y="7"/>
                  </a:lnTo>
                  <a:lnTo>
                    <a:pt x="18" y="6"/>
                  </a:lnTo>
                  <a:lnTo>
                    <a:pt x="15" y="6"/>
                  </a:lnTo>
                  <a:lnTo>
                    <a:pt x="15" y="6"/>
                  </a:lnTo>
                  <a:lnTo>
                    <a:pt x="9" y="4"/>
                  </a:lnTo>
                  <a:lnTo>
                    <a:pt x="7" y="7"/>
                  </a:lnTo>
                  <a:lnTo>
                    <a:pt x="7" y="7"/>
                  </a:lnTo>
                  <a:lnTo>
                    <a:pt x="4" y="11"/>
                  </a:lnTo>
                  <a:lnTo>
                    <a:pt x="2" y="13"/>
                  </a:lnTo>
                  <a:lnTo>
                    <a:pt x="2" y="18"/>
                  </a:lnTo>
                  <a:lnTo>
                    <a:pt x="2" y="18"/>
                  </a:lnTo>
                  <a:lnTo>
                    <a:pt x="6" y="20"/>
                  </a:lnTo>
                  <a:lnTo>
                    <a:pt x="7" y="22"/>
                  </a:lnTo>
                  <a:lnTo>
                    <a:pt x="9" y="20"/>
                  </a:lnTo>
                  <a:lnTo>
                    <a:pt x="9" y="20"/>
                  </a:lnTo>
                  <a:lnTo>
                    <a:pt x="9" y="20"/>
                  </a:lnTo>
                  <a:lnTo>
                    <a:pt x="11" y="20"/>
                  </a:lnTo>
                  <a:lnTo>
                    <a:pt x="13" y="24"/>
                  </a:lnTo>
                  <a:lnTo>
                    <a:pt x="15" y="24"/>
                  </a:lnTo>
                  <a:lnTo>
                    <a:pt x="15" y="24"/>
                  </a:lnTo>
                  <a:lnTo>
                    <a:pt x="15" y="26"/>
                  </a:lnTo>
                  <a:lnTo>
                    <a:pt x="15" y="29"/>
                  </a:lnTo>
                  <a:lnTo>
                    <a:pt x="11" y="31"/>
                  </a:lnTo>
                  <a:lnTo>
                    <a:pt x="11" y="31"/>
                  </a:lnTo>
                  <a:lnTo>
                    <a:pt x="18" y="35"/>
                  </a:lnTo>
                  <a:lnTo>
                    <a:pt x="18" y="35"/>
                  </a:lnTo>
                  <a:lnTo>
                    <a:pt x="22" y="38"/>
                  </a:lnTo>
                  <a:lnTo>
                    <a:pt x="22" y="38"/>
                  </a:lnTo>
                  <a:lnTo>
                    <a:pt x="18" y="44"/>
                  </a:lnTo>
                  <a:lnTo>
                    <a:pt x="18" y="44"/>
                  </a:lnTo>
                  <a:lnTo>
                    <a:pt x="20" y="46"/>
                  </a:lnTo>
                  <a:lnTo>
                    <a:pt x="24" y="49"/>
                  </a:lnTo>
                  <a:lnTo>
                    <a:pt x="24" y="49"/>
                  </a:lnTo>
                  <a:lnTo>
                    <a:pt x="29" y="49"/>
                  </a:lnTo>
                  <a:lnTo>
                    <a:pt x="29" y="49"/>
                  </a:lnTo>
                  <a:lnTo>
                    <a:pt x="29" y="49"/>
                  </a:lnTo>
                  <a:lnTo>
                    <a:pt x="29" y="49"/>
                  </a:lnTo>
                  <a:lnTo>
                    <a:pt x="29" y="53"/>
                  </a:lnTo>
                  <a:lnTo>
                    <a:pt x="31" y="57"/>
                  </a:lnTo>
                  <a:lnTo>
                    <a:pt x="33" y="60"/>
                  </a:lnTo>
                  <a:lnTo>
                    <a:pt x="33" y="60"/>
                  </a:lnTo>
                  <a:lnTo>
                    <a:pt x="35" y="57"/>
                  </a:lnTo>
                  <a:lnTo>
                    <a:pt x="37" y="55"/>
                  </a:lnTo>
                  <a:lnTo>
                    <a:pt x="40" y="53"/>
                  </a:lnTo>
                  <a:lnTo>
                    <a:pt x="40" y="53"/>
                  </a:lnTo>
                  <a:lnTo>
                    <a:pt x="42" y="51"/>
                  </a:lnTo>
                  <a:lnTo>
                    <a:pt x="44" y="49"/>
                  </a:lnTo>
                  <a:lnTo>
                    <a:pt x="44" y="47"/>
                  </a:lnTo>
                  <a:lnTo>
                    <a:pt x="46" y="47"/>
                  </a:lnTo>
                  <a:lnTo>
                    <a:pt x="46" y="47"/>
                  </a:lnTo>
                  <a:lnTo>
                    <a:pt x="49" y="49"/>
                  </a:lnTo>
                  <a:lnTo>
                    <a:pt x="51" y="53"/>
                  </a:lnTo>
                  <a:lnTo>
                    <a:pt x="51" y="53"/>
                  </a:lnTo>
                  <a:lnTo>
                    <a:pt x="53" y="57"/>
                  </a:lnTo>
                  <a:lnTo>
                    <a:pt x="53" y="57"/>
                  </a:lnTo>
                  <a:lnTo>
                    <a:pt x="51" y="57"/>
                  </a:lnTo>
                  <a:lnTo>
                    <a:pt x="51" y="57"/>
                  </a:lnTo>
                  <a:lnTo>
                    <a:pt x="47" y="58"/>
                  </a:lnTo>
                  <a:lnTo>
                    <a:pt x="46" y="60"/>
                  </a:lnTo>
                  <a:lnTo>
                    <a:pt x="46" y="64"/>
                  </a:lnTo>
                  <a:lnTo>
                    <a:pt x="46" y="64"/>
                  </a:lnTo>
                  <a:lnTo>
                    <a:pt x="47" y="66"/>
                  </a:lnTo>
                  <a:lnTo>
                    <a:pt x="49" y="69"/>
                  </a:lnTo>
                  <a:lnTo>
                    <a:pt x="49" y="69"/>
                  </a:lnTo>
                  <a:lnTo>
                    <a:pt x="53" y="73"/>
                  </a:lnTo>
                  <a:lnTo>
                    <a:pt x="55" y="75"/>
                  </a:lnTo>
                  <a:lnTo>
                    <a:pt x="55" y="75"/>
                  </a:lnTo>
                  <a:close/>
                  <a:moveTo>
                    <a:pt x="37" y="47"/>
                  </a:moveTo>
                  <a:lnTo>
                    <a:pt x="37" y="47"/>
                  </a:lnTo>
                  <a:lnTo>
                    <a:pt x="29" y="38"/>
                  </a:lnTo>
                  <a:lnTo>
                    <a:pt x="27" y="33"/>
                  </a:lnTo>
                  <a:lnTo>
                    <a:pt x="26" y="29"/>
                  </a:lnTo>
                  <a:lnTo>
                    <a:pt x="33" y="27"/>
                  </a:lnTo>
                  <a:lnTo>
                    <a:pt x="37" y="33"/>
                  </a:lnTo>
                  <a:lnTo>
                    <a:pt x="33" y="33"/>
                  </a:lnTo>
                  <a:lnTo>
                    <a:pt x="35" y="38"/>
                  </a:lnTo>
                  <a:lnTo>
                    <a:pt x="35" y="38"/>
                  </a:lnTo>
                  <a:lnTo>
                    <a:pt x="40" y="40"/>
                  </a:lnTo>
                  <a:lnTo>
                    <a:pt x="42" y="44"/>
                  </a:lnTo>
                  <a:lnTo>
                    <a:pt x="42" y="44"/>
                  </a:lnTo>
                  <a:lnTo>
                    <a:pt x="40" y="46"/>
                  </a:lnTo>
                  <a:lnTo>
                    <a:pt x="37" y="47"/>
                  </a:lnTo>
                  <a:lnTo>
                    <a:pt x="37" y="4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71" name="Freeform 455">
              <a:extLst>
                <a:ext uri="{FF2B5EF4-FFF2-40B4-BE49-F238E27FC236}">
                  <a16:creationId xmlns:a16="http://schemas.microsoft.com/office/drawing/2014/main" id="{6AA39607-5D23-4AA7-BA4A-33BC6C9CB531}"/>
                </a:ext>
              </a:extLst>
            </p:cNvPr>
            <p:cNvSpPr>
              <a:spLocks/>
            </p:cNvSpPr>
            <p:nvPr/>
          </p:nvSpPr>
          <p:spPr bwMode="auto">
            <a:xfrm>
              <a:off x="5797449" y="2527335"/>
              <a:ext cx="167580" cy="90464"/>
            </a:xfrm>
            <a:custGeom>
              <a:avLst/>
              <a:gdLst>
                <a:gd name="T0" fmla="*/ 6 w 113"/>
                <a:gd name="T1" fmla="*/ 53 h 61"/>
                <a:gd name="T2" fmla="*/ 4 w 113"/>
                <a:gd name="T3" fmla="*/ 51 h 61"/>
                <a:gd name="T4" fmla="*/ 0 w 113"/>
                <a:gd name="T5" fmla="*/ 48 h 61"/>
                <a:gd name="T6" fmla="*/ 0 w 113"/>
                <a:gd name="T7" fmla="*/ 46 h 61"/>
                <a:gd name="T8" fmla="*/ 6 w 113"/>
                <a:gd name="T9" fmla="*/ 39 h 61"/>
                <a:gd name="T10" fmla="*/ 10 w 113"/>
                <a:gd name="T11" fmla="*/ 39 h 61"/>
                <a:gd name="T12" fmla="*/ 17 w 113"/>
                <a:gd name="T13" fmla="*/ 37 h 61"/>
                <a:gd name="T14" fmla="*/ 21 w 113"/>
                <a:gd name="T15" fmla="*/ 35 h 61"/>
                <a:gd name="T16" fmla="*/ 24 w 113"/>
                <a:gd name="T17" fmla="*/ 31 h 61"/>
                <a:gd name="T18" fmla="*/ 26 w 113"/>
                <a:gd name="T19" fmla="*/ 31 h 61"/>
                <a:gd name="T20" fmla="*/ 31 w 113"/>
                <a:gd name="T21" fmla="*/ 31 h 61"/>
                <a:gd name="T22" fmla="*/ 35 w 113"/>
                <a:gd name="T23" fmla="*/ 31 h 61"/>
                <a:gd name="T24" fmla="*/ 37 w 113"/>
                <a:gd name="T25" fmla="*/ 33 h 61"/>
                <a:gd name="T26" fmla="*/ 41 w 113"/>
                <a:gd name="T27" fmla="*/ 37 h 61"/>
                <a:gd name="T28" fmla="*/ 44 w 113"/>
                <a:gd name="T29" fmla="*/ 37 h 61"/>
                <a:gd name="T30" fmla="*/ 44 w 113"/>
                <a:gd name="T31" fmla="*/ 31 h 61"/>
                <a:gd name="T32" fmla="*/ 42 w 113"/>
                <a:gd name="T33" fmla="*/ 26 h 61"/>
                <a:gd name="T34" fmla="*/ 41 w 113"/>
                <a:gd name="T35" fmla="*/ 24 h 61"/>
                <a:gd name="T36" fmla="*/ 46 w 113"/>
                <a:gd name="T37" fmla="*/ 20 h 61"/>
                <a:gd name="T38" fmla="*/ 51 w 113"/>
                <a:gd name="T39" fmla="*/ 19 h 61"/>
                <a:gd name="T40" fmla="*/ 51 w 113"/>
                <a:gd name="T41" fmla="*/ 15 h 61"/>
                <a:gd name="T42" fmla="*/ 51 w 113"/>
                <a:gd name="T43" fmla="*/ 11 h 61"/>
                <a:gd name="T44" fmla="*/ 57 w 113"/>
                <a:gd name="T45" fmla="*/ 6 h 61"/>
                <a:gd name="T46" fmla="*/ 62 w 113"/>
                <a:gd name="T47" fmla="*/ 11 h 61"/>
                <a:gd name="T48" fmla="*/ 70 w 113"/>
                <a:gd name="T49" fmla="*/ 11 h 61"/>
                <a:gd name="T50" fmla="*/ 70 w 113"/>
                <a:gd name="T51" fmla="*/ 10 h 61"/>
                <a:gd name="T52" fmla="*/ 77 w 113"/>
                <a:gd name="T53" fmla="*/ 2 h 61"/>
                <a:gd name="T54" fmla="*/ 79 w 113"/>
                <a:gd name="T55" fmla="*/ 0 h 61"/>
                <a:gd name="T56" fmla="*/ 86 w 113"/>
                <a:gd name="T57" fmla="*/ 4 h 61"/>
                <a:gd name="T58" fmla="*/ 92 w 113"/>
                <a:gd name="T59" fmla="*/ 8 h 61"/>
                <a:gd name="T60" fmla="*/ 97 w 113"/>
                <a:gd name="T61" fmla="*/ 8 h 61"/>
                <a:gd name="T62" fmla="*/ 108 w 113"/>
                <a:gd name="T63" fmla="*/ 8 h 61"/>
                <a:gd name="T64" fmla="*/ 106 w 113"/>
                <a:gd name="T65" fmla="*/ 15 h 61"/>
                <a:gd name="T66" fmla="*/ 113 w 113"/>
                <a:gd name="T67" fmla="*/ 22 h 61"/>
                <a:gd name="T68" fmla="*/ 110 w 113"/>
                <a:gd name="T69" fmla="*/ 24 h 61"/>
                <a:gd name="T70" fmla="*/ 108 w 113"/>
                <a:gd name="T71" fmla="*/ 30 h 61"/>
                <a:gd name="T72" fmla="*/ 108 w 113"/>
                <a:gd name="T73" fmla="*/ 35 h 61"/>
                <a:gd name="T74" fmla="*/ 106 w 113"/>
                <a:gd name="T75" fmla="*/ 41 h 61"/>
                <a:gd name="T76" fmla="*/ 104 w 113"/>
                <a:gd name="T77" fmla="*/ 41 h 61"/>
                <a:gd name="T78" fmla="*/ 101 w 113"/>
                <a:gd name="T79" fmla="*/ 42 h 61"/>
                <a:gd name="T80" fmla="*/ 99 w 113"/>
                <a:gd name="T81" fmla="*/ 46 h 61"/>
                <a:gd name="T82" fmla="*/ 93 w 113"/>
                <a:gd name="T83" fmla="*/ 48 h 61"/>
                <a:gd name="T84" fmla="*/ 88 w 113"/>
                <a:gd name="T85" fmla="*/ 50 h 61"/>
                <a:gd name="T86" fmla="*/ 82 w 113"/>
                <a:gd name="T87" fmla="*/ 48 h 61"/>
                <a:gd name="T88" fmla="*/ 75 w 113"/>
                <a:gd name="T89" fmla="*/ 51 h 61"/>
                <a:gd name="T90" fmla="*/ 73 w 113"/>
                <a:gd name="T91" fmla="*/ 53 h 61"/>
                <a:gd name="T92" fmla="*/ 64 w 113"/>
                <a:gd name="T93" fmla="*/ 55 h 61"/>
                <a:gd name="T94" fmla="*/ 59 w 113"/>
                <a:gd name="T95" fmla="*/ 53 h 61"/>
                <a:gd name="T96" fmla="*/ 57 w 113"/>
                <a:gd name="T97" fmla="*/ 57 h 61"/>
                <a:gd name="T98" fmla="*/ 57 w 113"/>
                <a:gd name="T99" fmla="*/ 59 h 61"/>
                <a:gd name="T100" fmla="*/ 51 w 113"/>
                <a:gd name="T101" fmla="*/ 59 h 61"/>
                <a:gd name="T102" fmla="*/ 41 w 113"/>
                <a:gd name="T103" fmla="*/ 59 h 61"/>
                <a:gd name="T104" fmla="*/ 37 w 113"/>
                <a:gd name="T105" fmla="*/ 61 h 61"/>
                <a:gd name="T106" fmla="*/ 33 w 113"/>
                <a:gd name="T107" fmla="*/ 61 h 61"/>
                <a:gd name="T108" fmla="*/ 31 w 113"/>
                <a:gd name="T109" fmla="*/ 59 h 61"/>
                <a:gd name="T110" fmla="*/ 26 w 113"/>
                <a:gd name="T111" fmla="*/ 57 h 61"/>
                <a:gd name="T112" fmla="*/ 22 w 113"/>
                <a:gd name="T113" fmla="*/ 57 h 61"/>
                <a:gd name="T114" fmla="*/ 19 w 113"/>
                <a:gd name="T115" fmla="*/ 55 h 61"/>
                <a:gd name="T116" fmla="*/ 15 w 113"/>
                <a:gd name="T117" fmla="*/ 55 h 61"/>
                <a:gd name="T118" fmla="*/ 15 w 113"/>
                <a:gd name="T119" fmla="*/ 57 h 61"/>
                <a:gd name="T120" fmla="*/ 8 w 113"/>
                <a:gd name="T121" fmla="*/ 55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13" h="61">
                  <a:moveTo>
                    <a:pt x="6" y="53"/>
                  </a:moveTo>
                  <a:lnTo>
                    <a:pt x="6" y="53"/>
                  </a:lnTo>
                  <a:lnTo>
                    <a:pt x="4" y="51"/>
                  </a:lnTo>
                  <a:lnTo>
                    <a:pt x="4" y="51"/>
                  </a:lnTo>
                  <a:lnTo>
                    <a:pt x="2" y="50"/>
                  </a:lnTo>
                  <a:lnTo>
                    <a:pt x="0" y="48"/>
                  </a:lnTo>
                  <a:lnTo>
                    <a:pt x="0" y="46"/>
                  </a:lnTo>
                  <a:lnTo>
                    <a:pt x="0" y="46"/>
                  </a:lnTo>
                  <a:lnTo>
                    <a:pt x="4" y="42"/>
                  </a:lnTo>
                  <a:lnTo>
                    <a:pt x="6" y="39"/>
                  </a:lnTo>
                  <a:lnTo>
                    <a:pt x="10" y="39"/>
                  </a:lnTo>
                  <a:lnTo>
                    <a:pt x="10" y="39"/>
                  </a:lnTo>
                  <a:lnTo>
                    <a:pt x="13" y="37"/>
                  </a:lnTo>
                  <a:lnTo>
                    <a:pt x="17" y="37"/>
                  </a:lnTo>
                  <a:lnTo>
                    <a:pt x="17" y="37"/>
                  </a:lnTo>
                  <a:lnTo>
                    <a:pt x="21" y="35"/>
                  </a:lnTo>
                  <a:lnTo>
                    <a:pt x="21" y="35"/>
                  </a:lnTo>
                  <a:lnTo>
                    <a:pt x="24" y="31"/>
                  </a:lnTo>
                  <a:lnTo>
                    <a:pt x="24" y="31"/>
                  </a:lnTo>
                  <a:lnTo>
                    <a:pt x="26" y="31"/>
                  </a:lnTo>
                  <a:lnTo>
                    <a:pt x="28" y="31"/>
                  </a:lnTo>
                  <a:lnTo>
                    <a:pt x="31" y="31"/>
                  </a:lnTo>
                  <a:lnTo>
                    <a:pt x="35" y="31"/>
                  </a:lnTo>
                  <a:lnTo>
                    <a:pt x="35" y="31"/>
                  </a:lnTo>
                  <a:lnTo>
                    <a:pt x="37" y="31"/>
                  </a:lnTo>
                  <a:lnTo>
                    <a:pt x="37" y="33"/>
                  </a:lnTo>
                  <a:lnTo>
                    <a:pt x="41" y="37"/>
                  </a:lnTo>
                  <a:lnTo>
                    <a:pt x="41" y="37"/>
                  </a:lnTo>
                  <a:lnTo>
                    <a:pt x="44" y="37"/>
                  </a:lnTo>
                  <a:lnTo>
                    <a:pt x="44" y="37"/>
                  </a:lnTo>
                  <a:lnTo>
                    <a:pt x="44" y="31"/>
                  </a:lnTo>
                  <a:lnTo>
                    <a:pt x="44" y="31"/>
                  </a:lnTo>
                  <a:lnTo>
                    <a:pt x="44" y="28"/>
                  </a:lnTo>
                  <a:lnTo>
                    <a:pt x="42" y="26"/>
                  </a:lnTo>
                  <a:lnTo>
                    <a:pt x="41" y="24"/>
                  </a:lnTo>
                  <a:lnTo>
                    <a:pt x="41" y="24"/>
                  </a:lnTo>
                  <a:lnTo>
                    <a:pt x="41" y="22"/>
                  </a:lnTo>
                  <a:lnTo>
                    <a:pt x="46" y="20"/>
                  </a:lnTo>
                  <a:lnTo>
                    <a:pt x="46" y="20"/>
                  </a:lnTo>
                  <a:lnTo>
                    <a:pt x="51" y="19"/>
                  </a:lnTo>
                  <a:lnTo>
                    <a:pt x="51" y="19"/>
                  </a:lnTo>
                  <a:lnTo>
                    <a:pt x="51" y="15"/>
                  </a:lnTo>
                  <a:lnTo>
                    <a:pt x="51" y="15"/>
                  </a:lnTo>
                  <a:lnTo>
                    <a:pt x="51" y="11"/>
                  </a:lnTo>
                  <a:lnTo>
                    <a:pt x="55" y="8"/>
                  </a:lnTo>
                  <a:lnTo>
                    <a:pt x="57" y="6"/>
                  </a:lnTo>
                  <a:lnTo>
                    <a:pt x="57" y="6"/>
                  </a:lnTo>
                  <a:lnTo>
                    <a:pt x="62" y="11"/>
                  </a:lnTo>
                  <a:lnTo>
                    <a:pt x="68" y="13"/>
                  </a:lnTo>
                  <a:lnTo>
                    <a:pt x="70" y="11"/>
                  </a:lnTo>
                  <a:lnTo>
                    <a:pt x="70" y="10"/>
                  </a:lnTo>
                  <a:lnTo>
                    <a:pt x="70" y="10"/>
                  </a:lnTo>
                  <a:lnTo>
                    <a:pt x="75" y="4"/>
                  </a:lnTo>
                  <a:lnTo>
                    <a:pt x="77" y="2"/>
                  </a:lnTo>
                  <a:lnTo>
                    <a:pt x="77" y="2"/>
                  </a:lnTo>
                  <a:lnTo>
                    <a:pt x="79" y="0"/>
                  </a:lnTo>
                  <a:lnTo>
                    <a:pt x="82" y="2"/>
                  </a:lnTo>
                  <a:lnTo>
                    <a:pt x="86" y="4"/>
                  </a:lnTo>
                  <a:lnTo>
                    <a:pt x="86" y="4"/>
                  </a:lnTo>
                  <a:lnTo>
                    <a:pt x="92" y="8"/>
                  </a:lnTo>
                  <a:lnTo>
                    <a:pt x="97" y="8"/>
                  </a:lnTo>
                  <a:lnTo>
                    <a:pt x="97" y="8"/>
                  </a:lnTo>
                  <a:lnTo>
                    <a:pt x="108" y="8"/>
                  </a:lnTo>
                  <a:lnTo>
                    <a:pt x="108" y="8"/>
                  </a:lnTo>
                  <a:lnTo>
                    <a:pt x="106" y="11"/>
                  </a:lnTo>
                  <a:lnTo>
                    <a:pt x="106" y="15"/>
                  </a:lnTo>
                  <a:lnTo>
                    <a:pt x="108" y="17"/>
                  </a:lnTo>
                  <a:lnTo>
                    <a:pt x="113" y="22"/>
                  </a:lnTo>
                  <a:lnTo>
                    <a:pt x="113" y="22"/>
                  </a:lnTo>
                  <a:lnTo>
                    <a:pt x="110" y="24"/>
                  </a:lnTo>
                  <a:lnTo>
                    <a:pt x="108" y="26"/>
                  </a:lnTo>
                  <a:lnTo>
                    <a:pt x="108" y="30"/>
                  </a:lnTo>
                  <a:lnTo>
                    <a:pt x="108" y="30"/>
                  </a:lnTo>
                  <a:lnTo>
                    <a:pt x="108" y="35"/>
                  </a:lnTo>
                  <a:lnTo>
                    <a:pt x="108" y="39"/>
                  </a:lnTo>
                  <a:lnTo>
                    <a:pt x="106" y="41"/>
                  </a:lnTo>
                  <a:lnTo>
                    <a:pt x="104" y="41"/>
                  </a:lnTo>
                  <a:lnTo>
                    <a:pt x="104" y="41"/>
                  </a:lnTo>
                  <a:lnTo>
                    <a:pt x="103" y="41"/>
                  </a:lnTo>
                  <a:lnTo>
                    <a:pt x="101" y="42"/>
                  </a:lnTo>
                  <a:lnTo>
                    <a:pt x="99" y="46"/>
                  </a:lnTo>
                  <a:lnTo>
                    <a:pt x="99" y="46"/>
                  </a:lnTo>
                  <a:lnTo>
                    <a:pt x="93" y="48"/>
                  </a:lnTo>
                  <a:lnTo>
                    <a:pt x="93" y="48"/>
                  </a:lnTo>
                  <a:lnTo>
                    <a:pt x="92" y="50"/>
                  </a:lnTo>
                  <a:lnTo>
                    <a:pt x="88" y="50"/>
                  </a:lnTo>
                  <a:lnTo>
                    <a:pt x="82" y="48"/>
                  </a:lnTo>
                  <a:lnTo>
                    <a:pt x="82" y="48"/>
                  </a:lnTo>
                  <a:lnTo>
                    <a:pt x="79" y="48"/>
                  </a:lnTo>
                  <a:lnTo>
                    <a:pt x="75" y="51"/>
                  </a:lnTo>
                  <a:lnTo>
                    <a:pt x="75" y="51"/>
                  </a:lnTo>
                  <a:lnTo>
                    <a:pt x="73" y="53"/>
                  </a:lnTo>
                  <a:lnTo>
                    <a:pt x="72" y="55"/>
                  </a:lnTo>
                  <a:lnTo>
                    <a:pt x="64" y="55"/>
                  </a:lnTo>
                  <a:lnTo>
                    <a:pt x="64" y="55"/>
                  </a:lnTo>
                  <a:lnTo>
                    <a:pt x="59" y="53"/>
                  </a:lnTo>
                  <a:lnTo>
                    <a:pt x="57" y="55"/>
                  </a:lnTo>
                  <a:lnTo>
                    <a:pt x="57" y="57"/>
                  </a:lnTo>
                  <a:lnTo>
                    <a:pt x="57" y="57"/>
                  </a:lnTo>
                  <a:lnTo>
                    <a:pt x="57" y="59"/>
                  </a:lnTo>
                  <a:lnTo>
                    <a:pt x="55" y="59"/>
                  </a:lnTo>
                  <a:lnTo>
                    <a:pt x="51" y="59"/>
                  </a:lnTo>
                  <a:lnTo>
                    <a:pt x="51" y="59"/>
                  </a:lnTo>
                  <a:lnTo>
                    <a:pt x="41" y="59"/>
                  </a:lnTo>
                  <a:lnTo>
                    <a:pt x="41" y="59"/>
                  </a:lnTo>
                  <a:lnTo>
                    <a:pt x="37" y="61"/>
                  </a:lnTo>
                  <a:lnTo>
                    <a:pt x="33" y="61"/>
                  </a:lnTo>
                  <a:lnTo>
                    <a:pt x="33" y="61"/>
                  </a:lnTo>
                  <a:lnTo>
                    <a:pt x="31" y="61"/>
                  </a:lnTo>
                  <a:lnTo>
                    <a:pt x="31" y="59"/>
                  </a:lnTo>
                  <a:lnTo>
                    <a:pt x="30" y="57"/>
                  </a:lnTo>
                  <a:lnTo>
                    <a:pt x="26" y="57"/>
                  </a:lnTo>
                  <a:lnTo>
                    <a:pt x="26" y="57"/>
                  </a:lnTo>
                  <a:lnTo>
                    <a:pt x="22" y="57"/>
                  </a:lnTo>
                  <a:lnTo>
                    <a:pt x="19" y="55"/>
                  </a:lnTo>
                  <a:lnTo>
                    <a:pt x="19" y="55"/>
                  </a:lnTo>
                  <a:lnTo>
                    <a:pt x="15" y="53"/>
                  </a:lnTo>
                  <a:lnTo>
                    <a:pt x="15" y="55"/>
                  </a:lnTo>
                  <a:lnTo>
                    <a:pt x="15" y="55"/>
                  </a:lnTo>
                  <a:lnTo>
                    <a:pt x="15" y="57"/>
                  </a:lnTo>
                  <a:lnTo>
                    <a:pt x="11" y="57"/>
                  </a:lnTo>
                  <a:lnTo>
                    <a:pt x="8" y="55"/>
                  </a:lnTo>
                  <a:lnTo>
                    <a:pt x="6" y="5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72" name="Freeform 456">
              <a:extLst>
                <a:ext uri="{FF2B5EF4-FFF2-40B4-BE49-F238E27FC236}">
                  <a16:creationId xmlns:a16="http://schemas.microsoft.com/office/drawing/2014/main" id="{BCFA3971-1EEF-488E-B662-B2742B5087A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19196" y="4389988"/>
              <a:ext cx="937259" cy="1006960"/>
            </a:xfrm>
            <a:custGeom>
              <a:avLst/>
              <a:gdLst>
                <a:gd name="T0" fmla="*/ 38 w 632"/>
                <a:gd name="T1" fmla="*/ 404 h 679"/>
                <a:gd name="T2" fmla="*/ 37 w 632"/>
                <a:gd name="T3" fmla="*/ 470 h 679"/>
                <a:gd name="T4" fmla="*/ 80 w 632"/>
                <a:gd name="T5" fmla="*/ 479 h 679"/>
                <a:gd name="T6" fmla="*/ 120 w 632"/>
                <a:gd name="T7" fmla="*/ 461 h 679"/>
                <a:gd name="T8" fmla="*/ 162 w 632"/>
                <a:gd name="T9" fmla="*/ 459 h 679"/>
                <a:gd name="T10" fmla="*/ 191 w 632"/>
                <a:gd name="T11" fmla="*/ 435 h 679"/>
                <a:gd name="T12" fmla="*/ 272 w 632"/>
                <a:gd name="T13" fmla="*/ 411 h 679"/>
                <a:gd name="T14" fmla="*/ 323 w 632"/>
                <a:gd name="T15" fmla="*/ 426 h 679"/>
                <a:gd name="T16" fmla="*/ 328 w 632"/>
                <a:gd name="T17" fmla="*/ 442 h 679"/>
                <a:gd name="T18" fmla="*/ 372 w 632"/>
                <a:gd name="T19" fmla="*/ 455 h 679"/>
                <a:gd name="T20" fmla="*/ 381 w 632"/>
                <a:gd name="T21" fmla="*/ 482 h 679"/>
                <a:gd name="T22" fmla="*/ 392 w 632"/>
                <a:gd name="T23" fmla="*/ 471 h 679"/>
                <a:gd name="T24" fmla="*/ 417 w 632"/>
                <a:gd name="T25" fmla="*/ 541 h 679"/>
                <a:gd name="T26" fmla="*/ 452 w 632"/>
                <a:gd name="T27" fmla="*/ 557 h 679"/>
                <a:gd name="T28" fmla="*/ 494 w 632"/>
                <a:gd name="T29" fmla="*/ 561 h 679"/>
                <a:gd name="T30" fmla="*/ 509 w 632"/>
                <a:gd name="T31" fmla="*/ 559 h 679"/>
                <a:gd name="T32" fmla="*/ 523 w 632"/>
                <a:gd name="T33" fmla="*/ 575 h 679"/>
                <a:gd name="T34" fmla="*/ 574 w 632"/>
                <a:gd name="T35" fmla="*/ 546 h 679"/>
                <a:gd name="T36" fmla="*/ 580 w 632"/>
                <a:gd name="T37" fmla="*/ 521 h 679"/>
                <a:gd name="T38" fmla="*/ 594 w 632"/>
                <a:gd name="T39" fmla="*/ 451 h 679"/>
                <a:gd name="T40" fmla="*/ 618 w 632"/>
                <a:gd name="T41" fmla="*/ 422 h 679"/>
                <a:gd name="T42" fmla="*/ 632 w 632"/>
                <a:gd name="T43" fmla="*/ 359 h 679"/>
                <a:gd name="T44" fmla="*/ 609 w 632"/>
                <a:gd name="T45" fmla="*/ 277 h 679"/>
                <a:gd name="T46" fmla="*/ 572 w 632"/>
                <a:gd name="T47" fmla="*/ 222 h 679"/>
                <a:gd name="T48" fmla="*/ 561 w 632"/>
                <a:gd name="T49" fmla="*/ 178 h 679"/>
                <a:gd name="T50" fmla="*/ 509 w 632"/>
                <a:gd name="T51" fmla="*/ 102 h 679"/>
                <a:gd name="T52" fmla="*/ 489 w 632"/>
                <a:gd name="T53" fmla="*/ 63 h 679"/>
                <a:gd name="T54" fmla="*/ 454 w 632"/>
                <a:gd name="T55" fmla="*/ 0 h 679"/>
                <a:gd name="T56" fmla="*/ 441 w 632"/>
                <a:gd name="T57" fmla="*/ 114 h 679"/>
                <a:gd name="T58" fmla="*/ 419 w 632"/>
                <a:gd name="T59" fmla="*/ 133 h 679"/>
                <a:gd name="T60" fmla="*/ 388 w 632"/>
                <a:gd name="T61" fmla="*/ 98 h 679"/>
                <a:gd name="T62" fmla="*/ 359 w 632"/>
                <a:gd name="T63" fmla="*/ 62 h 679"/>
                <a:gd name="T64" fmla="*/ 370 w 632"/>
                <a:gd name="T65" fmla="*/ 32 h 679"/>
                <a:gd name="T66" fmla="*/ 328 w 632"/>
                <a:gd name="T67" fmla="*/ 16 h 679"/>
                <a:gd name="T68" fmla="*/ 310 w 632"/>
                <a:gd name="T69" fmla="*/ 12 h 679"/>
                <a:gd name="T70" fmla="*/ 308 w 632"/>
                <a:gd name="T71" fmla="*/ 29 h 679"/>
                <a:gd name="T72" fmla="*/ 272 w 632"/>
                <a:gd name="T73" fmla="*/ 45 h 679"/>
                <a:gd name="T74" fmla="*/ 257 w 632"/>
                <a:gd name="T75" fmla="*/ 69 h 679"/>
                <a:gd name="T76" fmla="*/ 239 w 632"/>
                <a:gd name="T77" fmla="*/ 78 h 679"/>
                <a:gd name="T78" fmla="*/ 204 w 632"/>
                <a:gd name="T79" fmla="*/ 69 h 679"/>
                <a:gd name="T80" fmla="*/ 190 w 632"/>
                <a:gd name="T81" fmla="*/ 78 h 679"/>
                <a:gd name="T82" fmla="*/ 181 w 632"/>
                <a:gd name="T83" fmla="*/ 100 h 679"/>
                <a:gd name="T84" fmla="*/ 159 w 632"/>
                <a:gd name="T85" fmla="*/ 114 h 679"/>
                <a:gd name="T86" fmla="*/ 131 w 632"/>
                <a:gd name="T87" fmla="*/ 151 h 679"/>
                <a:gd name="T88" fmla="*/ 93 w 632"/>
                <a:gd name="T89" fmla="*/ 171 h 679"/>
                <a:gd name="T90" fmla="*/ 58 w 632"/>
                <a:gd name="T91" fmla="*/ 185 h 679"/>
                <a:gd name="T92" fmla="*/ 17 w 632"/>
                <a:gd name="T93" fmla="*/ 220 h 679"/>
                <a:gd name="T94" fmla="*/ 9 w 632"/>
                <a:gd name="T95" fmla="*/ 242 h 679"/>
                <a:gd name="T96" fmla="*/ 15 w 632"/>
                <a:gd name="T97" fmla="*/ 289 h 679"/>
                <a:gd name="T98" fmla="*/ 13 w 632"/>
                <a:gd name="T99" fmla="*/ 309 h 679"/>
                <a:gd name="T100" fmla="*/ 26 w 632"/>
                <a:gd name="T101" fmla="*/ 348 h 679"/>
                <a:gd name="T102" fmla="*/ 492 w 632"/>
                <a:gd name="T103" fmla="*/ 626 h 679"/>
                <a:gd name="T104" fmla="*/ 516 w 632"/>
                <a:gd name="T105" fmla="*/ 677 h 679"/>
                <a:gd name="T106" fmla="*/ 543 w 632"/>
                <a:gd name="T107" fmla="*/ 661 h 679"/>
                <a:gd name="T108" fmla="*/ 507 w 632"/>
                <a:gd name="T109" fmla="*/ 619 h 679"/>
                <a:gd name="T110" fmla="*/ 476 w 632"/>
                <a:gd name="T111" fmla="*/ 594 h 679"/>
                <a:gd name="T112" fmla="*/ 0 w 632"/>
                <a:gd name="T113" fmla="*/ 293 h 679"/>
                <a:gd name="T114" fmla="*/ 372 w 632"/>
                <a:gd name="T115" fmla="*/ 51 h 679"/>
                <a:gd name="T116" fmla="*/ 273 w 632"/>
                <a:gd name="T117" fmla="*/ 18 h 679"/>
                <a:gd name="T118" fmla="*/ 283 w 632"/>
                <a:gd name="T119" fmla="*/ 12 h 6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32" h="679">
                  <a:moveTo>
                    <a:pt x="26" y="348"/>
                  </a:moveTo>
                  <a:lnTo>
                    <a:pt x="26" y="348"/>
                  </a:lnTo>
                  <a:lnTo>
                    <a:pt x="26" y="349"/>
                  </a:lnTo>
                  <a:lnTo>
                    <a:pt x="26" y="351"/>
                  </a:lnTo>
                  <a:lnTo>
                    <a:pt x="24" y="353"/>
                  </a:lnTo>
                  <a:lnTo>
                    <a:pt x="24" y="355"/>
                  </a:lnTo>
                  <a:lnTo>
                    <a:pt x="24" y="355"/>
                  </a:lnTo>
                  <a:lnTo>
                    <a:pt x="29" y="362"/>
                  </a:lnTo>
                  <a:lnTo>
                    <a:pt x="29" y="369"/>
                  </a:lnTo>
                  <a:lnTo>
                    <a:pt x="29" y="379"/>
                  </a:lnTo>
                  <a:lnTo>
                    <a:pt x="31" y="391"/>
                  </a:lnTo>
                  <a:lnTo>
                    <a:pt x="37" y="393"/>
                  </a:lnTo>
                  <a:lnTo>
                    <a:pt x="37" y="393"/>
                  </a:lnTo>
                  <a:lnTo>
                    <a:pt x="38" y="404"/>
                  </a:lnTo>
                  <a:lnTo>
                    <a:pt x="38" y="415"/>
                  </a:lnTo>
                  <a:lnTo>
                    <a:pt x="40" y="415"/>
                  </a:lnTo>
                  <a:lnTo>
                    <a:pt x="40" y="415"/>
                  </a:lnTo>
                  <a:lnTo>
                    <a:pt x="42" y="424"/>
                  </a:lnTo>
                  <a:lnTo>
                    <a:pt x="40" y="435"/>
                  </a:lnTo>
                  <a:lnTo>
                    <a:pt x="38" y="457"/>
                  </a:lnTo>
                  <a:lnTo>
                    <a:pt x="38" y="457"/>
                  </a:lnTo>
                  <a:lnTo>
                    <a:pt x="31" y="457"/>
                  </a:lnTo>
                  <a:lnTo>
                    <a:pt x="26" y="457"/>
                  </a:lnTo>
                  <a:lnTo>
                    <a:pt x="26" y="457"/>
                  </a:lnTo>
                  <a:lnTo>
                    <a:pt x="31" y="466"/>
                  </a:lnTo>
                  <a:lnTo>
                    <a:pt x="31" y="466"/>
                  </a:lnTo>
                  <a:lnTo>
                    <a:pt x="33" y="468"/>
                  </a:lnTo>
                  <a:lnTo>
                    <a:pt x="37" y="470"/>
                  </a:lnTo>
                  <a:lnTo>
                    <a:pt x="40" y="470"/>
                  </a:lnTo>
                  <a:lnTo>
                    <a:pt x="44" y="471"/>
                  </a:lnTo>
                  <a:lnTo>
                    <a:pt x="44" y="471"/>
                  </a:lnTo>
                  <a:lnTo>
                    <a:pt x="44" y="475"/>
                  </a:lnTo>
                  <a:lnTo>
                    <a:pt x="46" y="479"/>
                  </a:lnTo>
                  <a:lnTo>
                    <a:pt x="46" y="479"/>
                  </a:lnTo>
                  <a:lnTo>
                    <a:pt x="51" y="481"/>
                  </a:lnTo>
                  <a:lnTo>
                    <a:pt x="55" y="481"/>
                  </a:lnTo>
                  <a:lnTo>
                    <a:pt x="60" y="479"/>
                  </a:lnTo>
                  <a:lnTo>
                    <a:pt x="68" y="484"/>
                  </a:lnTo>
                  <a:lnTo>
                    <a:pt x="68" y="484"/>
                  </a:lnTo>
                  <a:lnTo>
                    <a:pt x="71" y="484"/>
                  </a:lnTo>
                  <a:lnTo>
                    <a:pt x="75" y="482"/>
                  </a:lnTo>
                  <a:lnTo>
                    <a:pt x="80" y="479"/>
                  </a:lnTo>
                  <a:lnTo>
                    <a:pt x="88" y="466"/>
                  </a:lnTo>
                  <a:lnTo>
                    <a:pt x="88" y="466"/>
                  </a:lnTo>
                  <a:lnTo>
                    <a:pt x="91" y="471"/>
                  </a:lnTo>
                  <a:lnTo>
                    <a:pt x="93" y="473"/>
                  </a:lnTo>
                  <a:lnTo>
                    <a:pt x="97" y="475"/>
                  </a:lnTo>
                  <a:lnTo>
                    <a:pt x="97" y="475"/>
                  </a:lnTo>
                  <a:lnTo>
                    <a:pt x="99" y="471"/>
                  </a:lnTo>
                  <a:lnTo>
                    <a:pt x="99" y="468"/>
                  </a:lnTo>
                  <a:lnTo>
                    <a:pt x="97" y="462"/>
                  </a:lnTo>
                  <a:lnTo>
                    <a:pt x="97" y="462"/>
                  </a:lnTo>
                  <a:lnTo>
                    <a:pt x="100" y="462"/>
                  </a:lnTo>
                  <a:lnTo>
                    <a:pt x="108" y="464"/>
                  </a:lnTo>
                  <a:lnTo>
                    <a:pt x="108" y="464"/>
                  </a:lnTo>
                  <a:lnTo>
                    <a:pt x="120" y="461"/>
                  </a:lnTo>
                  <a:lnTo>
                    <a:pt x="137" y="457"/>
                  </a:lnTo>
                  <a:lnTo>
                    <a:pt x="137" y="457"/>
                  </a:lnTo>
                  <a:lnTo>
                    <a:pt x="139" y="457"/>
                  </a:lnTo>
                  <a:lnTo>
                    <a:pt x="139" y="459"/>
                  </a:lnTo>
                  <a:lnTo>
                    <a:pt x="140" y="462"/>
                  </a:lnTo>
                  <a:lnTo>
                    <a:pt x="140" y="462"/>
                  </a:lnTo>
                  <a:lnTo>
                    <a:pt x="146" y="461"/>
                  </a:lnTo>
                  <a:lnTo>
                    <a:pt x="151" y="457"/>
                  </a:lnTo>
                  <a:lnTo>
                    <a:pt x="151" y="457"/>
                  </a:lnTo>
                  <a:lnTo>
                    <a:pt x="155" y="457"/>
                  </a:lnTo>
                  <a:lnTo>
                    <a:pt x="157" y="459"/>
                  </a:lnTo>
                  <a:lnTo>
                    <a:pt x="159" y="461"/>
                  </a:lnTo>
                  <a:lnTo>
                    <a:pt x="162" y="459"/>
                  </a:lnTo>
                  <a:lnTo>
                    <a:pt x="162" y="459"/>
                  </a:lnTo>
                  <a:lnTo>
                    <a:pt x="166" y="457"/>
                  </a:lnTo>
                  <a:lnTo>
                    <a:pt x="168" y="451"/>
                  </a:lnTo>
                  <a:lnTo>
                    <a:pt x="170" y="446"/>
                  </a:lnTo>
                  <a:lnTo>
                    <a:pt x="173" y="442"/>
                  </a:lnTo>
                  <a:lnTo>
                    <a:pt x="173" y="442"/>
                  </a:lnTo>
                  <a:lnTo>
                    <a:pt x="177" y="441"/>
                  </a:lnTo>
                  <a:lnTo>
                    <a:pt x="179" y="442"/>
                  </a:lnTo>
                  <a:lnTo>
                    <a:pt x="182" y="442"/>
                  </a:lnTo>
                  <a:lnTo>
                    <a:pt x="186" y="442"/>
                  </a:lnTo>
                  <a:lnTo>
                    <a:pt x="186" y="437"/>
                  </a:lnTo>
                  <a:lnTo>
                    <a:pt x="186" y="437"/>
                  </a:lnTo>
                  <a:lnTo>
                    <a:pt x="186" y="437"/>
                  </a:lnTo>
                  <a:lnTo>
                    <a:pt x="190" y="435"/>
                  </a:lnTo>
                  <a:lnTo>
                    <a:pt x="191" y="435"/>
                  </a:lnTo>
                  <a:lnTo>
                    <a:pt x="195" y="435"/>
                  </a:lnTo>
                  <a:lnTo>
                    <a:pt x="195" y="435"/>
                  </a:lnTo>
                  <a:lnTo>
                    <a:pt x="195" y="431"/>
                  </a:lnTo>
                  <a:lnTo>
                    <a:pt x="197" y="428"/>
                  </a:lnTo>
                  <a:lnTo>
                    <a:pt x="201" y="428"/>
                  </a:lnTo>
                  <a:lnTo>
                    <a:pt x="201" y="426"/>
                  </a:lnTo>
                  <a:lnTo>
                    <a:pt x="201" y="426"/>
                  </a:lnTo>
                  <a:lnTo>
                    <a:pt x="202" y="426"/>
                  </a:lnTo>
                  <a:lnTo>
                    <a:pt x="206" y="426"/>
                  </a:lnTo>
                  <a:lnTo>
                    <a:pt x="215" y="428"/>
                  </a:lnTo>
                  <a:lnTo>
                    <a:pt x="215" y="428"/>
                  </a:lnTo>
                  <a:lnTo>
                    <a:pt x="230" y="424"/>
                  </a:lnTo>
                  <a:lnTo>
                    <a:pt x="250" y="417"/>
                  </a:lnTo>
                  <a:lnTo>
                    <a:pt x="272" y="411"/>
                  </a:lnTo>
                  <a:lnTo>
                    <a:pt x="281" y="410"/>
                  </a:lnTo>
                  <a:lnTo>
                    <a:pt x="288" y="411"/>
                  </a:lnTo>
                  <a:lnTo>
                    <a:pt x="288" y="411"/>
                  </a:lnTo>
                  <a:lnTo>
                    <a:pt x="292" y="413"/>
                  </a:lnTo>
                  <a:lnTo>
                    <a:pt x="294" y="417"/>
                  </a:lnTo>
                  <a:lnTo>
                    <a:pt x="295" y="420"/>
                  </a:lnTo>
                  <a:lnTo>
                    <a:pt x="297" y="422"/>
                  </a:lnTo>
                  <a:lnTo>
                    <a:pt x="297" y="422"/>
                  </a:lnTo>
                  <a:lnTo>
                    <a:pt x="303" y="424"/>
                  </a:lnTo>
                  <a:lnTo>
                    <a:pt x="308" y="422"/>
                  </a:lnTo>
                  <a:lnTo>
                    <a:pt x="315" y="422"/>
                  </a:lnTo>
                  <a:lnTo>
                    <a:pt x="323" y="422"/>
                  </a:lnTo>
                  <a:lnTo>
                    <a:pt x="323" y="426"/>
                  </a:lnTo>
                  <a:lnTo>
                    <a:pt x="323" y="426"/>
                  </a:lnTo>
                  <a:lnTo>
                    <a:pt x="325" y="428"/>
                  </a:lnTo>
                  <a:lnTo>
                    <a:pt x="325" y="430"/>
                  </a:lnTo>
                  <a:lnTo>
                    <a:pt x="325" y="431"/>
                  </a:lnTo>
                  <a:lnTo>
                    <a:pt x="323" y="433"/>
                  </a:lnTo>
                  <a:lnTo>
                    <a:pt x="323" y="433"/>
                  </a:lnTo>
                  <a:lnTo>
                    <a:pt x="330" y="433"/>
                  </a:lnTo>
                  <a:lnTo>
                    <a:pt x="332" y="435"/>
                  </a:lnTo>
                  <a:lnTo>
                    <a:pt x="330" y="437"/>
                  </a:lnTo>
                  <a:lnTo>
                    <a:pt x="330" y="437"/>
                  </a:lnTo>
                  <a:lnTo>
                    <a:pt x="328" y="439"/>
                  </a:lnTo>
                  <a:lnTo>
                    <a:pt x="330" y="441"/>
                  </a:lnTo>
                  <a:lnTo>
                    <a:pt x="326" y="441"/>
                  </a:lnTo>
                  <a:lnTo>
                    <a:pt x="326" y="441"/>
                  </a:lnTo>
                  <a:lnTo>
                    <a:pt x="328" y="442"/>
                  </a:lnTo>
                  <a:lnTo>
                    <a:pt x="330" y="444"/>
                  </a:lnTo>
                  <a:lnTo>
                    <a:pt x="330" y="444"/>
                  </a:lnTo>
                  <a:lnTo>
                    <a:pt x="335" y="446"/>
                  </a:lnTo>
                  <a:lnTo>
                    <a:pt x="341" y="448"/>
                  </a:lnTo>
                  <a:lnTo>
                    <a:pt x="341" y="448"/>
                  </a:lnTo>
                  <a:lnTo>
                    <a:pt x="343" y="459"/>
                  </a:lnTo>
                  <a:lnTo>
                    <a:pt x="343" y="464"/>
                  </a:lnTo>
                  <a:lnTo>
                    <a:pt x="346" y="471"/>
                  </a:lnTo>
                  <a:lnTo>
                    <a:pt x="346" y="471"/>
                  </a:lnTo>
                  <a:lnTo>
                    <a:pt x="354" y="475"/>
                  </a:lnTo>
                  <a:lnTo>
                    <a:pt x="354" y="475"/>
                  </a:lnTo>
                  <a:lnTo>
                    <a:pt x="368" y="455"/>
                  </a:lnTo>
                  <a:lnTo>
                    <a:pt x="368" y="455"/>
                  </a:lnTo>
                  <a:lnTo>
                    <a:pt x="372" y="455"/>
                  </a:lnTo>
                  <a:lnTo>
                    <a:pt x="376" y="455"/>
                  </a:lnTo>
                  <a:lnTo>
                    <a:pt x="376" y="455"/>
                  </a:lnTo>
                  <a:lnTo>
                    <a:pt x="379" y="448"/>
                  </a:lnTo>
                  <a:lnTo>
                    <a:pt x="383" y="442"/>
                  </a:lnTo>
                  <a:lnTo>
                    <a:pt x="383" y="442"/>
                  </a:lnTo>
                  <a:lnTo>
                    <a:pt x="386" y="442"/>
                  </a:lnTo>
                  <a:lnTo>
                    <a:pt x="386" y="446"/>
                  </a:lnTo>
                  <a:lnTo>
                    <a:pt x="385" y="455"/>
                  </a:lnTo>
                  <a:lnTo>
                    <a:pt x="379" y="470"/>
                  </a:lnTo>
                  <a:lnTo>
                    <a:pt x="379" y="470"/>
                  </a:lnTo>
                  <a:lnTo>
                    <a:pt x="379" y="477"/>
                  </a:lnTo>
                  <a:lnTo>
                    <a:pt x="381" y="481"/>
                  </a:lnTo>
                  <a:lnTo>
                    <a:pt x="381" y="482"/>
                  </a:lnTo>
                  <a:lnTo>
                    <a:pt x="381" y="482"/>
                  </a:lnTo>
                  <a:lnTo>
                    <a:pt x="376" y="482"/>
                  </a:lnTo>
                  <a:lnTo>
                    <a:pt x="372" y="484"/>
                  </a:lnTo>
                  <a:lnTo>
                    <a:pt x="372" y="490"/>
                  </a:lnTo>
                  <a:lnTo>
                    <a:pt x="372" y="490"/>
                  </a:lnTo>
                  <a:lnTo>
                    <a:pt x="376" y="486"/>
                  </a:lnTo>
                  <a:lnTo>
                    <a:pt x="376" y="486"/>
                  </a:lnTo>
                  <a:lnTo>
                    <a:pt x="383" y="484"/>
                  </a:lnTo>
                  <a:lnTo>
                    <a:pt x="385" y="481"/>
                  </a:lnTo>
                  <a:lnTo>
                    <a:pt x="386" y="470"/>
                  </a:lnTo>
                  <a:lnTo>
                    <a:pt x="386" y="470"/>
                  </a:lnTo>
                  <a:lnTo>
                    <a:pt x="394" y="470"/>
                  </a:lnTo>
                  <a:lnTo>
                    <a:pt x="394" y="470"/>
                  </a:lnTo>
                  <a:lnTo>
                    <a:pt x="392" y="471"/>
                  </a:lnTo>
                  <a:lnTo>
                    <a:pt x="392" y="471"/>
                  </a:lnTo>
                  <a:lnTo>
                    <a:pt x="390" y="473"/>
                  </a:lnTo>
                  <a:lnTo>
                    <a:pt x="390" y="475"/>
                  </a:lnTo>
                  <a:lnTo>
                    <a:pt x="390" y="475"/>
                  </a:lnTo>
                  <a:lnTo>
                    <a:pt x="394" y="477"/>
                  </a:lnTo>
                  <a:lnTo>
                    <a:pt x="396" y="482"/>
                  </a:lnTo>
                  <a:lnTo>
                    <a:pt x="397" y="493"/>
                  </a:lnTo>
                  <a:lnTo>
                    <a:pt x="396" y="501"/>
                  </a:lnTo>
                  <a:lnTo>
                    <a:pt x="396" y="501"/>
                  </a:lnTo>
                  <a:lnTo>
                    <a:pt x="410" y="497"/>
                  </a:lnTo>
                  <a:lnTo>
                    <a:pt x="410" y="497"/>
                  </a:lnTo>
                  <a:lnTo>
                    <a:pt x="416" y="519"/>
                  </a:lnTo>
                  <a:lnTo>
                    <a:pt x="417" y="530"/>
                  </a:lnTo>
                  <a:lnTo>
                    <a:pt x="417" y="541"/>
                  </a:lnTo>
                  <a:lnTo>
                    <a:pt x="417" y="541"/>
                  </a:lnTo>
                  <a:lnTo>
                    <a:pt x="423" y="543"/>
                  </a:lnTo>
                  <a:lnTo>
                    <a:pt x="427" y="544"/>
                  </a:lnTo>
                  <a:lnTo>
                    <a:pt x="427" y="544"/>
                  </a:lnTo>
                  <a:lnTo>
                    <a:pt x="430" y="550"/>
                  </a:lnTo>
                  <a:lnTo>
                    <a:pt x="430" y="553"/>
                  </a:lnTo>
                  <a:lnTo>
                    <a:pt x="432" y="555"/>
                  </a:lnTo>
                  <a:lnTo>
                    <a:pt x="432" y="555"/>
                  </a:lnTo>
                  <a:lnTo>
                    <a:pt x="439" y="559"/>
                  </a:lnTo>
                  <a:lnTo>
                    <a:pt x="447" y="563"/>
                  </a:lnTo>
                  <a:lnTo>
                    <a:pt x="447" y="563"/>
                  </a:lnTo>
                  <a:lnTo>
                    <a:pt x="448" y="559"/>
                  </a:lnTo>
                  <a:lnTo>
                    <a:pt x="450" y="557"/>
                  </a:lnTo>
                  <a:lnTo>
                    <a:pt x="452" y="557"/>
                  </a:lnTo>
                  <a:lnTo>
                    <a:pt x="452" y="557"/>
                  </a:lnTo>
                  <a:lnTo>
                    <a:pt x="456" y="559"/>
                  </a:lnTo>
                  <a:lnTo>
                    <a:pt x="458" y="563"/>
                  </a:lnTo>
                  <a:lnTo>
                    <a:pt x="459" y="566"/>
                  </a:lnTo>
                  <a:lnTo>
                    <a:pt x="461" y="570"/>
                  </a:lnTo>
                  <a:lnTo>
                    <a:pt x="461" y="570"/>
                  </a:lnTo>
                  <a:lnTo>
                    <a:pt x="468" y="573"/>
                  </a:lnTo>
                  <a:lnTo>
                    <a:pt x="474" y="573"/>
                  </a:lnTo>
                  <a:lnTo>
                    <a:pt x="478" y="573"/>
                  </a:lnTo>
                  <a:lnTo>
                    <a:pt x="481" y="572"/>
                  </a:lnTo>
                  <a:lnTo>
                    <a:pt x="485" y="564"/>
                  </a:lnTo>
                  <a:lnTo>
                    <a:pt x="487" y="561"/>
                  </a:lnTo>
                  <a:lnTo>
                    <a:pt x="489" y="561"/>
                  </a:lnTo>
                  <a:lnTo>
                    <a:pt x="494" y="561"/>
                  </a:lnTo>
                  <a:lnTo>
                    <a:pt x="494" y="561"/>
                  </a:lnTo>
                  <a:lnTo>
                    <a:pt x="492" y="557"/>
                  </a:lnTo>
                  <a:lnTo>
                    <a:pt x="490" y="555"/>
                  </a:lnTo>
                  <a:lnTo>
                    <a:pt x="490" y="555"/>
                  </a:lnTo>
                  <a:lnTo>
                    <a:pt x="496" y="552"/>
                  </a:lnTo>
                  <a:lnTo>
                    <a:pt x="501" y="548"/>
                  </a:lnTo>
                  <a:lnTo>
                    <a:pt x="501" y="548"/>
                  </a:lnTo>
                  <a:lnTo>
                    <a:pt x="499" y="550"/>
                  </a:lnTo>
                  <a:lnTo>
                    <a:pt x="501" y="552"/>
                  </a:lnTo>
                  <a:lnTo>
                    <a:pt x="503" y="555"/>
                  </a:lnTo>
                  <a:lnTo>
                    <a:pt x="503" y="555"/>
                  </a:lnTo>
                  <a:lnTo>
                    <a:pt x="499" y="559"/>
                  </a:lnTo>
                  <a:lnTo>
                    <a:pt x="496" y="563"/>
                  </a:lnTo>
                  <a:lnTo>
                    <a:pt x="496" y="563"/>
                  </a:lnTo>
                  <a:lnTo>
                    <a:pt x="509" y="559"/>
                  </a:lnTo>
                  <a:lnTo>
                    <a:pt x="510" y="559"/>
                  </a:lnTo>
                  <a:lnTo>
                    <a:pt x="510" y="561"/>
                  </a:lnTo>
                  <a:lnTo>
                    <a:pt x="503" y="568"/>
                  </a:lnTo>
                  <a:lnTo>
                    <a:pt x="503" y="568"/>
                  </a:lnTo>
                  <a:lnTo>
                    <a:pt x="510" y="570"/>
                  </a:lnTo>
                  <a:lnTo>
                    <a:pt x="518" y="575"/>
                  </a:lnTo>
                  <a:lnTo>
                    <a:pt x="518" y="575"/>
                  </a:lnTo>
                  <a:lnTo>
                    <a:pt x="519" y="579"/>
                  </a:lnTo>
                  <a:lnTo>
                    <a:pt x="519" y="583"/>
                  </a:lnTo>
                  <a:lnTo>
                    <a:pt x="519" y="583"/>
                  </a:lnTo>
                  <a:lnTo>
                    <a:pt x="521" y="581"/>
                  </a:lnTo>
                  <a:lnTo>
                    <a:pt x="521" y="577"/>
                  </a:lnTo>
                  <a:lnTo>
                    <a:pt x="523" y="575"/>
                  </a:lnTo>
                  <a:lnTo>
                    <a:pt x="523" y="575"/>
                  </a:lnTo>
                  <a:lnTo>
                    <a:pt x="527" y="573"/>
                  </a:lnTo>
                  <a:lnTo>
                    <a:pt x="530" y="575"/>
                  </a:lnTo>
                  <a:lnTo>
                    <a:pt x="530" y="575"/>
                  </a:lnTo>
                  <a:lnTo>
                    <a:pt x="532" y="573"/>
                  </a:lnTo>
                  <a:lnTo>
                    <a:pt x="534" y="570"/>
                  </a:lnTo>
                  <a:lnTo>
                    <a:pt x="538" y="563"/>
                  </a:lnTo>
                  <a:lnTo>
                    <a:pt x="541" y="550"/>
                  </a:lnTo>
                  <a:lnTo>
                    <a:pt x="541" y="550"/>
                  </a:lnTo>
                  <a:lnTo>
                    <a:pt x="560" y="550"/>
                  </a:lnTo>
                  <a:lnTo>
                    <a:pt x="567" y="550"/>
                  </a:lnTo>
                  <a:lnTo>
                    <a:pt x="572" y="550"/>
                  </a:lnTo>
                  <a:lnTo>
                    <a:pt x="572" y="550"/>
                  </a:lnTo>
                  <a:lnTo>
                    <a:pt x="572" y="548"/>
                  </a:lnTo>
                  <a:lnTo>
                    <a:pt x="574" y="546"/>
                  </a:lnTo>
                  <a:lnTo>
                    <a:pt x="576" y="544"/>
                  </a:lnTo>
                  <a:lnTo>
                    <a:pt x="576" y="544"/>
                  </a:lnTo>
                  <a:lnTo>
                    <a:pt x="576" y="543"/>
                  </a:lnTo>
                  <a:lnTo>
                    <a:pt x="578" y="539"/>
                  </a:lnTo>
                  <a:lnTo>
                    <a:pt x="580" y="535"/>
                  </a:lnTo>
                  <a:lnTo>
                    <a:pt x="580" y="535"/>
                  </a:lnTo>
                  <a:lnTo>
                    <a:pt x="578" y="533"/>
                  </a:lnTo>
                  <a:lnTo>
                    <a:pt x="574" y="532"/>
                  </a:lnTo>
                  <a:lnTo>
                    <a:pt x="572" y="530"/>
                  </a:lnTo>
                  <a:lnTo>
                    <a:pt x="572" y="526"/>
                  </a:lnTo>
                  <a:lnTo>
                    <a:pt x="572" y="526"/>
                  </a:lnTo>
                  <a:lnTo>
                    <a:pt x="574" y="522"/>
                  </a:lnTo>
                  <a:lnTo>
                    <a:pt x="580" y="521"/>
                  </a:lnTo>
                  <a:lnTo>
                    <a:pt x="580" y="521"/>
                  </a:lnTo>
                  <a:lnTo>
                    <a:pt x="580" y="515"/>
                  </a:lnTo>
                  <a:lnTo>
                    <a:pt x="580" y="510"/>
                  </a:lnTo>
                  <a:lnTo>
                    <a:pt x="580" y="504"/>
                  </a:lnTo>
                  <a:lnTo>
                    <a:pt x="581" y="499"/>
                  </a:lnTo>
                  <a:lnTo>
                    <a:pt x="581" y="499"/>
                  </a:lnTo>
                  <a:lnTo>
                    <a:pt x="583" y="493"/>
                  </a:lnTo>
                  <a:lnTo>
                    <a:pt x="587" y="486"/>
                  </a:lnTo>
                  <a:lnTo>
                    <a:pt x="591" y="481"/>
                  </a:lnTo>
                  <a:lnTo>
                    <a:pt x="594" y="475"/>
                  </a:lnTo>
                  <a:lnTo>
                    <a:pt x="594" y="475"/>
                  </a:lnTo>
                  <a:lnTo>
                    <a:pt x="594" y="468"/>
                  </a:lnTo>
                  <a:lnTo>
                    <a:pt x="594" y="462"/>
                  </a:lnTo>
                  <a:lnTo>
                    <a:pt x="592" y="457"/>
                  </a:lnTo>
                  <a:lnTo>
                    <a:pt x="594" y="451"/>
                  </a:lnTo>
                  <a:lnTo>
                    <a:pt x="594" y="451"/>
                  </a:lnTo>
                  <a:lnTo>
                    <a:pt x="601" y="451"/>
                  </a:lnTo>
                  <a:lnTo>
                    <a:pt x="601" y="451"/>
                  </a:lnTo>
                  <a:lnTo>
                    <a:pt x="601" y="450"/>
                  </a:lnTo>
                  <a:lnTo>
                    <a:pt x="601" y="444"/>
                  </a:lnTo>
                  <a:lnTo>
                    <a:pt x="601" y="444"/>
                  </a:lnTo>
                  <a:lnTo>
                    <a:pt x="603" y="442"/>
                  </a:lnTo>
                  <a:lnTo>
                    <a:pt x="609" y="439"/>
                  </a:lnTo>
                  <a:lnTo>
                    <a:pt x="618" y="435"/>
                  </a:lnTo>
                  <a:lnTo>
                    <a:pt x="618" y="430"/>
                  </a:lnTo>
                  <a:lnTo>
                    <a:pt x="618" y="430"/>
                  </a:lnTo>
                  <a:lnTo>
                    <a:pt x="618" y="430"/>
                  </a:lnTo>
                  <a:lnTo>
                    <a:pt x="618" y="428"/>
                  </a:lnTo>
                  <a:lnTo>
                    <a:pt x="618" y="422"/>
                  </a:lnTo>
                  <a:lnTo>
                    <a:pt x="623" y="422"/>
                  </a:lnTo>
                  <a:lnTo>
                    <a:pt x="623" y="422"/>
                  </a:lnTo>
                  <a:lnTo>
                    <a:pt x="625" y="415"/>
                  </a:lnTo>
                  <a:lnTo>
                    <a:pt x="625" y="415"/>
                  </a:lnTo>
                  <a:lnTo>
                    <a:pt x="625" y="406"/>
                  </a:lnTo>
                  <a:lnTo>
                    <a:pt x="625" y="400"/>
                  </a:lnTo>
                  <a:lnTo>
                    <a:pt x="625" y="397"/>
                  </a:lnTo>
                  <a:lnTo>
                    <a:pt x="625" y="397"/>
                  </a:lnTo>
                  <a:lnTo>
                    <a:pt x="625" y="391"/>
                  </a:lnTo>
                  <a:lnTo>
                    <a:pt x="625" y="384"/>
                  </a:lnTo>
                  <a:lnTo>
                    <a:pt x="625" y="369"/>
                  </a:lnTo>
                  <a:lnTo>
                    <a:pt x="631" y="369"/>
                  </a:lnTo>
                  <a:lnTo>
                    <a:pt x="631" y="369"/>
                  </a:lnTo>
                  <a:lnTo>
                    <a:pt x="632" y="359"/>
                  </a:lnTo>
                  <a:lnTo>
                    <a:pt x="632" y="359"/>
                  </a:lnTo>
                  <a:lnTo>
                    <a:pt x="632" y="349"/>
                  </a:lnTo>
                  <a:lnTo>
                    <a:pt x="631" y="344"/>
                  </a:lnTo>
                  <a:lnTo>
                    <a:pt x="631" y="344"/>
                  </a:lnTo>
                  <a:lnTo>
                    <a:pt x="627" y="337"/>
                  </a:lnTo>
                  <a:lnTo>
                    <a:pt x="623" y="328"/>
                  </a:lnTo>
                  <a:lnTo>
                    <a:pt x="623" y="328"/>
                  </a:lnTo>
                  <a:lnTo>
                    <a:pt x="623" y="318"/>
                  </a:lnTo>
                  <a:lnTo>
                    <a:pt x="625" y="308"/>
                  </a:lnTo>
                  <a:lnTo>
                    <a:pt x="625" y="297"/>
                  </a:lnTo>
                  <a:lnTo>
                    <a:pt x="625" y="291"/>
                  </a:lnTo>
                  <a:lnTo>
                    <a:pt x="623" y="286"/>
                  </a:lnTo>
                  <a:lnTo>
                    <a:pt x="609" y="277"/>
                  </a:lnTo>
                  <a:lnTo>
                    <a:pt x="609" y="277"/>
                  </a:lnTo>
                  <a:lnTo>
                    <a:pt x="609" y="271"/>
                  </a:lnTo>
                  <a:lnTo>
                    <a:pt x="609" y="266"/>
                  </a:lnTo>
                  <a:lnTo>
                    <a:pt x="609" y="266"/>
                  </a:lnTo>
                  <a:lnTo>
                    <a:pt x="601" y="260"/>
                  </a:lnTo>
                  <a:lnTo>
                    <a:pt x="594" y="257"/>
                  </a:lnTo>
                  <a:lnTo>
                    <a:pt x="594" y="257"/>
                  </a:lnTo>
                  <a:lnTo>
                    <a:pt x="592" y="251"/>
                  </a:lnTo>
                  <a:lnTo>
                    <a:pt x="591" y="246"/>
                  </a:lnTo>
                  <a:lnTo>
                    <a:pt x="591" y="233"/>
                  </a:lnTo>
                  <a:lnTo>
                    <a:pt x="591" y="233"/>
                  </a:lnTo>
                  <a:lnTo>
                    <a:pt x="581" y="227"/>
                  </a:lnTo>
                  <a:lnTo>
                    <a:pt x="578" y="224"/>
                  </a:lnTo>
                  <a:lnTo>
                    <a:pt x="572" y="222"/>
                  </a:lnTo>
                  <a:lnTo>
                    <a:pt x="572" y="222"/>
                  </a:lnTo>
                  <a:lnTo>
                    <a:pt x="572" y="205"/>
                  </a:lnTo>
                  <a:lnTo>
                    <a:pt x="571" y="198"/>
                  </a:lnTo>
                  <a:lnTo>
                    <a:pt x="567" y="195"/>
                  </a:lnTo>
                  <a:lnTo>
                    <a:pt x="565" y="193"/>
                  </a:lnTo>
                  <a:lnTo>
                    <a:pt x="560" y="193"/>
                  </a:lnTo>
                  <a:lnTo>
                    <a:pt x="560" y="193"/>
                  </a:lnTo>
                  <a:lnTo>
                    <a:pt x="561" y="189"/>
                  </a:lnTo>
                  <a:lnTo>
                    <a:pt x="565" y="185"/>
                  </a:lnTo>
                  <a:lnTo>
                    <a:pt x="565" y="185"/>
                  </a:lnTo>
                  <a:lnTo>
                    <a:pt x="563" y="184"/>
                  </a:lnTo>
                  <a:lnTo>
                    <a:pt x="563" y="182"/>
                  </a:lnTo>
                  <a:lnTo>
                    <a:pt x="561" y="182"/>
                  </a:lnTo>
                  <a:lnTo>
                    <a:pt x="561" y="178"/>
                  </a:lnTo>
                  <a:lnTo>
                    <a:pt x="561" y="178"/>
                  </a:lnTo>
                  <a:lnTo>
                    <a:pt x="552" y="173"/>
                  </a:lnTo>
                  <a:lnTo>
                    <a:pt x="541" y="167"/>
                  </a:lnTo>
                  <a:lnTo>
                    <a:pt x="529" y="162"/>
                  </a:lnTo>
                  <a:lnTo>
                    <a:pt x="523" y="156"/>
                  </a:lnTo>
                  <a:lnTo>
                    <a:pt x="523" y="156"/>
                  </a:lnTo>
                  <a:lnTo>
                    <a:pt x="521" y="149"/>
                  </a:lnTo>
                  <a:lnTo>
                    <a:pt x="521" y="140"/>
                  </a:lnTo>
                  <a:lnTo>
                    <a:pt x="521" y="131"/>
                  </a:lnTo>
                  <a:lnTo>
                    <a:pt x="519" y="122"/>
                  </a:lnTo>
                  <a:lnTo>
                    <a:pt x="519" y="122"/>
                  </a:lnTo>
                  <a:lnTo>
                    <a:pt x="518" y="116"/>
                  </a:lnTo>
                  <a:lnTo>
                    <a:pt x="514" y="111"/>
                  </a:lnTo>
                  <a:lnTo>
                    <a:pt x="510" y="107"/>
                  </a:lnTo>
                  <a:lnTo>
                    <a:pt x="509" y="102"/>
                  </a:lnTo>
                  <a:lnTo>
                    <a:pt x="509" y="102"/>
                  </a:lnTo>
                  <a:lnTo>
                    <a:pt x="507" y="96"/>
                  </a:lnTo>
                  <a:lnTo>
                    <a:pt x="509" y="87"/>
                  </a:lnTo>
                  <a:lnTo>
                    <a:pt x="509" y="80"/>
                  </a:lnTo>
                  <a:lnTo>
                    <a:pt x="509" y="73"/>
                  </a:lnTo>
                  <a:lnTo>
                    <a:pt x="509" y="73"/>
                  </a:lnTo>
                  <a:lnTo>
                    <a:pt x="501" y="73"/>
                  </a:lnTo>
                  <a:lnTo>
                    <a:pt x="501" y="73"/>
                  </a:lnTo>
                  <a:lnTo>
                    <a:pt x="498" y="69"/>
                  </a:lnTo>
                  <a:lnTo>
                    <a:pt x="496" y="69"/>
                  </a:lnTo>
                  <a:lnTo>
                    <a:pt x="496" y="69"/>
                  </a:lnTo>
                  <a:lnTo>
                    <a:pt x="496" y="62"/>
                  </a:lnTo>
                  <a:lnTo>
                    <a:pt x="496" y="62"/>
                  </a:lnTo>
                  <a:lnTo>
                    <a:pt x="489" y="63"/>
                  </a:lnTo>
                  <a:lnTo>
                    <a:pt x="489" y="69"/>
                  </a:lnTo>
                  <a:lnTo>
                    <a:pt x="489" y="69"/>
                  </a:lnTo>
                  <a:lnTo>
                    <a:pt x="485" y="69"/>
                  </a:lnTo>
                  <a:lnTo>
                    <a:pt x="483" y="67"/>
                  </a:lnTo>
                  <a:lnTo>
                    <a:pt x="483" y="65"/>
                  </a:lnTo>
                  <a:lnTo>
                    <a:pt x="481" y="65"/>
                  </a:lnTo>
                  <a:lnTo>
                    <a:pt x="481" y="65"/>
                  </a:lnTo>
                  <a:lnTo>
                    <a:pt x="479" y="45"/>
                  </a:lnTo>
                  <a:lnTo>
                    <a:pt x="476" y="29"/>
                  </a:lnTo>
                  <a:lnTo>
                    <a:pt x="468" y="14"/>
                  </a:lnTo>
                  <a:lnTo>
                    <a:pt x="461" y="0"/>
                  </a:lnTo>
                  <a:lnTo>
                    <a:pt x="461" y="0"/>
                  </a:lnTo>
                  <a:lnTo>
                    <a:pt x="454" y="0"/>
                  </a:lnTo>
                  <a:lnTo>
                    <a:pt x="454" y="0"/>
                  </a:lnTo>
                  <a:lnTo>
                    <a:pt x="452" y="25"/>
                  </a:lnTo>
                  <a:lnTo>
                    <a:pt x="452" y="47"/>
                  </a:lnTo>
                  <a:lnTo>
                    <a:pt x="452" y="47"/>
                  </a:lnTo>
                  <a:lnTo>
                    <a:pt x="447" y="49"/>
                  </a:lnTo>
                  <a:lnTo>
                    <a:pt x="447" y="49"/>
                  </a:lnTo>
                  <a:lnTo>
                    <a:pt x="447" y="62"/>
                  </a:lnTo>
                  <a:lnTo>
                    <a:pt x="448" y="74"/>
                  </a:lnTo>
                  <a:lnTo>
                    <a:pt x="448" y="87"/>
                  </a:lnTo>
                  <a:lnTo>
                    <a:pt x="447" y="100"/>
                  </a:lnTo>
                  <a:lnTo>
                    <a:pt x="447" y="100"/>
                  </a:lnTo>
                  <a:lnTo>
                    <a:pt x="441" y="102"/>
                  </a:lnTo>
                  <a:lnTo>
                    <a:pt x="441" y="102"/>
                  </a:lnTo>
                  <a:lnTo>
                    <a:pt x="441" y="109"/>
                  </a:lnTo>
                  <a:lnTo>
                    <a:pt x="441" y="114"/>
                  </a:lnTo>
                  <a:lnTo>
                    <a:pt x="437" y="120"/>
                  </a:lnTo>
                  <a:lnTo>
                    <a:pt x="437" y="120"/>
                  </a:lnTo>
                  <a:lnTo>
                    <a:pt x="437" y="125"/>
                  </a:lnTo>
                  <a:lnTo>
                    <a:pt x="437" y="129"/>
                  </a:lnTo>
                  <a:lnTo>
                    <a:pt x="437" y="129"/>
                  </a:lnTo>
                  <a:lnTo>
                    <a:pt x="436" y="131"/>
                  </a:lnTo>
                  <a:lnTo>
                    <a:pt x="434" y="131"/>
                  </a:lnTo>
                  <a:lnTo>
                    <a:pt x="434" y="131"/>
                  </a:lnTo>
                  <a:lnTo>
                    <a:pt x="432" y="133"/>
                  </a:lnTo>
                  <a:lnTo>
                    <a:pt x="432" y="133"/>
                  </a:lnTo>
                  <a:lnTo>
                    <a:pt x="428" y="131"/>
                  </a:lnTo>
                  <a:lnTo>
                    <a:pt x="427" y="133"/>
                  </a:lnTo>
                  <a:lnTo>
                    <a:pt x="423" y="133"/>
                  </a:lnTo>
                  <a:lnTo>
                    <a:pt x="419" y="133"/>
                  </a:lnTo>
                  <a:lnTo>
                    <a:pt x="419" y="133"/>
                  </a:lnTo>
                  <a:lnTo>
                    <a:pt x="417" y="129"/>
                  </a:lnTo>
                  <a:lnTo>
                    <a:pt x="416" y="125"/>
                  </a:lnTo>
                  <a:lnTo>
                    <a:pt x="414" y="120"/>
                  </a:lnTo>
                  <a:lnTo>
                    <a:pt x="412" y="118"/>
                  </a:lnTo>
                  <a:lnTo>
                    <a:pt x="412" y="118"/>
                  </a:lnTo>
                  <a:lnTo>
                    <a:pt x="408" y="116"/>
                  </a:lnTo>
                  <a:lnTo>
                    <a:pt x="405" y="118"/>
                  </a:lnTo>
                  <a:lnTo>
                    <a:pt x="405" y="118"/>
                  </a:lnTo>
                  <a:lnTo>
                    <a:pt x="401" y="114"/>
                  </a:lnTo>
                  <a:lnTo>
                    <a:pt x="396" y="107"/>
                  </a:lnTo>
                  <a:lnTo>
                    <a:pt x="392" y="102"/>
                  </a:lnTo>
                  <a:lnTo>
                    <a:pt x="388" y="98"/>
                  </a:lnTo>
                  <a:lnTo>
                    <a:pt x="388" y="98"/>
                  </a:lnTo>
                  <a:lnTo>
                    <a:pt x="383" y="96"/>
                  </a:lnTo>
                  <a:lnTo>
                    <a:pt x="379" y="94"/>
                  </a:lnTo>
                  <a:lnTo>
                    <a:pt x="374" y="94"/>
                  </a:lnTo>
                  <a:lnTo>
                    <a:pt x="368" y="93"/>
                  </a:lnTo>
                  <a:lnTo>
                    <a:pt x="368" y="87"/>
                  </a:lnTo>
                  <a:lnTo>
                    <a:pt x="368" y="87"/>
                  </a:lnTo>
                  <a:lnTo>
                    <a:pt x="361" y="83"/>
                  </a:lnTo>
                  <a:lnTo>
                    <a:pt x="354" y="80"/>
                  </a:lnTo>
                  <a:lnTo>
                    <a:pt x="354" y="80"/>
                  </a:lnTo>
                  <a:lnTo>
                    <a:pt x="354" y="73"/>
                  </a:lnTo>
                  <a:lnTo>
                    <a:pt x="354" y="63"/>
                  </a:lnTo>
                  <a:lnTo>
                    <a:pt x="354" y="63"/>
                  </a:lnTo>
                  <a:lnTo>
                    <a:pt x="359" y="62"/>
                  </a:lnTo>
                  <a:lnTo>
                    <a:pt x="359" y="62"/>
                  </a:lnTo>
                  <a:lnTo>
                    <a:pt x="359" y="52"/>
                  </a:lnTo>
                  <a:lnTo>
                    <a:pt x="359" y="49"/>
                  </a:lnTo>
                  <a:lnTo>
                    <a:pt x="355" y="47"/>
                  </a:lnTo>
                  <a:lnTo>
                    <a:pt x="355" y="47"/>
                  </a:lnTo>
                  <a:lnTo>
                    <a:pt x="363" y="45"/>
                  </a:lnTo>
                  <a:lnTo>
                    <a:pt x="368" y="47"/>
                  </a:lnTo>
                  <a:lnTo>
                    <a:pt x="368" y="47"/>
                  </a:lnTo>
                  <a:lnTo>
                    <a:pt x="368" y="40"/>
                  </a:lnTo>
                  <a:lnTo>
                    <a:pt x="368" y="40"/>
                  </a:lnTo>
                  <a:lnTo>
                    <a:pt x="366" y="38"/>
                  </a:lnTo>
                  <a:lnTo>
                    <a:pt x="366" y="36"/>
                  </a:lnTo>
                  <a:lnTo>
                    <a:pt x="366" y="34"/>
                  </a:lnTo>
                  <a:lnTo>
                    <a:pt x="366" y="34"/>
                  </a:lnTo>
                  <a:lnTo>
                    <a:pt x="370" y="32"/>
                  </a:lnTo>
                  <a:lnTo>
                    <a:pt x="372" y="31"/>
                  </a:lnTo>
                  <a:lnTo>
                    <a:pt x="374" y="29"/>
                  </a:lnTo>
                  <a:lnTo>
                    <a:pt x="374" y="29"/>
                  </a:lnTo>
                  <a:lnTo>
                    <a:pt x="374" y="27"/>
                  </a:lnTo>
                  <a:lnTo>
                    <a:pt x="372" y="20"/>
                  </a:lnTo>
                  <a:lnTo>
                    <a:pt x="372" y="20"/>
                  </a:lnTo>
                  <a:lnTo>
                    <a:pt x="359" y="25"/>
                  </a:lnTo>
                  <a:lnTo>
                    <a:pt x="355" y="20"/>
                  </a:lnTo>
                  <a:lnTo>
                    <a:pt x="355" y="20"/>
                  </a:lnTo>
                  <a:lnTo>
                    <a:pt x="345" y="20"/>
                  </a:lnTo>
                  <a:lnTo>
                    <a:pt x="330" y="18"/>
                  </a:lnTo>
                  <a:lnTo>
                    <a:pt x="330" y="18"/>
                  </a:lnTo>
                  <a:lnTo>
                    <a:pt x="330" y="16"/>
                  </a:lnTo>
                  <a:lnTo>
                    <a:pt x="328" y="16"/>
                  </a:lnTo>
                  <a:lnTo>
                    <a:pt x="325" y="16"/>
                  </a:lnTo>
                  <a:lnTo>
                    <a:pt x="326" y="18"/>
                  </a:lnTo>
                  <a:lnTo>
                    <a:pt x="326" y="18"/>
                  </a:lnTo>
                  <a:lnTo>
                    <a:pt x="325" y="16"/>
                  </a:lnTo>
                  <a:lnTo>
                    <a:pt x="323" y="14"/>
                  </a:lnTo>
                  <a:lnTo>
                    <a:pt x="319" y="9"/>
                  </a:lnTo>
                  <a:lnTo>
                    <a:pt x="319" y="9"/>
                  </a:lnTo>
                  <a:lnTo>
                    <a:pt x="315" y="12"/>
                  </a:lnTo>
                  <a:lnTo>
                    <a:pt x="314" y="12"/>
                  </a:lnTo>
                  <a:lnTo>
                    <a:pt x="315" y="14"/>
                  </a:lnTo>
                  <a:lnTo>
                    <a:pt x="315" y="14"/>
                  </a:lnTo>
                  <a:lnTo>
                    <a:pt x="310" y="14"/>
                  </a:lnTo>
                  <a:lnTo>
                    <a:pt x="308" y="12"/>
                  </a:lnTo>
                  <a:lnTo>
                    <a:pt x="310" y="12"/>
                  </a:lnTo>
                  <a:lnTo>
                    <a:pt x="310" y="12"/>
                  </a:lnTo>
                  <a:lnTo>
                    <a:pt x="304" y="9"/>
                  </a:lnTo>
                  <a:lnTo>
                    <a:pt x="301" y="5"/>
                  </a:lnTo>
                  <a:lnTo>
                    <a:pt x="301" y="5"/>
                  </a:lnTo>
                  <a:lnTo>
                    <a:pt x="295" y="3"/>
                  </a:lnTo>
                  <a:lnTo>
                    <a:pt x="294" y="5"/>
                  </a:lnTo>
                  <a:lnTo>
                    <a:pt x="299" y="11"/>
                  </a:lnTo>
                  <a:lnTo>
                    <a:pt x="312" y="20"/>
                  </a:lnTo>
                  <a:lnTo>
                    <a:pt x="312" y="20"/>
                  </a:lnTo>
                  <a:lnTo>
                    <a:pt x="312" y="23"/>
                  </a:lnTo>
                  <a:lnTo>
                    <a:pt x="310" y="25"/>
                  </a:lnTo>
                  <a:lnTo>
                    <a:pt x="308" y="25"/>
                  </a:lnTo>
                  <a:lnTo>
                    <a:pt x="308" y="29"/>
                  </a:lnTo>
                  <a:lnTo>
                    <a:pt x="308" y="29"/>
                  </a:lnTo>
                  <a:lnTo>
                    <a:pt x="303" y="29"/>
                  </a:lnTo>
                  <a:lnTo>
                    <a:pt x="295" y="25"/>
                  </a:lnTo>
                  <a:lnTo>
                    <a:pt x="290" y="23"/>
                  </a:lnTo>
                  <a:lnTo>
                    <a:pt x="283" y="22"/>
                  </a:lnTo>
                  <a:lnTo>
                    <a:pt x="283" y="22"/>
                  </a:lnTo>
                  <a:lnTo>
                    <a:pt x="281" y="25"/>
                  </a:lnTo>
                  <a:lnTo>
                    <a:pt x="281" y="29"/>
                  </a:lnTo>
                  <a:lnTo>
                    <a:pt x="281" y="29"/>
                  </a:lnTo>
                  <a:lnTo>
                    <a:pt x="277" y="27"/>
                  </a:lnTo>
                  <a:lnTo>
                    <a:pt x="273" y="25"/>
                  </a:lnTo>
                  <a:lnTo>
                    <a:pt x="273" y="25"/>
                  </a:lnTo>
                  <a:lnTo>
                    <a:pt x="270" y="38"/>
                  </a:lnTo>
                  <a:lnTo>
                    <a:pt x="270" y="43"/>
                  </a:lnTo>
                  <a:lnTo>
                    <a:pt x="272" y="45"/>
                  </a:lnTo>
                  <a:lnTo>
                    <a:pt x="273" y="47"/>
                  </a:lnTo>
                  <a:lnTo>
                    <a:pt x="273" y="47"/>
                  </a:lnTo>
                  <a:lnTo>
                    <a:pt x="272" y="47"/>
                  </a:lnTo>
                  <a:lnTo>
                    <a:pt x="268" y="47"/>
                  </a:lnTo>
                  <a:lnTo>
                    <a:pt x="266" y="45"/>
                  </a:lnTo>
                  <a:lnTo>
                    <a:pt x="263" y="47"/>
                  </a:lnTo>
                  <a:lnTo>
                    <a:pt x="263" y="47"/>
                  </a:lnTo>
                  <a:lnTo>
                    <a:pt x="263" y="52"/>
                  </a:lnTo>
                  <a:lnTo>
                    <a:pt x="263" y="58"/>
                  </a:lnTo>
                  <a:lnTo>
                    <a:pt x="263" y="58"/>
                  </a:lnTo>
                  <a:lnTo>
                    <a:pt x="257" y="60"/>
                  </a:lnTo>
                  <a:lnTo>
                    <a:pt x="253" y="63"/>
                  </a:lnTo>
                  <a:lnTo>
                    <a:pt x="253" y="63"/>
                  </a:lnTo>
                  <a:lnTo>
                    <a:pt x="257" y="69"/>
                  </a:lnTo>
                  <a:lnTo>
                    <a:pt x="261" y="74"/>
                  </a:lnTo>
                  <a:lnTo>
                    <a:pt x="261" y="74"/>
                  </a:lnTo>
                  <a:lnTo>
                    <a:pt x="259" y="76"/>
                  </a:lnTo>
                  <a:lnTo>
                    <a:pt x="252" y="78"/>
                  </a:lnTo>
                  <a:lnTo>
                    <a:pt x="252" y="78"/>
                  </a:lnTo>
                  <a:lnTo>
                    <a:pt x="252" y="78"/>
                  </a:lnTo>
                  <a:lnTo>
                    <a:pt x="250" y="76"/>
                  </a:lnTo>
                  <a:lnTo>
                    <a:pt x="246" y="76"/>
                  </a:lnTo>
                  <a:lnTo>
                    <a:pt x="246" y="76"/>
                  </a:lnTo>
                  <a:lnTo>
                    <a:pt x="246" y="74"/>
                  </a:lnTo>
                  <a:lnTo>
                    <a:pt x="244" y="73"/>
                  </a:lnTo>
                  <a:lnTo>
                    <a:pt x="239" y="73"/>
                  </a:lnTo>
                  <a:lnTo>
                    <a:pt x="239" y="73"/>
                  </a:lnTo>
                  <a:lnTo>
                    <a:pt x="239" y="78"/>
                  </a:lnTo>
                  <a:lnTo>
                    <a:pt x="239" y="83"/>
                  </a:lnTo>
                  <a:lnTo>
                    <a:pt x="232" y="85"/>
                  </a:lnTo>
                  <a:lnTo>
                    <a:pt x="232" y="85"/>
                  </a:lnTo>
                  <a:lnTo>
                    <a:pt x="233" y="78"/>
                  </a:lnTo>
                  <a:lnTo>
                    <a:pt x="233" y="73"/>
                  </a:lnTo>
                  <a:lnTo>
                    <a:pt x="232" y="67"/>
                  </a:lnTo>
                  <a:lnTo>
                    <a:pt x="226" y="62"/>
                  </a:lnTo>
                  <a:lnTo>
                    <a:pt x="226" y="62"/>
                  </a:lnTo>
                  <a:lnTo>
                    <a:pt x="224" y="54"/>
                  </a:lnTo>
                  <a:lnTo>
                    <a:pt x="224" y="54"/>
                  </a:lnTo>
                  <a:lnTo>
                    <a:pt x="208" y="56"/>
                  </a:lnTo>
                  <a:lnTo>
                    <a:pt x="206" y="60"/>
                  </a:lnTo>
                  <a:lnTo>
                    <a:pt x="204" y="69"/>
                  </a:lnTo>
                  <a:lnTo>
                    <a:pt x="204" y="69"/>
                  </a:lnTo>
                  <a:lnTo>
                    <a:pt x="202" y="67"/>
                  </a:lnTo>
                  <a:lnTo>
                    <a:pt x="202" y="65"/>
                  </a:lnTo>
                  <a:lnTo>
                    <a:pt x="202" y="63"/>
                  </a:lnTo>
                  <a:lnTo>
                    <a:pt x="197" y="63"/>
                  </a:lnTo>
                  <a:lnTo>
                    <a:pt x="197" y="63"/>
                  </a:lnTo>
                  <a:lnTo>
                    <a:pt x="201" y="69"/>
                  </a:lnTo>
                  <a:lnTo>
                    <a:pt x="195" y="69"/>
                  </a:lnTo>
                  <a:lnTo>
                    <a:pt x="195" y="69"/>
                  </a:lnTo>
                  <a:lnTo>
                    <a:pt x="197" y="74"/>
                  </a:lnTo>
                  <a:lnTo>
                    <a:pt x="197" y="78"/>
                  </a:lnTo>
                  <a:lnTo>
                    <a:pt x="197" y="78"/>
                  </a:lnTo>
                  <a:lnTo>
                    <a:pt x="193" y="78"/>
                  </a:lnTo>
                  <a:lnTo>
                    <a:pt x="190" y="78"/>
                  </a:lnTo>
                  <a:lnTo>
                    <a:pt x="190" y="78"/>
                  </a:lnTo>
                  <a:lnTo>
                    <a:pt x="191" y="82"/>
                  </a:lnTo>
                  <a:lnTo>
                    <a:pt x="193" y="83"/>
                  </a:lnTo>
                  <a:lnTo>
                    <a:pt x="193" y="85"/>
                  </a:lnTo>
                  <a:lnTo>
                    <a:pt x="193" y="85"/>
                  </a:lnTo>
                  <a:lnTo>
                    <a:pt x="188" y="83"/>
                  </a:lnTo>
                  <a:lnTo>
                    <a:pt x="186" y="80"/>
                  </a:lnTo>
                  <a:lnTo>
                    <a:pt x="186" y="80"/>
                  </a:lnTo>
                  <a:lnTo>
                    <a:pt x="182" y="83"/>
                  </a:lnTo>
                  <a:lnTo>
                    <a:pt x="181" y="85"/>
                  </a:lnTo>
                  <a:lnTo>
                    <a:pt x="181" y="85"/>
                  </a:lnTo>
                  <a:lnTo>
                    <a:pt x="181" y="93"/>
                  </a:lnTo>
                  <a:lnTo>
                    <a:pt x="181" y="94"/>
                  </a:lnTo>
                  <a:lnTo>
                    <a:pt x="181" y="100"/>
                  </a:lnTo>
                  <a:lnTo>
                    <a:pt x="181" y="100"/>
                  </a:lnTo>
                  <a:lnTo>
                    <a:pt x="170" y="94"/>
                  </a:lnTo>
                  <a:lnTo>
                    <a:pt x="170" y="94"/>
                  </a:lnTo>
                  <a:lnTo>
                    <a:pt x="168" y="94"/>
                  </a:lnTo>
                  <a:lnTo>
                    <a:pt x="166" y="98"/>
                  </a:lnTo>
                  <a:lnTo>
                    <a:pt x="166" y="98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8" y="111"/>
                  </a:lnTo>
                  <a:lnTo>
                    <a:pt x="170" y="113"/>
                  </a:lnTo>
                  <a:lnTo>
                    <a:pt x="168" y="116"/>
                  </a:lnTo>
                  <a:lnTo>
                    <a:pt x="166" y="122"/>
                  </a:lnTo>
                  <a:lnTo>
                    <a:pt x="166" y="122"/>
                  </a:lnTo>
                  <a:lnTo>
                    <a:pt x="159" y="114"/>
                  </a:lnTo>
                  <a:lnTo>
                    <a:pt x="159" y="114"/>
                  </a:lnTo>
                  <a:lnTo>
                    <a:pt x="155" y="107"/>
                  </a:lnTo>
                  <a:lnTo>
                    <a:pt x="155" y="105"/>
                  </a:lnTo>
                  <a:lnTo>
                    <a:pt x="153" y="107"/>
                  </a:lnTo>
                  <a:lnTo>
                    <a:pt x="151" y="109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4" y="129"/>
                  </a:lnTo>
                  <a:lnTo>
                    <a:pt x="144" y="136"/>
                  </a:lnTo>
                  <a:lnTo>
                    <a:pt x="144" y="138"/>
                  </a:lnTo>
                  <a:lnTo>
                    <a:pt x="146" y="140"/>
                  </a:lnTo>
                  <a:lnTo>
                    <a:pt x="146" y="140"/>
                  </a:lnTo>
                  <a:lnTo>
                    <a:pt x="139" y="145"/>
                  </a:lnTo>
                  <a:lnTo>
                    <a:pt x="135" y="147"/>
                  </a:lnTo>
                  <a:lnTo>
                    <a:pt x="131" y="151"/>
                  </a:lnTo>
                  <a:lnTo>
                    <a:pt x="131" y="151"/>
                  </a:lnTo>
                  <a:lnTo>
                    <a:pt x="130" y="156"/>
                  </a:lnTo>
                  <a:lnTo>
                    <a:pt x="130" y="162"/>
                  </a:lnTo>
                  <a:lnTo>
                    <a:pt x="130" y="162"/>
                  </a:lnTo>
                  <a:lnTo>
                    <a:pt x="122" y="164"/>
                  </a:lnTo>
                  <a:lnTo>
                    <a:pt x="117" y="165"/>
                  </a:lnTo>
                  <a:lnTo>
                    <a:pt x="109" y="167"/>
                  </a:lnTo>
                  <a:lnTo>
                    <a:pt x="102" y="169"/>
                  </a:lnTo>
                  <a:lnTo>
                    <a:pt x="100" y="173"/>
                  </a:lnTo>
                  <a:lnTo>
                    <a:pt x="100" y="173"/>
                  </a:lnTo>
                  <a:lnTo>
                    <a:pt x="97" y="173"/>
                  </a:lnTo>
                  <a:lnTo>
                    <a:pt x="95" y="173"/>
                  </a:lnTo>
                  <a:lnTo>
                    <a:pt x="93" y="171"/>
                  </a:lnTo>
                  <a:lnTo>
                    <a:pt x="93" y="171"/>
                  </a:lnTo>
                  <a:lnTo>
                    <a:pt x="93" y="171"/>
                  </a:lnTo>
                  <a:lnTo>
                    <a:pt x="89" y="173"/>
                  </a:lnTo>
                  <a:lnTo>
                    <a:pt x="88" y="178"/>
                  </a:lnTo>
                  <a:lnTo>
                    <a:pt x="88" y="182"/>
                  </a:lnTo>
                  <a:lnTo>
                    <a:pt x="84" y="184"/>
                  </a:lnTo>
                  <a:lnTo>
                    <a:pt x="84" y="184"/>
                  </a:lnTo>
                  <a:lnTo>
                    <a:pt x="80" y="184"/>
                  </a:lnTo>
                  <a:lnTo>
                    <a:pt x="75" y="184"/>
                  </a:lnTo>
                  <a:lnTo>
                    <a:pt x="73" y="187"/>
                  </a:lnTo>
                  <a:lnTo>
                    <a:pt x="73" y="187"/>
                  </a:lnTo>
                  <a:lnTo>
                    <a:pt x="68" y="187"/>
                  </a:lnTo>
                  <a:lnTo>
                    <a:pt x="64" y="187"/>
                  </a:lnTo>
                  <a:lnTo>
                    <a:pt x="58" y="185"/>
                  </a:lnTo>
                  <a:lnTo>
                    <a:pt x="58" y="185"/>
                  </a:lnTo>
                  <a:lnTo>
                    <a:pt x="57" y="189"/>
                  </a:lnTo>
                  <a:lnTo>
                    <a:pt x="55" y="193"/>
                  </a:lnTo>
                  <a:lnTo>
                    <a:pt x="55" y="193"/>
                  </a:lnTo>
                  <a:lnTo>
                    <a:pt x="51" y="193"/>
                  </a:lnTo>
                  <a:lnTo>
                    <a:pt x="46" y="193"/>
                  </a:lnTo>
                  <a:lnTo>
                    <a:pt x="46" y="196"/>
                  </a:lnTo>
                  <a:lnTo>
                    <a:pt x="46" y="196"/>
                  </a:lnTo>
                  <a:lnTo>
                    <a:pt x="40" y="200"/>
                  </a:lnTo>
                  <a:lnTo>
                    <a:pt x="35" y="205"/>
                  </a:lnTo>
                  <a:lnTo>
                    <a:pt x="24" y="215"/>
                  </a:lnTo>
                  <a:lnTo>
                    <a:pt x="24" y="215"/>
                  </a:lnTo>
                  <a:lnTo>
                    <a:pt x="17" y="220"/>
                  </a:lnTo>
                  <a:lnTo>
                    <a:pt x="17" y="220"/>
                  </a:lnTo>
                  <a:lnTo>
                    <a:pt x="17" y="220"/>
                  </a:lnTo>
                  <a:lnTo>
                    <a:pt x="15" y="222"/>
                  </a:lnTo>
                  <a:lnTo>
                    <a:pt x="11" y="222"/>
                  </a:lnTo>
                  <a:lnTo>
                    <a:pt x="15" y="215"/>
                  </a:lnTo>
                  <a:lnTo>
                    <a:pt x="15" y="215"/>
                  </a:lnTo>
                  <a:lnTo>
                    <a:pt x="11" y="216"/>
                  </a:lnTo>
                  <a:lnTo>
                    <a:pt x="9" y="218"/>
                  </a:lnTo>
                  <a:lnTo>
                    <a:pt x="9" y="218"/>
                  </a:lnTo>
                  <a:lnTo>
                    <a:pt x="9" y="218"/>
                  </a:lnTo>
                  <a:lnTo>
                    <a:pt x="9" y="222"/>
                  </a:lnTo>
                  <a:lnTo>
                    <a:pt x="7" y="226"/>
                  </a:lnTo>
                  <a:lnTo>
                    <a:pt x="7" y="226"/>
                  </a:lnTo>
                  <a:lnTo>
                    <a:pt x="7" y="229"/>
                  </a:lnTo>
                  <a:lnTo>
                    <a:pt x="9" y="236"/>
                  </a:lnTo>
                  <a:lnTo>
                    <a:pt x="9" y="242"/>
                  </a:lnTo>
                  <a:lnTo>
                    <a:pt x="9" y="249"/>
                  </a:lnTo>
                  <a:lnTo>
                    <a:pt x="9" y="249"/>
                  </a:lnTo>
                  <a:lnTo>
                    <a:pt x="4" y="253"/>
                  </a:lnTo>
                  <a:lnTo>
                    <a:pt x="0" y="257"/>
                  </a:lnTo>
                  <a:lnTo>
                    <a:pt x="0" y="257"/>
                  </a:lnTo>
                  <a:lnTo>
                    <a:pt x="0" y="262"/>
                  </a:lnTo>
                  <a:lnTo>
                    <a:pt x="2" y="264"/>
                  </a:lnTo>
                  <a:lnTo>
                    <a:pt x="4" y="264"/>
                  </a:lnTo>
                  <a:lnTo>
                    <a:pt x="4" y="266"/>
                  </a:lnTo>
                  <a:lnTo>
                    <a:pt x="4" y="266"/>
                  </a:lnTo>
                  <a:lnTo>
                    <a:pt x="7" y="271"/>
                  </a:lnTo>
                  <a:lnTo>
                    <a:pt x="11" y="277"/>
                  </a:lnTo>
                  <a:lnTo>
                    <a:pt x="15" y="289"/>
                  </a:lnTo>
                  <a:lnTo>
                    <a:pt x="15" y="289"/>
                  </a:lnTo>
                  <a:lnTo>
                    <a:pt x="15" y="300"/>
                  </a:lnTo>
                  <a:lnTo>
                    <a:pt x="15" y="300"/>
                  </a:lnTo>
                  <a:lnTo>
                    <a:pt x="11" y="298"/>
                  </a:lnTo>
                  <a:lnTo>
                    <a:pt x="7" y="298"/>
                  </a:lnTo>
                  <a:lnTo>
                    <a:pt x="7" y="298"/>
                  </a:lnTo>
                  <a:lnTo>
                    <a:pt x="7" y="291"/>
                  </a:lnTo>
                  <a:lnTo>
                    <a:pt x="7" y="291"/>
                  </a:lnTo>
                  <a:lnTo>
                    <a:pt x="4" y="291"/>
                  </a:lnTo>
                  <a:lnTo>
                    <a:pt x="4" y="293"/>
                  </a:lnTo>
                  <a:lnTo>
                    <a:pt x="4" y="298"/>
                  </a:lnTo>
                  <a:lnTo>
                    <a:pt x="4" y="298"/>
                  </a:lnTo>
                  <a:lnTo>
                    <a:pt x="15" y="308"/>
                  </a:lnTo>
                  <a:lnTo>
                    <a:pt x="15" y="309"/>
                  </a:lnTo>
                  <a:lnTo>
                    <a:pt x="13" y="309"/>
                  </a:lnTo>
                  <a:lnTo>
                    <a:pt x="2" y="306"/>
                  </a:lnTo>
                  <a:lnTo>
                    <a:pt x="2" y="311"/>
                  </a:lnTo>
                  <a:lnTo>
                    <a:pt x="2" y="311"/>
                  </a:lnTo>
                  <a:lnTo>
                    <a:pt x="9" y="317"/>
                  </a:lnTo>
                  <a:lnTo>
                    <a:pt x="15" y="320"/>
                  </a:lnTo>
                  <a:lnTo>
                    <a:pt x="17" y="326"/>
                  </a:lnTo>
                  <a:lnTo>
                    <a:pt x="17" y="326"/>
                  </a:lnTo>
                  <a:lnTo>
                    <a:pt x="17" y="333"/>
                  </a:lnTo>
                  <a:lnTo>
                    <a:pt x="17" y="337"/>
                  </a:lnTo>
                  <a:lnTo>
                    <a:pt x="17" y="340"/>
                  </a:lnTo>
                  <a:lnTo>
                    <a:pt x="17" y="340"/>
                  </a:lnTo>
                  <a:lnTo>
                    <a:pt x="18" y="342"/>
                  </a:lnTo>
                  <a:lnTo>
                    <a:pt x="22" y="344"/>
                  </a:lnTo>
                  <a:lnTo>
                    <a:pt x="26" y="348"/>
                  </a:lnTo>
                  <a:lnTo>
                    <a:pt x="26" y="348"/>
                  </a:lnTo>
                  <a:close/>
                  <a:moveTo>
                    <a:pt x="532" y="672"/>
                  </a:moveTo>
                  <a:lnTo>
                    <a:pt x="534" y="677"/>
                  </a:lnTo>
                  <a:lnTo>
                    <a:pt x="534" y="677"/>
                  </a:lnTo>
                  <a:lnTo>
                    <a:pt x="536" y="674"/>
                  </a:lnTo>
                  <a:lnTo>
                    <a:pt x="534" y="672"/>
                  </a:lnTo>
                  <a:lnTo>
                    <a:pt x="532" y="672"/>
                  </a:lnTo>
                  <a:lnTo>
                    <a:pt x="532" y="672"/>
                  </a:lnTo>
                  <a:close/>
                  <a:moveTo>
                    <a:pt x="490" y="614"/>
                  </a:moveTo>
                  <a:lnTo>
                    <a:pt x="490" y="614"/>
                  </a:lnTo>
                  <a:lnTo>
                    <a:pt x="490" y="619"/>
                  </a:lnTo>
                  <a:lnTo>
                    <a:pt x="489" y="621"/>
                  </a:lnTo>
                  <a:lnTo>
                    <a:pt x="489" y="621"/>
                  </a:lnTo>
                  <a:lnTo>
                    <a:pt x="492" y="626"/>
                  </a:lnTo>
                  <a:lnTo>
                    <a:pt x="496" y="632"/>
                  </a:lnTo>
                  <a:lnTo>
                    <a:pt x="498" y="639"/>
                  </a:lnTo>
                  <a:lnTo>
                    <a:pt x="501" y="645"/>
                  </a:lnTo>
                  <a:lnTo>
                    <a:pt x="501" y="645"/>
                  </a:lnTo>
                  <a:lnTo>
                    <a:pt x="505" y="646"/>
                  </a:lnTo>
                  <a:lnTo>
                    <a:pt x="509" y="648"/>
                  </a:lnTo>
                  <a:lnTo>
                    <a:pt x="509" y="648"/>
                  </a:lnTo>
                  <a:lnTo>
                    <a:pt x="505" y="652"/>
                  </a:lnTo>
                  <a:lnTo>
                    <a:pt x="503" y="655"/>
                  </a:lnTo>
                  <a:lnTo>
                    <a:pt x="503" y="657"/>
                  </a:lnTo>
                  <a:lnTo>
                    <a:pt x="505" y="661"/>
                  </a:lnTo>
                  <a:lnTo>
                    <a:pt x="510" y="666"/>
                  </a:lnTo>
                  <a:lnTo>
                    <a:pt x="516" y="672"/>
                  </a:lnTo>
                  <a:lnTo>
                    <a:pt x="516" y="677"/>
                  </a:lnTo>
                  <a:lnTo>
                    <a:pt x="516" y="677"/>
                  </a:lnTo>
                  <a:lnTo>
                    <a:pt x="519" y="679"/>
                  </a:lnTo>
                  <a:lnTo>
                    <a:pt x="523" y="679"/>
                  </a:lnTo>
                  <a:lnTo>
                    <a:pt x="527" y="679"/>
                  </a:lnTo>
                  <a:lnTo>
                    <a:pt x="529" y="677"/>
                  </a:lnTo>
                  <a:lnTo>
                    <a:pt x="532" y="672"/>
                  </a:lnTo>
                  <a:lnTo>
                    <a:pt x="534" y="665"/>
                  </a:lnTo>
                  <a:lnTo>
                    <a:pt x="534" y="665"/>
                  </a:lnTo>
                  <a:lnTo>
                    <a:pt x="540" y="670"/>
                  </a:lnTo>
                  <a:lnTo>
                    <a:pt x="541" y="672"/>
                  </a:lnTo>
                  <a:lnTo>
                    <a:pt x="545" y="670"/>
                  </a:lnTo>
                  <a:lnTo>
                    <a:pt x="545" y="665"/>
                  </a:lnTo>
                  <a:lnTo>
                    <a:pt x="545" y="665"/>
                  </a:lnTo>
                  <a:lnTo>
                    <a:pt x="543" y="661"/>
                  </a:lnTo>
                  <a:lnTo>
                    <a:pt x="541" y="655"/>
                  </a:lnTo>
                  <a:lnTo>
                    <a:pt x="541" y="655"/>
                  </a:lnTo>
                  <a:lnTo>
                    <a:pt x="545" y="645"/>
                  </a:lnTo>
                  <a:lnTo>
                    <a:pt x="549" y="645"/>
                  </a:lnTo>
                  <a:lnTo>
                    <a:pt x="549" y="645"/>
                  </a:lnTo>
                  <a:lnTo>
                    <a:pt x="550" y="639"/>
                  </a:lnTo>
                  <a:lnTo>
                    <a:pt x="550" y="632"/>
                  </a:lnTo>
                  <a:lnTo>
                    <a:pt x="547" y="619"/>
                  </a:lnTo>
                  <a:lnTo>
                    <a:pt x="547" y="619"/>
                  </a:lnTo>
                  <a:lnTo>
                    <a:pt x="538" y="623"/>
                  </a:lnTo>
                  <a:lnTo>
                    <a:pt x="530" y="623"/>
                  </a:lnTo>
                  <a:lnTo>
                    <a:pt x="525" y="625"/>
                  </a:lnTo>
                  <a:lnTo>
                    <a:pt x="519" y="623"/>
                  </a:lnTo>
                  <a:lnTo>
                    <a:pt x="507" y="619"/>
                  </a:lnTo>
                  <a:lnTo>
                    <a:pt x="490" y="614"/>
                  </a:lnTo>
                  <a:lnTo>
                    <a:pt x="490" y="614"/>
                  </a:lnTo>
                  <a:close/>
                  <a:moveTo>
                    <a:pt x="541" y="597"/>
                  </a:moveTo>
                  <a:lnTo>
                    <a:pt x="541" y="597"/>
                  </a:lnTo>
                  <a:lnTo>
                    <a:pt x="545" y="606"/>
                  </a:lnTo>
                  <a:lnTo>
                    <a:pt x="545" y="606"/>
                  </a:lnTo>
                  <a:lnTo>
                    <a:pt x="549" y="606"/>
                  </a:lnTo>
                  <a:lnTo>
                    <a:pt x="550" y="604"/>
                  </a:lnTo>
                  <a:lnTo>
                    <a:pt x="547" y="601"/>
                  </a:lnTo>
                  <a:lnTo>
                    <a:pt x="541" y="597"/>
                  </a:lnTo>
                  <a:lnTo>
                    <a:pt x="541" y="597"/>
                  </a:lnTo>
                  <a:close/>
                  <a:moveTo>
                    <a:pt x="476" y="592"/>
                  </a:moveTo>
                  <a:lnTo>
                    <a:pt x="476" y="592"/>
                  </a:lnTo>
                  <a:lnTo>
                    <a:pt x="476" y="594"/>
                  </a:lnTo>
                  <a:lnTo>
                    <a:pt x="476" y="597"/>
                  </a:lnTo>
                  <a:lnTo>
                    <a:pt x="479" y="601"/>
                  </a:lnTo>
                  <a:lnTo>
                    <a:pt x="479" y="601"/>
                  </a:lnTo>
                  <a:lnTo>
                    <a:pt x="481" y="595"/>
                  </a:lnTo>
                  <a:lnTo>
                    <a:pt x="481" y="592"/>
                  </a:lnTo>
                  <a:lnTo>
                    <a:pt x="479" y="590"/>
                  </a:lnTo>
                  <a:lnTo>
                    <a:pt x="476" y="592"/>
                  </a:lnTo>
                  <a:lnTo>
                    <a:pt x="476" y="592"/>
                  </a:lnTo>
                  <a:close/>
                  <a:moveTo>
                    <a:pt x="0" y="293"/>
                  </a:moveTo>
                  <a:lnTo>
                    <a:pt x="2" y="304"/>
                  </a:lnTo>
                  <a:lnTo>
                    <a:pt x="2" y="304"/>
                  </a:lnTo>
                  <a:lnTo>
                    <a:pt x="2" y="297"/>
                  </a:lnTo>
                  <a:lnTo>
                    <a:pt x="2" y="295"/>
                  </a:lnTo>
                  <a:lnTo>
                    <a:pt x="0" y="293"/>
                  </a:lnTo>
                  <a:lnTo>
                    <a:pt x="0" y="293"/>
                  </a:lnTo>
                  <a:close/>
                  <a:moveTo>
                    <a:pt x="416" y="105"/>
                  </a:moveTo>
                  <a:lnTo>
                    <a:pt x="416" y="105"/>
                  </a:lnTo>
                  <a:lnTo>
                    <a:pt x="412" y="107"/>
                  </a:lnTo>
                  <a:lnTo>
                    <a:pt x="412" y="109"/>
                  </a:lnTo>
                  <a:lnTo>
                    <a:pt x="414" y="111"/>
                  </a:lnTo>
                  <a:lnTo>
                    <a:pt x="417" y="113"/>
                  </a:lnTo>
                  <a:lnTo>
                    <a:pt x="417" y="113"/>
                  </a:lnTo>
                  <a:lnTo>
                    <a:pt x="417" y="107"/>
                  </a:lnTo>
                  <a:lnTo>
                    <a:pt x="417" y="105"/>
                  </a:lnTo>
                  <a:lnTo>
                    <a:pt x="416" y="105"/>
                  </a:lnTo>
                  <a:lnTo>
                    <a:pt x="416" y="105"/>
                  </a:lnTo>
                  <a:close/>
                  <a:moveTo>
                    <a:pt x="372" y="51"/>
                  </a:moveTo>
                  <a:lnTo>
                    <a:pt x="372" y="51"/>
                  </a:lnTo>
                  <a:lnTo>
                    <a:pt x="366" y="54"/>
                  </a:lnTo>
                  <a:lnTo>
                    <a:pt x="366" y="54"/>
                  </a:lnTo>
                  <a:lnTo>
                    <a:pt x="366" y="58"/>
                  </a:lnTo>
                  <a:lnTo>
                    <a:pt x="366" y="63"/>
                  </a:lnTo>
                  <a:lnTo>
                    <a:pt x="366" y="63"/>
                  </a:lnTo>
                  <a:lnTo>
                    <a:pt x="374" y="62"/>
                  </a:lnTo>
                  <a:lnTo>
                    <a:pt x="376" y="58"/>
                  </a:lnTo>
                  <a:lnTo>
                    <a:pt x="376" y="58"/>
                  </a:lnTo>
                  <a:lnTo>
                    <a:pt x="372" y="51"/>
                  </a:lnTo>
                  <a:lnTo>
                    <a:pt x="372" y="51"/>
                  </a:lnTo>
                  <a:close/>
                  <a:moveTo>
                    <a:pt x="268" y="12"/>
                  </a:moveTo>
                  <a:lnTo>
                    <a:pt x="268" y="18"/>
                  </a:lnTo>
                  <a:lnTo>
                    <a:pt x="273" y="18"/>
                  </a:lnTo>
                  <a:lnTo>
                    <a:pt x="273" y="18"/>
                  </a:lnTo>
                  <a:lnTo>
                    <a:pt x="272" y="16"/>
                  </a:lnTo>
                  <a:lnTo>
                    <a:pt x="272" y="14"/>
                  </a:lnTo>
                  <a:lnTo>
                    <a:pt x="272" y="12"/>
                  </a:lnTo>
                  <a:lnTo>
                    <a:pt x="268" y="12"/>
                  </a:lnTo>
                  <a:lnTo>
                    <a:pt x="268" y="12"/>
                  </a:lnTo>
                  <a:close/>
                  <a:moveTo>
                    <a:pt x="275" y="9"/>
                  </a:moveTo>
                  <a:lnTo>
                    <a:pt x="279" y="14"/>
                  </a:lnTo>
                  <a:lnTo>
                    <a:pt x="279" y="14"/>
                  </a:lnTo>
                  <a:lnTo>
                    <a:pt x="281" y="14"/>
                  </a:lnTo>
                  <a:lnTo>
                    <a:pt x="281" y="12"/>
                  </a:lnTo>
                  <a:lnTo>
                    <a:pt x="275" y="9"/>
                  </a:lnTo>
                  <a:lnTo>
                    <a:pt x="275" y="9"/>
                  </a:lnTo>
                  <a:close/>
                  <a:moveTo>
                    <a:pt x="283" y="7"/>
                  </a:moveTo>
                  <a:lnTo>
                    <a:pt x="283" y="12"/>
                  </a:lnTo>
                  <a:lnTo>
                    <a:pt x="288" y="12"/>
                  </a:lnTo>
                  <a:lnTo>
                    <a:pt x="288" y="12"/>
                  </a:lnTo>
                  <a:lnTo>
                    <a:pt x="286" y="11"/>
                  </a:lnTo>
                  <a:lnTo>
                    <a:pt x="286" y="9"/>
                  </a:lnTo>
                  <a:lnTo>
                    <a:pt x="286" y="7"/>
                  </a:lnTo>
                  <a:lnTo>
                    <a:pt x="283" y="7"/>
                  </a:lnTo>
                  <a:lnTo>
                    <a:pt x="283" y="7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73" name="Freeform 457">
              <a:extLst>
                <a:ext uri="{FF2B5EF4-FFF2-40B4-BE49-F238E27FC236}">
                  <a16:creationId xmlns:a16="http://schemas.microsoft.com/office/drawing/2014/main" id="{DB85206C-DA38-4898-A000-6B22EC53D69C}"/>
                </a:ext>
              </a:extLst>
            </p:cNvPr>
            <p:cNvSpPr>
              <a:spLocks/>
            </p:cNvSpPr>
            <p:nvPr/>
          </p:nvSpPr>
          <p:spPr bwMode="auto">
            <a:xfrm>
              <a:off x="6589373" y="2795758"/>
              <a:ext cx="81566" cy="80082"/>
            </a:xfrm>
            <a:custGeom>
              <a:avLst/>
              <a:gdLst>
                <a:gd name="T0" fmla="*/ 4 w 55"/>
                <a:gd name="T1" fmla="*/ 2 h 54"/>
                <a:gd name="T2" fmla="*/ 8 w 55"/>
                <a:gd name="T3" fmla="*/ 9 h 54"/>
                <a:gd name="T4" fmla="*/ 6 w 55"/>
                <a:gd name="T5" fmla="*/ 13 h 54"/>
                <a:gd name="T6" fmla="*/ 2 w 55"/>
                <a:gd name="T7" fmla="*/ 16 h 54"/>
                <a:gd name="T8" fmla="*/ 0 w 55"/>
                <a:gd name="T9" fmla="*/ 22 h 54"/>
                <a:gd name="T10" fmla="*/ 2 w 55"/>
                <a:gd name="T11" fmla="*/ 25 h 54"/>
                <a:gd name="T12" fmla="*/ 19 w 55"/>
                <a:gd name="T13" fmla="*/ 31 h 54"/>
                <a:gd name="T14" fmla="*/ 22 w 55"/>
                <a:gd name="T15" fmla="*/ 33 h 54"/>
                <a:gd name="T16" fmla="*/ 24 w 55"/>
                <a:gd name="T17" fmla="*/ 40 h 54"/>
                <a:gd name="T18" fmla="*/ 24 w 55"/>
                <a:gd name="T19" fmla="*/ 38 h 54"/>
                <a:gd name="T20" fmla="*/ 30 w 55"/>
                <a:gd name="T21" fmla="*/ 38 h 54"/>
                <a:gd name="T22" fmla="*/ 35 w 55"/>
                <a:gd name="T23" fmla="*/ 40 h 54"/>
                <a:gd name="T24" fmla="*/ 42 w 55"/>
                <a:gd name="T25" fmla="*/ 45 h 54"/>
                <a:gd name="T26" fmla="*/ 44 w 55"/>
                <a:gd name="T27" fmla="*/ 49 h 54"/>
                <a:gd name="T28" fmla="*/ 46 w 55"/>
                <a:gd name="T29" fmla="*/ 54 h 54"/>
                <a:gd name="T30" fmla="*/ 51 w 55"/>
                <a:gd name="T31" fmla="*/ 51 h 54"/>
                <a:gd name="T32" fmla="*/ 55 w 55"/>
                <a:gd name="T33" fmla="*/ 47 h 54"/>
                <a:gd name="T34" fmla="*/ 55 w 55"/>
                <a:gd name="T35" fmla="*/ 44 h 54"/>
                <a:gd name="T36" fmla="*/ 53 w 55"/>
                <a:gd name="T37" fmla="*/ 36 h 54"/>
                <a:gd name="T38" fmla="*/ 53 w 55"/>
                <a:gd name="T39" fmla="*/ 36 h 54"/>
                <a:gd name="T40" fmla="*/ 48 w 55"/>
                <a:gd name="T41" fmla="*/ 36 h 54"/>
                <a:gd name="T42" fmla="*/ 42 w 55"/>
                <a:gd name="T43" fmla="*/ 31 h 54"/>
                <a:gd name="T44" fmla="*/ 46 w 55"/>
                <a:gd name="T45" fmla="*/ 25 h 54"/>
                <a:gd name="T46" fmla="*/ 42 w 55"/>
                <a:gd name="T47" fmla="*/ 22 h 54"/>
                <a:gd name="T48" fmla="*/ 35 w 55"/>
                <a:gd name="T49" fmla="*/ 18 h 54"/>
                <a:gd name="T50" fmla="*/ 39 w 55"/>
                <a:gd name="T51" fmla="*/ 16 h 54"/>
                <a:gd name="T52" fmla="*/ 39 w 55"/>
                <a:gd name="T53" fmla="*/ 11 h 54"/>
                <a:gd name="T54" fmla="*/ 37 w 55"/>
                <a:gd name="T55" fmla="*/ 11 h 54"/>
                <a:gd name="T56" fmla="*/ 33 w 55"/>
                <a:gd name="T57" fmla="*/ 7 h 54"/>
                <a:gd name="T58" fmla="*/ 33 w 55"/>
                <a:gd name="T59" fmla="*/ 7 h 54"/>
                <a:gd name="T60" fmla="*/ 30 w 55"/>
                <a:gd name="T61" fmla="*/ 7 h 54"/>
                <a:gd name="T62" fmla="*/ 26 w 55"/>
                <a:gd name="T63" fmla="*/ 0 h 54"/>
                <a:gd name="T64" fmla="*/ 17 w 55"/>
                <a:gd name="T65" fmla="*/ 0 h 54"/>
                <a:gd name="T66" fmla="*/ 4 w 55"/>
                <a:gd name="T67" fmla="*/ 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5" h="54">
                  <a:moveTo>
                    <a:pt x="4" y="2"/>
                  </a:moveTo>
                  <a:lnTo>
                    <a:pt x="4" y="2"/>
                  </a:lnTo>
                  <a:lnTo>
                    <a:pt x="6" y="5"/>
                  </a:lnTo>
                  <a:lnTo>
                    <a:pt x="8" y="9"/>
                  </a:lnTo>
                  <a:lnTo>
                    <a:pt x="6" y="13"/>
                  </a:lnTo>
                  <a:lnTo>
                    <a:pt x="6" y="13"/>
                  </a:lnTo>
                  <a:lnTo>
                    <a:pt x="2" y="14"/>
                  </a:lnTo>
                  <a:lnTo>
                    <a:pt x="2" y="16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0" y="23"/>
                  </a:lnTo>
                  <a:lnTo>
                    <a:pt x="2" y="25"/>
                  </a:lnTo>
                  <a:lnTo>
                    <a:pt x="8" y="27"/>
                  </a:lnTo>
                  <a:lnTo>
                    <a:pt x="19" y="31"/>
                  </a:lnTo>
                  <a:lnTo>
                    <a:pt x="19" y="31"/>
                  </a:lnTo>
                  <a:lnTo>
                    <a:pt x="22" y="33"/>
                  </a:lnTo>
                  <a:lnTo>
                    <a:pt x="24" y="36"/>
                  </a:lnTo>
                  <a:lnTo>
                    <a:pt x="24" y="40"/>
                  </a:lnTo>
                  <a:lnTo>
                    <a:pt x="24" y="40"/>
                  </a:lnTo>
                  <a:lnTo>
                    <a:pt x="24" y="38"/>
                  </a:lnTo>
                  <a:lnTo>
                    <a:pt x="30" y="38"/>
                  </a:lnTo>
                  <a:lnTo>
                    <a:pt x="30" y="38"/>
                  </a:lnTo>
                  <a:lnTo>
                    <a:pt x="33" y="40"/>
                  </a:lnTo>
                  <a:lnTo>
                    <a:pt x="35" y="40"/>
                  </a:lnTo>
                  <a:lnTo>
                    <a:pt x="35" y="40"/>
                  </a:lnTo>
                  <a:lnTo>
                    <a:pt x="42" y="45"/>
                  </a:lnTo>
                  <a:lnTo>
                    <a:pt x="42" y="45"/>
                  </a:lnTo>
                  <a:lnTo>
                    <a:pt x="44" y="49"/>
                  </a:lnTo>
                  <a:lnTo>
                    <a:pt x="46" y="51"/>
                  </a:lnTo>
                  <a:lnTo>
                    <a:pt x="46" y="54"/>
                  </a:lnTo>
                  <a:lnTo>
                    <a:pt x="46" y="54"/>
                  </a:lnTo>
                  <a:lnTo>
                    <a:pt x="51" y="51"/>
                  </a:lnTo>
                  <a:lnTo>
                    <a:pt x="51" y="51"/>
                  </a:lnTo>
                  <a:lnTo>
                    <a:pt x="55" y="47"/>
                  </a:lnTo>
                  <a:lnTo>
                    <a:pt x="55" y="47"/>
                  </a:lnTo>
                  <a:lnTo>
                    <a:pt x="55" y="44"/>
                  </a:lnTo>
                  <a:lnTo>
                    <a:pt x="53" y="36"/>
                  </a:lnTo>
                  <a:lnTo>
                    <a:pt x="53" y="36"/>
                  </a:lnTo>
                  <a:lnTo>
                    <a:pt x="53" y="36"/>
                  </a:lnTo>
                  <a:lnTo>
                    <a:pt x="53" y="36"/>
                  </a:lnTo>
                  <a:lnTo>
                    <a:pt x="48" y="36"/>
                  </a:lnTo>
                  <a:lnTo>
                    <a:pt x="48" y="36"/>
                  </a:lnTo>
                  <a:lnTo>
                    <a:pt x="44" y="33"/>
                  </a:lnTo>
                  <a:lnTo>
                    <a:pt x="42" y="31"/>
                  </a:lnTo>
                  <a:lnTo>
                    <a:pt x="46" y="25"/>
                  </a:lnTo>
                  <a:lnTo>
                    <a:pt x="46" y="25"/>
                  </a:lnTo>
                  <a:lnTo>
                    <a:pt x="46" y="25"/>
                  </a:lnTo>
                  <a:lnTo>
                    <a:pt x="42" y="22"/>
                  </a:lnTo>
                  <a:lnTo>
                    <a:pt x="42" y="22"/>
                  </a:lnTo>
                  <a:lnTo>
                    <a:pt x="35" y="18"/>
                  </a:lnTo>
                  <a:lnTo>
                    <a:pt x="35" y="18"/>
                  </a:lnTo>
                  <a:lnTo>
                    <a:pt x="39" y="16"/>
                  </a:lnTo>
                  <a:lnTo>
                    <a:pt x="39" y="13"/>
                  </a:lnTo>
                  <a:lnTo>
                    <a:pt x="39" y="11"/>
                  </a:lnTo>
                  <a:lnTo>
                    <a:pt x="39" y="11"/>
                  </a:lnTo>
                  <a:lnTo>
                    <a:pt x="37" y="11"/>
                  </a:lnTo>
                  <a:lnTo>
                    <a:pt x="35" y="7"/>
                  </a:lnTo>
                  <a:lnTo>
                    <a:pt x="33" y="7"/>
                  </a:lnTo>
                  <a:lnTo>
                    <a:pt x="33" y="7"/>
                  </a:lnTo>
                  <a:lnTo>
                    <a:pt x="33" y="7"/>
                  </a:lnTo>
                  <a:lnTo>
                    <a:pt x="31" y="9"/>
                  </a:lnTo>
                  <a:lnTo>
                    <a:pt x="30" y="7"/>
                  </a:lnTo>
                  <a:lnTo>
                    <a:pt x="26" y="5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17" y="0"/>
                  </a:lnTo>
                  <a:lnTo>
                    <a:pt x="17" y="0"/>
                  </a:lnTo>
                  <a:lnTo>
                    <a:pt x="4" y="2"/>
                  </a:lnTo>
                  <a:lnTo>
                    <a:pt x="4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74" name="Freeform 458">
              <a:extLst>
                <a:ext uri="{FF2B5EF4-FFF2-40B4-BE49-F238E27FC236}">
                  <a16:creationId xmlns:a16="http://schemas.microsoft.com/office/drawing/2014/main" id="{0758CBD0-3E03-4C41-84A4-61C52054351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28018" y="4694004"/>
              <a:ext cx="462698" cy="1094457"/>
            </a:xfrm>
            <a:custGeom>
              <a:avLst/>
              <a:gdLst>
                <a:gd name="T0" fmla="*/ 126 w 312"/>
                <a:gd name="T1" fmla="*/ 735 h 738"/>
                <a:gd name="T2" fmla="*/ 78 w 312"/>
                <a:gd name="T3" fmla="*/ 702 h 738"/>
                <a:gd name="T4" fmla="*/ 149 w 312"/>
                <a:gd name="T5" fmla="*/ 4 h 738"/>
                <a:gd name="T6" fmla="*/ 133 w 312"/>
                <a:gd name="T7" fmla="*/ 4 h 738"/>
                <a:gd name="T8" fmla="*/ 100 w 312"/>
                <a:gd name="T9" fmla="*/ 24 h 738"/>
                <a:gd name="T10" fmla="*/ 91 w 312"/>
                <a:gd name="T11" fmla="*/ 50 h 738"/>
                <a:gd name="T12" fmla="*/ 84 w 312"/>
                <a:gd name="T13" fmla="*/ 86 h 738"/>
                <a:gd name="T14" fmla="*/ 78 w 312"/>
                <a:gd name="T15" fmla="*/ 115 h 738"/>
                <a:gd name="T16" fmla="*/ 64 w 312"/>
                <a:gd name="T17" fmla="*/ 144 h 738"/>
                <a:gd name="T18" fmla="*/ 57 w 312"/>
                <a:gd name="T19" fmla="*/ 197 h 738"/>
                <a:gd name="T20" fmla="*/ 53 w 312"/>
                <a:gd name="T21" fmla="*/ 236 h 738"/>
                <a:gd name="T22" fmla="*/ 47 w 312"/>
                <a:gd name="T23" fmla="*/ 281 h 738"/>
                <a:gd name="T24" fmla="*/ 40 w 312"/>
                <a:gd name="T25" fmla="*/ 308 h 738"/>
                <a:gd name="T26" fmla="*/ 33 w 312"/>
                <a:gd name="T27" fmla="*/ 338 h 738"/>
                <a:gd name="T28" fmla="*/ 31 w 312"/>
                <a:gd name="T29" fmla="*/ 352 h 738"/>
                <a:gd name="T30" fmla="*/ 20 w 312"/>
                <a:gd name="T31" fmla="*/ 396 h 738"/>
                <a:gd name="T32" fmla="*/ 27 w 312"/>
                <a:gd name="T33" fmla="*/ 423 h 738"/>
                <a:gd name="T34" fmla="*/ 26 w 312"/>
                <a:gd name="T35" fmla="*/ 461 h 738"/>
                <a:gd name="T36" fmla="*/ 31 w 312"/>
                <a:gd name="T37" fmla="*/ 491 h 738"/>
                <a:gd name="T38" fmla="*/ 26 w 312"/>
                <a:gd name="T39" fmla="*/ 507 h 738"/>
                <a:gd name="T40" fmla="*/ 26 w 312"/>
                <a:gd name="T41" fmla="*/ 529 h 738"/>
                <a:gd name="T42" fmla="*/ 18 w 312"/>
                <a:gd name="T43" fmla="*/ 562 h 738"/>
                <a:gd name="T44" fmla="*/ 15 w 312"/>
                <a:gd name="T45" fmla="*/ 585 h 738"/>
                <a:gd name="T46" fmla="*/ 0 w 312"/>
                <a:gd name="T47" fmla="*/ 622 h 738"/>
                <a:gd name="T48" fmla="*/ 13 w 312"/>
                <a:gd name="T49" fmla="*/ 631 h 738"/>
                <a:gd name="T50" fmla="*/ 15 w 312"/>
                <a:gd name="T51" fmla="*/ 655 h 738"/>
                <a:gd name="T52" fmla="*/ 66 w 312"/>
                <a:gd name="T53" fmla="*/ 664 h 738"/>
                <a:gd name="T54" fmla="*/ 80 w 312"/>
                <a:gd name="T55" fmla="*/ 634 h 738"/>
                <a:gd name="T56" fmla="*/ 80 w 312"/>
                <a:gd name="T57" fmla="*/ 622 h 738"/>
                <a:gd name="T58" fmla="*/ 98 w 312"/>
                <a:gd name="T59" fmla="*/ 594 h 738"/>
                <a:gd name="T60" fmla="*/ 117 w 312"/>
                <a:gd name="T61" fmla="*/ 552 h 738"/>
                <a:gd name="T62" fmla="*/ 93 w 312"/>
                <a:gd name="T63" fmla="*/ 534 h 738"/>
                <a:gd name="T64" fmla="*/ 126 w 312"/>
                <a:gd name="T65" fmla="*/ 507 h 738"/>
                <a:gd name="T66" fmla="*/ 128 w 312"/>
                <a:gd name="T67" fmla="*/ 492 h 738"/>
                <a:gd name="T68" fmla="*/ 144 w 312"/>
                <a:gd name="T69" fmla="*/ 456 h 738"/>
                <a:gd name="T70" fmla="*/ 148 w 312"/>
                <a:gd name="T71" fmla="*/ 449 h 738"/>
                <a:gd name="T72" fmla="*/ 159 w 312"/>
                <a:gd name="T73" fmla="*/ 440 h 738"/>
                <a:gd name="T74" fmla="*/ 137 w 312"/>
                <a:gd name="T75" fmla="*/ 427 h 738"/>
                <a:gd name="T76" fmla="*/ 146 w 312"/>
                <a:gd name="T77" fmla="*/ 410 h 738"/>
                <a:gd name="T78" fmla="*/ 177 w 312"/>
                <a:gd name="T79" fmla="*/ 409 h 738"/>
                <a:gd name="T80" fmla="*/ 175 w 312"/>
                <a:gd name="T81" fmla="*/ 363 h 738"/>
                <a:gd name="T82" fmla="*/ 217 w 312"/>
                <a:gd name="T83" fmla="*/ 359 h 738"/>
                <a:gd name="T84" fmla="*/ 262 w 312"/>
                <a:gd name="T85" fmla="*/ 308 h 738"/>
                <a:gd name="T86" fmla="*/ 253 w 312"/>
                <a:gd name="T87" fmla="*/ 288 h 738"/>
                <a:gd name="T88" fmla="*/ 233 w 312"/>
                <a:gd name="T89" fmla="*/ 250 h 738"/>
                <a:gd name="T90" fmla="*/ 239 w 312"/>
                <a:gd name="T91" fmla="*/ 226 h 738"/>
                <a:gd name="T92" fmla="*/ 242 w 312"/>
                <a:gd name="T93" fmla="*/ 203 h 738"/>
                <a:gd name="T94" fmla="*/ 253 w 312"/>
                <a:gd name="T95" fmla="*/ 170 h 738"/>
                <a:gd name="T96" fmla="*/ 268 w 312"/>
                <a:gd name="T97" fmla="*/ 146 h 738"/>
                <a:gd name="T98" fmla="*/ 292 w 312"/>
                <a:gd name="T99" fmla="*/ 123 h 738"/>
                <a:gd name="T100" fmla="*/ 312 w 312"/>
                <a:gd name="T101" fmla="*/ 110 h 738"/>
                <a:gd name="T102" fmla="*/ 304 w 312"/>
                <a:gd name="T103" fmla="*/ 81 h 738"/>
                <a:gd name="T104" fmla="*/ 293 w 312"/>
                <a:gd name="T105" fmla="*/ 88 h 738"/>
                <a:gd name="T106" fmla="*/ 283 w 312"/>
                <a:gd name="T107" fmla="*/ 115 h 738"/>
                <a:gd name="T108" fmla="*/ 253 w 312"/>
                <a:gd name="T109" fmla="*/ 117 h 738"/>
                <a:gd name="T110" fmla="*/ 233 w 312"/>
                <a:gd name="T111" fmla="*/ 108 h 738"/>
                <a:gd name="T112" fmla="*/ 244 w 312"/>
                <a:gd name="T113" fmla="*/ 72 h 738"/>
                <a:gd name="T114" fmla="*/ 222 w 312"/>
                <a:gd name="T115" fmla="*/ 53 h 738"/>
                <a:gd name="T116" fmla="*/ 202 w 312"/>
                <a:gd name="T117" fmla="*/ 39 h 738"/>
                <a:gd name="T118" fmla="*/ 188 w 312"/>
                <a:gd name="T119" fmla="*/ 17 h 738"/>
                <a:gd name="T120" fmla="*/ 144 w 312"/>
                <a:gd name="T121" fmla="*/ 735 h 7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12" h="738">
                  <a:moveTo>
                    <a:pt x="73" y="687"/>
                  </a:moveTo>
                  <a:lnTo>
                    <a:pt x="75" y="735"/>
                  </a:lnTo>
                  <a:lnTo>
                    <a:pt x="75" y="735"/>
                  </a:lnTo>
                  <a:lnTo>
                    <a:pt x="78" y="735"/>
                  </a:lnTo>
                  <a:lnTo>
                    <a:pt x="88" y="735"/>
                  </a:lnTo>
                  <a:lnTo>
                    <a:pt x="88" y="735"/>
                  </a:lnTo>
                  <a:lnTo>
                    <a:pt x="126" y="738"/>
                  </a:lnTo>
                  <a:lnTo>
                    <a:pt x="126" y="738"/>
                  </a:lnTo>
                  <a:lnTo>
                    <a:pt x="126" y="735"/>
                  </a:lnTo>
                  <a:lnTo>
                    <a:pt x="124" y="731"/>
                  </a:lnTo>
                  <a:lnTo>
                    <a:pt x="124" y="731"/>
                  </a:lnTo>
                  <a:lnTo>
                    <a:pt x="119" y="729"/>
                  </a:lnTo>
                  <a:lnTo>
                    <a:pt x="115" y="729"/>
                  </a:lnTo>
                  <a:lnTo>
                    <a:pt x="109" y="731"/>
                  </a:lnTo>
                  <a:lnTo>
                    <a:pt x="104" y="729"/>
                  </a:lnTo>
                  <a:lnTo>
                    <a:pt x="80" y="707"/>
                  </a:lnTo>
                  <a:lnTo>
                    <a:pt x="80" y="707"/>
                  </a:lnTo>
                  <a:lnTo>
                    <a:pt x="78" y="702"/>
                  </a:lnTo>
                  <a:lnTo>
                    <a:pt x="78" y="696"/>
                  </a:lnTo>
                  <a:lnTo>
                    <a:pt x="80" y="689"/>
                  </a:lnTo>
                  <a:lnTo>
                    <a:pt x="80" y="689"/>
                  </a:lnTo>
                  <a:lnTo>
                    <a:pt x="75" y="687"/>
                  </a:lnTo>
                  <a:lnTo>
                    <a:pt x="73" y="687"/>
                  </a:lnTo>
                  <a:lnTo>
                    <a:pt x="73" y="687"/>
                  </a:lnTo>
                  <a:close/>
                  <a:moveTo>
                    <a:pt x="173" y="4"/>
                  </a:moveTo>
                  <a:lnTo>
                    <a:pt x="149" y="4"/>
                  </a:lnTo>
                  <a:lnTo>
                    <a:pt x="149" y="4"/>
                  </a:lnTo>
                  <a:lnTo>
                    <a:pt x="148" y="2"/>
                  </a:lnTo>
                  <a:lnTo>
                    <a:pt x="146" y="2"/>
                  </a:lnTo>
                  <a:lnTo>
                    <a:pt x="144" y="6"/>
                  </a:lnTo>
                  <a:lnTo>
                    <a:pt x="144" y="6"/>
                  </a:lnTo>
                  <a:lnTo>
                    <a:pt x="140" y="15"/>
                  </a:lnTo>
                  <a:lnTo>
                    <a:pt x="139" y="15"/>
                  </a:lnTo>
                  <a:lnTo>
                    <a:pt x="139" y="13"/>
                  </a:lnTo>
                  <a:lnTo>
                    <a:pt x="139" y="13"/>
                  </a:lnTo>
                  <a:lnTo>
                    <a:pt x="133" y="4"/>
                  </a:lnTo>
                  <a:lnTo>
                    <a:pt x="122" y="4"/>
                  </a:lnTo>
                  <a:lnTo>
                    <a:pt x="122" y="4"/>
                  </a:lnTo>
                  <a:lnTo>
                    <a:pt x="113" y="2"/>
                  </a:lnTo>
                  <a:lnTo>
                    <a:pt x="108" y="0"/>
                  </a:lnTo>
                  <a:lnTo>
                    <a:pt x="97" y="10"/>
                  </a:lnTo>
                  <a:lnTo>
                    <a:pt x="97" y="10"/>
                  </a:lnTo>
                  <a:lnTo>
                    <a:pt x="95" y="15"/>
                  </a:lnTo>
                  <a:lnTo>
                    <a:pt x="97" y="21"/>
                  </a:lnTo>
                  <a:lnTo>
                    <a:pt x="100" y="24"/>
                  </a:lnTo>
                  <a:lnTo>
                    <a:pt x="100" y="24"/>
                  </a:lnTo>
                  <a:lnTo>
                    <a:pt x="102" y="26"/>
                  </a:lnTo>
                  <a:lnTo>
                    <a:pt x="104" y="31"/>
                  </a:lnTo>
                  <a:lnTo>
                    <a:pt x="102" y="41"/>
                  </a:lnTo>
                  <a:lnTo>
                    <a:pt x="102" y="41"/>
                  </a:lnTo>
                  <a:lnTo>
                    <a:pt x="100" y="42"/>
                  </a:lnTo>
                  <a:lnTo>
                    <a:pt x="97" y="44"/>
                  </a:lnTo>
                  <a:lnTo>
                    <a:pt x="93" y="46"/>
                  </a:lnTo>
                  <a:lnTo>
                    <a:pt x="91" y="50"/>
                  </a:lnTo>
                  <a:lnTo>
                    <a:pt x="91" y="50"/>
                  </a:lnTo>
                  <a:lnTo>
                    <a:pt x="89" y="53"/>
                  </a:lnTo>
                  <a:lnTo>
                    <a:pt x="86" y="55"/>
                  </a:lnTo>
                  <a:lnTo>
                    <a:pt x="82" y="57"/>
                  </a:lnTo>
                  <a:lnTo>
                    <a:pt x="80" y="59"/>
                  </a:lnTo>
                  <a:lnTo>
                    <a:pt x="80" y="59"/>
                  </a:lnTo>
                  <a:lnTo>
                    <a:pt x="80" y="79"/>
                  </a:lnTo>
                  <a:lnTo>
                    <a:pt x="80" y="79"/>
                  </a:lnTo>
                  <a:lnTo>
                    <a:pt x="84" y="86"/>
                  </a:lnTo>
                  <a:lnTo>
                    <a:pt x="84" y="88"/>
                  </a:lnTo>
                  <a:lnTo>
                    <a:pt x="82" y="92"/>
                  </a:lnTo>
                  <a:lnTo>
                    <a:pt x="82" y="92"/>
                  </a:lnTo>
                  <a:lnTo>
                    <a:pt x="80" y="93"/>
                  </a:lnTo>
                  <a:lnTo>
                    <a:pt x="80" y="95"/>
                  </a:lnTo>
                  <a:lnTo>
                    <a:pt x="82" y="103"/>
                  </a:lnTo>
                  <a:lnTo>
                    <a:pt x="82" y="103"/>
                  </a:lnTo>
                  <a:lnTo>
                    <a:pt x="82" y="108"/>
                  </a:lnTo>
                  <a:lnTo>
                    <a:pt x="78" y="115"/>
                  </a:lnTo>
                  <a:lnTo>
                    <a:pt x="78" y="115"/>
                  </a:lnTo>
                  <a:lnTo>
                    <a:pt x="77" y="123"/>
                  </a:lnTo>
                  <a:lnTo>
                    <a:pt x="73" y="130"/>
                  </a:lnTo>
                  <a:lnTo>
                    <a:pt x="73" y="130"/>
                  </a:lnTo>
                  <a:lnTo>
                    <a:pt x="69" y="133"/>
                  </a:lnTo>
                  <a:lnTo>
                    <a:pt x="67" y="135"/>
                  </a:lnTo>
                  <a:lnTo>
                    <a:pt x="64" y="139"/>
                  </a:lnTo>
                  <a:lnTo>
                    <a:pt x="64" y="144"/>
                  </a:lnTo>
                  <a:lnTo>
                    <a:pt x="64" y="144"/>
                  </a:lnTo>
                  <a:lnTo>
                    <a:pt x="62" y="157"/>
                  </a:lnTo>
                  <a:lnTo>
                    <a:pt x="60" y="168"/>
                  </a:lnTo>
                  <a:lnTo>
                    <a:pt x="60" y="168"/>
                  </a:lnTo>
                  <a:lnTo>
                    <a:pt x="62" y="175"/>
                  </a:lnTo>
                  <a:lnTo>
                    <a:pt x="62" y="179"/>
                  </a:lnTo>
                  <a:lnTo>
                    <a:pt x="60" y="183"/>
                  </a:lnTo>
                  <a:lnTo>
                    <a:pt x="60" y="183"/>
                  </a:lnTo>
                  <a:lnTo>
                    <a:pt x="58" y="188"/>
                  </a:lnTo>
                  <a:lnTo>
                    <a:pt x="57" y="197"/>
                  </a:lnTo>
                  <a:lnTo>
                    <a:pt x="57" y="197"/>
                  </a:lnTo>
                  <a:lnTo>
                    <a:pt x="57" y="206"/>
                  </a:lnTo>
                  <a:lnTo>
                    <a:pt x="57" y="215"/>
                  </a:lnTo>
                  <a:lnTo>
                    <a:pt x="57" y="215"/>
                  </a:lnTo>
                  <a:lnTo>
                    <a:pt x="57" y="223"/>
                  </a:lnTo>
                  <a:lnTo>
                    <a:pt x="57" y="226"/>
                  </a:lnTo>
                  <a:lnTo>
                    <a:pt x="55" y="230"/>
                  </a:lnTo>
                  <a:lnTo>
                    <a:pt x="55" y="230"/>
                  </a:lnTo>
                  <a:lnTo>
                    <a:pt x="53" y="236"/>
                  </a:lnTo>
                  <a:lnTo>
                    <a:pt x="53" y="243"/>
                  </a:lnTo>
                  <a:lnTo>
                    <a:pt x="53" y="243"/>
                  </a:lnTo>
                  <a:lnTo>
                    <a:pt x="55" y="250"/>
                  </a:lnTo>
                  <a:lnTo>
                    <a:pt x="53" y="257"/>
                  </a:lnTo>
                  <a:lnTo>
                    <a:pt x="53" y="257"/>
                  </a:lnTo>
                  <a:lnTo>
                    <a:pt x="53" y="265"/>
                  </a:lnTo>
                  <a:lnTo>
                    <a:pt x="51" y="270"/>
                  </a:lnTo>
                  <a:lnTo>
                    <a:pt x="47" y="281"/>
                  </a:lnTo>
                  <a:lnTo>
                    <a:pt x="47" y="281"/>
                  </a:lnTo>
                  <a:lnTo>
                    <a:pt x="46" y="288"/>
                  </a:lnTo>
                  <a:lnTo>
                    <a:pt x="46" y="294"/>
                  </a:lnTo>
                  <a:lnTo>
                    <a:pt x="46" y="294"/>
                  </a:lnTo>
                  <a:lnTo>
                    <a:pt x="47" y="299"/>
                  </a:lnTo>
                  <a:lnTo>
                    <a:pt x="47" y="305"/>
                  </a:lnTo>
                  <a:lnTo>
                    <a:pt x="47" y="305"/>
                  </a:lnTo>
                  <a:lnTo>
                    <a:pt x="46" y="307"/>
                  </a:lnTo>
                  <a:lnTo>
                    <a:pt x="42" y="308"/>
                  </a:lnTo>
                  <a:lnTo>
                    <a:pt x="40" y="308"/>
                  </a:lnTo>
                  <a:lnTo>
                    <a:pt x="40" y="308"/>
                  </a:lnTo>
                  <a:lnTo>
                    <a:pt x="37" y="312"/>
                  </a:lnTo>
                  <a:lnTo>
                    <a:pt x="35" y="316"/>
                  </a:lnTo>
                  <a:lnTo>
                    <a:pt x="33" y="319"/>
                  </a:lnTo>
                  <a:lnTo>
                    <a:pt x="33" y="319"/>
                  </a:lnTo>
                  <a:lnTo>
                    <a:pt x="33" y="327"/>
                  </a:lnTo>
                  <a:lnTo>
                    <a:pt x="33" y="336"/>
                  </a:lnTo>
                  <a:lnTo>
                    <a:pt x="33" y="336"/>
                  </a:lnTo>
                  <a:lnTo>
                    <a:pt x="33" y="338"/>
                  </a:lnTo>
                  <a:lnTo>
                    <a:pt x="35" y="341"/>
                  </a:lnTo>
                  <a:lnTo>
                    <a:pt x="35" y="345"/>
                  </a:lnTo>
                  <a:lnTo>
                    <a:pt x="37" y="348"/>
                  </a:lnTo>
                  <a:lnTo>
                    <a:pt x="37" y="348"/>
                  </a:lnTo>
                  <a:lnTo>
                    <a:pt x="37" y="350"/>
                  </a:lnTo>
                  <a:lnTo>
                    <a:pt x="35" y="350"/>
                  </a:lnTo>
                  <a:lnTo>
                    <a:pt x="35" y="350"/>
                  </a:lnTo>
                  <a:lnTo>
                    <a:pt x="31" y="352"/>
                  </a:lnTo>
                  <a:lnTo>
                    <a:pt x="31" y="352"/>
                  </a:lnTo>
                  <a:lnTo>
                    <a:pt x="29" y="358"/>
                  </a:lnTo>
                  <a:lnTo>
                    <a:pt x="27" y="365"/>
                  </a:lnTo>
                  <a:lnTo>
                    <a:pt x="26" y="378"/>
                  </a:lnTo>
                  <a:lnTo>
                    <a:pt x="26" y="378"/>
                  </a:lnTo>
                  <a:lnTo>
                    <a:pt x="26" y="383"/>
                  </a:lnTo>
                  <a:lnTo>
                    <a:pt x="20" y="389"/>
                  </a:lnTo>
                  <a:lnTo>
                    <a:pt x="20" y="389"/>
                  </a:lnTo>
                  <a:lnTo>
                    <a:pt x="18" y="392"/>
                  </a:lnTo>
                  <a:lnTo>
                    <a:pt x="20" y="396"/>
                  </a:lnTo>
                  <a:lnTo>
                    <a:pt x="22" y="399"/>
                  </a:lnTo>
                  <a:lnTo>
                    <a:pt x="22" y="403"/>
                  </a:lnTo>
                  <a:lnTo>
                    <a:pt x="22" y="403"/>
                  </a:lnTo>
                  <a:lnTo>
                    <a:pt x="22" y="412"/>
                  </a:lnTo>
                  <a:lnTo>
                    <a:pt x="22" y="416"/>
                  </a:lnTo>
                  <a:lnTo>
                    <a:pt x="24" y="418"/>
                  </a:lnTo>
                  <a:lnTo>
                    <a:pt x="24" y="418"/>
                  </a:lnTo>
                  <a:lnTo>
                    <a:pt x="27" y="420"/>
                  </a:lnTo>
                  <a:lnTo>
                    <a:pt x="27" y="423"/>
                  </a:lnTo>
                  <a:lnTo>
                    <a:pt x="27" y="423"/>
                  </a:lnTo>
                  <a:lnTo>
                    <a:pt x="27" y="438"/>
                  </a:lnTo>
                  <a:lnTo>
                    <a:pt x="27" y="438"/>
                  </a:lnTo>
                  <a:lnTo>
                    <a:pt x="26" y="443"/>
                  </a:lnTo>
                  <a:lnTo>
                    <a:pt x="24" y="447"/>
                  </a:lnTo>
                  <a:lnTo>
                    <a:pt x="22" y="452"/>
                  </a:lnTo>
                  <a:lnTo>
                    <a:pt x="22" y="456"/>
                  </a:lnTo>
                  <a:lnTo>
                    <a:pt x="22" y="456"/>
                  </a:lnTo>
                  <a:lnTo>
                    <a:pt x="26" y="461"/>
                  </a:lnTo>
                  <a:lnTo>
                    <a:pt x="27" y="465"/>
                  </a:lnTo>
                  <a:lnTo>
                    <a:pt x="27" y="467"/>
                  </a:lnTo>
                  <a:lnTo>
                    <a:pt x="27" y="467"/>
                  </a:lnTo>
                  <a:lnTo>
                    <a:pt x="27" y="472"/>
                  </a:lnTo>
                  <a:lnTo>
                    <a:pt x="29" y="478"/>
                  </a:lnTo>
                  <a:lnTo>
                    <a:pt x="29" y="478"/>
                  </a:lnTo>
                  <a:lnTo>
                    <a:pt x="31" y="485"/>
                  </a:lnTo>
                  <a:lnTo>
                    <a:pt x="31" y="487"/>
                  </a:lnTo>
                  <a:lnTo>
                    <a:pt x="31" y="491"/>
                  </a:lnTo>
                  <a:lnTo>
                    <a:pt x="31" y="491"/>
                  </a:lnTo>
                  <a:lnTo>
                    <a:pt x="27" y="494"/>
                  </a:lnTo>
                  <a:lnTo>
                    <a:pt x="27" y="500"/>
                  </a:lnTo>
                  <a:lnTo>
                    <a:pt x="27" y="500"/>
                  </a:lnTo>
                  <a:lnTo>
                    <a:pt x="29" y="503"/>
                  </a:lnTo>
                  <a:lnTo>
                    <a:pt x="29" y="505"/>
                  </a:lnTo>
                  <a:lnTo>
                    <a:pt x="29" y="507"/>
                  </a:lnTo>
                  <a:lnTo>
                    <a:pt x="29" y="507"/>
                  </a:lnTo>
                  <a:lnTo>
                    <a:pt x="26" y="507"/>
                  </a:lnTo>
                  <a:lnTo>
                    <a:pt x="26" y="509"/>
                  </a:lnTo>
                  <a:lnTo>
                    <a:pt x="24" y="512"/>
                  </a:lnTo>
                  <a:lnTo>
                    <a:pt x="24" y="512"/>
                  </a:lnTo>
                  <a:lnTo>
                    <a:pt x="24" y="512"/>
                  </a:lnTo>
                  <a:lnTo>
                    <a:pt x="22" y="514"/>
                  </a:lnTo>
                  <a:lnTo>
                    <a:pt x="22" y="516"/>
                  </a:lnTo>
                  <a:lnTo>
                    <a:pt x="24" y="523"/>
                  </a:lnTo>
                  <a:lnTo>
                    <a:pt x="24" y="523"/>
                  </a:lnTo>
                  <a:lnTo>
                    <a:pt x="26" y="529"/>
                  </a:lnTo>
                  <a:lnTo>
                    <a:pt x="26" y="534"/>
                  </a:lnTo>
                  <a:lnTo>
                    <a:pt x="26" y="534"/>
                  </a:lnTo>
                  <a:lnTo>
                    <a:pt x="24" y="543"/>
                  </a:lnTo>
                  <a:lnTo>
                    <a:pt x="24" y="549"/>
                  </a:lnTo>
                  <a:lnTo>
                    <a:pt x="24" y="549"/>
                  </a:lnTo>
                  <a:lnTo>
                    <a:pt x="24" y="554"/>
                  </a:lnTo>
                  <a:lnTo>
                    <a:pt x="22" y="556"/>
                  </a:lnTo>
                  <a:lnTo>
                    <a:pt x="22" y="556"/>
                  </a:lnTo>
                  <a:lnTo>
                    <a:pt x="18" y="562"/>
                  </a:lnTo>
                  <a:lnTo>
                    <a:pt x="18" y="562"/>
                  </a:lnTo>
                  <a:lnTo>
                    <a:pt x="16" y="565"/>
                  </a:lnTo>
                  <a:lnTo>
                    <a:pt x="16" y="567"/>
                  </a:lnTo>
                  <a:lnTo>
                    <a:pt x="16" y="574"/>
                  </a:lnTo>
                  <a:lnTo>
                    <a:pt x="16" y="574"/>
                  </a:lnTo>
                  <a:lnTo>
                    <a:pt x="16" y="580"/>
                  </a:lnTo>
                  <a:lnTo>
                    <a:pt x="16" y="583"/>
                  </a:lnTo>
                  <a:lnTo>
                    <a:pt x="15" y="585"/>
                  </a:lnTo>
                  <a:lnTo>
                    <a:pt x="15" y="585"/>
                  </a:lnTo>
                  <a:lnTo>
                    <a:pt x="6" y="589"/>
                  </a:lnTo>
                  <a:lnTo>
                    <a:pt x="4" y="591"/>
                  </a:lnTo>
                  <a:lnTo>
                    <a:pt x="4" y="596"/>
                  </a:lnTo>
                  <a:lnTo>
                    <a:pt x="4" y="596"/>
                  </a:lnTo>
                  <a:lnTo>
                    <a:pt x="6" y="604"/>
                  </a:lnTo>
                  <a:lnTo>
                    <a:pt x="6" y="611"/>
                  </a:lnTo>
                  <a:lnTo>
                    <a:pt x="6" y="611"/>
                  </a:lnTo>
                  <a:lnTo>
                    <a:pt x="2" y="616"/>
                  </a:lnTo>
                  <a:lnTo>
                    <a:pt x="0" y="622"/>
                  </a:lnTo>
                  <a:lnTo>
                    <a:pt x="0" y="622"/>
                  </a:lnTo>
                  <a:lnTo>
                    <a:pt x="2" y="629"/>
                  </a:lnTo>
                  <a:lnTo>
                    <a:pt x="2" y="633"/>
                  </a:lnTo>
                  <a:lnTo>
                    <a:pt x="6" y="633"/>
                  </a:lnTo>
                  <a:lnTo>
                    <a:pt x="6" y="633"/>
                  </a:lnTo>
                  <a:lnTo>
                    <a:pt x="7" y="633"/>
                  </a:lnTo>
                  <a:lnTo>
                    <a:pt x="9" y="631"/>
                  </a:lnTo>
                  <a:lnTo>
                    <a:pt x="11" y="629"/>
                  </a:lnTo>
                  <a:lnTo>
                    <a:pt x="13" y="631"/>
                  </a:lnTo>
                  <a:lnTo>
                    <a:pt x="13" y="631"/>
                  </a:lnTo>
                  <a:lnTo>
                    <a:pt x="15" y="636"/>
                  </a:lnTo>
                  <a:lnTo>
                    <a:pt x="15" y="640"/>
                  </a:lnTo>
                  <a:lnTo>
                    <a:pt x="13" y="642"/>
                  </a:lnTo>
                  <a:lnTo>
                    <a:pt x="13" y="642"/>
                  </a:lnTo>
                  <a:lnTo>
                    <a:pt x="11" y="644"/>
                  </a:lnTo>
                  <a:lnTo>
                    <a:pt x="11" y="647"/>
                  </a:lnTo>
                  <a:lnTo>
                    <a:pt x="15" y="655"/>
                  </a:lnTo>
                  <a:lnTo>
                    <a:pt x="15" y="655"/>
                  </a:lnTo>
                  <a:lnTo>
                    <a:pt x="22" y="664"/>
                  </a:lnTo>
                  <a:lnTo>
                    <a:pt x="27" y="671"/>
                  </a:lnTo>
                  <a:lnTo>
                    <a:pt x="27" y="671"/>
                  </a:lnTo>
                  <a:lnTo>
                    <a:pt x="49" y="669"/>
                  </a:lnTo>
                  <a:lnTo>
                    <a:pt x="49" y="669"/>
                  </a:lnTo>
                  <a:lnTo>
                    <a:pt x="75" y="671"/>
                  </a:lnTo>
                  <a:lnTo>
                    <a:pt x="75" y="664"/>
                  </a:lnTo>
                  <a:lnTo>
                    <a:pt x="66" y="664"/>
                  </a:lnTo>
                  <a:lnTo>
                    <a:pt x="66" y="664"/>
                  </a:lnTo>
                  <a:lnTo>
                    <a:pt x="67" y="662"/>
                  </a:lnTo>
                  <a:lnTo>
                    <a:pt x="69" y="660"/>
                  </a:lnTo>
                  <a:lnTo>
                    <a:pt x="69" y="653"/>
                  </a:lnTo>
                  <a:lnTo>
                    <a:pt x="67" y="645"/>
                  </a:lnTo>
                  <a:lnTo>
                    <a:pt x="69" y="642"/>
                  </a:lnTo>
                  <a:lnTo>
                    <a:pt x="69" y="638"/>
                  </a:lnTo>
                  <a:lnTo>
                    <a:pt x="69" y="638"/>
                  </a:lnTo>
                  <a:lnTo>
                    <a:pt x="75" y="636"/>
                  </a:lnTo>
                  <a:lnTo>
                    <a:pt x="80" y="634"/>
                  </a:lnTo>
                  <a:lnTo>
                    <a:pt x="80" y="634"/>
                  </a:lnTo>
                  <a:lnTo>
                    <a:pt x="77" y="629"/>
                  </a:lnTo>
                  <a:lnTo>
                    <a:pt x="73" y="627"/>
                  </a:lnTo>
                  <a:lnTo>
                    <a:pt x="73" y="627"/>
                  </a:lnTo>
                  <a:lnTo>
                    <a:pt x="75" y="622"/>
                  </a:lnTo>
                  <a:lnTo>
                    <a:pt x="75" y="620"/>
                  </a:lnTo>
                  <a:lnTo>
                    <a:pt x="75" y="616"/>
                  </a:lnTo>
                  <a:lnTo>
                    <a:pt x="75" y="616"/>
                  </a:lnTo>
                  <a:lnTo>
                    <a:pt x="80" y="622"/>
                  </a:lnTo>
                  <a:lnTo>
                    <a:pt x="80" y="627"/>
                  </a:lnTo>
                  <a:lnTo>
                    <a:pt x="80" y="627"/>
                  </a:lnTo>
                  <a:lnTo>
                    <a:pt x="86" y="624"/>
                  </a:lnTo>
                  <a:lnTo>
                    <a:pt x="91" y="624"/>
                  </a:lnTo>
                  <a:lnTo>
                    <a:pt x="91" y="624"/>
                  </a:lnTo>
                  <a:lnTo>
                    <a:pt x="91" y="614"/>
                  </a:lnTo>
                  <a:lnTo>
                    <a:pt x="93" y="607"/>
                  </a:lnTo>
                  <a:lnTo>
                    <a:pt x="95" y="600"/>
                  </a:lnTo>
                  <a:lnTo>
                    <a:pt x="98" y="594"/>
                  </a:lnTo>
                  <a:lnTo>
                    <a:pt x="109" y="585"/>
                  </a:lnTo>
                  <a:lnTo>
                    <a:pt x="124" y="574"/>
                  </a:lnTo>
                  <a:lnTo>
                    <a:pt x="124" y="574"/>
                  </a:lnTo>
                  <a:lnTo>
                    <a:pt x="120" y="573"/>
                  </a:lnTo>
                  <a:lnTo>
                    <a:pt x="119" y="569"/>
                  </a:lnTo>
                  <a:lnTo>
                    <a:pt x="119" y="563"/>
                  </a:lnTo>
                  <a:lnTo>
                    <a:pt x="120" y="558"/>
                  </a:lnTo>
                  <a:lnTo>
                    <a:pt x="119" y="556"/>
                  </a:lnTo>
                  <a:lnTo>
                    <a:pt x="117" y="552"/>
                  </a:lnTo>
                  <a:lnTo>
                    <a:pt x="117" y="552"/>
                  </a:lnTo>
                  <a:lnTo>
                    <a:pt x="111" y="552"/>
                  </a:lnTo>
                  <a:lnTo>
                    <a:pt x="106" y="552"/>
                  </a:lnTo>
                  <a:lnTo>
                    <a:pt x="106" y="552"/>
                  </a:lnTo>
                  <a:lnTo>
                    <a:pt x="104" y="549"/>
                  </a:lnTo>
                  <a:lnTo>
                    <a:pt x="102" y="545"/>
                  </a:lnTo>
                  <a:lnTo>
                    <a:pt x="102" y="545"/>
                  </a:lnTo>
                  <a:lnTo>
                    <a:pt x="93" y="538"/>
                  </a:lnTo>
                  <a:lnTo>
                    <a:pt x="93" y="534"/>
                  </a:lnTo>
                  <a:lnTo>
                    <a:pt x="91" y="532"/>
                  </a:lnTo>
                  <a:lnTo>
                    <a:pt x="95" y="525"/>
                  </a:lnTo>
                  <a:lnTo>
                    <a:pt x="102" y="518"/>
                  </a:lnTo>
                  <a:lnTo>
                    <a:pt x="113" y="503"/>
                  </a:lnTo>
                  <a:lnTo>
                    <a:pt x="113" y="503"/>
                  </a:lnTo>
                  <a:lnTo>
                    <a:pt x="119" y="503"/>
                  </a:lnTo>
                  <a:lnTo>
                    <a:pt x="120" y="505"/>
                  </a:lnTo>
                  <a:lnTo>
                    <a:pt x="124" y="507"/>
                  </a:lnTo>
                  <a:lnTo>
                    <a:pt x="126" y="507"/>
                  </a:lnTo>
                  <a:lnTo>
                    <a:pt x="126" y="507"/>
                  </a:lnTo>
                  <a:lnTo>
                    <a:pt x="126" y="500"/>
                  </a:lnTo>
                  <a:lnTo>
                    <a:pt x="126" y="500"/>
                  </a:lnTo>
                  <a:lnTo>
                    <a:pt x="126" y="500"/>
                  </a:lnTo>
                  <a:lnTo>
                    <a:pt x="124" y="498"/>
                  </a:lnTo>
                  <a:lnTo>
                    <a:pt x="124" y="496"/>
                  </a:lnTo>
                  <a:lnTo>
                    <a:pt x="124" y="494"/>
                  </a:lnTo>
                  <a:lnTo>
                    <a:pt x="124" y="494"/>
                  </a:lnTo>
                  <a:lnTo>
                    <a:pt x="128" y="492"/>
                  </a:lnTo>
                  <a:lnTo>
                    <a:pt x="131" y="492"/>
                  </a:lnTo>
                  <a:lnTo>
                    <a:pt x="131" y="492"/>
                  </a:lnTo>
                  <a:lnTo>
                    <a:pt x="131" y="476"/>
                  </a:lnTo>
                  <a:lnTo>
                    <a:pt x="131" y="469"/>
                  </a:lnTo>
                  <a:lnTo>
                    <a:pt x="133" y="463"/>
                  </a:lnTo>
                  <a:lnTo>
                    <a:pt x="139" y="460"/>
                  </a:lnTo>
                  <a:lnTo>
                    <a:pt x="139" y="460"/>
                  </a:lnTo>
                  <a:lnTo>
                    <a:pt x="142" y="460"/>
                  </a:lnTo>
                  <a:lnTo>
                    <a:pt x="144" y="456"/>
                  </a:lnTo>
                  <a:lnTo>
                    <a:pt x="144" y="454"/>
                  </a:lnTo>
                  <a:lnTo>
                    <a:pt x="142" y="454"/>
                  </a:lnTo>
                  <a:lnTo>
                    <a:pt x="137" y="452"/>
                  </a:lnTo>
                  <a:lnTo>
                    <a:pt x="137" y="452"/>
                  </a:lnTo>
                  <a:lnTo>
                    <a:pt x="139" y="449"/>
                  </a:lnTo>
                  <a:lnTo>
                    <a:pt x="139" y="449"/>
                  </a:lnTo>
                  <a:lnTo>
                    <a:pt x="144" y="449"/>
                  </a:lnTo>
                  <a:lnTo>
                    <a:pt x="148" y="449"/>
                  </a:lnTo>
                  <a:lnTo>
                    <a:pt x="148" y="449"/>
                  </a:lnTo>
                  <a:lnTo>
                    <a:pt x="151" y="450"/>
                  </a:lnTo>
                  <a:lnTo>
                    <a:pt x="151" y="452"/>
                  </a:lnTo>
                  <a:lnTo>
                    <a:pt x="153" y="454"/>
                  </a:lnTo>
                  <a:lnTo>
                    <a:pt x="159" y="452"/>
                  </a:lnTo>
                  <a:lnTo>
                    <a:pt x="159" y="452"/>
                  </a:lnTo>
                  <a:lnTo>
                    <a:pt x="160" y="450"/>
                  </a:lnTo>
                  <a:lnTo>
                    <a:pt x="159" y="447"/>
                  </a:lnTo>
                  <a:lnTo>
                    <a:pt x="159" y="443"/>
                  </a:lnTo>
                  <a:lnTo>
                    <a:pt x="159" y="440"/>
                  </a:lnTo>
                  <a:lnTo>
                    <a:pt x="159" y="440"/>
                  </a:lnTo>
                  <a:lnTo>
                    <a:pt x="151" y="443"/>
                  </a:lnTo>
                  <a:lnTo>
                    <a:pt x="148" y="443"/>
                  </a:lnTo>
                  <a:lnTo>
                    <a:pt x="148" y="443"/>
                  </a:lnTo>
                  <a:lnTo>
                    <a:pt x="139" y="440"/>
                  </a:lnTo>
                  <a:lnTo>
                    <a:pt x="139" y="440"/>
                  </a:lnTo>
                  <a:lnTo>
                    <a:pt x="139" y="429"/>
                  </a:lnTo>
                  <a:lnTo>
                    <a:pt x="139" y="429"/>
                  </a:lnTo>
                  <a:lnTo>
                    <a:pt x="137" y="427"/>
                  </a:lnTo>
                  <a:lnTo>
                    <a:pt x="135" y="427"/>
                  </a:lnTo>
                  <a:lnTo>
                    <a:pt x="131" y="425"/>
                  </a:lnTo>
                  <a:lnTo>
                    <a:pt x="131" y="425"/>
                  </a:lnTo>
                  <a:lnTo>
                    <a:pt x="137" y="409"/>
                  </a:lnTo>
                  <a:lnTo>
                    <a:pt x="137" y="409"/>
                  </a:lnTo>
                  <a:lnTo>
                    <a:pt x="139" y="410"/>
                  </a:lnTo>
                  <a:lnTo>
                    <a:pt x="140" y="410"/>
                  </a:lnTo>
                  <a:lnTo>
                    <a:pt x="144" y="410"/>
                  </a:lnTo>
                  <a:lnTo>
                    <a:pt x="146" y="410"/>
                  </a:lnTo>
                  <a:lnTo>
                    <a:pt x="146" y="410"/>
                  </a:lnTo>
                  <a:lnTo>
                    <a:pt x="148" y="414"/>
                  </a:lnTo>
                  <a:lnTo>
                    <a:pt x="148" y="418"/>
                  </a:lnTo>
                  <a:lnTo>
                    <a:pt x="148" y="418"/>
                  </a:lnTo>
                  <a:lnTo>
                    <a:pt x="160" y="420"/>
                  </a:lnTo>
                  <a:lnTo>
                    <a:pt x="164" y="418"/>
                  </a:lnTo>
                  <a:lnTo>
                    <a:pt x="170" y="414"/>
                  </a:lnTo>
                  <a:lnTo>
                    <a:pt x="170" y="414"/>
                  </a:lnTo>
                  <a:lnTo>
                    <a:pt x="177" y="409"/>
                  </a:lnTo>
                  <a:lnTo>
                    <a:pt x="177" y="409"/>
                  </a:lnTo>
                  <a:lnTo>
                    <a:pt x="180" y="378"/>
                  </a:lnTo>
                  <a:lnTo>
                    <a:pt x="180" y="378"/>
                  </a:lnTo>
                  <a:lnTo>
                    <a:pt x="173" y="372"/>
                  </a:lnTo>
                  <a:lnTo>
                    <a:pt x="173" y="372"/>
                  </a:lnTo>
                  <a:lnTo>
                    <a:pt x="173" y="368"/>
                  </a:lnTo>
                  <a:lnTo>
                    <a:pt x="173" y="367"/>
                  </a:lnTo>
                  <a:lnTo>
                    <a:pt x="175" y="365"/>
                  </a:lnTo>
                  <a:lnTo>
                    <a:pt x="175" y="363"/>
                  </a:lnTo>
                  <a:lnTo>
                    <a:pt x="175" y="363"/>
                  </a:lnTo>
                  <a:lnTo>
                    <a:pt x="179" y="367"/>
                  </a:lnTo>
                  <a:lnTo>
                    <a:pt x="182" y="370"/>
                  </a:lnTo>
                  <a:lnTo>
                    <a:pt x="182" y="370"/>
                  </a:lnTo>
                  <a:lnTo>
                    <a:pt x="186" y="367"/>
                  </a:lnTo>
                  <a:lnTo>
                    <a:pt x="190" y="365"/>
                  </a:lnTo>
                  <a:lnTo>
                    <a:pt x="190" y="365"/>
                  </a:lnTo>
                  <a:lnTo>
                    <a:pt x="204" y="361"/>
                  </a:lnTo>
                  <a:lnTo>
                    <a:pt x="217" y="359"/>
                  </a:lnTo>
                  <a:lnTo>
                    <a:pt x="230" y="358"/>
                  </a:lnTo>
                  <a:lnTo>
                    <a:pt x="241" y="352"/>
                  </a:lnTo>
                  <a:lnTo>
                    <a:pt x="241" y="352"/>
                  </a:lnTo>
                  <a:lnTo>
                    <a:pt x="246" y="348"/>
                  </a:lnTo>
                  <a:lnTo>
                    <a:pt x="250" y="345"/>
                  </a:lnTo>
                  <a:lnTo>
                    <a:pt x="255" y="334"/>
                  </a:lnTo>
                  <a:lnTo>
                    <a:pt x="259" y="323"/>
                  </a:lnTo>
                  <a:lnTo>
                    <a:pt x="262" y="308"/>
                  </a:lnTo>
                  <a:lnTo>
                    <a:pt x="262" y="308"/>
                  </a:lnTo>
                  <a:lnTo>
                    <a:pt x="255" y="307"/>
                  </a:lnTo>
                  <a:lnTo>
                    <a:pt x="253" y="307"/>
                  </a:lnTo>
                  <a:lnTo>
                    <a:pt x="252" y="303"/>
                  </a:lnTo>
                  <a:lnTo>
                    <a:pt x="252" y="303"/>
                  </a:lnTo>
                  <a:lnTo>
                    <a:pt x="250" y="299"/>
                  </a:lnTo>
                  <a:lnTo>
                    <a:pt x="252" y="296"/>
                  </a:lnTo>
                  <a:lnTo>
                    <a:pt x="253" y="292"/>
                  </a:lnTo>
                  <a:lnTo>
                    <a:pt x="253" y="288"/>
                  </a:lnTo>
                  <a:lnTo>
                    <a:pt x="253" y="288"/>
                  </a:lnTo>
                  <a:lnTo>
                    <a:pt x="252" y="285"/>
                  </a:lnTo>
                  <a:lnTo>
                    <a:pt x="246" y="281"/>
                  </a:lnTo>
                  <a:lnTo>
                    <a:pt x="239" y="272"/>
                  </a:lnTo>
                  <a:lnTo>
                    <a:pt x="239" y="272"/>
                  </a:lnTo>
                  <a:lnTo>
                    <a:pt x="235" y="263"/>
                  </a:lnTo>
                  <a:lnTo>
                    <a:pt x="231" y="254"/>
                  </a:lnTo>
                  <a:lnTo>
                    <a:pt x="231" y="254"/>
                  </a:lnTo>
                  <a:lnTo>
                    <a:pt x="233" y="254"/>
                  </a:lnTo>
                  <a:lnTo>
                    <a:pt x="233" y="250"/>
                  </a:lnTo>
                  <a:lnTo>
                    <a:pt x="233" y="243"/>
                  </a:lnTo>
                  <a:lnTo>
                    <a:pt x="233" y="243"/>
                  </a:lnTo>
                  <a:lnTo>
                    <a:pt x="237" y="237"/>
                  </a:lnTo>
                  <a:lnTo>
                    <a:pt x="237" y="237"/>
                  </a:lnTo>
                  <a:lnTo>
                    <a:pt x="235" y="236"/>
                  </a:lnTo>
                  <a:lnTo>
                    <a:pt x="237" y="234"/>
                  </a:lnTo>
                  <a:lnTo>
                    <a:pt x="239" y="230"/>
                  </a:lnTo>
                  <a:lnTo>
                    <a:pt x="239" y="230"/>
                  </a:lnTo>
                  <a:lnTo>
                    <a:pt x="239" y="226"/>
                  </a:lnTo>
                  <a:lnTo>
                    <a:pt x="241" y="223"/>
                  </a:lnTo>
                  <a:lnTo>
                    <a:pt x="239" y="221"/>
                  </a:lnTo>
                  <a:lnTo>
                    <a:pt x="239" y="221"/>
                  </a:lnTo>
                  <a:lnTo>
                    <a:pt x="239" y="217"/>
                  </a:lnTo>
                  <a:lnTo>
                    <a:pt x="241" y="215"/>
                  </a:lnTo>
                  <a:lnTo>
                    <a:pt x="242" y="212"/>
                  </a:lnTo>
                  <a:lnTo>
                    <a:pt x="242" y="206"/>
                  </a:lnTo>
                  <a:lnTo>
                    <a:pt x="242" y="206"/>
                  </a:lnTo>
                  <a:lnTo>
                    <a:pt x="242" y="203"/>
                  </a:lnTo>
                  <a:lnTo>
                    <a:pt x="244" y="199"/>
                  </a:lnTo>
                  <a:lnTo>
                    <a:pt x="246" y="197"/>
                  </a:lnTo>
                  <a:lnTo>
                    <a:pt x="246" y="194"/>
                  </a:lnTo>
                  <a:lnTo>
                    <a:pt x="246" y="194"/>
                  </a:lnTo>
                  <a:lnTo>
                    <a:pt x="246" y="188"/>
                  </a:lnTo>
                  <a:lnTo>
                    <a:pt x="248" y="184"/>
                  </a:lnTo>
                  <a:lnTo>
                    <a:pt x="250" y="181"/>
                  </a:lnTo>
                  <a:lnTo>
                    <a:pt x="250" y="181"/>
                  </a:lnTo>
                  <a:lnTo>
                    <a:pt x="253" y="170"/>
                  </a:lnTo>
                  <a:lnTo>
                    <a:pt x="253" y="170"/>
                  </a:lnTo>
                  <a:lnTo>
                    <a:pt x="253" y="166"/>
                  </a:lnTo>
                  <a:lnTo>
                    <a:pt x="255" y="164"/>
                  </a:lnTo>
                  <a:lnTo>
                    <a:pt x="261" y="161"/>
                  </a:lnTo>
                  <a:lnTo>
                    <a:pt x="261" y="161"/>
                  </a:lnTo>
                  <a:lnTo>
                    <a:pt x="264" y="155"/>
                  </a:lnTo>
                  <a:lnTo>
                    <a:pt x="266" y="148"/>
                  </a:lnTo>
                  <a:lnTo>
                    <a:pt x="266" y="148"/>
                  </a:lnTo>
                  <a:lnTo>
                    <a:pt x="268" y="146"/>
                  </a:lnTo>
                  <a:lnTo>
                    <a:pt x="272" y="144"/>
                  </a:lnTo>
                  <a:lnTo>
                    <a:pt x="275" y="143"/>
                  </a:lnTo>
                  <a:lnTo>
                    <a:pt x="277" y="141"/>
                  </a:lnTo>
                  <a:lnTo>
                    <a:pt x="277" y="141"/>
                  </a:lnTo>
                  <a:lnTo>
                    <a:pt x="279" y="137"/>
                  </a:lnTo>
                  <a:lnTo>
                    <a:pt x="284" y="133"/>
                  </a:lnTo>
                  <a:lnTo>
                    <a:pt x="284" y="133"/>
                  </a:lnTo>
                  <a:lnTo>
                    <a:pt x="288" y="128"/>
                  </a:lnTo>
                  <a:lnTo>
                    <a:pt x="292" y="123"/>
                  </a:lnTo>
                  <a:lnTo>
                    <a:pt x="292" y="123"/>
                  </a:lnTo>
                  <a:lnTo>
                    <a:pt x="295" y="121"/>
                  </a:lnTo>
                  <a:lnTo>
                    <a:pt x="299" y="119"/>
                  </a:lnTo>
                  <a:lnTo>
                    <a:pt x="303" y="119"/>
                  </a:lnTo>
                  <a:lnTo>
                    <a:pt x="306" y="117"/>
                  </a:lnTo>
                  <a:lnTo>
                    <a:pt x="306" y="117"/>
                  </a:lnTo>
                  <a:lnTo>
                    <a:pt x="310" y="113"/>
                  </a:lnTo>
                  <a:lnTo>
                    <a:pt x="312" y="112"/>
                  </a:lnTo>
                  <a:lnTo>
                    <a:pt x="312" y="110"/>
                  </a:lnTo>
                  <a:lnTo>
                    <a:pt x="312" y="110"/>
                  </a:lnTo>
                  <a:lnTo>
                    <a:pt x="310" y="93"/>
                  </a:lnTo>
                  <a:lnTo>
                    <a:pt x="310" y="93"/>
                  </a:lnTo>
                  <a:lnTo>
                    <a:pt x="310" y="81"/>
                  </a:lnTo>
                  <a:lnTo>
                    <a:pt x="310" y="81"/>
                  </a:lnTo>
                  <a:lnTo>
                    <a:pt x="306" y="79"/>
                  </a:lnTo>
                  <a:lnTo>
                    <a:pt x="304" y="79"/>
                  </a:lnTo>
                  <a:lnTo>
                    <a:pt x="304" y="81"/>
                  </a:lnTo>
                  <a:lnTo>
                    <a:pt x="304" y="81"/>
                  </a:lnTo>
                  <a:lnTo>
                    <a:pt x="304" y="82"/>
                  </a:lnTo>
                  <a:lnTo>
                    <a:pt x="303" y="82"/>
                  </a:lnTo>
                  <a:lnTo>
                    <a:pt x="301" y="81"/>
                  </a:lnTo>
                  <a:lnTo>
                    <a:pt x="295" y="79"/>
                  </a:lnTo>
                  <a:lnTo>
                    <a:pt x="295" y="79"/>
                  </a:lnTo>
                  <a:lnTo>
                    <a:pt x="293" y="82"/>
                  </a:lnTo>
                  <a:lnTo>
                    <a:pt x="292" y="86"/>
                  </a:lnTo>
                  <a:lnTo>
                    <a:pt x="293" y="88"/>
                  </a:lnTo>
                  <a:lnTo>
                    <a:pt x="293" y="88"/>
                  </a:lnTo>
                  <a:lnTo>
                    <a:pt x="293" y="92"/>
                  </a:lnTo>
                  <a:lnTo>
                    <a:pt x="293" y="95"/>
                  </a:lnTo>
                  <a:lnTo>
                    <a:pt x="293" y="101"/>
                  </a:lnTo>
                  <a:lnTo>
                    <a:pt x="292" y="103"/>
                  </a:lnTo>
                  <a:lnTo>
                    <a:pt x="292" y="103"/>
                  </a:lnTo>
                  <a:lnTo>
                    <a:pt x="286" y="108"/>
                  </a:lnTo>
                  <a:lnTo>
                    <a:pt x="283" y="113"/>
                  </a:lnTo>
                  <a:lnTo>
                    <a:pt x="283" y="113"/>
                  </a:lnTo>
                  <a:lnTo>
                    <a:pt x="283" y="115"/>
                  </a:lnTo>
                  <a:lnTo>
                    <a:pt x="281" y="115"/>
                  </a:lnTo>
                  <a:lnTo>
                    <a:pt x="281" y="115"/>
                  </a:lnTo>
                  <a:lnTo>
                    <a:pt x="279" y="117"/>
                  </a:lnTo>
                  <a:lnTo>
                    <a:pt x="272" y="117"/>
                  </a:lnTo>
                  <a:lnTo>
                    <a:pt x="272" y="117"/>
                  </a:lnTo>
                  <a:lnTo>
                    <a:pt x="266" y="115"/>
                  </a:lnTo>
                  <a:lnTo>
                    <a:pt x="259" y="115"/>
                  </a:lnTo>
                  <a:lnTo>
                    <a:pt x="259" y="115"/>
                  </a:lnTo>
                  <a:lnTo>
                    <a:pt x="253" y="117"/>
                  </a:lnTo>
                  <a:lnTo>
                    <a:pt x="248" y="115"/>
                  </a:lnTo>
                  <a:lnTo>
                    <a:pt x="248" y="115"/>
                  </a:lnTo>
                  <a:lnTo>
                    <a:pt x="242" y="112"/>
                  </a:lnTo>
                  <a:lnTo>
                    <a:pt x="237" y="112"/>
                  </a:lnTo>
                  <a:lnTo>
                    <a:pt x="237" y="112"/>
                  </a:lnTo>
                  <a:lnTo>
                    <a:pt x="233" y="113"/>
                  </a:lnTo>
                  <a:lnTo>
                    <a:pt x="231" y="112"/>
                  </a:lnTo>
                  <a:lnTo>
                    <a:pt x="231" y="112"/>
                  </a:lnTo>
                  <a:lnTo>
                    <a:pt x="233" y="108"/>
                  </a:lnTo>
                  <a:lnTo>
                    <a:pt x="237" y="101"/>
                  </a:lnTo>
                  <a:lnTo>
                    <a:pt x="237" y="101"/>
                  </a:lnTo>
                  <a:lnTo>
                    <a:pt x="242" y="93"/>
                  </a:lnTo>
                  <a:lnTo>
                    <a:pt x="244" y="84"/>
                  </a:lnTo>
                  <a:lnTo>
                    <a:pt x="244" y="84"/>
                  </a:lnTo>
                  <a:lnTo>
                    <a:pt x="246" y="77"/>
                  </a:lnTo>
                  <a:lnTo>
                    <a:pt x="246" y="75"/>
                  </a:lnTo>
                  <a:lnTo>
                    <a:pt x="244" y="72"/>
                  </a:lnTo>
                  <a:lnTo>
                    <a:pt x="244" y="72"/>
                  </a:lnTo>
                  <a:lnTo>
                    <a:pt x="241" y="70"/>
                  </a:lnTo>
                  <a:lnTo>
                    <a:pt x="237" y="66"/>
                  </a:lnTo>
                  <a:lnTo>
                    <a:pt x="233" y="61"/>
                  </a:lnTo>
                  <a:lnTo>
                    <a:pt x="233" y="61"/>
                  </a:lnTo>
                  <a:lnTo>
                    <a:pt x="230" y="59"/>
                  </a:lnTo>
                  <a:lnTo>
                    <a:pt x="228" y="55"/>
                  </a:lnTo>
                  <a:lnTo>
                    <a:pt x="228" y="55"/>
                  </a:lnTo>
                  <a:lnTo>
                    <a:pt x="224" y="53"/>
                  </a:lnTo>
                  <a:lnTo>
                    <a:pt x="222" y="53"/>
                  </a:lnTo>
                  <a:lnTo>
                    <a:pt x="219" y="53"/>
                  </a:lnTo>
                  <a:lnTo>
                    <a:pt x="217" y="52"/>
                  </a:lnTo>
                  <a:lnTo>
                    <a:pt x="217" y="52"/>
                  </a:lnTo>
                  <a:lnTo>
                    <a:pt x="211" y="44"/>
                  </a:lnTo>
                  <a:lnTo>
                    <a:pt x="210" y="44"/>
                  </a:lnTo>
                  <a:lnTo>
                    <a:pt x="206" y="42"/>
                  </a:lnTo>
                  <a:lnTo>
                    <a:pt x="206" y="42"/>
                  </a:lnTo>
                  <a:lnTo>
                    <a:pt x="204" y="42"/>
                  </a:lnTo>
                  <a:lnTo>
                    <a:pt x="202" y="39"/>
                  </a:lnTo>
                  <a:lnTo>
                    <a:pt x="201" y="31"/>
                  </a:lnTo>
                  <a:lnTo>
                    <a:pt x="201" y="31"/>
                  </a:lnTo>
                  <a:lnTo>
                    <a:pt x="197" y="28"/>
                  </a:lnTo>
                  <a:lnTo>
                    <a:pt x="195" y="26"/>
                  </a:lnTo>
                  <a:lnTo>
                    <a:pt x="193" y="24"/>
                  </a:lnTo>
                  <a:lnTo>
                    <a:pt x="193" y="24"/>
                  </a:lnTo>
                  <a:lnTo>
                    <a:pt x="191" y="24"/>
                  </a:lnTo>
                  <a:lnTo>
                    <a:pt x="190" y="22"/>
                  </a:lnTo>
                  <a:lnTo>
                    <a:pt x="188" y="17"/>
                  </a:lnTo>
                  <a:lnTo>
                    <a:pt x="182" y="10"/>
                  </a:lnTo>
                  <a:lnTo>
                    <a:pt x="173" y="4"/>
                  </a:lnTo>
                  <a:close/>
                  <a:moveTo>
                    <a:pt x="146" y="729"/>
                  </a:moveTo>
                  <a:lnTo>
                    <a:pt x="146" y="729"/>
                  </a:lnTo>
                  <a:lnTo>
                    <a:pt x="146" y="729"/>
                  </a:lnTo>
                  <a:lnTo>
                    <a:pt x="144" y="731"/>
                  </a:lnTo>
                  <a:lnTo>
                    <a:pt x="140" y="735"/>
                  </a:lnTo>
                  <a:lnTo>
                    <a:pt x="140" y="735"/>
                  </a:lnTo>
                  <a:lnTo>
                    <a:pt x="144" y="735"/>
                  </a:lnTo>
                  <a:lnTo>
                    <a:pt x="146" y="736"/>
                  </a:lnTo>
                  <a:lnTo>
                    <a:pt x="146" y="736"/>
                  </a:lnTo>
                  <a:lnTo>
                    <a:pt x="146" y="736"/>
                  </a:lnTo>
                  <a:lnTo>
                    <a:pt x="151" y="735"/>
                  </a:lnTo>
                  <a:lnTo>
                    <a:pt x="153" y="733"/>
                  </a:lnTo>
                  <a:lnTo>
                    <a:pt x="151" y="731"/>
                  </a:lnTo>
                  <a:lnTo>
                    <a:pt x="146" y="729"/>
                  </a:lnTo>
                  <a:lnTo>
                    <a:pt x="146" y="72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75" name="Freeform 459">
              <a:extLst>
                <a:ext uri="{FF2B5EF4-FFF2-40B4-BE49-F238E27FC236}">
                  <a16:creationId xmlns:a16="http://schemas.microsoft.com/office/drawing/2014/main" id="{374FD4CF-BFC3-4EBD-83F6-59FEF79791B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828592" y="4170504"/>
              <a:ext cx="304016" cy="413759"/>
            </a:xfrm>
            <a:custGeom>
              <a:avLst/>
              <a:gdLst>
                <a:gd name="T0" fmla="*/ 18 w 205"/>
                <a:gd name="T1" fmla="*/ 15 h 279"/>
                <a:gd name="T2" fmla="*/ 25 w 205"/>
                <a:gd name="T3" fmla="*/ 2 h 279"/>
                <a:gd name="T4" fmla="*/ 18 w 205"/>
                <a:gd name="T5" fmla="*/ 2 h 279"/>
                <a:gd name="T6" fmla="*/ 14 w 205"/>
                <a:gd name="T7" fmla="*/ 6 h 279"/>
                <a:gd name="T8" fmla="*/ 3 w 205"/>
                <a:gd name="T9" fmla="*/ 9 h 279"/>
                <a:gd name="T10" fmla="*/ 7 w 205"/>
                <a:gd name="T11" fmla="*/ 22 h 279"/>
                <a:gd name="T12" fmla="*/ 18 w 205"/>
                <a:gd name="T13" fmla="*/ 40 h 279"/>
                <a:gd name="T14" fmla="*/ 38 w 205"/>
                <a:gd name="T15" fmla="*/ 29 h 279"/>
                <a:gd name="T16" fmla="*/ 63 w 205"/>
                <a:gd name="T17" fmla="*/ 31 h 279"/>
                <a:gd name="T18" fmla="*/ 98 w 205"/>
                <a:gd name="T19" fmla="*/ 40 h 279"/>
                <a:gd name="T20" fmla="*/ 100 w 205"/>
                <a:gd name="T21" fmla="*/ 57 h 279"/>
                <a:gd name="T22" fmla="*/ 107 w 205"/>
                <a:gd name="T23" fmla="*/ 71 h 279"/>
                <a:gd name="T24" fmla="*/ 116 w 205"/>
                <a:gd name="T25" fmla="*/ 73 h 279"/>
                <a:gd name="T26" fmla="*/ 123 w 205"/>
                <a:gd name="T27" fmla="*/ 69 h 279"/>
                <a:gd name="T28" fmla="*/ 129 w 205"/>
                <a:gd name="T29" fmla="*/ 71 h 279"/>
                <a:gd name="T30" fmla="*/ 129 w 205"/>
                <a:gd name="T31" fmla="*/ 62 h 279"/>
                <a:gd name="T32" fmla="*/ 133 w 205"/>
                <a:gd name="T33" fmla="*/ 53 h 279"/>
                <a:gd name="T34" fmla="*/ 147 w 205"/>
                <a:gd name="T35" fmla="*/ 55 h 279"/>
                <a:gd name="T36" fmla="*/ 151 w 205"/>
                <a:gd name="T37" fmla="*/ 60 h 279"/>
                <a:gd name="T38" fmla="*/ 165 w 205"/>
                <a:gd name="T39" fmla="*/ 64 h 279"/>
                <a:gd name="T40" fmla="*/ 165 w 205"/>
                <a:gd name="T41" fmla="*/ 75 h 279"/>
                <a:gd name="T42" fmla="*/ 167 w 205"/>
                <a:gd name="T43" fmla="*/ 86 h 279"/>
                <a:gd name="T44" fmla="*/ 171 w 205"/>
                <a:gd name="T45" fmla="*/ 95 h 279"/>
                <a:gd name="T46" fmla="*/ 173 w 205"/>
                <a:gd name="T47" fmla="*/ 106 h 279"/>
                <a:gd name="T48" fmla="*/ 174 w 205"/>
                <a:gd name="T49" fmla="*/ 115 h 279"/>
                <a:gd name="T50" fmla="*/ 174 w 205"/>
                <a:gd name="T51" fmla="*/ 124 h 279"/>
                <a:gd name="T52" fmla="*/ 176 w 205"/>
                <a:gd name="T53" fmla="*/ 135 h 279"/>
                <a:gd name="T54" fmla="*/ 185 w 205"/>
                <a:gd name="T55" fmla="*/ 135 h 279"/>
                <a:gd name="T56" fmla="*/ 191 w 205"/>
                <a:gd name="T57" fmla="*/ 133 h 279"/>
                <a:gd name="T58" fmla="*/ 205 w 205"/>
                <a:gd name="T59" fmla="*/ 146 h 279"/>
                <a:gd name="T60" fmla="*/ 202 w 205"/>
                <a:gd name="T61" fmla="*/ 155 h 279"/>
                <a:gd name="T62" fmla="*/ 202 w 205"/>
                <a:gd name="T63" fmla="*/ 170 h 279"/>
                <a:gd name="T64" fmla="*/ 169 w 205"/>
                <a:gd name="T65" fmla="*/ 242 h 279"/>
                <a:gd name="T66" fmla="*/ 180 w 205"/>
                <a:gd name="T67" fmla="*/ 261 h 279"/>
                <a:gd name="T68" fmla="*/ 185 w 205"/>
                <a:gd name="T69" fmla="*/ 272 h 279"/>
                <a:gd name="T70" fmla="*/ 151 w 205"/>
                <a:gd name="T71" fmla="*/ 279 h 279"/>
                <a:gd name="T72" fmla="*/ 138 w 205"/>
                <a:gd name="T73" fmla="*/ 277 h 279"/>
                <a:gd name="T74" fmla="*/ 133 w 205"/>
                <a:gd name="T75" fmla="*/ 277 h 279"/>
                <a:gd name="T76" fmla="*/ 123 w 205"/>
                <a:gd name="T77" fmla="*/ 273 h 279"/>
                <a:gd name="T78" fmla="*/ 116 w 205"/>
                <a:gd name="T79" fmla="*/ 272 h 279"/>
                <a:gd name="T80" fmla="*/ 111 w 205"/>
                <a:gd name="T81" fmla="*/ 270 h 279"/>
                <a:gd name="T82" fmla="*/ 36 w 205"/>
                <a:gd name="T83" fmla="*/ 262 h 279"/>
                <a:gd name="T84" fmla="*/ 25 w 205"/>
                <a:gd name="T85" fmla="*/ 259 h 279"/>
                <a:gd name="T86" fmla="*/ 18 w 205"/>
                <a:gd name="T87" fmla="*/ 262 h 279"/>
                <a:gd name="T88" fmla="*/ 0 w 205"/>
                <a:gd name="T89" fmla="*/ 262 h 279"/>
                <a:gd name="T90" fmla="*/ 5 w 205"/>
                <a:gd name="T91" fmla="*/ 221 h 279"/>
                <a:gd name="T92" fmla="*/ 12 w 205"/>
                <a:gd name="T93" fmla="*/ 199 h 279"/>
                <a:gd name="T94" fmla="*/ 18 w 205"/>
                <a:gd name="T95" fmla="*/ 184 h 279"/>
                <a:gd name="T96" fmla="*/ 21 w 205"/>
                <a:gd name="T97" fmla="*/ 175 h 279"/>
                <a:gd name="T98" fmla="*/ 32 w 205"/>
                <a:gd name="T99" fmla="*/ 162 h 279"/>
                <a:gd name="T100" fmla="*/ 32 w 205"/>
                <a:gd name="T101" fmla="*/ 133 h 279"/>
                <a:gd name="T102" fmla="*/ 25 w 205"/>
                <a:gd name="T103" fmla="*/ 120 h 279"/>
                <a:gd name="T104" fmla="*/ 29 w 205"/>
                <a:gd name="T105" fmla="*/ 88 h 279"/>
                <a:gd name="T106" fmla="*/ 23 w 205"/>
                <a:gd name="T107" fmla="*/ 67 h 279"/>
                <a:gd name="T108" fmla="*/ 14 w 205"/>
                <a:gd name="T109" fmla="*/ 53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5" h="279">
                  <a:moveTo>
                    <a:pt x="7" y="22"/>
                  </a:moveTo>
                  <a:lnTo>
                    <a:pt x="20" y="15"/>
                  </a:lnTo>
                  <a:lnTo>
                    <a:pt x="20" y="15"/>
                  </a:lnTo>
                  <a:lnTo>
                    <a:pt x="18" y="15"/>
                  </a:lnTo>
                  <a:lnTo>
                    <a:pt x="20" y="11"/>
                  </a:lnTo>
                  <a:lnTo>
                    <a:pt x="20" y="11"/>
                  </a:lnTo>
                  <a:lnTo>
                    <a:pt x="25" y="2"/>
                  </a:lnTo>
                  <a:lnTo>
                    <a:pt x="25" y="2"/>
                  </a:lnTo>
                  <a:lnTo>
                    <a:pt x="23" y="0"/>
                  </a:lnTo>
                  <a:lnTo>
                    <a:pt x="21" y="0"/>
                  </a:lnTo>
                  <a:lnTo>
                    <a:pt x="18" y="2"/>
                  </a:lnTo>
                  <a:lnTo>
                    <a:pt x="18" y="2"/>
                  </a:lnTo>
                  <a:lnTo>
                    <a:pt x="16" y="4"/>
                  </a:lnTo>
                  <a:lnTo>
                    <a:pt x="16" y="6"/>
                  </a:lnTo>
                  <a:lnTo>
                    <a:pt x="16" y="6"/>
                  </a:lnTo>
                  <a:lnTo>
                    <a:pt x="14" y="6"/>
                  </a:lnTo>
                  <a:lnTo>
                    <a:pt x="14" y="6"/>
                  </a:lnTo>
                  <a:lnTo>
                    <a:pt x="9" y="6"/>
                  </a:lnTo>
                  <a:lnTo>
                    <a:pt x="5" y="7"/>
                  </a:lnTo>
                  <a:lnTo>
                    <a:pt x="3" y="9"/>
                  </a:lnTo>
                  <a:lnTo>
                    <a:pt x="7" y="18"/>
                  </a:lnTo>
                  <a:lnTo>
                    <a:pt x="7" y="18"/>
                  </a:lnTo>
                  <a:lnTo>
                    <a:pt x="7" y="20"/>
                  </a:lnTo>
                  <a:lnTo>
                    <a:pt x="7" y="22"/>
                  </a:lnTo>
                  <a:lnTo>
                    <a:pt x="7" y="22"/>
                  </a:lnTo>
                  <a:close/>
                  <a:moveTo>
                    <a:pt x="12" y="44"/>
                  </a:moveTo>
                  <a:lnTo>
                    <a:pt x="12" y="44"/>
                  </a:lnTo>
                  <a:lnTo>
                    <a:pt x="18" y="40"/>
                  </a:lnTo>
                  <a:lnTo>
                    <a:pt x="27" y="35"/>
                  </a:lnTo>
                  <a:lnTo>
                    <a:pt x="27" y="35"/>
                  </a:lnTo>
                  <a:lnTo>
                    <a:pt x="32" y="29"/>
                  </a:lnTo>
                  <a:lnTo>
                    <a:pt x="38" y="29"/>
                  </a:lnTo>
                  <a:lnTo>
                    <a:pt x="43" y="29"/>
                  </a:lnTo>
                  <a:lnTo>
                    <a:pt x="43" y="29"/>
                  </a:lnTo>
                  <a:lnTo>
                    <a:pt x="56" y="31"/>
                  </a:lnTo>
                  <a:lnTo>
                    <a:pt x="63" y="31"/>
                  </a:lnTo>
                  <a:lnTo>
                    <a:pt x="94" y="29"/>
                  </a:lnTo>
                  <a:lnTo>
                    <a:pt x="94" y="29"/>
                  </a:lnTo>
                  <a:lnTo>
                    <a:pt x="98" y="40"/>
                  </a:lnTo>
                  <a:lnTo>
                    <a:pt x="98" y="40"/>
                  </a:lnTo>
                  <a:lnTo>
                    <a:pt x="98" y="46"/>
                  </a:lnTo>
                  <a:lnTo>
                    <a:pt x="100" y="51"/>
                  </a:lnTo>
                  <a:lnTo>
                    <a:pt x="100" y="51"/>
                  </a:lnTo>
                  <a:lnTo>
                    <a:pt x="100" y="57"/>
                  </a:lnTo>
                  <a:lnTo>
                    <a:pt x="102" y="62"/>
                  </a:lnTo>
                  <a:lnTo>
                    <a:pt x="102" y="62"/>
                  </a:lnTo>
                  <a:lnTo>
                    <a:pt x="103" y="67"/>
                  </a:lnTo>
                  <a:lnTo>
                    <a:pt x="107" y="71"/>
                  </a:lnTo>
                  <a:lnTo>
                    <a:pt x="107" y="71"/>
                  </a:lnTo>
                  <a:lnTo>
                    <a:pt x="109" y="73"/>
                  </a:lnTo>
                  <a:lnTo>
                    <a:pt x="111" y="75"/>
                  </a:lnTo>
                  <a:lnTo>
                    <a:pt x="116" y="73"/>
                  </a:lnTo>
                  <a:lnTo>
                    <a:pt x="116" y="73"/>
                  </a:lnTo>
                  <a:lnTo>
                    <a:pt x="120" y="73"/>
                  </a:lnTo>
                  <a:lnTo>
                    <a:pt x="122" y="71"/>
                  </a:lnTo>
                  <a:lnTo>
                    <a:pt x="123" y="69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7" y="71"/>
                  </a:lnTo>
                  <a:lnTo>
                    <a:pt x="129" y="71"/>
                  </a:lnTo>
                  <a:lnTo>
                    <a:pt x="131" y="69"/>
                  </a:lnTo>
                  <a:lnTo>
                    <a:pt x="131" y="67"/>
                  </a:lnTo>
                  <a:lnTo>
                    <a:pt x="131" y="67"/>
                  </a:lnTo>
                  <a:lnTo>
                    <a:pt x="129" y="62"/>
                  </a:lnTo>
                  <a:lnTo>
                    <a:pt x="129" y="58"/>
                  </a:lnTo>
                  <a:lnTo>
                    <a:pt x="131" y="55"/>
                  </a:lnTo>
                  <a:lnTo>
                    <a:pt x="131" y="55"/>
                  </a:lnTo>
                  <a:lnTo>
                    <a:pt x="133" y="53"/>
                  </a:lnTo>
                  <a:lnTo>
                    <a:pt x="134" y="53"/>
                  </a:lnTo>
                  <a:lnTo>
                    <a:pt x="140" y="55"/>
                  </a:lnTo>
                  <a:lnTo>
                    <a:pt x="140" y="55"/>
                  </a:lnTo>
                  <a:lnTo>
                    <a:pt x="147" y="55"/>
                  </a:lnTo>
                  <a:lnTo>
                    <a:pt x="149" y="55"/>
                  </a:lnTo>
                  <a:lnTo>
                    <a:pt x="151" y="57"/>
                  </a:lnTo>
                  <a:lnTo>
                    <a:pt x="151" y="60"/>
                  </a:lnTo>
                  <a:lnTo>
                    <a:pt x="151" y="60"/>
                  </a:lnTo>
                  <a:lnTo>
                    <a:pt x="156" y="60"/>
                  </a:lnTo>
                  <a:lnTo>
                    <a:pt x="162" y="60"/>
                  </a:lnTo>
                  <a:lnTo>
                    <a:pt x="164" y="62"/>
                  </a:lnTo>
                  <a:lnTo>
                    <a:pt x="165" y="64"/>
                  </a:lnTo>
                  <a:lnTo>
                    <a:pt x="165" y="64"/>
                  </a:lnTo>
                  <a:lnTo>
                    <a:pt x="165" y="71"/>
                  </a:lnTo>
                  <a:lnTo>
                    <a:pt x="165" y="73"/>
                  </a:lnTo>
                  <a:lnTo>
                    <a:pt x="165" y="75"/>
                  </a:lnTo>
                  <a:lnTo>
                    <a:pt x="165" y="75"/>
                  </a:lnTo>
                  <a:lnTo>
                    <a:pt x="167" y="77"/>
                  </a:lnTo>
                  <a:lnTo>
                    <a:pt x="167" y="78"/>
                  </a:lnTo>
                  <a:lnTo>
                    <a:pt x="167" y="86"/>
                  </a:lnTo>
                  <a:lnTo>
                    <a:pt x="167" y="86"/>
                  </a:lnTo>
                  <a:lnTo>
                    <a:pt x="169" y="91"/>
                  </a:lnTo>
                  <a:lnTo>
                    <a:pt x="171" y="95"/>
                  </a:lnTo>
                  <a:lnTo>
                    <a:pt x="171" y="95"/>
                  </a:lnTo>
                  <a:lnTo>
                    <a:pt x="171" y="98"/>
                  </a:lnTo>
                  <a:lnTo>
                    <a:pt x="171" y="100"/>
                  </a:lnTo>
                  <a:lnTo>
                    <a:pt x="171" y="104"/>
                  </a:lnTo>
                  <a:lnTo>
                    <a:pt x="173" y="106"/>
                  </a:lnTo>
                  <a:lnTo>
                    <a:pt x="173" y="106"/>
                  </a:lnTo>
                  <a:lnTo>
                    <a:pt x="174" y="108"/>
                  </a:lnTo>
                  <a:lnTo>
                    <a:pt x="176" y="109"/>
                  </a:lnTo>
                  <a:lnTo>
                    <a:pt x="174" y="115"/>
                  </a:lnTo>
                  <a:lnTo>
                    <a:pt x="174" y="115"/>
                  </a:lnTo>
                  <a:lnTo>
                    <a:pt x="174" y="118"/>
                  </a:lnTo>
                  <a:lnTo>
                    <a:pt x="174" y="124"/>
                  </a:lnTo>
                  <a:lnTo>
                    <a:pt x="174" y="124"/>
                  </a:lnTo>
                  <a:lnTo>
                    <a:pt x="174" y="129"/>
                  </a:lnTo>
                  <a:lnTo>
                    <a:pt x="174" y="131"/>
                  </a:lnTo>
                  <a:lnTo>
                    <a:pt x="176" y="135"/>
                  </a:lnTo>
                  <a:lnTo>
                    <a:pt x="176" y="135"/>
                  </a:lnTo>
                  <a:lnTo>
                    <a:pt x="182" y="137"/>
                  </a:lnTo>
                  <a:lnTo>
                    <a:pt x="184" y="137"/>
                  </a:lnTo>
                  <a:lnTo>
                    <a:pt x="185" y="135"/>
                  </a:lnTo>
                  <a:lnTo>
                    <a:pt x="185" y="135"/>
                  </a:lnTo>
                  <a:lnTo>
                    <a:pt x="185" y="133"/>
                  </a:lnTo>
                  <a:lnTo>
                    <a:pt x="187" y="133"/>
                  </a:lnTo>
                  <a:lnTo>
                    <a:pt x="191" y="133"/>
                  </a:lnTo>
                  <a:lnTo>
                    <a:pt x="191" y="133"/>
                  </a:lnTo>
                  <a:lnTo>
                    <a:pt x="202" y="133"/>
                  </a:lnTo>
                  <a:lnTo>
                    <a:pt x="202" y="133"/>
                  </a:lnTo>
                  <a:lnTo>
                    <a:pt x="204" y="139"/>
                  </a:lnTo>
                  <a:lnTo>
                    <a:pt x="205" y="146"/>
                  </a:lnTo>
                  <a:lnTo>
                    <a:pt x="205" y="146"/>
                  </a:lnTo>
                  <a:lnTo>
                    <a:pt x="204" y="151"/>
                  </a:lnTo>
                  <a:lnTo>
                    <a:pt x="202" y="153"/>
                  </a:lnTo>
                  <a:lnTo>
                    <a:pt x="202" y="155"/>
                  </a:lnTo>
                  <a:lnTo>
                    <a:pt x="202" y="155"/>
                  </a:lnTo>
                  <a:lnTo>
                    <a:pt x="204" y="162"/>
                  </a:lnTo>
                  <a:lnTo>
                    <a:pt x="204" y="162"/>
                  </a:lnTo>
                  <a:lnTo>
                    <a:pt x="202" y="170"/>
                  </a:lnTo>
                  <a:lnTo>
                    <a:pt x="167" y="170"/>
                  </a:lnTo>
                  <a:lnTo>
                    <a:pt x="167" y="241"/>
                  </a:lnTo>
                  <a:lnTo>
                    <a:pt x="167" y="241"/>
                  </a:lnTo>
                  <a:lnTo>
                    <a:pt x="169" y="242"/>
                  </a:lnTo>
                  <a:lnTo>
                    <a:pt x="171" y="250"/>
                  </a:lnTo>
                  <a:lnTo>
                    <a:pt x="171" y="250"/>
                  </a:lnTo>
                  <a:lnTo>
                    <a:pt x="173" y="255"/>
                  </a:lnTo>
                  <a:lnTo>
                    <a:pt x="180" y="261"/>
                  </a:lnTo>
                  <a:lnTo>
                    <a:pt x="180" y="261"/>
                  </a:lnTo>
                  <a:lnTo>
                    <a:pt x="184" y="266"/>
                  </a:lnTo>
                  <a:lnTo>
                    <a:pt x="184" y="270"/>
                  </a:lnTo>
                  <a:lnTo>
                    <a:pt x="185" y="272"/>
                  </a:lnTo>
                  <a:lnTo>
                    <a:pt x="189" y="273"/>
                  </a:lnTo>
                  <a:lnTo>
                    <a:pt x="185" y="273"/>
                  </a:lnTo>
                  <a:lnTo>
                    <a:pt x="151" y="279"/>
                  </a:lnTo>
                  <a:lnTo>
                    <a:pt x="151" y="279"/>
                  </a:lnTo>
                  <a:lnTo>
                    <a:pt x="145" y="277"/>
                  </a:lnTo>
                  <a:lnTo>
                    <a:pt x="142" y="277"/>
                  </a:lnTo>
                  <a:lnTo>
                    <a:pt x="138" y="277"/>
                  </a:lnTo>
                  <a:lnTo>
                    <a:pt x="138" y="277"/>
                  </a:lnTo>
                  <a:lnTo>
                    <a:pt x="136" y="277"/>
                  </a:lnTo>
                  <a:lnTo>
                    <a:pt x="136" y="275"/>
                  </a:lnTo>
                  <a:lnTo>
                    <a:pt x="134" y="275"/>
                  </a:lnTo>
                  <a:lnTo>
                    <a:pt x="133" y="277"/>
                  </a:lnTo>
                  <a:lnTo>
                    <a:pt x="133" y="277"/>
                  </a:lnTo>
                  <a:lnTo>
                    <a:pt x="129" y="277"/>
                  </a:lnTo>
                  <a:lnTo>
                    <a:pt x="127" y="275"/>
                  </a:lnTo>
                  <a:lnTo>
                    <a:pt x="123" y="273"/>
                  </a:lnTo>
                  <a:lnTo>
                    <a:pt x="120" y="273"/>
                  </a:lnTo>
                  <a:lnTo>
                    <a:pt x="120" y="273"/>
                  </a:lnTo>
                  <a:lnTo>
                    <a:pt x="118" y="273"/>
                  </a:lnTo>
                  <a:lnTo>
                    <a:pt x="116" y="272"/>
                  </a:lnTo>
                  <a:lnTo>
                    <a:pt x="114" y="272"/>
                  </a:lnTo>
                  <a:lnTo>
                    <a:pt x="112" y="270"/>
                  </a:lnTo>
                  <a:lnTo>
                    <a:pt x="112" y="270"/>
                  </a:lnTo>
                  <a:lnTo>
                    <a:pt x="111" y="270"/>
                  </a:lnTo>
                  <a:lnTo>
                    <a:pt x="109" y="266"/>
                  </a:lnTo>
                  <a:lnTo>
                    <a:pt x="107" y="264"/>
                  </a:lnTo>
                  <a:lnTo>
                    <a:pt x="36" y="262"/>
                  </a:lnTo>
                  <a:lnTo>
                    <a:pt x="36" y="262"/>
                  </a:lnTo>
                  <a:lnTo>
                    <a:pt x="32" y="259"/>
                  </a:lnTo>
                  <a:lnTo>
                    <a:pt x="27" y="257"/>
                  </a:lnTo>
                  <a:lnTo>
                    <a:pt x="27" y="257"/>
                  </a:lnTo>
                  <a:lnTo>
                    <a:pt x="25" y="259"/>
                  </a:lnTo>
                  <a:lnTo>
                    <a:pt x="23" y="261"/>
                  </a:lnTo>
                  <a:lnTo>
                    <a:pt x="21" y="262"/>
                  </a:lnTo>
                  <a:lnTo>
                    <a:pt x="18" y="262"/>
                  </a:lnTo>
                  <a:lnTo>
                    <a:pt x="18" y="262"/>
                  </a:lnTo>
                  <a:lnTo>
                    <a:pt x="12" y="261"/>
                  </a:lnTo>
                  <a:lnTo>
                    <a:pt x="7" y="262"/>
                  </a:lnTo>
                  <a:lnTo>
                    <a:pt x="0" y="262"/>
                  </a:lnTo>
                  <a:lnTo>
                    <a:pt x="0" y="262"/>
                  </a:lnTo>
                  <a:lnTo>
                    <a:pt x="0" y="244"/>
                  </a:lnTo>
                  <a:lnTo>
                    <a:pt x="0" y="231"/>
                  </a:lnTo>
                  <a:lnTo>
                    <a:pt x="0" y="231"/>
                  </a:lnTo>
                  <a:lnTo>
                    <a:pt x="5" y="221"/>
                  </a:lnTo>
                  <a:lnTo>
                    <a:pt x="12" y="211"/>
                  </a:lnTo>
                  <a:lnTo>
                    <a:pt x="12" y="211"/>
                  </a:lnTo>
                  <a:lnTo>
                    <a:pt x="12" y="204"/>
                  </a:lnTo>
                  <a:lnTo>
                    <a:pt x="12" y="199"/>
                  </a:lnTo>
                  <a:lnTo>
                    <a:pt x="12" y="191"/>
                  </a:lnTo>
                  <a:lnTo>
                    <a:pt x="14" y="184"/>
                  </a:lnTo>
                  <a:lnTo>
                    <a:pt x="14" y="184"/>
                  </a:lnTo>
                  <a:lnTo>
                    <a:pt x="18" y="184"/>
                  </a:lnTo>
                  <a:lnTo>
                    <a:pt x="21" y="182"/>
                  </a:lnTo>
                  <a:lnTo>
                    <a:pt x="21" y="182"/>
                  </a:lnTo>
                  <a:lnTo>
                    <a:pt x="21" y="179"/>
                  </a:lnTo>
                  <a:lnTo>
                    <a:pt x="21" y="175"/>
                  </a:lnTo>
                  <a:lnTo>
                    <a:pt x="21" y="175"/>
                  </a:lnTo>
                  <a:lnTo>
                    <a:pt x="27" y="170"/>
                  </a:lnTo>
                  <a:lnTo>
                    <a:pt x="30" y="166"/>
                  </a:lnTo>
                  <a:lnTo>
                    <a:pt x="32" y="162"/>
                  </a:lnTo>
                  <a:lnTo>
                    <a:pt x="32" y="162"/>
                  </a:lnTo>
                  <a:lnTo>
                    <a:pt x="34" y="153"/>
                  </a:lnTo>
                  <a:lnTo>
                    <a:pt x="34" y="142"/>
                  </a:lnTo>
                  <a:lnTo>
                    <a:pt x="32" y="133"/>
                  </a:lnTo>
                  <a:lnTo>
                    <a:pt x="29" y="124"/>
                  </a:lnTo>
                  <a:lnTo>
                    <a:pt x="29" y="124"/>
                  </a:lnTo>
                  <a:lnTo>
                    <a:pt x="25" y="120"/>
                  </a:lnTo>
                  <a:lnTo>
                    <a:pt x="25" y="120"/>
                  </a:lnTo>
                  <a:lnTo>
                    <a:pt x="25" y="113"/>
                  </a:lnTo>
                  <a:lnTo>
                    <a:pt x="27" y="106"/>
                  </a:lnTo>
                  <a:lnTo>
                    <a:pt x="29" y="97"/>
                  </a:lnTo>
                  <a:lnTo>
                    <a:pt x="29" y="88"/>
                  </a:lnTo>
                  <a:lnTo>
                    <a:pt x="25" y="82"/>
                  </a:lnTo>
                  <a:lnTo>
                    <a:pt x="25" y="82"/>
                  </a:lnTo>
                  <a:lnTo>
                    <a:pt x="25" y="71"/>
                  </a:lnTo>
                  <a:lnTo>
                    <a:pt x="23" y="67"/>
                  </a:lnTo>
                  <a:lnTo>
                    <a:pt x="21" y="60"/>
                  </a:lnTo>
                  <a:lnTo>
                    <a:pt x="21" y="60"/>
                  </a:lnTo>
                  <a:lnTo>
                    <a:pt x="14" y="53"/>
                  </a:lnTo>
                  <a:lnTo>
                    <a:pt x="14" y="53"/>
                  </a:lnTo>
                  <a:lnTo>
                    <a:pt x="12" y="44"/>
                  </a:lnTo>
                  <a:lnTo>
                    <a:pt x="12" y="4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76" name="Freeform 460">
              <a:extLst>
                <a:ext uri="{FF2B5EF4-FFF2-40B4-BE49-F238E27FC236}">
                  <a16:creationId xmlns:a16="http://schemas.microsoft.com/office/drawing/2014/main" id="{259158DC-75AA-4309-89C9-9C8FCA3A1DA7}"/>
                </a:ext>
              </a:extLst>
            </p:cNvPr>
            <p:cNvSpPr>
              <a:spLocks/>
            </p:cNvSpPr>
            <p:nvPr/>
          </p:nvSpPr>
          <p:spPr bwMode="auto">
            <a:xfrm>
              <a:off x="5598726" y="2757200"/>
              <a:ext cx="7415" cy="8898"/>
            </a:xfrm>
            <a:custGeom>
              <a:avLst/>
              <a:gdLst>
                <a:gd name="T0" fmla="*/ 5 w 5"/>
                <a:gd name="T1" fmla="*/ 4 h 6"/>
                <a:gd name="T2" fmla="*/ 1 w 5"/>
                <a:gd name="T3" fmla="*/ 6 h 6"/>
                <a:gd name="T4" fmla="*/ 0 w 5"/>
                <a:gd name="T5" fmla="*/ 2 h 6"/>
                <a:gd name="T6" fmla="*/ 0 w 5"/>
                <a:gd name="T7" fmla="*/ 2 h 6"/>
                <a:gd name="T8" fmla="*/ 1 w 5"/>
                <a:gd name="T9" fmla="*/ 0 h 6"/>
                <a:gd name="T10" fmla="*/ 3 w 5"/>
                <a:gd name="T11" fmla="*/ 0 h 6"/>
                <a:gd name="T12" fmla="*/ 5 w 5"/>
                <a:gd name="T13" fmla="*/ 2 h 6"/>
                <a:gd name="T14" fmla="*/ 5 w 5"/>
                <a:gd name="T15" fmla="*/ 4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" h="6">
                  <a:moveTo>
                    <a:pt x="5" y="4"/>
                  </a:moveTo>
                  <a:lnTo>
                    <a:pt x="1" y="6"/>
                  </a:lnTo>
                  <a:lnTo>
                    <a:pt x="0" y="2"/>
                  </a:lnTo>
                  <a:lnTo>
                    <a:pt x="0" y="2"/>
                  </a:lnTo>
                  <a:lnTo>
                    <a:pt x="1" y="0"/>
                  </a:lnTo>
                  <a:lnTo>
                    <a:pt x="3" y="0"/>
                  </a:lnTo>
                  <a:lnTo>
                    <a:pt x="5" y="2"/>
                  </a:lnTo>
                  <a:lnTo>
                    <a:pt x="5" y="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77" name="Freeform 461">
              <a:extLst>
                <a:ext uri="{FF2B5EF4-FFF2-40B4-BE49-F238E27FC236}">
                  <a16:creationId xmlns:a16="http://schemas.microsoft.com/office/drawing/2014/main" id="{8E1DC9EE-6928-43EB-B31F-43CB2C7F34F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68861" y="2936644"/>
              <a:ext cx="459732" cy="547229"/>
            </a:xfrm>
            <a:custGeom>
              <a:avLst/>
              <a:gdLst>
                <a:gd name="T0" fmla="*/ 155 w 310"/>
                <a:gd name="T1" fmla="*/ 329 h 369"/>
                <a:gd name="T2" fmla="*/ 158 w 310"/>
                <a:gd name="T3" fmla="*/ 337 h 369"/>
                <a:gd name="T4" fmla="*/ 175 w 310"/>
                <a:gd name="T5" fmla="*/ 346 h 369"/>
                <a:gd name="T6" fmla="*/ 175 w 310"/>
                <a:gd name="T7" fmla="*/ 357 h 369"/>
                <a:gd name="T8" fmla="*/ 176 w 310"/>
                <a:gd name="T9" fmla="*/ 369 h 369"/>
                <a:gd name="T10" fmla="*/ 193 w 310"/>
                <a:gd name="T11" fmla="*/ 366 h 369"/>
                <a:gd name="T12" fmla="*/ 310 w 310"/>
                <a:gd name="T13" fmla="*/ 280 h 369"/>
                <a:gd name="T14" fmla="*/ 302 w 310"/>
                <a:gd name="T15" fmla="*/ 275 h 369"/>
                <a:gd name="T16" fmla="*/ 293 w 310"/>
                <a:gd name="T17" fmla="*/ 267 h 369"/>
                <a:gd name="T18" fmla="*/ 280 w 310"/>
                <a:gd name="T19" fmla="*/ 264 h 369"/>
                <a:gd name="T20" fmla="*/ 275 w 310"/>
                <a:gd name="T21" fmla="*/ 249 h 369"/>
                <a:gd name="T22" fmla="*/ 266 w 310"/>
                <a:gd name="T23" fmla="*/ 233 h 369"/>
                <a:gd name="T24" fmla="*/ 266 w 310"/>
                <a:gd name="T25" fmla="*/ 225 h 369"/>
                <a:gd name="T26" fmla="*/ 271 w 310"/>
                <a:gd name="T27" fmla="*/ 205 h 369"/>
                <a:gd name="T28" fmla="*/ 271 w 310"/>
                <a:gd name="T29" fmla="*/ 193 h 369"/>
                <a:gd name="T30" fmla="*/ 271 w 310"/>
                <a:gd name="T31" fmla="*/ 189 h 369"/>
                <a:gd name="T32" fmla="*/ 271 w 310"/>
                <a:gd name="T33" fmla="*/ 147 h 369"/>
                <a:gd name="T34" fmla="*/ 269 w 310"/>
                <a:gd name="T35" fmla="*/ 140 h 369"/>
                <a:gd name="T36" fmla="*/ 257 w 310"/>
                <a:gd name="T37" fmla="*/ 98 h 369"/>
                <a:gd name="T38" fmla="*/ 251 w 310"/>
                <a:gd name="T39" fmla="*/ 83 h 369"/>
                <a:gd name="T40" fmla="*/ 246 w 310"/>
                <a:gd name="T41" fmla="*/ 74 h 369"/>
                <a:gd name="T42" fmla="*/ 246 w 310"/>
                <a:gd name="T43" fmla="*/ 60 h 369"/>
                <a:gd name="T44" fmla="*/ 255 w 310"/>
                <a:gd name="T45" fmla="*/ 56 h 369"/>
                <a:gd name="T46" fmla="*/ 260 w 310"/>
                <a:gd name="T47" fmla="*/ 47 h 369"/>
                <a:gd name="T48" fmla="*/ 258 w 310"/>
                <a:gd name="T49" fmla="*/ 32 h 369"/>
                <a:gd name="T50" fmla="*/ 257 w 310"/>
                <a:gd name="T51" fmla="*/ 18 h 369"/>
                <a:gd name="T52" fmla="*/ 253 w 310"/>
                <a:gd name="T53" fmla="*/ 9 h 369"/>
                <a:gd name="T54" fmla="*/ 246 w 310"/>
                <a:gd name="T55" fmla="*/ 0 h 369"/>
                <a:gd name="T56" fmla="*/ 237 w 310"/>
                <a:gd name="T57" fmla="*/ 5 h 369"/>
                <a:gd name="T58" fmla="*/ 218 w 310"/>
                <a:gd name="T59" fmla="*/ 1 h 369"/>
                <a:gd name="T60" fmla="*/ 178 w 310"/>
                <a:gd name="T61" fmla="*/ 9 h 369"/>
                <a:gd name="T62" fmla="*/ 156 w 310"/>
                <a:gd name="T63" fmla="*/ 7 h 369"/>
                <a:gd name="T64" fmla="*/ 144 w 310"/>
                <a:gd name="T65" fmla="*/ 16 h 369"/>
                <a:gd name="T66" fmla="*/ 135 w 310"/>
                <a:gd name="T67" fmla="*/ 16 h 369"/>
                <a:gd name="T68" fmla="*/ 124 w 310"/>
                <a:gd name="T69" fmla="*/ 25 h 369"/>
                <a:gd name="T70" fmla="*/ 111 w 310"/>
                <a:gd name="T71" fmla="*/ 27 h 369"/>
                <a:gd name="T72" fmla="*/ 94 w 310"/>
                <a:gd name="T73" fmla="*/ 41 h 369"/>
                <a:gd name="T74" fmla="*/ 98 w 310"/>
                <a:gd name="T75" fmla="*/ 51 h 369"/>
                <a:gd name="T76" fmla="*/ 96 w 310"/>
                <a:gd name="T77" fmla="*/ 63 h 369"/>
                <a:gd name="T78" fmla="*/ 102 w 310"/>
                <a:gd name="T79" fmla="*/ 72 h 369"/>
                <a:gd name="T80" fmla="*/ 104 w 310"/>
                <a:gd name="T81" fmla="*/ 83 h 369"/>
                <a:gd name="T82" fmla="*/ 107 w 310"/>
                <a:gd name="T83" fmla="*/ 94 h 369"/>
                <a:gd name="T84" fmla="*/ 94 w 310"/>
                <a:gd name="T85" fmla="*/ 103 h 369"/>
                <a:gd name="T86" fmla="*/ 87 w 310"/>
                <a:gd name="T87" fmla="*/ 112 h 369"/>
                <a:gd name="T88" fmla="*/ 84 w 310"/>
                <a:gd name="T89" fmla="*/ 123 h 369"/>
                <a:gd name="T90" fmla="*/ 71 w 310"/>
                <a:gd name="T91" fmla="*/ 134 h 369"/>
                <a:gd name="T92" fmla="*/ 56 w 310"/>
                <a:gd name="T93" fmla="*/ 149 h 369"/>
                <a:gd name="T94" fmla="*/ 43 w 310"/>
                <a:gd name="T95" fmla="*/ 153 h 369"/>
                <a:gd name="T96" fmla="*/ 33 w 310"/>
                <a:gd name="T97" fmla="*/ 160 h 369"/>
                <a:gd name="T98" fmla="*/ 12 w 310"/>
                <a:gd name="T99" fmla="*/ 169 h 369"/>
                <a:gd name="T100" fmla="*/ 3 w 310"/>
                <a:gd name="T101" fmla="*/ 176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10" h="369">
                  <a:moveTo>
                    <a:pt x="0" y="200"/>
                  </a:moveTo>
                  <a:lnTo>
                    <a:pt x="0" y="211"/>
                  </a:lnTo>
                  <a:lnTo>
                    <a:pt x="54" y="253"/>
                  </a:lnTo>
                  <a:lnTo>
                    <a:pt x="155" y="329"/>
                  </a:lnTo>
                  <a:lnTo>
                    <a:pt x="155" y="329"/>
                  </a:lnTo>
                  <a:lnTo>
                    <a:pt x="155" y="331"/>
                  </a:lnTo>
                  <a:lnTo>
                    <a:pt x="158" y="337"/>
                  </a:lnTo>
                  <a:lnTo>
                    <a:pt x="158" y="337"/>
                  </a:lnTo>
                  <a:lnTo>
                    <a:pt x="166" y="340"/>
                  </a:lnTo>
                  <a:lnTo>
                    <a:pt x="171" y="342"/>
                  </a:lnTo>
                  <a:lnTo>
                    <a:pt x="171" y="342"/>
                  </a:lnTo>
                  <a:lnTo>
                    <a:pt x="175" y="346"/>
                  </a:lnTo>
                  <a:lnTo>
                    <a:pt x="176" y="347"/>
                  </a:lnTo>
                  <a:lnTo>
                    <a:pt x="176" y="351"/>
                  </a:lnTo>
                  <a:lnTo>
                    <a:pt x="176" y="351"/>
                  </a:lnTo>
                  <a:lnTo>
                    <a:pt x="175" y="357"/>
                  </a:lnTo>
                  <a:lnTo>
                    <a:pt x="176" y="360"/>
                  </a:lnTo>
                  <a:lnTo>
                    <a:pt x="176" y="360"/>
                  </a:lnTo>
                  <a:lnTo>
                    <a:pt x="178" y="366"/>
                  </a:lnTo>
                  <a:lnTo>
                    <a:pt x="176" y="369"/>
                  </a:lnTo>
                  <a:lnTo>
                    <a:pt x="176" y="369"/>
                  </a:lnTo>
                  <a:lnTo>
                    <a:pt x="178" y="369"/>
                  </a:lnTo>
                  <a:lnTo>
                    <a:pt x="186" y="369"/>
                  </a:lnTo>
                  <a:lnTo>
                    <a:pt x="193" y="366"/>
                  </a:lnTo>
                  <a:lnTo>
                    <a:pt x="217" y="362"/>
                  </a:lnTo>
                  <a:lnTo>
                    <a:pt x="224" y="346"/>
                  </a:lnTo>
                  <a:lnTo>
                    <a:pt x="310" y="280"/>
                  </a:lnTo>
                  <a:lnTo>
                    <a:pt x="310" y="280"/>
                  </a:lnTo>
                  <a:lnTo>
                    <a:pt x="308" y="276"/>
                  </a:lnTo>
                  <a:lnTo>
                    <a:pt x="304" y="275"/>
                  </a:lnTo>
                  <a:lnTo>
                    <a:pt x="302" y="275"/>
                  </a:lnTo>
                  <a:lnTo>
                    <a:pt x="302" y="275"/>
                  </a:lnTo>
                  <a:lnTo>
                    <a:pt x="299" y="273"/>
                  </a:lnTo>
                  <a:lnTo>
                    <a:pt x="299" y="271"/>
                  </a:lnTo>
                  <a:lnTo>
                    <a:pt x="297" y="269"/>
                  </a:lnTo>
                  <a:lnTo>
                    <a:pt x="293" y="267"/>
                  </a:lnTo>
                  <a:lnTo>
                    <a:pt x="293" y="267"/>
                  </a:lnTo>
                  <a:lnTo>
                    <a:pt x="282" y="266"/>
                  </a:lnTo>
                  <a:lnTo>
                    <a:pt x="282" y="266"/>
                  </a:lnTo>
                  <a:lnTo>
                    <a:pt x="280" y="264"/>
                  </a:lnTo>
                  <a:lnTo>
                    <a:pt x="279" y="262"/>
                  </a:lnTo>
                  <a:lnTo>
                    <a:pt x="277" y="255"/>
                  </a:lnTo>
                  <a:lnTo>
                    <a:pt x="277" y="255"/>
                  </a:lnTo>
                  <a:lnTo>
                    <a:pt x="275" y="249"/>
                  </a:lnTo>
                  <a:lnTo>
                    <a:pt x="273" y="245"/>
                  </a:lnTo>
                  <a:lnTo>
                    <a:pt x="273" y="245"/>
                  </a:lnTo>
                  <a:lnTo>
                    <a:pt x="269" y="240"/>
                  </a:lnTo>
                  <a:lnTo>
                    <a:pt x="266" y="233"/>
                  </a:lnTo>
                  <a:lnTo>
                    <a:pt x="266" y="233"/>
                  </a:lnTo>
                  <a:lnTo>
                    <a:pt x="260" y="227"/>
                  </a:lnTo>
                  <a:lnTo>
                    <a:pt x="260" y="227"/>
                  </a:lnTo>
                  <a:lnTo>
                    <a:pt x="266" y="225"/>
                  </a:lnTo>
                  <a:lnTo>
                    <a:pt x="269" y="222"/>
                  </a:lnTo>
                  <a:lnTo>
                    <a:pt x="271" y="218"/>
                  </a:lnTo>
                  <a:lnTo>
                    <a:pt x="271" y="218"/>
                  </a:lnTo>
                  <a:lnTo>
                    <a:pt x="271" y="205"/>
                  </a:lnTo>
                  <a:lnTo>
                    <a:pt x="271" y="198"/>
                  </a:lnTo>
                  <a:lnTo>
                    <a:pt x="271" y="198"/>
                  </a:lnTo>
                  <a:lnTo>
                    <a:pt x="271" y="194"/>
                  </a:lnTo>
                  <a:lnTo>
                    <a:pt x="271" y="193"/>
                  </a:lnTo>
                  <a:lnTo>
                    <a:pt x="271" y="191"/>
                  </a:lnTo>
                  <a:lnTo>
                    <a:pt x="271" y="191"/>
                  </a:lnTo>
                  <a:lnTo>
                    <a:pt x="269" y="191"/>
                  </a:lnTo>
                  <a:lnTo>
                    <a:pt x="271" y="189"/>
                  </a:lnTo>
                  <a:lnTo>
                    <a:pt x="275" y="185"/>
                  </a:lnTo>
                  <a:lnTo>
                    <a:pt x="269" y="178"/>
                  </a:lnTo>
                  <a:lnTo>
                    <a:pt x="271" y="147"/>
                  </a:lnTo>
                  <a:lnTo>
                    <a:pt x="271" y="147"/>
                  </a:lnTo>
                  <a:lnTo>
                    <a:pt x="269" y="143"/>
                  </a:lnTo>
                  <a:lnTo>
                    <a:pt x="269" y="142"/>
                  </a:lnTo>
                  <a:lnTo>
                    <a:pt x="269" y="140"/>
                  </a:lnTo>
                  <a:lnTo>
                    <a:pt x="269" y="140"/>
                  </a:lnTo>
                  <a:lnTo>
                    <a:pt x="271" y="138"/>
                  </a:lnTo>
                  <a:lnTo>
                    <a:pt x="266" y="102"/>
                  </a:lnTo>
                  <a:lnTo>
                    <a:pt x="257" y="98"/>
                  </a:lnTo>
                  <a:lnTo>
                    <a:pt x="257" y="98"/>
                  </a:lnTo>
                  <a:lnTo>
                    <a:pt x="257" y="92"/>
                  </a:lnTo>
                  <a:lnTo>
                    <a:pt x="253" y="85"/>
                  </a:lnTo>
                  <a:lnTo>
                    <a:pt x="253" y="85"/>
                  </a:lnTo>
                  <a:lnTo>
                    <a:pt x="251" y="83"/>
                  </a:lnTo>
                  <a:lnTo>
                    <a:pt x="249" y="82"/>
                  </a:lnTo>
                  <a:lnTo>
                    <a:pt x="248" y="82"/>
                  </a:lnTo>
                  <a:lnTo>
                    <a:pt x="248" y="82"/>
                  </a:lnTo>
                  <a:lnTo>
                    <a:pt x="246" y="74"/>
                  </a:lnTo>
                  <a:lnTo>
                    <a:pt x="244" y="65"/>
                  </a:lnTo>
                  <a:lnTo>
                    <a:pt x="244" y="65"/>
                  </a:lnTo>
                  <a:lnTo>
                    <a:pt x="244" y="61"/>
                  </a:lnTo>
                  <a:lnTo>
                    <a:pt x="246" y="60"/>
                  </a:lnTo>
                  <a:lnTo>
                    <a:pt x="249" y="60"/>
                  </a:lnTo>
                  <a:lnTo>
                    <a:pt x="249" y="60"/>
                  </a:lnTo>
                  <a:lnTo>
                    <a:pt x="253" y="58"/>
                  </a:lnTo>
                  <a:lnTo>
                    <a:pt x="255" y="56"/>
                  </a:lnTo>
                  <a:lnTo>
                    <a:pt x="257" y="49"/>
                  </a:lnTo>
                  <a:lnTo>
                    <a:pt x="257" y="49"/>
                  </a:lnTo>
                  <a:lnTo>
                    <a:pt x="258" y="47"/>
                  </a:lnTo>
                  <a:lnTo>
                    <a:pt x="260" y="47"/>
                  </a:lnTo>
                  <a:lnTo>
                    <a:pt x="260" y="45"/>
                  </a:lnTo>
                  <a:lnTo>
                    <a:pt x="262" y="41"/>
                  </a:lnTo>
                  <a:lnTo>
                    <a:pt x="262" y="41"/>
                  </a:lnTo>
                  <a:lnTo>
                    <a:pt x="258" y="32"/>
                  </a:lnTo>
                  <a:lnTo>
                    <a:pt x="258" y="25"/>
                  </a:lnTo>
                  <a:lnTo>
                    <a:pt x="258" y="25"/>
                  </a:lnTo>
                  <a:lnTo>
                    <a:pt x="258" y="20"/>
                  </a:lnTo>
                  <a:lnTo>
                    <a:pt x="257" y="18"/>
                  </a:lnTo>
                  <a:lnTo>
                    <a:pt x="255" y="16"/>
                  </a:lnTo>
                  <a:lnTo>
                    <a:pt x="255" y="16"/>
                  </a:lnTo>
                  <a:lnTo>
                    <a:pt x="255" y="12"/>
                  </a:lnTo>
                  <a:lnTo>
                    <a:pt x="253" y="9"/>
                  </a:lnTo>
                  <a:lnTo>
                    <a:pt x="255" y="1"/>
                  </a:lnTo>
                  <a:lnTo>
                    <a:pt x="255" y="1"/>
                  </a:lnTo>
                  <a:lnTo>
                    <a:pt x="246" y="0"/>
                  </a:lnTo>
                  <a:lnTo>
                    <a:pt x="246" y="0"/>
                  </a:lnTo>
                  <a:lnTo>
                    <a:pt x="244" y="5"/>
                  </a:lnTo>
                  <a:lnTo>
                    <a:pt x="242" y="9"/>
                  </a:lnTo>
                  <a:lnTo>
                    <a:pt x="242" y="9"/>
                  </a:lnTo>
                  <a:lnTo>
                    <a:pt x="237" y="5"/>
                  </a:lnTo>
                  <a:lnTo>
                    <a:pt x="235" y="0"/>
                  </a:lnTo>
                  <a:lnTo>
                    <a:pt x="235" y="0"/>
                  </a:lnTo>
                  <a:lnTo>
                    <a:pt x="226" y="1"/>
                  </a:lnTo>
                  <a:lnTo>
                    <a:pt x="218" y="1"/>
                  </a:lnTo>
                  <a:lnTo>
                    <a:pt x="202" y="1"/>
                  </a:lnTo>
                  <a:lnTo>
                    <a:pt x="202" y="1"/>
                  </a:lnTo>
                  <a:lnTo>
                    <a:pt x="189" y="5"/>
                  </a:lnTo>
                  <a:lnTo>
                    <a:pt x="178" y="9"/>
                  </a:lnTo>
                  <a:lnTo>
                    <a:pt x="178" y="9"/>
                  </a:lnTo>
                  <a:lnTo>
                    <a:pt x="167" y="7"/>
                  </a:lnTo>
                  <a:lnTo>
                    <a:pt x="162" y="7"/>
                  </a:lnTo>
                  <a:lnTo>
                    <a:pt x="156" y="7"/>
                  </a:lnTo>
                  <a:lnTo>
                    <a:pt x="156" y="7"/>
                  </a:lnTo>
                  <a:lnTo>
                    <a:pt x="153" y="9"/>
                  </a:lnTo>
                  <a:lnTo>
                    <a:pt x="149" y="12"/>
                  </a:lnTo>
                  <a:lnTo>
                    <a:pt x="144" y="16"/>
                  </a:lnTo>
                  <a:lnTo>
                    <a:pt x="144" y="16"/>
                  </a:lnTo>
                  <a:lnTo>
                    <a:pt x="138" y="16"/>
                  </a:lnTo>
                  <a:lnTo>
                    <a:pt x="135" y="16"/>
                  </a:lnTo>
                  <a:lnTo>
                    <a:pt x="135" y="16"/>
                  </a:lnTo>
                  <a:lnTo>
                    <a:pt x="131" y="20"/>
                  </a:lnTo>
                  <a:lnTo>
                    <a:pt x="129" y="23"/>
                  </a:lnTo>
                  <a:lnTo>
                    <a:pt x="129" y="23"/>
                  </a:lnTo>
                  <a:lnTo>
                    <a:pt x="124" y="25"/>
                  </a:lnTo>
                  <a:lnTo>
                    <a:pt x="120" y="25"/>
                  </a:lnTo>
                  <a:lnTo>
                    <a:pt x="116" y="25"/>
                  </a:lnTo>
                  <a:lnTo>
                    <a:pt x="111" y="27"/>
                  </a:lnTo>
                  <a:lnTo>
                    <a:pt x="111" y="27"/>
                  </a:lnTo>
                  <a:lnTo>
                    <a:pt x="107" y="29"/>
                  </a:lnTo>
                  <a:lnTo>
                    <a:pt x="104" y="34"/>
                  </a:lnTo>
                  <a:lnTo>
                    <a:pt x="100" y="38"/>
                  </a:lnTo>
                  <a:lnTo>
                    <a:pt x="94" y="41"/>
                  </a:lnTo>
                  <a:lnTo>
                    <a:pt x="94" y="41"/>
                  </a:lnTo>
                  <a:lnTo>
                    <a:pt x="96" y="43"/>
                  </a:lnTo>
                  <a:lnTo>
                    <a:pt x="98" y="47"/>
                  </a:lnTo>
                  <a:lnTo>
                    <a:pt x="98" y="51"/>
                  </a:lnTo>
                  <a:lnTo>
                    <a:pt x="98" y="51"/>
                  </a:lnTo>
                  <a:lnTo>
                    <a:pt x="96" y="56"/>
                  </a:lnTo>
                  <a:lnTo>
                    <a:pt x="96" y="63"/>
                  </a:lnTo>
                  <a:lnTo>
                    <a:pt x="96" y="63"/>
                  </a:lnTo>
                  <a:lnTo>
                    <a:pt x="96" y="67"/>
                  </a:lnTo>
                  <a:lnTo>
                    <a:pt x="98" y="69"/>
                  </a:lnTo>
                  <a:lnTo>
                    <a:pt x="100" y="71"/>
                  </a:lnTo>
                  <a:lnTo>
                    <a:pt x="102" y="72"/>
                  </a:lnTo>
                  <a:lnTo>
                    <a:pt x="102" y="72"/>
                  </a:lnTo>
                  <a:lnTo>
                    <a:pt x="102" y="80"/>
                  </a:lnTo>
                  <a:lnTo>
                    <a:pt x="104" y="83"/>
                  </a:lnTo>
                  <a:lnTo>
                    <a:pt x="104" y="83"/>
                  </a:lnTo>
                  <a:lnTo>
                    <a:pt x="107" y="89"/>
                  </a:lnTo>
                  <a:lnTo>
                    <a:pt x="109" y="92"/>
                  </a:lnTo>
                  <a:lnTo>
                    <a:pt x="107" y="94"/>
                  </a:lnTo>
                  <a:lnTo>
                    <a:pt x="107" y="94"/>
                  </a:lnTo>
                  <a:lnTo>
                    <a:pt x="100" y="98"/>
                  </a:lnTo>
                  <a:lnTo>
                    <a:pt x="96" y="100"/>
                  </a:lnTo>
                  <a:lnTo>
                    <a:pt x="94" y="103"/>
                  </a:lnTo>
                  <a:lnTo>
                    <a:pt x="94" y="103"/>
                  </a:lnTo>
                  <a:lnTo>
                    <a:pt x="94" y="107"/>
                  </a:lnTo>
                  <a:lnTo>
                    <a:pt x="91" y="109"/>
                  </a:lnTo>
                  <a:lnTo>
                    <a:pt x="87" y="111"/>
                  </a:lnTo>
                  <a:lnTo>
                    <a:pt x="87" y="112"/>
                  </a:lnTo>
                  <a:lnTo>
                    <a:pt x="87" y="112"/>
                  </a:lnTo>
                  <a:lnTo>
                    <a:pt x="87" y="118"/>
                  </a:lnTo>
                  <a:lnTo>
                    <a:pt x="84" y="123"/>
                  </a:lnTo>
                  <a:lnTo>
                    <a:pt x="84" y="123"/>
                  </a:lnTo>
                  <a:lnTo>
                    <a:pt x="76" y="127"/>
                  </a:lnTo>
                  <a:lnTo>
                    <a:pt x="74" y="127"/>
                  </a:lnTo>
                  <a:lnTo>
                    <a:pt x="74" y="127"/>
                  </a:lnTo>
                  <a:lnTo>
                    <a:pt x="71" y="134"/>
                  </a:lnTo>
                  <a:lnTo>
                    <a:pt x="65" y="142"/>
                  </a:lnTo>
                  <a:lnTo>
                    <a:pt x="62" y="145"/>
                  </a:lnTo>
                  <a:lnTo>
                    <a:pt x="62" y="145"/>
                  </a:lnTo>
                  <a:lnTo>
                    <a:pt x="56" y="149"/>
                  </a:lnTo>
                  <a:lnTo>
                    <a:pt x="51" y="151"/>
                  </a:lnTo>
                  <a:lnTo>
                    <a:pt x="51" y="151"/>
                  </a:lnTo>
                  <a:lnTo>
                    <a:pt x="45" y="153"/>
                  </a:lnTo>
                  <a:lnTo>
                    <a:pt x="43" y="153"/>
                  </a:lnTo>
                  <a:lnTo>
                    <a:pt x="42" y="156"/>
                  </a:lnTo>
                  <a:lnTo>
                    <a:pt x="42" y="156"/>
                  </a:lnTo>
                  <a:lnTo>
                    <a:pt x="38" y="158"/>
                  </a:lnTo>
                  <a:lnTo>
                    <a:pt x="33" y="160"/>
                  </a:lnTo>
                  <a:lnTo>
                    <a:pt x="25" y="162"/>
                  </a:lnTo>
                  <a:lnTo>
                    <a:pt x="25" y="162"/>
                  </a:lnTo>
                  <a:lnTo>
                    <a:pt x="18" y="165"/>
                  </a:lnTo>
                  <a:lnTo>
                    <a:pt x="12" y="169"/>
                  </a:lnTo>
                  <a:lnTo>
                    <a:pt x="12" y="169"/>
                  </a:lnTo>
                  <a:lnTo>
                    <a:pt x="7" y="173"/>
                  </a:lnTo>
                  <a:lnTo>
                    <a:pt x="3" y="176"/>
                  </a:lnTo>
                  <a:lnTo>
                    <a:pt x="3" y="176"/>
                  </a:lnTo>
                  <a:lnTo>
                    <a:pt x="2" y="180"/>
                  </a:lnTo>
                  <a:lnTo>
                    <a:pt x="0" y="182"/>
                  </a:lnTo>
                  <a:lnTo>
                    <a:pt x="0" y="20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78" name="Freeform 462">
              <a:extLst>
                <a:ext uri="{FF2B5EF4-FFF2-40B4-BE49-F238E27FC236}">
                  <a16:creationId xmlns:a16="http://schemas.microsoft.com/office/drawing/2014/main" id="{F7626ACB-8868-496C-9789-776EC967252C}"/>
                </a:ext>
              </a:extLst>
            </p:cNvPr>
            <p:cNvSpPr>
              <a:spLocks/>
            </p:cNvSpPr>
            <p:nvPr/>
          </p:nvSpPr>
          <p:spPr bwMode="auto">
            <a:xfrm>
              <a:off x="5698088" y="2573307"/>
              <a:ext cx="108260" cy="78600"/>
            </a:xfrm>
            <a:custGeom>
              <a:avLst/>
              <a:gdLst>
                <a:gd name="T0" fmla="*/ 73 w 73"/>
                <a:gd name="T1" fmla="*/ 26 h 53"/>
                <a:gd name="T2" fmla="*/ 73 w 73"/>
                <a:gd name="T3" fmla="*/ 22 h 53"/>
                <a:gd name="T4" fmla="*/ 71 w 73"/>
                <a:gd name="T5" fmla="*/ 20 h 53"/>
                <a:gd name="T6" fmla="*/ 67 w 73"/>
                <a:gd name="T7" fmla="*/ 17 h 53"/>
                <a:gd name="T8" fmla="*/ 57 w 73"/>
                <a:gd name="T9" fmla="*/ 4 h 53"/>
                <a:gd name="T10" fmla="*/ 51 w 73"/>
                <a:gd name="T11" fmla="*/ 2 h 53"/>
                <a:gd name="T12" fmla="*/ 47 w 73"/>
                <a:gd name="T13" fmla="*/ 0 h 53"/>
                <a:gd name="T14" fmla="*/ 44 w 73"/>
                <a:gd name="T15" fmla="*/ 4 h 53"/>
                <a:gd name="T16" fmla="*/ 36 w 73"/>
                <a:gd name="T17" fmla="*/ 8 h 53"/>
                <a:gd name="T18" fmla="*/ 35 w 73"/>
                <a:gd name="T19" fmla="*/ 10 h 53"/>
                <a:gd name="T20" fmla="*/ 31 w 73"/>
                <a:gd name="T21" fmla="*/ 8 h 53"/>
                <a:gd name="T22" fmla="*/ 29 w 73"/>
                <a:gd name="T23" fmla="*/ 8 h 53"/>
                <a:gd name="T24" fmla="*/ 27 w 73"/>
                <a:gd name="T25" fmla="*/ 13 h 53"/>
                <a:gd name="T26" fmla="*/ 27 w 73"/>
                <a:gd name="T27" fmla="*/ 13 h 53"/>
                <a:gd name="T28" fmla="*/ 24 w 73"/>
                <a:gd name="T29" fmla="*/ 15 h 53"/>
                <a:gd name="T30" fmla="*/ 16 w 73"/>
                <a:gd name="T31" fmla="*/ 20 h 53"/>
                <a:gd name="T32" fmla="*/ 13 w 73"/>
                <a:gd name="T33" fmla="*/ 28 h 53"/>
                <a:gd name="T34" fmla="*/ 4 w 73"/>
                <a:gd name="T35" fmla="*/ 39 h 53"/>
                <a:gd name="T36" fmla="*/ 2 w 73"/>
                <a:gd name="T37" fmla="*/ 48 h 53"/>
                <a:gd name="T38" fmla="*/ 6 w 73"/>
                <a:gd name="T39" fmla="*/ 46 h 53"/>
                <a:gd name="T40" fmla="*/ 11 w 73"/>
                <a:gd name="T41" fmla="*/ 44 h 53"/>
                <a:gd name="T42" fmla="*/ 13 w 73"/>
                <a:gd name="T43" fmla="*/ 46 h 53"/>
                <a:gd name="T44" fmla="*/ 16 w 73"/>
                <a:gd name="T45" fmla="*/ 50 h 53"/>
                <a:gd name="T46" fmla="*/ 22 w 73"/>
                <a:gd name="T47" fmla="*/ 51 h 53"/>
                <a:gd name="T48" fmla="*/ 22 w 73"/>
                <a:gd name="T49" fmla="*/ 53 h 53"/>
                <a:gd name="T50" fmla="*/ 26 w 73"/>
                <a:gd name="T51" fmla="*/ 53 h 53"/>
                <a:gd name="T52" fmla="*/ 33 w 73"/>
                <a:gd name="T53" fmla="*/ 50 h 53"/>
                <a:gd name="T54" fmla="*/ 36 w 73"/>
                <a:gd name="T55" fmla="*/ 46 h 53"/>
                <a:gd name="T56" fmla="*/ 36 w 73"/>
                <a:gd name="T57" fmla="*/ 42 h 53"/>
                <a:gd name="T58" fmla="*/ 40 w 73"/>
                <a:gd name="T59" fmla="*/ 42 h 53"/>
                <a:gd name="T60" fmla="*/ 42 w 73"/>
                <a:gd name="T61" fmla="*/ 46 h 53"/>
                <a:gd name="T62" fmla="*/ 46 w 73"/>
                <a:gd name="T63" fmla="*/ 48 h 53"/>
                <a:gd name="T64" fmla="*/ 53 w 73"/>
                <a:gd name="T65" fmla="*/ 50 h 53"/>
                <a:gd name="T66" fmla="*/ 53 w 73"/>
                <a:gd name="T67" fmla="*/ 50 h 53"/>
                <a:gd name="T68" fmla="*/ 55 w 73"/>
                <a:gd name="T69" fmla="*/ 44 h 53"/>
                <a:gd name="T70" fmla="*/ 55 w 73"/>
                <a:gd name="T71" fmla="*/ 40 h 53"/>
                <a:gd name="T72" fmla="*/ 60 w 73"/>
                <a:gd name="T73" fmla="*/ 40 h 53"/>
                <a:gd name="T74" fmla="*/ 60 w 73"/>
                <a:gd name="T75" fmla="*/ 39 h 53"/>
                <a:gd name="T76" fmla="*/ 66 w 73"/>
                <a:gd name="T77" fmla="*/ 33 h 53"/>
                <a:gd name="T78" fmla="*/ 67 w 73"/>
                <a:gd name="T79" fmla="*/ 33 h 53"/>
                <a:gd name="T80" fmla="*/ 73 w 73"/>
                <a:gd name="T81" fmla="*/ 33 h 53"/>
                <a:gd name="T82" fmla="*/ 73 w 73"/>
                <a:gd name="T83" fmla="*/ 31 h 53"/>
                <a:gd name="T84" fmla="*/ 71 w 73"/>
                <a:gd name="T85" fmla="*/ 30 h 53"/>
                <a:gd name="T86" fmla="*/ 71 w 73"/>
                <a:gd name="T87" fmla="*/ 28 h 53"/>
                <a:gd name="T88" fmla="*/ 73 w 73"/>
                <a:gd name="T89" fmla="*/ 26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73" h="53">
                  <a:moveTo>
                    <a:pt x="73" y="26"/>
                  </a:moveTo>
                  <a:lnTo>
                    <a:pt x="73" y="26"/>
                  </a:lnTo>
                  <a:lnTo>
                    <a:pt x="73" y="26"/>
                  </a:lnTo>
                  <a:lnTo>
                    <a:pt x="73" y="22"/>
                  </a:lnTo>
                  <a:lnTo>
                    <a:pt x="73" y="22"/>
                  </a:lnTo>
                  <a:lnTo>
                    <a:pt x="71" y="20"/>
                  </a:lnTo>
                  <a:lnTo>
                    <a:pt x="71" y="20"/>
                  </a:lnTo>
                  <a:lnTo>
                    <a:pt x="67" y="17"/>
                  </a:lnTo>
                  <a:lnTo>
                    <a:pt x="69" y="13"/>
                  </a:lnTo>
                  <a:lnTo>
                    <a:pt x="57" y="4"/>
                  </a:lnTo>
                  <a:lnTo>
                    <a:pt x="57" y="4"/>
                  </a:lnTo>
                  <a:lnTo>
                    <a:pt x="51" y="2"/>
                  </a:lnTo>
                  <a:lnTo>
                    <a:pt x="51" y="2"/>
                  </a:lnTo>
                  <a:lnTo>
                    <a:pt x="47" y="0"/>
                  </a:lnTo>
                  <a:lnTo>
                    <a:pt x="46" y="2"/>
                  </a:lnTo>
                  <a:lnTo>
                    <a:pt x="44" y="4"/>
                  </a:lnTo>
                  <a:lnTo>
                    <a:pt x="44" y="4"/>
                  </a:lnTo>
                  <a:lnTo>
                    <a:pt x="36" y="8"/>
                  </a:lnTo>
                  <a:lnTo>
                    <a:pt x="36" y="8"/>
                  </a:lnTo>
                  <a:lnTo>
                    <a:pt x="35" y="10"/>
                  </a:lnTo>
                  <a:lnTo>
                    <a:pt x="33" y="10"/>
                  </a:lnTo>
                  <a:lnTo>
                    <a:pt x="31" y="8"/>
                  </a:lnTo>
                  <a:lnTo>
                    <a:pt x="31" y="8"/>
                  </a:lnTo>
                  <a:lnTo>
                    <a:pt x="29" y="8"/>
                  </a:lnTo>
                  <a:lnTo>
                    <a:pt x="27" y="10"/>
                  </a:lnTo>
                  <a:lnTo>
                    <a:pt x="27" y="13"/>
                  </a:lnTo>
                  <a:lnTo>
                    <a:pt x="27" y="13"/>
                  </a:lnTo>
                  <a:lnTo>
                    <a:pt x="27" y="13"/>
                  </a:lnTo>
                  <a:lnTo>
                    <a:pt x="24" y="15"/>
                  </a:lnTo>
                  <a:lnTo>
                    <a:pt x="24" y="15"/>
                  </a:lnTo>
                  <a:lnTo>
                    <a:pt x="20" y="17"/>
                  </a:lnTo>
                  <a:lnTo>
                    <a:pt x="16" y="20"/>
                  </a:lnTo>
                  <a:lnTo>
                    <a:pt x="13" y="28"/>
                  </a:lnTo>
                  <a:lnTo>
                    <a:pt x="13" y="28"/>
                  </a:lnTo>
                  <a:lnTo>
                    <a:pt x="4" y="39"/>
                  </a:lnTo>
                  <a:lnTo>
                    <a:pt x="4" y="39"/>
                  </a:lnTo>
                  <a:lnTo>
                    <a:pt x="0" y="46"/>
                  </a:lnTo>
                  <a:lnTo>
                    <a:pt x="2" y="48"/>
                  </a:lnTo>
                  <a:lnTo>
                    <a:pt x="6" y="46"/>
                  </a:lnTo>
                  <a:lnTo>
                    <a:pt x="6" y="46"/>
                  </a:lnTo>
                  <a:lnTo>
                    <a:pt x="9" y="44"/>
                  </a:lnTo>
                  <a:lnTo>
                    <a:pt x="11" y="44"/>
                  </a:lnTo>
                  <a:lnTo>
                    <a:pt x="13" y="46"/>
                  </a:lnTo>
                  <a:lnTo>
                    <a:pt x="13" y="46"/>
                  </a:lnTo>
                  <a:lnTo>
                    <a:pt x="13" y="48"/>
                  </a:lnTo>
                  <a:lnTo>
                    <a:pt x="16" y="50"/>
                  </a:lnTo>
                  <a:lnTo>
                    <a:pt x="18" y="50"/>
                  </a:lnTo>
                  <a:lnTo>
                    <a:pt x="22" y="51"/>
                  </a:lnTo>
                  <a:lnTo>
                    <a:pt x="22" y="51"/>
                  </a:lnTo>
                  <a:lnTo>
                    <a:pt x="22" y="53"/>
                  </a:lnTo>
                  <a:lnTo>
                    <a:pt x="24" y="53"/>
                  </a:lnTo>
                  <a:lnTo>
                    <a:pt x="26" y="53"/>
                  </a:lnTo>
                  <a:lnTo>
                    <a:pt x="26" y="53"/>
                  </a:lnTo>
                  <a:lnTo>
                    <a:pt x="33" y="50"/>
                  </a:lnTo>
                  <a:lnTo>
                    <a:pt x="35" y="50"/>
                  </a:lnTo>
                  <a:lnTo>
                    <a:pt x="36" y="46"/>
                  </a:lnTo>
                  <a:lnTo>
                    <a:pt x="36" y="46"/>
                  </a:lnTo>
                  <a:lnTo>
                    <a:pt x="36" y="42"/>
                  </a:lnTo>
                  <a:lnTo>
                    <a:pt x="38" y="40"/>
                  </a:lnTo>
                  <a:lnTo>
                    <a:pt x="40" y="42"/>
                  </a:lnTo>
                  <a:lnTo>
                    <a:pt x="40" y="42"/>
                  </a:lnTo>
                  <a:lnTo>
                    <a:pt x="42" y="46"/>
                  </a:lnTo>
                  <a:lnTo>
                    <a:pt x="46" y="48"/>
                  </a:lnTo>
                  <a:lnTo>
                    <a:pt x="46" y="48"/>
                  </a:lnTo>
                  <a:lnTo>
                    <a:pt x="51" y="50"/>
                  </a:lnTo>
                  <a:lnTo>
                    <a:pt x="53" y="50"/>
                  </a:lnTo>
                  <a:lnTo>
                    <a:pt x="53" y="50"/>
                  </a:lnTo>
                  <a:lnTo>
                    <a:pt x="53" y="50"/>
                  </a:lnTo>
                  <a:lnTo>
                    <a:pt x="55" y="48"/>
                  </a:lnTo>
                  <a:lnTo>
                    <a:pt x="55" y="44"/>
                  </a:lnTo>
                  <a:lnTo>
                    <a:pt x="55" y="44"/>
                  </a:lnTo>
                  <a:lnTo>
                    <a:pt x="55" y="40"/>
                  </a:lnTo>
                  <a:lnTo>
                    <a:pt x="57" y="40"/>
                  </a:lnTo>
                  <a:lnTo>
                    <a:pt x="60" y="40"/>
                  </a:lnTo>
                  <a:lnTo>
                    <a:pt x="60" y="39"/>
                  </a:lnTo>
                  <a:lnTo>
                    <a:pt x="60" y="39"/>
                  </a:lnTo>
                  <a:lnTo>
                    <a:pt x="64" y="33"/>
                  </a:lnTo>
                  <a:lnTo>
                    <a:pt x="66" y="33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71" y="35"/>
                  </a:lnTo>
                  <a:lnTo>
                    <a:pt x="73" y="33"/>
                  </a:lnTo>
                  <a:lnTo>
                    <a:pt x="73" y="33"/>
                  </a:lnTo>
                  <a:lnTo>
                    <a:pt x="73" y="31"/>
                  </a:lnTo>
                  <a:lnTo>
                    <a:pt x="73" y="31"/>
                  </a:lnTo>
                  <a:lnTo>
                    <a:pt x="71" y="30"/>
                  </a:lnTo>
                  <a:lnTo>
                    <a:pt x="71" y="28"/>
                  </a:lnTo>
                  <a:lnTo>
                    <a:pt x="71" y="28"/>
                  </a:lnTo>
                  <a:lnTo>
                    <a:pt x="73" y="26"/>
                  </a:lnTo>
                  <a:lnTo>
                    <a:pt x="73" y="26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79" name="Freeform 463">
              <a:extLst>
                <a:ext uri="{FF2B5EF4-FFF2-40B4-BE49-F238E27FC236}">
                  <a16:creationId xmlns:a16="http://schemas.microsoft.com/office/drawing/2014/main" id="{34D5B32F-9407-4B6C-AAA3-B4B09A97AC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011002" y="2766098"/>
              <a:ext cx="45974" cy="91946"/>
            </a:xfrm>
            <a:custGeom>
              <a:avLst/>
              <a:gdLst>
                <a:gd name="T0" fmla="*/ 15 w 31"/>
                <a:gd name="T1" fmla="*/ 62 h 62"/>
                <a:gd name="T2" fmla="*/ 15 w 31"/>
                <a:gd name="T3" fmla="*/ 62 h 62"/>
                <a:gd name="T4" fmla="*/ 22 w 31"/>
                <a:gd name="T5" fmla="*/ 62 h 62"/>
                <a:gd name="T6" fmla="*/ 22 w 31"/>
                <a:gd name="T7" fmla="*/ 62 h 62"/>
                <a:gd name="T8" fmla="*/ 24 w 31"/>
                <a:gd name="T9" fmla="*/ 62 h 62"/>
                <a:gd name="T10" fmla="*/ 24 w 31"/>
                <a:gd name="T11" fmla="*/ 60 h 62"/>
                <a:gd name="T12" fmla="*/ 22 w 31"/>
                <a:gd name="T13" fmla="*/ 58 h 62"/>
                <a:gd name="T14" fmla="*/ 22 w 31"/>
                <a:gd name="T15" fmla="*/ 58 h 62"/>
                <a:gd name="T16" fmla="*/ 24 w 31"/>
                <a:gd name="T17" fmla="*/ 58 h 62"/>
                <a:gd name="T18" fmla="*/ 26 w 31"/>
                <a:gd name="T19" fmla="*/ 56 h 62"/>
                <a:gd name="T20" fmla="*/ 28 w 31"/>
                <a:gd name="T21" fmla="*/ 56 h 62"/>
                <a:gd name="T22" fmla="*/ 28 w 31"/>
                <a:gd name="T23" fmla="*/ 56 h 62"/>
                <a:gd name="T24" fmla="*/ 31 w 31"/>
                <a:gd name="T25" fmla="*/ 49 h 62"/>
                <a:gd name="T26" fmla="*/ 30 w 31"/>
                <a:gd name="T27" fmla="*/ 42 h 62"/>
                <a:gd name="T28" fmla="*/ 30 w 31"/>
                <a:gd name="T29" fmla="*/ 42 h 62"/>
                <a:gd name="T30" fmla="*/ 30 w 31"/>
                <a:gd name="T31" fmla="*/ 40 h 62"/>
                <a:gd name="T32" fmla="*/ 26 w 31"/>
                <a:gd name="T33" fmla="*/ 34 h 62"/>
                <a:gd name="T34" fmla="*/ 26 w 31"/>
                <a:gd name="T35" fmla="*/ 34 h 62"/>
                <a:gd name="T36" fmla="*/ 24 w 31"/>
                <a:gd name="T37" fmla="*/ 31 h 62"/>
                <a:gd name="T38" fmla="*/ 26 w 31"/>
                <a:gd name="T39" fmla="*/ 27 h 62"/>
                <a:gd name="T40" fmla="*/ 26 w 31"/>
                <a:gd name="T41" fmla="*/ 27 h 62"/>
                <a:gd name="T42" fmla="*/ 28 w 31"/>
                <a:gd name="T43" fmla="*/ 20 h 62"/>
                <a:gd name="T44" fmla="*/ 28 w 31"/>
                <a:gd name="T45" fmla="*/ 16 h 62"/>
                <a:gd name="T46" fmla="*/ 24 w 31"/>
                <a:gd name="T47" fmla="*/ 9 h 62"/>
                <a:gd name="T48" fmla="*/ 17 w 31"/>
                <a:gd name="T49" fmla="*/ 2 h 62"/>
                <a:gd name="T50" fmla="*/ 13 w 31"/>
                <a:gd name="T51" fmla="*/ 5 h 62"/>
                <a:gd name="T52" fmla="*/ 11 w 31"/>
                <a:gd name="T53" fmla="*/ 0 h 62"/>
                <a:gd name="T54" fmla="*/ 2 w 31"/>
                <a:gd name="T55" fmla="*/ 5 h 62"/>
                <a:gd name="T56" fmla="*/ 0 w 31"/>
                <a:gd name="T57" fmla="*/ 7 h 62"/>
                <a:gd name="T58" fmla="*/ 2 w 31"/>
                <a:gd name="T59" fmla="*/ 9 h 62"/>
                <a:gd name="T60" fmla="*/ 2 w 31"/>
                <a:gd name="T61" fmla="*/ 9 h 62"/>
                <a:gd name="T62" fmla="*/ 4 w 31"/>
                <a:gd name="T63" fmla="*/ 13 h 62"/>
                <a:gd name="T64" fmla="*/ 6 w 31"/>
                <a:gd name="T65" fmla="*/ 16 h 62"/>
                <a:gd name="T66" fmla="*/ 4 w 31"/>
                <a:gd name="T67" fmla="*/ 25 h 62"/>
                <a:gd name="T68" fmla="*/ 2 w 31"/>
                <a:gd name="T69" fmla="*/ 34 h 62"/>
                <a:gd name="T70" fmla="*/ 2 w 31"/>
                <a:gd name="T71" fmla="*/ 43 h 62"/>
                <a:gd name="T72" fmla="*/ 2 w 31"/>
                <a:gd name="T73" fmla="*/ 43 h 62"/>
                <a:gd name="T74" fmla="*/ 15 w 31"/>
                <a:gd name="T75" fmla="*/ 62 h 62"/>
                <a:gd name="T76" fmla="*/ 15 w 31"/>
                <a:gd name="T77" fmla="*/ 6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31" h="62">
                  <a:moveTo>
                    <a:pt x="15" y="62"/>
                  </a:moveTo>
                  <a:lnTo>
                    <a:pt x="15" y="62"/>
                  </a:lnTo>
                  <a:lnTo>
                    <a:pt x="22" y="62"/>
                  </a:lnTo>
                  <a:lnTo>
                    <a:pt x="22" y="62"/>
                  </a:lnTo>
                  <a:lnTo>
                    <a:pt x="24" y="62"/>
                  </a:lnTo>
                  <a:lnTo>
                    <a:pt x="24" y="60"/>
                  </a:lnTo>
                  <a:lnTo>
                    <a:pt x="22" y="58"/>
                  </a:lnTo>
                  <a:lnTo>
                    <a:pt x="22" y="58"/>
                  </a:lnTo>
                  <a:lnTo>
                    <a:pt x="24" y="58"/>
                  </a:lnTo>
                  <a:lnTo>
                    <a:pt x="26" y="56"/>
                  </a:lnTo>
                  <a:lnTo>
                    <a:pt x="28" y="56"/>
                  </a:lnTo>
                  <a:lnTo>
                    <a:pt x="28" y="56"/>
                  </a:lnTo>
                  <a:lnTo>
                    <a:pt x="31" y="49"/>
                  </a:lnTo>
                  <a:lnTo>
                    <a:pt x="30" y="42"/>
                  </a:lnTo>
                  <a:lnTo>
                    <a:pt x="30" y="42"/>
                  </a:lnTo>
                  <a:lnTo>
                    <a:pt x="30" y="40"/>
                  </a:lnTo>
                  <a:lnTo>
                    <a:pt x="26" y="34"/>
                  </a:lnTo>
                  <a:lnTo>
                    <a:pt x="26" y="34"/>
                  </a:lnTo>
                  <a:lnTo>
                    <a:pt x="24" y="31"/>
                  </a:lnTo>
                  <a:lnTo>
                    <a:pt x="26" y="27"/>
                  </a:lnTo>
                  <a:lnTo>
                    <a:pt x="26" y="27"/>
                  </a:lnTo>
                  <a:lnTo>
                    <a:pt x="28" y="20"/>
                  </a:lnTo>
                  <a:lnTo>
                    <a:pt x="28" y="16"/>
                  </a:lnTo>
                  <a:lnTo>
                    <a:pt x="24" y="9"/>
                  </a:lnTo>
                  <a:lnTo>
                    <a:pt x="17" y="2"/>
                  </a:lnTo>
                  <a:lnTo>
                    <a:pt x="13" y="5"/>
                  </a:lnTo>
                  <a:lnTo>
                    <a:pt x="11" y="0"/>
                  </a:lnTo>
                  <a:lnTo>
                    <a:pt x="2" y="5"/>
                  </a:lnTo>
                  <a:lnTo>
                    <a:pt x="0" y="7"/>
                  </a:lnTo>
                  <a:lnTo>
                    <a:pt x="2" y="9"/>
                  </a:lnTo>
                  <a:lnTo>
                    <a:pt x="2" y="9"/>
                  </a:lnTo>
                  <a:lnTo>
                    <a:pt x="4" y="13"/>
                  </a:lnTo>
                  <a:lnTo>
                    <a:pt x="6" y="16"/>
                  </a:lnTo>
                  <a:lnTo>
                    <a:pt x="4" y="25"/>
                  </a:lnTo>
                  <a:lnTo>
                    <a:pt x="2" y="34"/>
                  </a:lnTo>
                  <a:lnTo>
                    <a:pt x="2" y="43"/>
                  </a:lnTo>
                  <a:lnTo>
                    <a:pt x="2" y="43"/>
                  </a:lnTo>
                  <a:lnTo>
                    <a:pt x="15" y="62"/>
                  </a:lnTo>
                  <a:lnTo>
                    <a:pt x="15" y="6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80" name="Freeform 464">
              <a:extLst>
                <a:ext uri="{FF2B5EF4-FFF2-40B4-BE49-F238E27FC236}">
                  <a16:creationId xmlns:a16="http://schemas.microsoft.com/office/drawing/2014/main" id="{62BE9A2D-3F38-45BA-BF4C-D12C9D95629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82749" y="1644947"/>
              <a:ext cx="8539142" cy="745952"/>
            </a:xfrm>
            <a:custGeom>
              <a:avLst/>
              <a:gdLst>
                <a:gd name="T0" fmla="*/ 330 w 5758"/>
                <a:gd name="T1" fmla="*/ 23 h 503"/>
                <a:gd name="T2" fmla="*/ 248 w 5758"/>
                <a:gd name="T3" fmla="*/ 12 h 503"/>
                <a:gd name="T4" fmla="*/ 180 w 5758"/>
                <a:gd name="T5" fmla="*/ 5 h 503"/>
                <a:gd name="T6" fmla="*/ 138 w 5758"/>
                <a:gd name="T7" fmla="*/ 22 h 503"/>
                <a:gd name="T8" fmla="*/ 93 w 5758"/>
                <a:gd name="T9" fmla="*/ 71 h 503"/>
                <a:gd name="T10" fmla="*/ 60 w 5758"/>
                <a:gd name="T11" fmla="*/ 102 h 503"/>
                <a:gd name="T12" fmla="*/ 109 w 5758"/>
                <a:gd name="T13" fmla="*/ 124 h 503"/>
                <a:gd name="T14" fmla="*/ 120 w 5758"/>
                <a:gd name="T15" fmla="*/ 147 h 503"/>
                <a:gd name="T16" fmla="*/ 42 w 5758"/>
                <a:gd name="T17" fmla="*/ 153 h 503"/>
                <a:gd name="T18" fmla="*/ 40 w 5758"/>
                <a:gd name="T19" fmla="*/ 187 h 503"/>
                <a:gd name="T20" fmla="*/ 127 w 5758"/>
                <a:gd name="T21" fmla="*/ 209 h 503"/>
                <a:gd name="T22" fmla="*/ 78 w 5758"/>
                <a:gd name="T23" fmla="*/ 227 h 503"/>
                <a:gd name="T24" fmla="*/ 53 w 5758"/>
                <a:gd name="T25" fmla="*/ 258 h 503"/>
                <a:gd name="T26" fmla="*/ 65 w 5758"/>
                <a:gd name="T27" fmla="*/ 293 h 503"/>
                <a:gd name="T28" fmla="*/ 100 w 5758"/>
                <a:gd name="T29" fmla="*/ 302 h 503"/>
                <a:gd name="T30" fmla="*/ 111 w 5758"/>
                <a:gd name="T31" fmla="*/ 350 h 503"/>
                <a:gd name="T32" fmla="*/ 158 w 5758"/>
                <a:gd name="T33" fmla="*/ 351 h 503"/>
                <a:gd name="T34" fmla="*/ 166 w 5758"/>
                <a:gd name="T35" fmla="*/ 395 h 503"/>
                <a:gd name="T36" fmla="*/ 106 w 5758"/>
                <a:gd name="T37" fmla="*/ 433 h 503"/>
                <a:gd name="T38" fmla="*/ 120 w 5758"/>
                <a:gd name="T39" fmla="*/ 435 h 503"/>
                <a:gd name="T40" fmla="*/ 160 w 5758"/>
                <a:gd name="T41" fmla="*/ 411 h 503"/>
                <a:gd name="T42" fmla="*/ 217 w 5758"/>
                <a:gd name="T43" fmla="*/ 362 h 503"/>
                <a:gd name="T44" fmla="*/ 237 w 5758"/>
                <a:gd name="T45" fmla="*/ 322 h 503"/>
                <a:gd name="T46" fmla="*/ 271 w 5758"/>
                <a:gd name="T47" fmla="*/ 288 h 503"/>
                <a:gd name="T48" fmla="*/ 304 w 5758"/>
                <a:gd name="T49" fmla="*/ 288 h 503"/>
                <a:gd name="T50" fmla="*/ 273 w 5758"/>
                <a:gd name="T51" fmla="*/ 337 h 503"/>
                <a:gd name="T52" fmla="*/ 330 w 5758"/>
                <a:gd name="T53" fmla="*/ 311 h 503"/>
                <a:gd name="T54" fmla="*/ 353 w 5758"/>
                <a:gd name="T55" fmla="*/ 288 h 503"/>
                <a:gd name="T56" fmla="*/ 386 w 5758"/>
                <a:gd name="T57" fmla="*/ 311 h 503"/>
                <a:gd name="T58" fmla="*/ 479 w 5758"/>
                <a:gd name="T59" fmla="*/ 339 h 503"/>
                <a:gd name="T60" fmla="*/ 516 w 5758"/>
                <a:gd name="T61" fmla="*/ 370 h 503"/>
                <a:gd name="T62" fmla="*/ 543 w 5758"/>
                <a:gd name="T63" fmla="*/ 406 h 503"/>
                <a:gd name="T64" fmla="*/ 567 w 5758"/>
                <a:gd name="T65" fmla="*/ 415 h 503"/>
                <a:gd name="T66" fmla="*/ 554 w 5758"/>
                <a:gd name="T67" fmla="*/ 402 h 503"/>
                <a:gd name="T68" fmla="*/ 528 w 5758"/>
                <a:gd name="T69" fmla="*/ 370 h 503"/>
                <a:gd name="T70" fmla="*/ 565 w 5758"/>
                <a:gd name="T71" fmla="*/ 371 h 503"/>
                <a:gd name="T72" fmla="*/ 583 w 5758"/>
                <a:gd name="T73" fmla="*/ 408 h 503"/>
                <a:gd name="T74" fmla="*/ 596 w 5758"/>
                <a:gd name="T75" fmla="*/ 437 h 503"/>
                <a:gd name="T76" fmla="*/ 610 w 5758"/>
                <a:gd name="T77" fmla="*/ 452 h 503"/>
                <a:gd name="T78" fmla="*/ 639 w 5758"/>
                <a:gd name="T79" fmla="*/ 431 h 503"/>
                <a:gd name="T80" fmla="*/ 608 w 5758"/>
                <a:gd name="T81" fmla="*/ 406 h 503"/>
                <a:gd name="T82" fmla="*/ 550 w 5758"/>
                <a:gd name="T83" fmla="*/ 335 h 503"/>
                <a:gd name="T84" fmla="*/ 514 w 5758"/>
                <a:gd name="T85" fmla="*/ 331 h 503"/>
                <a:gd name="T86" fmla="*/ 472 w 5758"/>
                <a:gd name="T87" fmla="*/ 293 h 503"/>
                <a:gd name="T88" fmla="*/ 5742 w 5758"/>
                <a:gd name="T89" fmla="*/ 335 h 503"/>
                <a:gd name="T90" fmla="*/ 5652 w 5758"/>
                <a:gd name="T91" fmla="*/ 328 h 503"/>
                <a:gd name="T92" fmla="*/ 5700 w 5758"/>
                <a:gd name="T93" fmla="*/ 247 h 503"/>
                <a:gd name="T94" fmla="*/ 5689 w 5758"/>
                <a:gd name="T95" fmla="*/ 227 h 503"/>
                <a:gd name="T96" fmla="*/ 7 w 5758"/>
                <a:gd name="T97" fmla="*/ 488 h 503"/>
                <a:gd name="T98" fmla="*/ 27 w 5758"/>
                <a:gd name="T99" fmla="*/ 481 h 503"/>
                <a:gd name="T100" fmla="*/ 96 w 5758"/>
                <a:gd name="T101" fmla="*/ 452 h 503"/>
                <a:gd name="T102" fmla="*/ 85 w 5758"/>
                <a:gd name="T103" fmla="*/ 455 h 503"/>
                <a:gd name="T104" fmla="*/ 129 w 5758"/>
                <a:gd name="T105" fmla="*/ 444 h 503"/>
                <a:gd name="T106" fmla="*/ 583 w 5758"/>
                <a:gd name="T107" fmla="*/ 435 h 503"/>
                <a:gd name="T108" fmla="*/ 603 w 5758"/>
                <a:gd name="T109" fmla="*/ 442 h 503"/>
                <a:gd name="T110" fmla="*/ 572 w 5758"/>
                <a:gd name="T111" fmla="*/ 421 h 503"/>
                <a:gd name="T112" fmla="*/ 235 w 5758"/>
                <a:gd name="T113" fmla="*/ 393 h 503"/>
                <a:gd name="T114" fmla="*/ 259 w 5758"/>
                <a:gd name="T115" fmla="*/ 391 h 503"/>
                <a:gd name="T116" fmla="*/ 565 w 5758"/>
                <a:gd name="T117" fmla="*/ 395 h 503"/>
                <a:gd name="T118" fmla="*/ 264 w 5758"/>
                <a:gd name="T119" fmla="*/ 362 h 503"/>
                <a:gd name="T120" fmla="*/ 539 w 5758"/>
                <a:gd name="T121" fmla="*/ 344 h 503"/>
                <a:gd name="T122" fmla="*/ 29 w 5758"/>
                <a:gd name="T123" fmla="*/ 308 h 5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758" h="503">
                  <a:moveTo>
                    <a:pt x="434" y="38"/>
                  </a:moveTo>
                  <a:lnTo>
                    <a:pt x="434" y="38"/>
                  </a:lnTo>
                  <a:lnTo>
                    <a:pt x="419" y="31"/>
                  </a:lnTo>
                  <a:lnTo>
                    <a:pt x="412" y="29"/>
                  </a:lnTo>
                  <a:lnTo>
                    <a:pt x="403" y="29"/>
                  </a:lnTo>
                  <a:lnTo>
                    <a:pt x="403" y="29"/>
                  </a:lnTo>
                  <a:lnTo>
                    <a:pt x="403" y="36"/>
                  </a:lnTo>
                  <a:lnTo>
                    <a:pt x="403" y="36"/>
                  </a:lnTo>
                  <a:lnTo>
                    <a:pt x="388" y="36"/>
                  </a:lnTo>
                  <a:lnTo>
                    <a:pt x="386" y="31"/>
                  </a:lnTo>
                  <a:lnTo>
                    <a:pt x="386" y="31"/>
                  </a:lnTo>
                  <a:lnTo>
                    <a:pt x="366" y="31"/>
                  </a:lnTo>
                  <a:lnTo>
                    <a:pt x="366" y="27"/>
                  </a:lnTo>
                  <a:lnTo>
                    <a:pt x="366" y="27"/>
                  </a:lnTo>
                  <a:lnTo>
                    <a:pt x="357" y="27"/>
                  </a:lnTo>
                  <a:lnTo>
                    <a:pt x="348" y="27"/>
                  </a:lnTo>
                  <a:lnTo>
                    <a:pt x="341" y="29"/>
                  </a:lnTo>
                  <a:lnTo>
                    <a:pt x="331" y="29"/>
                  </a:lnTo>
                  <a:lnTo>
                    <a:pt x="330" y="23"/>
                  </a:lnTo>
                  <a:lnTo>
                    <a:pt x="330" y="23"/>
                  </a:lnTo>
                  <a:lnTo>
                    <a:pt x="328" y="23"/>
                  </a:lnTo>
                  <a:lnTo>
                    <a:pt x="326" y="25"/>
                  </a:lnTo>
                  <a:lnTo>
                    <a:pt x="326" y="27"/>
                  </a:lnTo>
                  <a:lnTo>
                    <a:pt x="322" y="27"/>
                  </a:lnTo>
                  <a:lnTo>
                    <a:pt x="322" y="27"/>
                  </a:lnTo>
                  <a:lnTo>
                    <a:pt x="317" y="23"/>
                  </a:lnTo>
                  <a:lnTo>
                    <a:pt x="310" y="20"/>
                  </a:lnTo>
                  <a:lnTo>
                    <a:pt x="310" y="20"/>
                  </a:lnTo>
                  <a:lnTo>
                    <a:pt x="302" y="20"/>
                  </a:lnTo>
                  <a:lnTo>
                    <a:pt x="297" y="22"/>
                  </a:lnTo>
                  <a:lnTo>
                    <a:pt x="291" y="23"/>
                  </a:lnTo>
                  <a:lnTo>
                    <a:pt x="282" y="23"/>
                  </a:lnTo>
                  <a:lnTo>
                    <a:pt x="282" y="23"/>
                  </a:lnTo>
                  <a:lnTo>
                    <a:pt x="270" y="22"/>
                  </a:lnTo>
                  <a:lnTo>
                    <a:pt x="257" y="16"/>
                  </a:lnTo>
                  <a:lnTo>
                    <a:pt x="253" y="12"/>
                  </a:lnTo>
                  <a:lnTo>
                    <a:pt x="253" y="12"/>
                  </a:lnTo>
                  <a:lnTo>
                    <a:pt x="248" y="12"/>
                  </a:lnTo>
                  <a:lnTo>
                    <a:pt x="240" y="12"/>
                  </a:lnTo>
                  <a:lnTo>
                    <a:pt x="229" y="14"/>
                  </a:lnTo>
                  <a:lnTo>
                    <a:pt x="229" y="14"/>
                  </a:lnTo>
                  <a:lnTo>
                    <a:pt x="226" y="12"/>
                  </a:lnTo>
                  <a:lnTo>
                    <a:pt x="226" y="11"/>
                  </a:lnTo>
                  <a:lnTo>
                    <a:pt x="224" y="7"/>
                  </a:lnTo>
                  <a:lnTo>
                    <a:pt x="222" y="5"/>
                  </a:lnTo>
                  <a:lnTo>
                    <a:pt x="222" y="5"/>
                  </a:lnTo>
                  <a:lnTo>
                    <a:pt x="208" y="14"/>
                  </a:lnTo>
                  <a:lnTo>
                    <a:pt x="208" y="14"/>
                  </a:lnTo>
                  <a:lnTo>
                    <a:pt x="206" y="9"/>
                  </a:lnTo>
                  <a:lnTo>
                    <a:pt x="206" y="3"/>
                  </a:lnTo>
                  <a:lnTo>
                    <a:pt x="204" y="2"/>
                  </a:lnTo>
                  <a:lnTo>
                    <a:pt x="200" y="0"/>
                  </a:lnTo>
                  <a:lnTo>
                    <a:pt x="195" y="0"/>
                  </a:lnTo>
                  <a:lnTo>
                    <a:pt x="188" y="0"/>
                  </a:lnTo>
                  <a:lnTo>
                    <a:pt x="188" y="0"/>
                  </a:lnTo>
                  <a:lnTo>
                    <a:pt x="184" y="2"/>
                  </a:lnTo>
                  <a:lnTo>
                    <a:pt x="180" y="5"/>
                  </a:lnTo>
                  <a:lnTo>
                    <a:pt x="173" y="12"/>
                  </a:lnTo>
                  <a:lnTo>
                    <a:pt x="173" y="12"/>
                  </a:lnTo>
                  <a:lnTo>
                    <a:pt x="169" y="12"/>
                  </a:lnTo>
                  <a:lnTo>
                    <a:pt x="166" y="12"/>
                  </a:lnTo>
                  <a:lnTo>
                    <a:pt x="162" y="11"/>
                  </a:lnTo>
                  <a:lnTo>
                    <a:pt x="158" y="12"/>
                  </a:lnTo>
                  <a:lnTo>
                    <a:pt x="158" y="12"/>
                  </a:lnTo>
                  <a:lnTo>
                    <a:pt x="157" y="14"/>
                  </a:lnTo>
                  <a:lnTo>
                    <a:pt x="155" y="16"/>
                  </a:lnTo>
                  <a:lnTo>
                    <a:pt x="153" y="16"/>
                  </a:lnTo>
                  <a:lnTo>
                    <a:pt x="153" y="16"/>
                  </a:lnTo>
                  <a:lnTo>
                    <a:pt x="153" y="14"/>
                  </a:lnTo>
                  <a:lnTo>
                    <a:pt x="151" y="12"/>
                  </a:lnTo>
                  <a:lnTo>
                    <a:pt x="149" y="12"/>
                  </a:lnTo>
                  <a:lnTo>
                    <a:pt x="149" y="16"/>
                  </a:lnTo>
                  <a:lnTo>
                    <a:pt x="149" y="16"/>
                  </a:lnTo>
                  <a:lnTo>
                    <a:pt x="142" y="16"/>
                  </a:lnTo>
                  <a:lnTo>
                    <a:pt x="142" y="16"/>
                  </a:lnTo>
                  <a:lnTo>
                    <a:pt x="138" y="22"/>
                  </a:lnTo>
                  <a:lnTo>
                    <a:pt x="138" y="22"/>
                  </a:lnTo>
                  <a:lnTo>
                    <a:pt x="135" y="22"/>
                  </a:lnTo>
                  <a:lnTo>
                    <a:pt x="131" y="22"/>
                  </a:lnTo>
                  <a:lnTo>
                    <a:pt x="126" y="22"/>
                  </a:lnTo>
                  <a:lnTo>
                    <a:pt x="122" y="22"/>
                  </a:lnTo>
                  <a:lnTo>
                    <a:pt x="122" y="22"/>
                  </a:lnTo>
                  <a:lnTo>
                    <a:pt x="116" y="25"/>
                  </a:lnTo>
                  <a:lnTo>
                    <a:pt x="113" y="29"/>
                  </a:lnTo>
                  <a:lnTo>
                    <a:pt x="111" y="34"/>
                  </a:lnTo>
                  <a:lnTo>
                    <a:pt x="107" y="38"/>
                  </a:lnTo>
                  <a:lnTo>
                    <a:pt x="107" y="38"/>
                  </a:lnTo>
                  <a:lnTo>
                    <a:pt x="104" y="40"/>
                  </a:lnTo>
                  <a:lnTo>
                    <a:pt x="102" y="40"/>
                  </a:lnTo>
                  <a:lnTo>
                    <a:pt x="100" y="42"/>
                  </a:lnTo>
                  <a:lnTo>
                    <a:pt x="100" y="42"/>
                  </a:lnTo>
                  <a:lnTo>
                    <a:pt x="96" y="56"/>
                  </a:lnTo>
                  <a:lnTo>
                    <a:pt x="95" y="65"/>
                  </a:lnTo>
                  <a:lnTo>
                    <a:pt x="93" y="71"/>
                  </a:lnTo>
                  <a:lnTo>
                    <a:pt x="93" y="71"/>
                  </a:lnTo>
                  <a:lnTo>
                    <a:pt x="85" y="73"/>
                  </a:lnTo>
                  <a:lnTo>
                    <a:pt x="78" y="73"/>
                  </a:lnTo>
                  <a:lnTo>
                    <a:pt x="65" y="73"/>
                  </a:lnTo>
                  <a:lnTo>
                    <a:pt x="65" y="73"/>
                  </a:lnTo>
                  <a:lnTo>
                    <a:pt x="62" y="76"/>
                  </a:lnTo>
                  <a:lnTo>
                    <a:pt x="58" y="78"/>
                  </a:lnTo>
                  <a:lnTo>
                    <a:pt x="58" y="78"/>
                  </a:lnTo>
                  <a:lnTo>
                    <a:pt x="53" y="76"/>
                  </a:lnTo>
                  <a:lnTo>
                    <a:pt x="47" y="74"/>
                  </a:lnTo>
                  <a:lnTo>
                    <a:pt x="44" y="76"/>
                  </a:lnTo>
                  <a:lnTo>
                    <a:pt x="44" y="76"/>
                  </a:lnTo>
                  <a:lnTo>
                    <a:pt x="44" y="91"/>
                  </a:lnTo>
                  <a:lnTo>
                    <a:pt x="44" y="91"/>
                  </a:lnTo>
                  <a:lnTo>
                    <a:pt x="42" y="93"/>
                  </a:lnTo>
                  <a:lnTo>
                    <a:pt x="42" y="94"/>
                  </a:lnTo>
                  <a:lnTo>
                    <a:pt x="42" y="94"/>
                  </a:lnTo>
                  <a:lnTo>
                    <a:pt x="51" y="98"/>
                  </a:lnTo>
                  <a:lnTo>
                    <a:pt x="60" y="102"/>
                  </a:lnTo>
                  <a:lnTo>
                    <a:pt x="60" y="102"/>
                  </a:lnTo>
                  <a:lnTo>
                    <a:pt x="67" y="109"/>
                  </a:lnTo>
                  <a:lnTo>
                    <a:pt x="73" y="114"/>
                  </a:lnTo>
                  <a:lnTo>
                    <a:pt x="73" y="114"/>
                  </a:lnTo>
                  <a:lnTo>
                    <a:pt x="78" y="114"/>
                  </a:lnTo>
                  <a:lnTo>
                    <a:pt x="82" y="114"/>
                  </a:lnTo>
                  <a:lnTo>
                    <a:pt x="82" y="114"/>
                  </a:lnTo>
                  <a:lnTo>
                    <a:pt x="84" y="116"/>
                  </a:lnTo>
                  <a:lnTo>
                    <a:pt x="84" y="122"/>
                  </a:lnTo>
                  <a:lnTo>
                    <a:pt x="84" y="125"/>
                  </a:lnTo>
                  <a:lnTo>
                    <a:pt x="85" y="127"/>
                  </a:lnTo>
                  <a:lnTo>
                    <a:pt x="85" y="127"/>
                  </a:lnTo>
                  <a:lnTo>
                    <a:pt x="89" y="127"/>
                  </a:lnTo>
                  <a:lnTo>
                    <a:pt x="93" y="125"/>
                  </a:lnTo>
                  <a:lnTo>
                    <a:pt x="96" y="124"/>
                  </a:lnTo>
                  <a:lnTo>
                    <a:pt x="102" y="124"/>
                  </a:lnTo>
                  <a:lnTo>
                    <a:pt x="102" y="124"/>
                  </a:lnTo>
                  <a:lnTo>
                    <a:pt x="107" y="125"/>
                  </a:lnTo>
                  <a:lnTo>
                    <a:pt x="109" y="124"/>
                  </a:lnTo>
                  <a:lnTo>
                    <a:pt x="109" y="124"/>
                  </a:lnTo>
                  <a:lnTo>
                    <a:pt x="113" y="125"/>
                  </a:lnTo>
                  <a:lnTo>
                    <a:pt x="115" y="127"/>
                  </a:lnTo>
                  <a:lnTo>
                    <a:pt x="113" y="131"/>
                  </a:lnTo>
                  <a:lnTo>
                    <a:pt x="109" y="131"/>
                  </a:lnTo>
                  <a:lnTo>
                    <a:pt x="109" y="131"/>
                  </a:lnTo>
                  <a:lnTo>
                    <a:pt x="124" y="140"/>
                  </a:lnTo>
                  <a:lnTo>
                    <a:pt x="124" y="140"/>
                  </a:lnTo>
                  <a:lnTo>
                    <a:pt x="124" y="138"/>
                  </a:lnTo>
                  <a:lnTo>
                    <a:pt x="126" y="136"/>
                  </a:lnTo>
                  <a:lnTo>
                    <a:pt x="131" y="136"/>
                  </a:lnTo>
                  <a:lnTo>
                    <a:pt x="131" y="136"/>
                  </a:lnTo>
                  <a:lnTo>
                    <a:pt x="131" y="144"/>
                  </a:lnTo>
                  <a:lnTo>
                    <a:pt x="131" y="144"/>
                  </a:lnTo>
                  <a:lnTo>
                    <a:pt x="115" y="142"/>
                  </a:lnTo>
                  <a:lnTo>
                    <a:pt x="115" y="142"/>
                  </a:lnTo>
                  <a:lnTo>
                    <a:pt x="113" y="144"/>
                  </a:lnTo>
                  <a:lnTo>
                    <a:pt x="109" y="147"/>
                  </a:lnTo>
                  <a:lnTo>
                    <a:pt x="109" y="147"/>
                  </a:lnTo>
                  <a:lnTo>
                    <a:pt x="120" y="147"/>
                  </a:lnTo>
                  <a:lnTo>
                    <a:pt x="122" y="156"/>
                  </a:lnTo>
                  <a:lnTo>
                    <a:pt x="120" y="151"/>
                  </a:lnTo>
                  <a:lnTo>
                    <a:pt x="109" y="158"/>
                  </a:lnTo>
                  <a:lnTo>
                    <a:pt x="109" y="158"/>
                  </a:lnTo>
                  <a:lnTo>
                    <a:pt x="100" y="158"/>
                  </a:lnTo>
                  <a:lnTo>
                    <a:pt x="93" y="156"/>
                  </a:lnTo>
                  <a:lnTo>
                    <a:pt x="78" y="151"/>
                  </a:lnTo>
                  <a:lnTo>
                    <a:pt x="78" y="151"/>
                  </a:lnTo>
                  <a:lnTo>
                    <a:pt x="80" y="151"/>
                  </a:lnTo>
                  <a:lnTo>
                    <a:pt x="80" y="147"/>
                  </a:lnTo>
                  <a:lnTo>
                    <a:pt x="80" y="142"/>
                  </a:lnTo>
                  <a:lnTo>
                    <a:pt x="78" y="135"/>
                  </a:lnTo>
                  <a:lnTo>
                    <a:pt x="78" y="135"/>
                  </a:lnTo>
                  <a:lnTo>
                    <a:pt x="49" y="144"/>
                  </a:lnTo>
                  <a:lnTo>
                    <a:pt x="49" y="144"/>
                  </a:lnTo>
                  <a:lnTo>
                    <a:pt x="49" y="155"/>
                  </a:lnTo>
                  <a:lnTo>
                    <a:pt x="49" y="155"/>
                  </a:lnTo>
                  <a:lnTo>
                    <a:pt x="44" y="155"/>
                  </a:lnTo>
                  <a:lnTo>
                    <a:pt x="42" y="153"/>
                  </a:lnTo>
                  <a:lnTo>
                    <a:pt x="38" y="151"/>
                  </a:lnTo>
                  <a:lnTo>
                    <a:pt x="34" y="151"/>
                  </a:lnTo>
                  <a:lnTo>
                    <a:pt x="34" y="151"/>
                  </a:lnTo>
                  <a:lnTo>
                    <a:pt x="29" y="153"/>
                  </a:lnTo>
                  <a:lnTo>
                    <a:pt x="25" y="156"/>
                  </a:lnTo>
                  <a:lnTo>
                    <a:pt x="16" y="164"/>
                  </a:lnTo>
                  <a:lnTo>
                    <a:pt x="18" y="169"/>
                  </a:lnTo>
                  <a:lnTo>
                    <a:pt x="18" y="169"/>
                  </a:lnTo>
                  <a:lnTo>
                    <a:pt x="36" y="169"/>
                  </a:lnTo>
                  <a:lnTo>
                    <a:pt x="38" y="171"/>
                  </a:lnTo>
                  <a:lnTo>
                    <a:pt x="40" y="173"/>
                  </a:lnTo>
                  <a:lnTo>
                    <a:pt x="38" y="173"/>
                  </a:lnTo>
                  <a:lnTo>
                    <a:pt x="31" y="176"/>
                  </a:lnTo>
                  <a:lnTo>
                    <a:pt x="31" y="176"/>
                  </a:lnTo>
                  <a:lnTo>
                    <a:pt x="34" y="180"/>
                  </a:lnTo>
                  <a:lnTo>
                    <a:pt x="36" y="182"/>
                  </a:lnTo>
                  <a:lnTo>
                    <a:pt x="38" y="184"/>
                  </a:lnTo>
                  <a:lnTo>
                    <a:pt x="38" y="184"/>
                  </a:lnTo>
                  <a:lnTo>
                    <a:pt x="40" y="187"/>
                  </a:lnTo>
                  <a:lnTo>
                    <a:pt x="42" y="191"/>
                  </a:lnTo>
                  <a:lnTo>
                    <a:pt x="42" y="191"/>
                  </a:lnTo>
                  <a:lnTo>
                    <a:pt x="47" y="193"/>
                  </a:lnTo>
                  <a:lnTo>
                    <a:pt x="53" y="195"/>
                  </a:lnTo>
                  <a:lnTo>
                    <a:pt x="65" y="193"/>
                  </a:lnTo>
                  <a:lnTo>
                    <a:pt x="93" y="187"/>
                  </a:lnTo>
                  <a:lnTo>
                    <a:pt x="93" y="187"/>
                  </a:lnTo>
                  <a:lnTo>
                    <a:pt x="95" y="193"/>
                  </a:lnTo>
                  <a:lnTo>
                    <a:pt x="98" y="196"/>
                  </a:lnTo>
                  <a:lnTo>
                    <a:pt x="100" y="198"/>
                  </a:lnTo>
                  <a:lnTo>
                    <a:pt x="100" y="198"/>
                  </a:lnTo>
                  <a:lnTo>
                    <a:pt x="104" y="191"/>
                  </a:lnTo>
                  <a:lnTo>
                    <a:pt x="104" y="191"/>
                  </a:lnTo>
                  <a:lnTo>
                    <a:pt x="113" y="189"/>
                  </a:lnTo>
                  <a:lnTo>
                    <a:pt x="120" y="189"/>
                  </a:lnTo>
                  <a:lnTo>
                    <a:pt x="131" y="191"/>
                  </a:lnTo>
                  <a:lnTo>
                    <a:pt x="131" y="191"/>
                  </a:lnTo>
                  <a:lnTo>
                    <a:pt x="129" y="204"/>
                  </a:lnTo>
                  <a:lnTo>
                    <a:pt x="127" y="209"/>
                  </a:lnTo>
                  <a:lnTo>
                    <a:pt x="129" y="220"/>
                  </a:lnTo>
                  <a:lnTo>
                    <a:pt x="129" y="220"/>
                  </a:lnTo>
                  <a:lnTo>
                    <a:pt x="122" y="224"/>
                  </a:lnTo>
                  <a:lnTo>
                    <a:pt x="115" y="227"/>
                  </a:lnTo>
                  <a:lnTo>
                    <a:pt x="115" y="227"/>
                  </a:lnTo>
                  <a:lnTo>
                    <a:pt x="113" y="227"/>
                  </a:lnTo>
                  <a:lnTo>
                    <a:pt x="111" y="226"/>
                  </a:lnTo>
                  <a:lnTo>
                    <a:pt x="111" y="224"/>
                  </a:lnTo>
                  <a:lnTo>
                    <a:pt x="109" y="224"/>
                  </a:lnTo>
                  <a:lnTo>
                    <a:pt x="109" y="224"/>
                  </a:lnTo>
                  <a:lnTo>
                    <a:pt x="104" y="229"/>
                  </a:lnTo>
                  <a:lnTo>
                    <a:pt x="100" y="235"/>
                  </a:lnTo>
                  <a:lnTo>
                    <a:pt x="100" y="235"/>
                  </a:lnTo>
                  <a:lnTo>
                    <a:pt x="93" y="235"/>
                  </a:lnTo>
                  <a:lnTo>
                    <a:pt x="87" y="235"/>
                  </a:lnTo>
                  <a:lnTo>
                    <a:pt x="87" y="235"/>
                  </a:lnTo>
                  <a:lnTo>
                    <a:pt x="82" y="227"/>
                  </a:lnTo>
                  <a:lnTo>
                    <a:pt x="82" y="227"/>
                  </a:lnTo>
                  <a:lnTo>
                    <a:pt x="78" y="227"/>
                  </a:lnTo>
                  <a:lnTo>
                    <a:pt x="75" y="227"/>
                  </a:lnTo>
                  <a:lnTo>
                    <a:pt x="75" y="227"/>
                  </a:lnTo>
                  <a:lnTo>
                    <a:pt x="71" y="233"/>
                  </a:lnTo>
                  <a:lnTo>
                    <a:pt x="65" y="238"/>
                  </a:lnTo>
                  <a:lnTo>
                    <a:pt x="65" y="238"/>
                  </a:lnTo>
                  <a:lnTo>
                    <a:pt x="67" y="240"/>
                  </a:lnTo>
                  <a:lnTo>
                    <a:pt x="75" y="240"/>
                  </a:lnTo>
                  <a:lnTo>
                    <a:pt x="75" y="240"/>
                  </a:lnTo>
                  <a:lnTo>
                    <a:pt x="75" y="247"/>
                  </a:lnTo>
                  <a:lnTo>
                    <a:pt x="75" y="247"/>
                  </a:lnTo>
                  <a:lnTo>
                    <a:pt x="67" y="244"/>
                  </a:lnTo>
                  <a:lnTo>
                    <a:pt x="67" y="244"/>
                  </a:lnTo>
                  <a:lnTo>
                    <a:pt x="67" y="247"/>
                  </a:lnTo>
                  <a:lnTo>
                    <a:pt x="65" y="251"/>
                  </a:lnTo>
                  <a:lnTo>
                    <a:pt x="65" y="251"/>
                  </a:lnTo>
                  <a:lnTo>
                    <a:pt x="58" y="255"/>
                  </a:lnTo>
                  <a:lnTo>
                    <a:pt x="54" y="257"/>
                  </a:lnTo>
                  <a:lnTo>
                    <a:pt x="53" y="258"/>
                  </a:lnTo>
                  <a:lnTo>
                    <a:pt x="53" y="258"/>
                  </a:lnTo>
                  <a:lnTo>
                    <a:pt x="53" y="262"/>
                  </a:lnTo>
                  <a:lnTo>
                    <a:pt x="53" y="266"/>
                  </a:lnTo>
                  <a:lnTo>
                    <a:pt x="53" y="266"/>
                  </a:lnTo>
                  <a:lnTo>
                    <a:pt x="49" y="269"/>
                  </a:lnTo>
                  <a:lnTo>
                    <a:pt x="45" y="271"/>
                  </a:lnTo>
                  <a:lnTo>
                    <a:pt x="45" y="271"/>
                  </a:lnTo>
                  <a:lnTo>
                    <a:pt x="54" y="278"/>
                  </a:lnTo>
                  <a:lnTo>
                    <a:pt x="62" y="282"/>
                  </a:lnTo>
                  <a:lnTo>
                    <a:pt x="69" y="286"/>
                  </a:lnTo>
                  <a:lnTo>
                    <a:pt x="82" y="286"/>
                  </a:lnTo>
                  <a:lnTo>
                    <a:pt x="78" y="295"/>
                  </a:lnTo>
                  <a:lnTo>
                    <a:pt x="78" y="295"/>
                  </a:lnTo>
                  <a:lnTo>
                    <a:pt x="75" y="291"/>
                  </a:lnTo>
                  <a:lnTo>
                    <a:pt x="71" y="288"/>
                  </a:lnTo>
                  <a:lnTo>
                    <a:pt x="71" y="288"/>
                  </a:lnTo>
                  <a:lnTo>
                    <a:pt x="67" y="288"/>
                  </a:lnTo>
                  <a:lnTo>
                    <a:pt x="64" y="289"/>
                  </a:lnTo>
                  <a:lnTo>
                    <a:pt x="62" y="291"/>
                  </a:lnTo>
                  <a:lnTo>
                    <a:pt x="65" y="293"/>
                  </a:lnTo>
                  <a:lnTo>
                    <a:pt x="65" y="298"/>
                  </a:lnTo>
                  <a:lnTo>
                    <a:pt x="65" y="298"/>
                  </a:lnTo>
                  <a:lnTo>
                    <a:pt x="73" y="298"/>
                  </a:lnTo>
                  <a:lnTo>
                    <a:pt x="75" y="298"/>
                  </a:lnTo>
                  <a:lnTo>
                    <a:pt x="73" y="300"/>
                  </a:lnTo>
                  <a:lnTo>
                    <a:pt x="71" y="302"/>
                  </a:lnTo>
                  <a:lnTo>
                    <a:pt x="71" y="306"/>
                  </a:lnTo>
                  <a:lnTo>
                    <a:pt x="71" y="308"/>
                  </a:lnTo>
                  <a:lnTo>
                    <a:pt x="71" y="308"/>
                  </a:lnTo>
                  <a:lnTo>
                    <a:pt x="78" y="319"/>
                  </a:lnTo>
                  <a:lnTo>
                    <a:pt x="78" y="319"/>
                  </a:lnTo>
                  <a:lnTo>
                    <a:pt x="91" y="319"/>
                  </a:lnTo>
                  <a:lnTo>
                    <a:pt x="96" y="317"/>
                  </a:lnTo>
                  <a:lnTo>
                    <a:pt x="98" y="313"/>
                  </a:lnTo>
                  <a:lnTo>
                    <a:pt x="100" y="309"/>
                  </a:lnTo>
                  <a:lnTo>
                    <a:pt x="100" y="309"/>
                  </a:lnTo>
                  <a:lnTo>
                    <a:pt x="100" y="306"/>
                  </a:lnTo>
                  <a:lnTo>
                    <a:pt x="100" y="302"/>
                  </a:lnTo>
                  <a:lnTo>
                    <a:pt x="100" y="302"/>
                  </a:lnTo>
                  <a:lnTo>
                    <a:pt x="104" y="304"/>
                  </a:lnTo>
                  <a:lnTo>
                    <a:pt x="106" y="306"/>
                  </a:lnTo>
                  <a:lnTo>
                    <a:pt x="104" y="308"/>
                  </a:lnTo>
                  <a:lnTo>
                    <a:pt x="104" y="308"/>
                  </a:lnTo>
                  <a:lnTo>
                    <a:pt x="104" y="308"/>
                  </a:lnTo>
                  <a:lnTo>
                    <a:pt x="104" y="308"/>
                  </a:lnTo>
                  <a:lnTo>
                    <a:pt x="104" y="313"/>
                  </a:lnTo>
                  <a:lnTo>
                    <a:pt x="106" y="320"/>
                  </a:lnTo>
                  <a:lnTo>
                    <a:pt x="111" y="328"/>
                  </a:lnTo>
                  <a:lnTo>
                    <a:pt x="111" y="328"/>
                  </a:lnTo>
                  <a:lnTo>
                    <a:pt x="111" y="329"/>
                  </a:lnTo>
                  <a:lnTo>
                    <a:pt x="109" y="333"/>
                  </a:lnTo>
                  <a:lnTo>
                    <a:pt x="109" y="335"/>
                  </a:lnTo>
                  <a:lnTo>
                    <a:pt x="109" y="335"/>
                  </a:lnTo>
                  <a:lnTo>
                    <a:pt x="109" y="335"/>
                  </a:lnTo>
                  <a:lnTo>
                    <a:pt x="109" y="335"/>
                  </a:lnTo>
                  <a:lnTo>
                    <a:pt x="115" y="337"/>
                  </a:lnTo>
                  <a:lnTo>
                    <a:pt x="115" y="337"/>
                  </a:lnTo>
                  <a:lnTo>
                    <a:pt x="111" y="350"/>
                  </a:lnTo>
                  <a:lnTo>
                    <a:pt x="111" y="350"/>
                  </a:lnTo>
                  <a:lnTo>
                    <a:pt x="116" y="350"/>
                  </a:lnTo>
                  <a:lnTo>
                    <a:pt x="120" y="348"/>
                  </a:lnTo>
                  <a:lnTo>
                    <a:pt x="124" y="342"/>
                  </a:lnTo>
                  <a:lnTo>
                    <a:pt x="129" y="337"/>
                  </a:lnTo>
                  <a:lnTo>
                    <a:pt x="133" y="335"/>
                  </a:lnTo>
                  <a:lnTo>
                    <a:pt x="136" y="335"/>
                  </a:lnTo>
                  <a:lnTo>
                    <a:pt x="136" y="335"/>
                  </a:lnTo>
                  <a:lnTo>
                    <a:pt x="138" y="335"/>
                  </a:lnTo>
                  <a:lnTo>
                    <a:pt x="140" y="339"/>
                  </a:lnTo>
                  <a:lnTo>
                    <a:pt x="140" y="340"/>
                  </a:lnTo>
                  <a:lnTo>
                    <a:pt x="142" y="342"/>
                  </a:lnTo>
                  <a:lnTo>
                    <a:pt x="142" y="342"/>
                  </a:lnTo>
                  <a:lnTo>
                    <a:pt x="144" y="342"/>
                  </a:lnTo>
                  <a:lnTo>
                    <a:pt x="146" y="340"/>
                  </a:lnTo>
                  <a:lnTo>
                    <a:pt x="147" y="339"/>
                  </a:lnTo>
                  <a:lnTo>
                    <a:pt x="151" y="340"/>
                  </a:lnTo>
                  <a:lnTo>
                    <a:pt x="158" y="351"/>
                  </a:lnTo>
                  <a:lnTo>
                    <a:pt x="158" y="351"/>
                  </a:lnTo>
                  <a:lnTo>
                    <a:pt x="160" y="351"/>
                  </a:lnTo>
                  <a:lnTo>
                    <a:pt x="160" y="350"/>
                  </a:lnTo>
                  <a:lnTo>
                    <a:pt x="160" y="344"/>
                  </a:lnTo>
                  <a:lnTo>
                    <a:pt x="160" y="344"/>
                  </a:lnTo>
                  <a:lnTo>
                    <a:pt x="169" y="348"/>
                  </a:lnTo>
                  <a:lnTo>
                    <a:pt x="177" y="348"/>
                  </a:lnTo>
                  <a:lnTo>
                    <a:pt x="184" y="346"/>
                  </a:lnTo>
                  <a:lnTo>
                    <a:pt x="193" y="340"/>
                  </a:lnTo>
                  <a:lnTo>
                    <a:pt x="193" y="340"/>
                  </a:lnTo>
                  <a:lnTo>
                    <a:pt x="189" y="348"/>
                  </a:lnTo>
                  <a:lnTo>
                    <a:pt x="188" y="355"/>
                  </a:lnTo>
                  <a:lnTo>
                    <a:pt x="188" y="355"/>
                  </a:lnTo>
                  <a:lnTo>
                    <a:pt x="182" y="359"/>
                  </a:lnTo>
                  <a:lnTo>
                    <a:pt x="175" y="366"/>
                  </a:lnTo>
                  <a:lnTo>
                    <a:pt x="175" y="366"/>
                  </a:lnTo>
                  <a:lnTo>
                    <a:pt x="175" y="370"/>
                  </a:lnTo>
                  <a:lnTo>
                    <a:pt x="175" y="373"/>
                  </a:lnTo>
                  <a:lnTo>
                    <a:pt x="175" y="380"/>
                  </a:lnTo>
                  <a:lnTo>
                    <a:pt x="166" y="395"/>
                  </a:lnTo>
                  <a:lnTo>
                    <a:pt x="166" y="395"/>
                  </a:lnTo>
                  <a:lnTo>
                    <a:pt x="160" y="401"/>
                  </a:lnTo>
                  <a:lnTo>
                    <a:pt x="151" y="406"/>
                  </a:lnTo>
                  <a:lnTo>
                    <a:pt x="136" y="413"/>
                  </a:lnTo>
                  <a:lnTo>
                    <a:pt x="136" y="413"/>
                  </a:lnTo>
                  <a:lnTo>
                    <a:pt x="136" y="419"/>
                  </a:lnTo>
                  <a:lnTo>
                    <a:pt x="136" y="422"/>
                  </a:lnTo>
                  <a:lnTo>
                    <a:pt x="136" y="422"/>
                  </a:lnTo>
                  <a:lnTo>
                    <a:pt x="131" y="424"/>
                  </a:lnTo>
                  <a:lnTo>
                    <a:pt x="127" y="426"/>
                  </a:lnTo>
                  <a:lnTo>
                    <a:pt x="127" y="426"/>
                  </a:lnTo>
                  <a:lnTo>
                    <a:pt x="127" y="424"/>
                  </a:lnTo>
                  <a:lnTo>
                    <a:pt x="127" y="424"/>
                  </a:lnTo>
                  <a:lnTo>
                    <a:pt x="124" y="422"/>
                  </a:lnTo>
                  <a:lnTo>
                    <a:pt x="118" y="422"/>
                  </a:lnTo>
                  <a:lnTo>
                    <a:pt x="111" y="422"/>
                  </a:lnTo>
                  <a:lnTo>
                    <a:pt x="111" y="422"/>
                  </a:lnTo>
                  <a:lnTo>
                    <a:pt x="109" y="426"/>
                  </a:lnTo>
                  <a:lnTo>
                    <a:pt x="106" y="433"/>
                  </a:lnTo>
                  <a:lnTo>
                    <a:pt x="100" y="442"/>
                  </a:lnTo>
                  <a:lnTo>
                    <a:pt x="100" y="442"/>
                  </a:lnTo>
                  <a:lnTo>
                    <a:pt x="96" y="442"/>
                  </a:lnTo>
                  <a:lnTo>
                    <a:pt x="93" y="442"/>
                  </a:lnTo>
                  <a:lnTo>
                    <a:pt x="89" y="444"/>
                  </a:lnTo>
                  <a:lnTo>
                    <a:pt x="89" y="450"/>
                  </a:lnTo>
                  <a:lnTo>
                    <a:pt x="89" y="450"/>
                  </a:lnTo>
                  <a:lnTo>
                    <a:pt x="98" y="448"/>
                  </a:lnTo>
                  <a:lnTo>
                    <a:pt x="104" y="444"/>
                  </a:lnTo>
                  <a:lnTo>
                    <a:pt x="109" y="439"/>
                  </a:lnTo>
                  <a:lnTo>
                    <a:pt x="115" y="428"/>
                  </a:lnTo>
                  <a:lnTo>
                    <a:pt x="115" y="428"/>
                  </a:lnTo>
                  <a:lnTo>
                    <a:pt x="118" y="428"/>
                  </a:lnTo>
                  <a:lnTo>
                    <a:pt x="122" y="428"/>
                  </a:lnTo>
                  <a:lnTo>
                    <a:pt x="122" y="428"/>
                  </a:lnTo>
                  <a:lnTo>
                    <a:pt x="120" y="431"/>
                  </a:lnTo>
                  <a:lnTo>
                    <a:pt x="118" y="433"/>
                  </a:lnTo>
                  <a:lnTo>
                    <a:pt x="120" y="435"/>
                  </a:lnTo>
                  <a:lnTo>
                    <a:pt x="120" y="435"/>
                  </a:lnTo>
                  <a:lnTo>
                    <a:pt x="124" y="435"/>
                  </a:lnTo>
                  <a:lnTo>
                    <a:pt x="127" y="435"/>
                  </a:lnTo>
                  <a:lnTo>
                    <a:pt x="135" y="430"/>
                  </a:lnTo>
                  <a:lnTo>
                    <a:pt x="142" y="426"/>
                  </a:lnTo>
                  <a:lnTo>
                    <a:pt x="149" y="422"/>
                  </a:lnTo>
                  <a:lnTo>
                    <a:pt x="149" y="422"/>
                  </a:lnTo>
                  <a:lnTo>
                    <a:pt x="151" y="424"/>
                  </a:lnTo>
                  <a:lnTo>
                    <a:pt x="151" y="424"/>
                  </a:lnTo>
                  <a:lnTo>
                    <a:pt x="151" y="426"/>
                  </a:lnTo>
                  <a:lnTo>
                    <a:pt x="153" y="426"/>
                  </a:lnTo>
                  <a:lnTo>
                    <a:pt x="157" y="419"/>
                  </a:lnTo>
                  <a:lnTo>
                    <a:pt x="157" y="419"/>
                  </a:lnTo>
                  <a:lnTo>
                    <a:pt x="158" y="419"/>
                  </a:lnTo>
                  <a:lnTo>
                    <a:pt x="158" y="421"/>
                  </a:lnTo>
                  <a:lnTo>
                    <a:pt x="158" y="421"/>
                  </a:lnTo>
                  <a:lnTo>
                    <a:pt x="160" y="421"/>
                  </a:lnTo>
                  <a:lnTo>
                    <a:pt x="160" y="421"/>
                  </a:lnTo>
                  <a:lnTo>
                    <a:pt x="160" y="415"/>
                  </a:lnTo>
                  <a:lnTo>
                    <a:pt x="160" y="411"/>
                  </a:lnTo>
                  <a:lnTo>
                    <a:pt x="160" y="411"/>
                  </a:lnTo>
                  <a:lnTo>
                    <a:pt x="171" y="408"/>
                  </a:lnTo>
                  <a:lnTo>
                    <a:pt x="171" y="408"/>
                  </a:lnTo>
                  <a:lnTo>
                    <a:pt x="169" y="406"/>
                  </a:lnTo>
                  <a:lnTo>
                    <a:pt x="167" y="402"/>
                  </a:lnTo>
                  <a:lnTo>
                    <a:pt x="167" y="402"/>
                  </a:lnTo>
                  <a:lnTo>
                    <a:pt x="171" y="402"/>
                  </a:lnTo>
                  <a:lnTo>
                    <a:pt x="175" y="402"/>
                  </a:lnTo>
                  <a:lnTo>
                    <a:pt x="175" y="402"/>
                  </a:lnTo>
                  <a:lnTo>
                    <a:pt x="184" y="397"/>
                  </a:lnTo>
                  <a:lnTo>
                    <a:pt x="193" y="391"/>
                  </a:lnTo>
                  <a:lnTo>
                    <a:pt x="189" y="384"/>
                  </a:lnTo>
                  <a:lnTo>
                    <a:pt x="189" y="384"/>
                  </a:lnTo>
                  <a:lnTo>
                    <a:pt x="193" y="382"/>
                  </a:lnTo>
                  <a:lnTo>
                    <a:pt x="197" y="380"/>
                  </a:lnTo>
                  <a:lnTo>
                    <a:pt x="202" y="379"/>
                  </a:lnTo>
                  <a:lnTo>
                    <a:pt x="202" y="379"/>
                  </a:lnTo>
                  <a:lnTo>
                    <a:pt x="209" y="370"/>
                  </a:lnTo>
                  <a:lnTo>
                    <a:pt x="217" y="362"/>
                  </a:lnTo>
                  <a:lnTo>
                    <a:pt x="217" y="362"/>
                  </a:lnTo>
                  <a:lnTo>
                    <a:pt x="220" y="360"/>
                  </a:lnTo>
                  <a:lnTo>
                    <a:pt x="224" y="360"/>
                  </a:lnTo>
                  <a:lnTo>
                    <a:pt x="226" y="360"/>
                  </a:lnTo>
                  <a:lnTo>
                    <a:pt x="229" y="359"/>
                  </a:lnTo>
                  <a:lnTo>
                    <a:pt x="229" y="359"/>
                  </a:lnTo>
                  <a:lnTo>
                    <a:pt x="229" y="355"/>
                  </a:lnTo>
                  <a:lnTo>
                    <a:pt x="229" y="351"/>
                  </a:lnTo>
                  <a:lnTo>
                    <a:pt x="229" y="351"/>
                  </a:lnTo>
                  <a:lnTo>
                    <a:pt x="231" y="350"/>
                  </a:lnTo>
                  <a:lnTo>
                    <a:pt x="235" y="348"/>
                  </a:lnTo>
                  <a:lnTo>
                    <a:pt x="242" y="344"/>
                  </a:lnTo>
                  <a:lnTo>
                    <a:pt x="242" y="340"/>
                  </a:lnTo>
                  <a:lnTo>
                    <a:pt x="242" y="340"/>
                  </a:lnTo>
                  <a:lnTo>
                    <a:pt x="235" y="339"/>
                  </a:lnTo>
                  <a:lnTo>
                    <a:pt x="229" y="340"/>
                  </a:lnTo>
                  <a:lnTo>
                    <a:pt x="229" y="340"/>
                  </a:lnTo>
                  <a:lnTo>
                    <a:pt x="233" y="329"/>
                  </a:lnTo>
                  <a:lnTo>
                    <a:pt x="237" y="322"/>
                  </a:lnTo>
                  <a:lnTo>
                    <a:pt x="242" y="317"/>
                  </a:lnTo>
                  <a:lnTo>
                    <a:pt x="251" y="313"/>
                  </a:lnTo>
                  <a:lnTo>
                    <a:pt x="251" y="313"/>
                  </a:lnTo>
                  <a:lnTo>
                    <a:pt x="249" y="309"/>
                  </a:lnTo>
                  <a:lnTo>
                    <a:pt x="248" y="308"/>
                  </a:lnTo>
                  <a:lnTo>
                    <a:pt x="249" y="306"/>
                  </a:lnTo>
                  <a:lnTo>
                    <a:pt x="249" y="306"/>
                  </a:lnTo>
                  <a:lnTo>
                    <a:pt x="253" y="306"/>
                  </a:lnTo>
                  <a:lnTo>
                    <a:pt x="259" y="306"/>
                  </a:lnTo>
                  <a:lnTo>
                    <a:pt x="259" y="306"/>
                  </a:lnTo>
                  <a:lnTo>
                    <a:pt x="259" y="300"/>
                  </a:lnTo>
                  <a:lnTo>
                    <a:pt x="259" y="297"/>
                  </a:lnTo>
                  <a:lnTo>
                    <a:pt x="260" y="295"/>
                  </a:lnTo>
                  <a:lnTo>
                    <a:pt x="260" y="295"/>
                  </a:lnTo>
                  <a:lnTo>
                    <a:pt x="266" y="295"/>
                  </a:lnTo>
                  <a:lnTo>
                    <a:pt x="271" y="293"/>
                  </a:lnTo>
                  <a:lnTo>
                    <a:pt x="271" y="293"/>
                  </a:lnTo>
                  <a:lnTo>
                    <a:pt x="271" y="291"/>
                  </a:lnTo>
                  <a:lnTo>
                    <a:pt x="271" y="288"/>
                  </a:lnTo>
                  <a:lnTo>
                    <a:pt x="273" y="286"/>
                  </a:lnTo>
                  <a:lnTo>
                    <a:pt x="273" y="284"/>
                  </a:lnTo>
                  <a:lnTo>
                    <a:pt x="286" y="273"/>
                  </a:lnTo>
                  <a:lnTo>
                    <a:pt x="286" y="273"/>
                  </a:lnTo>
                  <a:lnTo>
                    <a:pt x="290" y="273"/>
                  </a:lnTo>
                  <a:lnTo>
                    <a:pt x="290" y="275"/>
                  </a:lnTo>
                  <a:lnTo>
                    <a:pt x="291" y="277"/>
                  </a:lnTo>
                  <a:lnTo>
                    <a:pt x="293" y="278"/>
                  </a:lnTo>
                  <a:lnTo>
                    <a:pt x="300" y="273"/>
                  </a:lnTo>
                  <a:lnTo>
                    <a:pt x="300" y="273"/>
                  </a:lnTo>
                  <a:lnTo>
                    <a:pt x="304" y="273"/>
                  </a:lnTo>
                  <a:lnTo>
                    <a:pt x="304" y="275"/>
                  </a:lnTo>
                  <a:lnTo>
                    <a:pt x="302" y="277"/>
                  </a:lnTo>
                  <a:lnTo>
                    <a:pt x="300" y="278"/>
                  </a:lnTo>
                  <a:lnTo>
                    <a:pt x="300" y="284"/>
                  </a:lnTo>
                  <a:lnTo>
                    <a:pt x="300" y="284"/>
                  </a:lnTo>
                  <a:lnTo>
                    <a:pt x="304" y="284"/>
                  </a:lnTo>
                  <a:lnTo>
                    <a:pt x="304" y="286"/>
                  </a:lnTo>
                  <a:lnTo>
                    <a:pt x="304" y="288"/>
                  </a:lnTo>
                  <a:lnTo>
                    <a:pt x="304" y="288"/>
                  </a:lnTo>
                  <a:lnTo>
                    <a:pt x="304" y="288"/>
                  </a:lnTo>
                  <a:lnTo>
                    <a:pt x="297" y="286"/>
                  </a:lnTo>
                  <a:lnTo>
                    <a:pt x="291" y="286"/>
                  </a:lnTo>
                  <a:lnTo>
                    <a:pt x="288" y="286"/>
                  </a:lnTo>
                  <a:lnTo>
                    <a:pt x="288" y="286"/>
                  </a:lnTo>
                  <a:lnTo>
                    <a:pt x="280" y="293"/>
                  </a:lnTo>
                  <a:lnTo>
                    <a:pt x="275" y="293"/>
                  </a:lnTo>
                  <a:lnTo>
                    <a:pt x="275" y="293"/>
                  </a:lnTo>
                  <a:lnTo>
                    <a:pt x="271" y="322"/>
                  </a:lnTo>
                  <a:lnTo>
                    <a:pt x="271" y="322"/>
                  </a:lnTo>
                  <a:lnTo>
                    <a:pt x="275" y="322"/>
                  </a:lnTo>
                  <a:lnTo>
                    <a:pt x="279" y="322"/>
                  </a:lnTo>
                  <a:lnTo>
                    <a:pt x="279" y="328"/>
                  </a:lnTo>
                  <a:lnTo>
                    <a:pt x="279" y="328"/>
                  </a:lnTo>
                  <a:lnTo>
                    <a:pt x="268" y="333"/>
                  </a:lnTo>
                  <a:lnTo>
                    <a:pt x="268" y="333"/>
                  </a:lnTo>
                  <a:lnTo>
                    <a:pt x="271" y="335"/>
                  </a:lnTo>
                  <a:lnTo>
                    <a:pt x="273" y="337"/>
                  </a:lnTo>
                  <a:lnTo>
                    <a:pt x="273" y="337"/>
                  </a:lnTo>
                  <a:lnTo>
                    <a:pt x="273" y="337"/>
                  </a:lnTo>
                  <a:lnTo>
                    <a:pt x="293" y="329"/>
                  </a:lnTo>
                  <a:lnTo>
                    <a:pt x="293" y="326"/>
                  </a:lnTo>
                  <a:lnTo>
                    <a:pt x="293" y="326"/>
                  </a:lnTo>
                  <a:lnTo>
                    <a:pt x="299" y="324"/>
                  </a:lnTo>
                  <a:lnTo>
                    <a:pt x="302" y="322"/>
                  </a:lnTo>
                  <a:lnTo>
                    <a:pt x="302" y="322"/>
                  </a:lnTo>
                  <a:lnTo>
                    <a:pt x="304" y="320"/>
                  </a:lnTo>
                  <a:lnTo>
                    <a:pt x="306" y="317"/>
                  </a:lnTo>
                  <a:lnTo>
                    <a:pt x="306" y="313"/>
                  </a:lnTo>
                  <a:lnTo>
                    <a:pt x="310" y="309"/>
                  </a:lnTo>
                  <a:lnTo>
                    <a:pt x="310" y="309"/>
                  </a:lnTo>
                  <a:lnTo>
                    <a:pt x="315" y="311"/>
                  </a:lnTo>
                  <a:lnTo>
                    <a:pt x="319" y="313"/>
                  </a:lnTo>
                  <a:lnTo>
                    <a:pt x="322" y="315"/>
                  </a:lnTo>
                  <a:lnTo>
                    <a:pt x="328" y="315"/>
                  </a:lnTo>
                  <a:lnTo>
                    <a:pt x="328" y="315"/>
                  </a:lnTo>
                  <a:lnTo>
                    <a:pt x="330" y="311"/>
                  </a:lnTo>
                  <a:lnTo>
                    <a:pt x="335" y="308"/>
                  </a:lnTo>
                  <a:lnTo>
                    <a:pt x="335" y="308"/>
                  </a:lnTo>
                  <a:lnTo>
                    <a:pt x="333" y="300"/>
                  </a:lnTo>
                  <a:lnTo>
                    <a:pt x="331" y="298"/>
                  </a:lnTo>
                  <a:lnTo>
                    <a:pt x="331" y="298"/>
                  </a:lnTo>
                  <a:lnTo>
                    <a:pt x="324" y="295"/>
                  </a:lnTo>
                  <a:lnTo>
                    <a:pt x="324" y="295"/>
                  </a:lnTo>
                  <a:lnTo>
                    <a:pt x="324" y="289"/>
                  </a:lnTo>
                  <a:lnTo>
                    <a:pt x="324" y="284"/>
                  </a:lnTo>
                  <a:lnTo>
                    <a:pt x="324" y="284"/>
                  </a:lnTo>
                  <a:lnTo>
                    <a:pt x="341" y="286"/>
                  </a:lnTo>
                  <a:lnTo>
                    <a:pt x="346" y="286"/>
                  </a:lnTo>
                  <a:lnTo>
                    <a:pt x="352" y="284"/>
                  </a:lnTo>
                  <a:lnTo>
                    <a:pt x="352" y="284"/>
                  </a:lnTo>
                  <a:lnTo>
                    <a:pt x="352" y="282"/>
                  </a:lnTo>
                  <a:lnTo>
                    <a:pt x="352" y="280"/>
                  </a:lnTo>
                  <a:lnTo>
                    <a:pt x="353" y="280"/>
                  </a:lnTo>
                  <a:lnTo>
                    <a:pt x="353" y="280"/>
                  </a:lnTo>
                  <a:lnTo>
                    <a:pt x="353" y="288"/>
                  </a:lnTo>
                  <a:lnTo>
                    <a:pt x="353" y="288"/>
                  </a:lnTo>
                  <a:lnTo>
                    <a:pt x="359" y="289"/>
                  </a:lnTo>
                  <a:lnTo>
                    <a:pt x="353" y="291"/>
                  </a:lnTo>
                  <a:lnTo>
                    <a:pt x="353" y="291"/>
                  </a:lnTo>
                  <a:lnTo>
                    <a:pt x="366" y="295"/>
                  </a:lnTo>
                  <a:lnTo>
                    <a:pt x="366" y="295"/>
                  </a:lnTo>
                  <a:lnTo>
                    <a:pt x="364" y="297"/>
                  </a:lnTo>
                  <a:lnTo>
                    <a:pt x="364" y="300"/>
                  </a:lnTo>
                  <a:lnTo>
                    <a:pt x="366" y="306"/>
                  </a:lnTo>
                  <a:lnTo>
                    <a:pt x="366" y="306"/>
                  </a:lnTo>
                  <a:lnTo>
                    <a:pt x="370" y="306"/>
                  </a:lnTo>
                  <a:lnTo>
                    <a:pt x="373" y="304"/>
                  </a:lnTo>
                  <a:lnTo>
                    <a:pt x="375" y="304"/>
                  </a:lnTo>
                  <a:lnTo>
                    <a:pt x="379" y="302"/>
                  </a:lnTo>
                  <a:lnTo>
                    <a:pt x="379" y="302"/>
                  </a:lnTo>
                  <a:lnTo>
                    <a:pt x="381" y="309"/>
                  </a:lnTo>
                  <a:lnTo>
                    <a:pt x="381" y="309"/>
                  </a:lnTo>
                  <a:lnTo>
                    <a:pt x="384" y="311"/>
                  </a:lnTo>
                  <a:lnTo>
                    <a:pt x="386" y="311"/>
                  </a:lnTo>
                  <a:lnTo>
                    <a:pt x="393" y="313"/>
                  </a:lnTo>
                  <a:lnTo>
                    <a:pt x="393" y="315"/>
                  </a:lnTo>
                  <a:lnTo>
                    <a:pt x="393" y="315"/>
                  </a:lnTo>
                  <a:lnTo>
                    <a:pt x="401" y="315"/>
                  </a:lnTo>
                  <a:lnTo>
                    <a:pt x="408" y="315"/>
                  </a:lnTo>
                  <a:lnTo>
                    <a:pt x="413" y="313"/>
                  </a:lnTo>
                  <a:lnTo>
                    <a:pt x="423" y="313"/>
                  </a:lnTo>
                  <a:lnTo>
                    <a:pt x="423" y="313"/>
                  </a:lnTo>
                  <a:lnTo>
                    <a:pt x="432" y="317"/>
                  </a:lnTo>
                  <a:lnTo>
                    <a:pt x="444" y="322"/>
                  </a:lnTo>
                  <a:lnTo>
                    <a:pt x="457" y="328"/>
                  </a:lnTo>
                  <a:lnTo>
                    <a:pt x="463" y="328"/>
                  </a:lnTo>
                  <a:lnTo>
                    <a:pt x="468" y="328"/>
                  </a:lnTo>
                  <a:lnTo>
                    <a:pt x="468" y="328"/>
                  </a:lnTo>
                  <a:lnTo>
                    <a:pt x="470" y="326"/>
                  </a:lnTo>
                  <a:lnTo>
                    <a:pt x="474" y="322"/>
                  </a:lnTo>
                  <a:lnTo>
                    <a:pt x="472" y="335"/>
                  </a:lnTo>
                  <a:lnTo>
                    <a:pt x="472" y="335"/>
                  </a:lnTo>
                  <a:lnTo>
                    <a:pt x="479" y="339"/>
                  </a:lnTo>
                  <a:lnTo>
                    <a:pt x="488" y="342"/>
                  </a:lnTo>
                  <a:lnTo>
                    <a:pt x="488" y="342"/>
                  </a:lnTo>
                  <a:lnTo>
                    <a:pt x="488" y="335"/>
                  </a:lnTo>
                  <a:lnTo>
                    <a:pt x="488" y="335"/>
                  </a:lnTo>
                  <a:lnTo>
                    <a:pt x="492" y="335"/>
                  </a:lnTo>
                  <a:lnTo>
                    <a:pt x="495" y="335"/>
                  </a:lnTo>
                  <a:lnTo>
                    <a:pt x="495" y="335"/>
                  </a:lnTo>
                  <a:lnTo>
                    <a:pt x="495" y="337"/>
                  </a:lnTo>
                  <a:lnTo>
                    <a:pt x="495" y="340"/>
                  </a:lnTo>
                  <a:lnTo>
                    <a:pt x="494" y="346"/>
                  </a:lnTo>
                  <a:lnTo>
                    <a:pt x="494" y="350"/>
                  </a:lnTo>
                  <a:lnTo>
                    <a:pt x="499" y="350"/>
                  </a:lnTo>
                  <a:lnTo>
                    <a:pt x="508" y="364"/>
                  </a:lnTo>
                  <a:lnTo>
                    <a:pt x="508" y="364"/>
                  </a:lnTo>
                  <a:lnTo>
                    <a:pt x="512" y="362"/>
                  </a:lnTo>
                  <a:lnTo>
                    <a:pt x="514" y="360"/>
                  </a:lnTo>
                  <a:lnTo>
                    <a:pt x="516" y="362"/>
                  </a:lnTo>
                  <a:lnTo>
                    <a:pt x="516" y="362"/>
                  </a:lnTo>
                  <a:lnTo>
                    <a:pt x="516" y="370"/>
                  </a:lnTo>
                  <a:lnTo>
                    <a:pt x="516" y="370"/>
                  </a:lnTo>
                  <a:lnTo>
                    <a:pt x="519" y="370"/>
                  </a:lnTo>
                  <a:lnTo>
                    <a:pt x="523" y="371"/>
                  </a:lnTo>
                  <a:lnTo>
                    <a:pt x="523" y="371"/>
                  </a:lnTo>
                  <a:lnTo>
                    <a:pt x="521" y="373"/>
                  </a:lnTo>
                  <a:lnTo>
                    <a:pt x="521" y="377"/>
                  </a:lnTo>
                  <a:lnTo>
                    <a:pt x="521" y="377"/>
                  </a:lnTo>
                  <a:lnTo>
                    <a:pt x="523" y="375"/>
                  </a:lnTo>
                  <a:lnTo>
                    <a:pt x="525" y="373"/>
                  </a:lnTo>
                  <a:lnTo>
                    <a:pt x="525" y="373"/>
                  </a:lnTo>
                  <a:lnTo>
                    <a:pt x="525" y="379"/>
                  </a:lnTo>
                  <a:lnTo>
                    <a:pt x="525" y="384"/>
                  </a:lnTo>
                  <a:lnTo>
                    <a:pt x="525" y="384"/>
                  </a:lnTo>
                  <a:lnTo>
                    <a:pt x="537" y="391"/>
                  </a:lnTo>
                  <a:lnTo>
                    <a:pt x="537" y="391"/>
                  </a:lnTo>
                  <a:lnTo>
                    <a:pt x="537" y="395"/>
                  </a:lnTo>
                  <a:lnTo>
                    <a:pt x="537" y="399"/>
                  </a:lnTo>
                  <a:lnTo>
                    <a:pt x="537" y="399"/>
                  </a:lnTo>
                  <a:lnTo>
                    <a:pt x="543" y="406"/>
                  </a:lnTo>
                  <a:lnTo>
                    <a:pt x="550" y="415"/>
                  </a:lnTo>
                  <a:lnTo>
                    <a:pt x="550" y="415"/>
                  </a:lnTo>
                  <a:lnTo>
                    <a:pt x="552" y="415"/>
                  </a:lnTo>
                  <a:lnTo>
                    <a:pt x="552" y="417"/>
                  </a:lnTo>
                  <a:lnTo>
                    <a:pt x="554" y="421"/>
                  </a:lnTo>
                  <a:lnTo>
                    <a:pt x="554" y="421"/>
                  </a:lnTo>
                  <a:lnTo>
                    <a:pt x="557" y="421"/>
                  </a:lnTo>
                  <a:lnTo>
                    <a:pt x="557" y="419"/>
                  </a:lnTo>
                  <a:lnTo>
                    <a:pt x="557" y="413"/>
                  </a:lnTo>
                  <a:lnTo>
                    <a:pt x="557" y="413"/>
                  </a:lnTo>
                  <a:lnTo>
                    <a:pt x="565" y="419"/>
                  </a:lnTo>
                  <a:lnTo>
                    <a:pt x="565" y="419"/>
                  </a:lnTo>
                  <a:lnTo>
                    <a:pt x="563" y="421"/>
                  </a:lnTo>
                  <a:lnTo>
                    <a:pt x="561" y="422"/>
                  </a:lnTo>
                  <a:lnTo>
                    <a:pt x="561" y="422"/>
                  </a:lnTo>
                  <a:lnTo>
                    <a:pt x="565" y="424"/>
                  </a:lnTo>
                  <a:lnTo>
                    <a:pt x="568" y="426"/>
                  </a:lnTo>
                  <a:lnTo>
                    <a:pt x="568" y="426"/>
                  </a:lnTo>
                  <a:lnTo>
                    <a:pt x="567" y="415"/>
                  </a:lnTo>
                  <a:lnTo>
                    <a:pt x="567" y="415"/>
                  </a:lnTo>
                  <a:lnTo>
                    <a:pt x="568" y="415"/>
                  </a:lnTo>
                  <a:lnTo>
                    <a:pt x="568" y="415"/>
                  </a:lnTo>
                  <a:lnTo>
                    <a:pt x="568" y="419"/>
                  </a:lnTo>
                  <a:lnTo>
                    <a:pt x="574" y="419"/>
                  </a:lnTo>
                  <a:lnTo>
                    <a:pt x="574" y="419"/>
                  </a:lnTo>
                  <a:lnTo>
                    <a:pt x="576" y="411"/>
                  </a:lnTo>
                  <a:lnTo>
                    <a:pt x="576" y="402"/>
                  </a:lnTo>
                  <a:lnTo>
                    <a:pt x="572" y="402"/>
                  </a:lnTo>
                  <a:lnTo>
                    <a:pt x="572" y="402"/>
                  </a:lnTo>
                  <a:lnTo>
                    <a:pt x="572" y="402"/>
                  </a:lnTo>
                  <a:lnTo>
                    <a:pt x="570" y="401"/>
                  </a:lnTo>
                  <a:lnTo>
                    <a:pt x="565" y="401"/>
                  </a:lnTo>
                  <a:lnTo>
                    <a:pt x="565" y="411"/>
                  </a:lnTo>
                  <a:lnTo>
                    <a:pt x="565" y="411"/>
                  </a:lnTo>
                  <a:lnTo>
                    <a:pt x="554" y="408"/>
                  </a:lnTo>
                  <a:lnTo>
                    <a:pt x="554" y="408"/>
                  </a:lnTo>
                  <a:lnTo>
                    <a:pt x="554" y="406"/>
                  </a:lnTo>
                  <a:lnTo>
                    <a:pt x="554" y="402"/>
                  </a:lnTo>
                  <a:lnTo>
                    <a:pt x="552" y="395"/>
                  </a:lnTo>
                  <a:lnTo>
                    <a:pt x="552" y="395"/>
                  </a:lnTo>
                  <a:lnTo>
                    <a:pt x="545" y="393"/>
                  </a:lnTo>
                  <a:lnTo>
                    <a:pt x="545" y="393"/>
                  </a:lnTo>
                  <a:lnTo>
                    <a:pt x="552" y="388"/>
                  </a:lnTo>
                  <a:lnTo>
                    <a:pt x="552" y="388"/>
                  </a:lnTo>
                  <a:lnTo>
                    <a:pt x="550" y="380"/>
                  </a:lnTo>
                  <a:lnTo>
                    <a:pt x="545" y="380"/>
                  </a:lnTo>
                  <a:lnTo>
                    <a:pt x="545" y="380"/>
                  </a:lnTo>
                  <a:lnTo>
                    <a:pt x="545" y="379"/>
                  </a:lnTo>
                  <a:lnTo>
                    <a:pt x="545" y="377"/>
                  </a:lnTo>
                  <a:lnTo>
                    <a:pt x="545" y="375"/>
                  </a:lnTo>
                  <a:lnTo>
                    <a:pt x="539" y="371"/>
                  </a:lnTo>
                  <a:lnTo>
                    <a:pt x="539" y="371"/>
                  </a:lnTo>
                  <a:lnTo>
                    <a:pt x="534" y="370"/>
                  </a:lnTo>
                  <a:lnTo>
                    <a:pt x="528" y="370"/>
                  </a:lnTo>
                  <a:lnTo>
                    <a:pt x="525" y="370"/>
                  </a:lnTo>
                  <a:lnTo>
                    <a:pt x="528" y="370"/>
                  </a:lnTo>
                  <a:lnTo>
                    <a:pt x="528" y="370"/>
                  </a:lnTo>
                  <a:lnTo>
                    <a:pt x="536" y="368"/>
                  </a:lnTo>
                  <a:lnTo>
                    <a:pt x="543" y="364"/>
                  </a:lnTo>
                  <a:lnTo>
                    <a:pt x="543" y="364"/>
                  </a:lnTo>
                  <a:lnTo>
                    <a:pt x="541" y="368"/>
                  </a:lnTo>
                  <a:lnTo>
                    <a:pt x="543" y="370"/>
                  </a:lnTo>
                  <a:lnTo>
                    <a:pt x="545" y="370"/>
                  </a:lnTo>
                  <a:lnTo>
                    <a:pt x="545" y="370"/>
                  </a:lnTo>
                  <a:lnTo>
                    <a:pt x="543" y="366"/>
                  </a:lnTo>
                  <a:lnTo>
                    <a:pt x="543" y="360"/>
                  </a:lnTo>
                  <a:lnTo>
                    <a:pt x="543" y="355"/>
                  </a:lnTo>
                  <a:lnTo>
                    <a:pt x="545" y="351"/>
                  </a:lnTo>
                  <a:lnTo>
                    <a:pt x="545" y="351"/>
                  </a:lnTo>
                  <a:lnTo>
                    <a:pt x="554" y="366"/>
                  </a:lnTo>
                  <a:lnTo>
                    <a:pt x="554" y="366"/>
                  </a:lnTo>
                  <a:lnTo>
                    <a:pt x="557" y="366"/>
                  </a:lnTo>
                  <a:lnTo>
                    <a:pt x="561" y="366"/>
                  </a:lnTo>
                  <a:lnTo>
                    <a:pt x="561" y="371"/>
                  </a:lnTo>
                  <a:lnTo>
                    <a:pt x="561" y="371"/>
                  </a:lnTo>
                  <a:lnTo>
                    <a:pt x="565" y="371"/>
                  </a:lnTo>
                  <a:lnTo>
                    <a:pt x="568" y="371"/>
                  </a:lnTo>
                  <a:lnTo>
                    <a:pt x="568" y="371"/>
                  </a:lnTo>
                  <a:lnTo>
                    <a:pt x="570" y="373"/>
                  </a:lnTo>
                  <a:lnTo>
                    <a:pt x="570" y="375"/>
                  </a:lnTo>
                  <a:lnTo>
                    <a:pt x="567" y="377"/>
                  </a:lnTo>
                  <a:lnTo>
                    <a:pt x="567" y="377"/>
                  </a:lnTo>
                  <a:lnTo>
                    <a:pt x="568" y="379"/>
                  </a:lnTo>
                  <a:lnTo>
                    <a:pt x="568" y="380"/>
                  </a:lnTo>
                  <a:lnTo>
                    <a:pt x="568" y="380"/>
                  </a:lnTo>
                  <a:lnTo>
                    <a:pt x="572" y="384"/>
                  </a:lnTo>
                  <a:lnTo>
                    <a:pt x="572" y="388"/>
                  </a:lnTo>
                  <a:lnTo>
                    <a:pt x="572" y="391"/>
                  </a:lnTo>
                  <a:lnTo>
                    <a:pt x="574" y="399"/>
                  </a:lnTo>
                  <a:lnTo>
                    <a:pt x="574" y="399"/>
                  </a:lnTo>
                  <a:lnTo>
                    <a:pt x="581" y="399"/>
                  </a:lnTo>
                  <a:lnTo>
                    <a:pt x="581" y="399"/>
                  </a:lnTo>
                  <a:lnTo>
                    <a:pt x="583" y="404"/>
                  </a:lnTo>
                  <a:lnTo>
                    <a:pt x="583" y="408"/>
                  </a:lnTo>
                  <a:lnTo>
                    <a:pt x="583" y="408"/>
                  </a:lnTo>
                  <a:lnTo>
                    <a:pt x="581" y="411"/>
                  </a:lnTo>
                  <a:lnTo>
                    <a:pt x="579" y="415"/>
                  </a:lnTo>
                  <a:lnTo>
                    <a:pt x="579" y="415"/>
                  </a:lnTo>
                  <a:lnTo>
                    <a:pt x="581" y="417"/>
                  </a:lnTo>
                  <a:lnTo>
                    <a:pt x="583" y="419"/>
                  </a:lnTo>
                  <a:lnTo>
                    <a:pt x="583" y="419"/>
                  </a:lnTo>
                  <a:lnTo>
                    <a:pt x="583" y="411"/>
                  </a:lnTo>
                  <a:lnTo>
                    <a:pt x="583" y="411"/>
                  </a:lnTo>
                  <a:lnTo>
                    <a:pt x="588" y="413"/>
                  </a:lnTo>
                  <a:lnTo>
                    <a:pt x="590" y="415"/>
                  </a:lnTo>
                  <a:lnTo>
                    <a:pt x="594" y="415"/>
                  </a:lnTo>
                  <a:lnTo>
                    <a:pt x="594" y="415"/>
                  </a:lnTo>
                  <a:lnTo>
                    <a:pt x="592" y="417"/>
                  </a:lnTo>
                  <a:lnTo>
                    <a:pt x="592" y="421"/>
                  </a:lnTo>
                  <a:lnTo>
                    <a:pt x="592" y="421"/>
                  </a:lnTo>
                  <a:lnTo>
                    <a:pt x="594" y="419"/>
                  </a:lnTo>
                  <a:lnTo>
                    <a:pt x="596" y="419"/>
                  </a:lnTo>
                  <a:lnTo>
                    <a:pt x="596" y="419"/>
                  </a:lnTo>
                  <a:lnTo>
                    <a:pt x="596" y="437"/>
                  </a:lnTo>
                  <a:lnTo>
                    <a:pt x="596" y="437"/>
                  </a:lnTo>
                  <a:lnTo>
                    <a:pt x="599" y="437"/>
                  </a:lnTo>
                  <a:lnTo>
                    <a:pt x="599" y="435"/>
                  </a:lnTo>
                  <a:lnTo>
                    <a:pt x="601" y="430"/>
                  </a:lnTo>
                  <a:lnTo>
                    <a:pt x="601" y="430"/>
                  </a:lnTo>
                  <a:lnTo>
                    <a:pt x="607" y="448"/>
                  </a:lnTo>
                  <a:lnTo>
                    <a:pt x="607" y="448"/>
                  </a:lnTo>
                  <a:lnTo>
                    <a:pt x="608" y="446"/>
                  </a:lnTo>
                  <a:lnTo>
                    <a:pt x="610" y="446"/>
                  </a:lnTo>
                  <a:lnTo>
                    <a:pt x="610" y="446"/>
                  </a:lnTo>
                  <a:lnTo>
                    <a:pt x="614" y="448"/>
                  </a:lnTo>
                  <a:lnTo>
                    <a:pt x="614" y="448"/>
                  </a:lnTo>
                  <a:lnTo>
                    <a:pt x="614" y="441"/>
                  </a:lnTo>
                  <a:lnTo>
                    <a:pt x="616" y="437"/>
                  </a:lnTo>
                  <a:lnTo>
                    <a:pt x="616" y="441"/>
                  </a:lnTo>
                  <a:lnTo>
                    <a:pt x="616" y="441"/>
                  </a:lnTo>
                  <a:lnTo>
                    <a:pt x="616" y="448"/>
                  </a:lnTo>
                  <a:lnTo>
                    <a:pt x="610" y="452"/>
                  </a:lnTo>
                  <a:lnTo>
                    <a:pt x="610" y="452"/>
                  </a:lnTo>
                  <a:lnTo>
                    <a:pt x="612" y="457"/>
                  </a:lnTo>
                  <a:lnTo>
                    <a:pt x="614" y="459"/>
                  </a:lnTo>
                  <a:lnTo>
                    <a:pt x="614" y="459"/>
                  </a:lnTo>
                  <a:lnTo>
                    <a:pt x="618" y="461"/>
                  </a:lnTo>
                  <a:lnTo>
                    <a:pt x="623" y="462"/>
                  </a:lnTo>
                  <a:lnTo>
                    <a:pt x="623" y="462"/>
                  </a:lnTo>
                  <a:lnTo>
                    <a:pt x="625" y="457"/>
                  </a:lnTo>
                  <a:lnTo>
                    <a:pt x="630" y="452"/>
                  </a:lnTo>
                  <a:lnTo>
                    <a:pt x="630" y="452"/>
                  </a:lnTo>
                  <a:lnTo>
                    <a:pt x="632" y="452"/>
                  </a:lnTo>
                  <a:lnTo>
                    <a:pt x="632" y="452"/>
                  </a:lnTo>
                  <a:lnTo>
                    <a:pt x="638" y="446"/>
                  </a:lnTo>
                  <a:lnTo>
                    <a:pt x="638" y="446"/>
                  </a:lnTo>
                  <a:lnTo>
                    <a:pt x="638" y="442"/>
                  </a:lnTo>
                  <a:lnTo>
                    <a:pt x="638" y="439"/>
                  </a:lnTo>
                  <a:lnTo>
                    <a:pt x="638" y="439"/>
                  </a:lnTo>
                  <a:lnTo>
                    <a:pt x="638" y="437"/>
                  </a:lnTo>
                  <a:lnTo>
                    <a:pt x="639" y="435"/>
                  </a:lnTo>
                  <a:lnTo>
                    <a:pt x="639" y="431"/>
                  </a:lnTo>
                  <a:lnTo>
                    <a:pt x="639" y="431"/>
                  </a:lnTo>
                  <a:lnTo>
                    <a:pt x="639" y="431"/>
                  </a:lnTo>
                  <a:lnTo>
                    <a:pt x="638" y="430"/>
                  </a:lnTo>
                  <a:lnTo>
                    <a:pt x="638" y="426"/>
                  </a:lnTo>
                  <a:lnTo>
                    <a:pt x="636" y="424"/>
                  </a:lnTo>
                  <a:lnTo>
                    <a:pt x="634" y="421"/>
                  </a:lnTo>
                  <a:lnTo>
                    <a:pt x="634" y="421"/>
                  </a:lnTo>
                  <a:lnTo>
                    <a:pt x="632" y="421"/>
                  </a:lnTo>
                  <a:lnTo>
                    <a:pt x="630" y="421"/>
                  </a:lnTo>
                  <a:lnTo>
                    <a:pt x="630" y="422"/>
                  </a:lnTo>
                  <a:lnTo>
                    <a:pt x="628" y="419"/>
                  </a:lnTo>
                  <a:lnTo>
                    <a:pt x="628" y="419"/>
                  </a:lnTo>
                  <a:lnTo>
                    <a:pt x="627" y="417"/>
                  </a:lnTo>
                  <a:lnTo>
                    <a:pt x="625" y="415"/>
                  </a:lnTo>
                  <a:lnTo>
                    <a:pt x="619" y="413"/>
                  </a:lnTo>
                  <a:lnTo>
                    <a:pt x="619" y="413"/>
                  </a:lnTo>
                  <a:lnTo>
                    <a:pt x="614" y="410"/>
                  </a:lnTo>
                  <a:lnTo>
                    <a:pt x="608" y="406"/>
                  </a:lnTo>
                  <a:lnTo>
                    <a:pt x="608" y="406"/>
                  </a:lnTo>
                  <a:lnTo>
                    <a:pt x="607" y="404"/>
                  </a:lnTo>
                  <a:lnTo>
                    <a:pt x="605" y="402"/>
                  </a:lnTo>
                  <a:lnTo>
                    <a:pt x="605" y="397"/>
                  </a:lnTo>
                  <a:lnTo>
                    <a:pt x="603" y="391"/>
                  </a:lnTo>
                  <a:lnTo>
                    <a:pt x="601" y="390"/>
                  </a:lnTo>
                  <a:lnTo>
                    <a:pt x="599" y="388"/>
                  </a:lnTo>
                  <a:lnTo>
                    <a:pt x="599" y="388"/>
                  </a:lnTo>
                  <a:lnTo>
                    <a:pt x="596" y="386"/>
                  </a:lnTo>
                  <a:lnTo>
                    <a:pt x="594" y="380"/>
                  </a:lnTo>
                  <a:lnTo>
                    <a:pt x="588" y="371"/>
                  </a:lnTo>
                  <a:lnTo>
                    <a:pt x="588" y="371"/>
                  </a:lnTo>
                  <a:lnTo>
                    <a:pt x="579" y="360"/>
                  </a:lnTo>
                  <a:lnTo>
                    <a:pt x="568" y="350"/>
                  </a:lnTo>
                  <a:lnTo>
                    <a:pt x="568" y="350"/>
                  </a:lnTo>
                  <a:lnTo>
                    <a:pt x="563" y="340"/>
                  </a:lnTo>
                  <a:lnTo>
                    <a:pt x="557" y="339"/>
                  </a:lnTo>
                  <a:lnTo>
                    <a:pt x="554" y="337"/>
                  </a:lnTo>
                  <a:lnTo>
                    <a:pt x="554" y="337"/>
                  </a:lnTo>
                  <a:lnTo>
                    <a:pt x="550" y="335"/>
                  </a:lnTo>
                  <a:lnTo>
                    <a:pt x="548" y="333"/>
                  </a:lnTo>
                  <a:lnTo>
                    <a:pt x="546" y="328"/>
                  </a:lnTo>
                  <a:lnTo>
                    <a:pt x="546" y="328"/>
                  </a:lnTo>
                  <a:lnTo>
                    <a:pt x="545" y="324"/>
                  </a:lnTo>
                  <a:lnTo>
                    <a:pt x="543" y="322"/>
                  </a:lnTo>
                  <a:lnTo>
                    <a:pt x="537" y="320"/>
                  </a:lnTo>
                  <a:lnTo>
                    <a:pt x="536" y="319"/>
                  </a:lnTo>
                  <a:lnTo>
                    <a:pt x="536" y="319"/>
                  </a:lnTo>
                  <a:lnTo>
                    <a:pt x="532" y="315"/>
                  </a:lnTo>
                  <a:lnTo>
                    <a:pt x="528" y="317"/>
                  </a:lnTo>
                  <a:lnTo>
                    <a:pt x="521" y="319"/>
                  </a:lnTo>
                  <a:lnTo>
                    <a:pt x="521" y="319"/>
                  </a:lnTo>
                  <a:lnTo>
                    <a:pt x="519" y="319"/>
                  </a:lnTo>
                  <a:lnTo>
                    <a:pt x="519" y="320"/>
                  </a:lnTo>
                  <a:lnTo>
                    <a:pt x="521" y="324"/>
                  </a:lnTo>
                  <a:lnTo>
                    <a:pt x="521" y="328"/>
                  </a:lnTo>
                  <a:lnTo>
                    <a:pt x="521" y="328"/>
                  </a:lnTo>
                  <a:lnTo>
                    <a:pt x="517" y="331"/>
                  </a:lnTo>
                  <a:lnTo>
                    <a:pt x="514" y="331"/>
                  </a:lnTo>
                  <a:lnTo>
                    <a:pt x="510" y="333"/>
                  </a:lnTo>
                  <a:lnTo>
                    <a:pt x="505" y="335"/>
                  </a:lnTo>
                  <a:lnTo>
                    <a:pt x="505" y="335"/>
                  </a:lnTo>
                  <a:lnTo>
                    <a:pt x="501" y="339"/>
                  </a:lnTo>
                  <a:lnTo>
                    <a:pt x="499" y="339"/>
                  </a:lnTo>
                  <a:lnTo>
                    <a:pt x="499" y="337"/>
                  </a:lnTo>
                  <a:lnTo>
                    <a:pt x="499" y="331"/>
                  </a:lnTo>
                  <a:lnTo>
                    <a:pt x="499" y="331"/>
                  </a:lnTo>
                  <a:lnTo>
                    <a:pt x="495" y="328"/>
                  </a:lnTo>
                  <a:lnTo>
                    <a:pt x="488" y="322"/>
                  </a:lnTo>
                  <a:lnTo>
                    <a:pt x="483" y="319"/>
                  </a:lnTo>
                  <a:lnTo>
                    <a:pt x="479" y="315"/>
                  </a:lnTo>
                  <a:lnTo>
                    <a:pt x="479" y="315"/>
                  </a:lnTo>
                  <a:lnTo>
                    <a:pt x="474" y="304"/>
                  </a:lnTo>
                  <a:lnTo>
                    <a:pt x="474" y="304"/>
                  </a:lnTo>
                  <a:lnTo>
                    <a:pt x="474" y="298"/>
                  </a:lnTo>
                  <a:lnTo>
                    <a:pt x="474" y="295"/>
                  </a:lnTo>
                  <a:lnTo>
                    <a:pt x="472" y="293"/>
                  </a:lnTo>
                  <a:lnTo>
                    <a:pt x="472" y="293"/>
                  </a:lnTo>
                  <a:lnTo>
                    <a:pt x="464" y="297"/>
                  </a:lnTo>
                  <a:lnTo>
                    <a:pt x="464" y="297"/>
                  </a:lnTo>
                  <a:lnTo>
                    <a:pt x="463" y="298"/>
                  </a:lnTo>
                  <a:lnTo>
                    <a:pt x="461" y="297"/>
                  </a:lnTo>
                  <a:lnTo>
                    <a:pt x="455" y="293"/>
                  </a:lnTo>
                  <a:lnTo>
                    <a:pt x="455" y="293"/>
                  </a:lnTo>
                  <a:lnTo>
                    <a:pt x="452" y="293"/>
                  </a:lnTo>
                  <a:lnTo>
                    <a:pt x="446" y="295"/>
                  </a:lnTo>
                  <a:lnTo>
                    <a:pt x="441" y="297"/>
                  </a:lnTo>
                  <a:lnTo>
                    <a:pt x="434" y="38"/>
                  </a:lnTo>
                  <a:close/>
                  <a:moveTo>
                    <a:pt x="5751" y="320"/>
                  </a:moveTo>
                  <a:lnTo>
                    <a:pt x="5743" y="326"/>
                  </a:lnTo>
                  <a:lnTo>
                    <a:pt x="5743" y="326"/>
                  </a:lnTo>
                  <a:lnTo>
                    <a:pt x="5732" y="326"/>
                  </a:lnTo>
                  <a:lnTo>
                    <a:pt x="5732" y="326"/>
                  </a:lnTo>
                  <a:lnTo>
                    <a:pt x="5732" y="326"/>
                  </a:lnTo>
                  <a:lnTo>
                    <a:pt x="5736" y="329"/>
                  </a:lnTo>
                  <a:lnTo>
                    <a:pt x="5742" y="335"/>
                  </a:lnTo>
                  <a:lnTo>
                    <a:pt x="5742" y="335"/>
                  </a:lnTo>
                  <a:lnTo>
                    <a:pt x="5745" y="335"/>
                  </a:lnTo>
                  <a:lnTo>
                    <a:pt x="5749" y="333"/>
                  </a:lnTo>
                  <a:lnTo>
                    <a:pt x="5756" y="328"/>
                  </a:lnTo>
                  <a:lnTo>
                    <a:pt x="5758" y="326"/>
                  </a:lnTo>
                  <a:lnTo>
                    <a:pt x="5758" y="322"/>
                  </a:lnTo>
                  <a:lnTo>
                    <a:pt x="5756" y="320"/>
                  </a:lnTo>
                  <a:lnTo>
                    <a:pt x="5751" y="320"/>
                  </a:lnTo>
                  <a:lnTo>
                    <a:pt x="5751" y="320"/>
                  </a:lnTo>
                  <a:close/>
                  <a:moveTo>
                    <a:pt x="5650" y="308"/>
                  </a:moveTo>
                  <a:lnTo>
                    <a:pt x="5650" y="308"/>
                  </a:lnTo>
                  <a:lnTo>
                    <a:pt x="5649" y="315"/>
                  </a:lnTo>
                  <a:lnTo>
                    <a:pt x="5649" y="315"/>
                  </a:lnTo>
                  <a:lnTo>
                    <a:pt x="5647" y="315"/>
                  </a:lnTo>
                  <a:lnTo>
                    <a:pt x="5645" y="317"/>
                  </a:lnTo>
                  <a:lnTo>
                    <a:pt x="5645" y="320"/>
                  </a:lnTo>
                  <a:lnTo>
                    <a:pt x="5645" y="320"/>
                  </a:lnTo>
                  <a:lnTo>
                    <a:pt x="5649" y="324"/>
                  </a:lnTo>
                  <a:lnTo>
                    <a:pt x="5652" y="328"/>
                  </a:lnTo>
                  <a:lnTo>
                    <a:pt x="5652" y="328"/>
                  </a:lnTo>
                  <a:lnTo>
                    <a:pt x="5665" y="322"/>
                  </a:lnTo>
                  <a:lnTo>
                    <a:pt x="5667" y="320"/>
                  </a:lnTo>
                  <a:lnTo>
                    <a:pt x="5667" y="317"/>
                  </a:lnTo>
                  <a:lnTo>
                    <a:pt x="5665" y="315"/>
                  </a:lnTo>
                  <a:lnTo>
                    <a:pt x="5663" y="313"/>
                  </a:lnTo>
                  <a:lnTo>
                    <a:pt x="5663" y="313"/>
                  </a:lnTo>
                  <a:lnTo>
                    <a:pt x="5650" y="308"/>
                  </a:lnTo>
                  <a:lnTo>
                    <a:pt x="5650" y="308"/>
                  </a:lnTo>
                  <a:close/>
                  <a:moveTo>
                    <a:pt x="5671" y="227"/>
                  </a:moveTo>
                  <a:lnTo>
                    <a:pt x="5671" y="227"/>
                  </a:lnTo>
                  <a:lnTo>
                    <a:pt x="5667" y="242"/>
                  </a:lnTo>
                  <a:lnTo>
                    <a:pt x="5667" y="242"/>
                  </a:lnTo>
                  <a:lnTo>
                    <a:pt x="5680" y="238"/>
                  </a:lnTo>
                  <a:lnTo>
                    <a:pt x="5687" y="237"/>
                  </a:lnTo>
                  <a:lnTo>
                    <a:pt x="5692" y="238"/>
                  </a:lnTo>
                  <a:lnTo>
                    <a:pt x="5702" y="247"/>
                  </a:lnTo>
                  <a:lnTo>
                    <a:pt x="5702" y="247"/>
                  </a:lnTo>
                  <a:lnTo>
                    <a:pt x="5700" y="247"/>
                  </a:lnTo>
                  <a:lnTo>
                    <a:pt x="5700" y="247"/>
                  </a:lnTo>
                  <a:lnTo>
                    <a:pt x="5703" y="251"/>
                  </a:lnTo>
                  <a:lnTo>
                    <a:pt x="5709" y="255"/>
                  </a:lnTo>
                  <a:lnTo>
                    <a:pt x="5709" y="255"/>
                  </a:lnTo>
                  <a:lnTo>
                    <a:pt x="5711" y="247"/>
                  </a:lnTo>
                  <a:lnTo>
                    <a:pt x="5712" y="244"/>
                  </a:lnTo>
                  <a:lnTo>
                    <a:pt x="5714" y="242"/>
                  </a:lnTo>
                  <a:lnTo>
                    <a:pt x="5714" y="242"/>
                  </a:lnTo>
                  <a:lnTo>
                    <a:pt x="5711" y="240"/>
                  </a:lnTo>
                  <a:lnTo>
                    <a:pt x="5707" y="240"/>
                  </a:lnTo>
                  <a:lnTo>
                    <a:pt x="5705" y="240"/>
                  </a:lnTo>
                  <a:lnTo>
                    <a:pt x="5702" y="240"/>
                  </a:lnTo>
                  <a:lnTo>
                    <a:pt x="5702" y="240"/>
                  </a:lnTo>
                  <a:lnTo>
                    <a:pt x="5700" y="237"/>
                  </a:lnTo>
                  <a:lnTo>
                    <a:pt x="5700" y="233"/>
                  </a:lnTo>
                  <a:lnTo>
                    <a:pt x="5700" y="233"/>
                  </a:lnTo>
                  <a:lnTo>
                    <a:pt x="5696" y="229"/>
                  </a:lnTo>
                  <a:lnTo>
                    <a:pt x="5692" y="227"/>
                  </a:lnTo>
                  <a:lnTo>
                    <a:pt x="5692" y="227"/>
                  </a:lnTo>
                  <a:lnTo>
                    <a:pt x="5689" y="227"/>
                  </a:lnTo>
                  <a:lnTo>
                    <a:pt x="5681" y="229"/>
                  </a:lnTo>
                  <a:lnTo>
                    <a:pt x="5672" y="235"/>
                  </a:lnTo>
                  <a:lnTo>
                    <a:pt x="5672" y="235"/>
                  </a:lnTo>
                  <a:lnTo>
                    <a:pt x="5672" y="229"/>
                  </a:lnTo>
                  <a:lnTo>
                    <a:pt x="5672" y="227"/>
                  </a:lnTo>
                  <a:lnTo>
                    <a:pt x="5671" y="227"/>
                  </a:lnTo>
                  <a:lnTo>
                    <a:pt x="5671" y="227"/>
                  </a:lnTo>
                  <a:close/>
                  <a:moveTo>
                    <a:pt x="7" y="488"/>
                  </a:moveTo>
                  <a:lnTo>
                    <a:pt x="7" y="488"/>
                  </a:lnTo>
                  <a:lnTo>
                    <a:pt x="0" y="499"/>
                  </a:lnTo>
                  <a:lnTo>
                    <a:pt x="0" y="503"/>
                  </a:lnTo>
                  <a:lnTo>
                    <a:pt x="2" y="503"/>
                  </a:lnTo>
                  <a:lnTo>
                    <a:pt x="3" y="501"/>
                  </a:lnTo>
                  <a:lnTo>
                    <a:pt x="3" y="495"/>
                  </a:lnTo>
                  <a:lnTo>
                    <a:pt x="3" y="495"/>
                  </a:lnTo>
                  <a:lnTo>
                    <a:pt x="9" y="493"/>
                  </a:lnTo>
                  <a:lnTo>
                    <a:pt x="11" y="490"/>
                  </a:lnTo>
                  <a:lnTo>
                    <a:pt x="11" y="488"/>
                  </a:lnTo>
                  <a:lnTo>
                    <a:pt x="7" y="488"/>
                  </a:lnTo>
                  <a:lnTo>
                    <a:pt x="7" y="488"/>
                  </a:lnTo>
                  <a:close/>
                  <a:moveTo>
                    <a:pt x="27" y="481"/>
                  </a:moveTo>
                  <a:lnTo>
                    <a:pt x="27" y="486"/>
                  </a:lnTo>
                  <a:lnTo>
                    <a:pt x="27" y="486"/>
                  </a:lnTo>
                  <a:lnTo>
                    <a:pt x="16" y="495"/>
                  </a:lnTo>
                  <a:lnTo>
                    <a:pt x="14" y="497"/>
                  </a:lnTo>
                  <a:lnTo>
                    <a:pt x="14" y="499"/>
                  </a:lnTo>
                  <a:lnTo>
                    <a:pt x="16" y="499"/>
                  </a:lnTo>
                  <a:lnTo>
                    <a:pt x="24" y="495"/>
                  </a:lnTo>
                  <a:lnTo>
                    <a:pt x="24" y="495"/>
                  </a:lnTo>
                  <a:lnTo>
                    <a:pt x="31" y="490"/>
                  </a:lnTo>
                  <a:lnTo>
                    <a:pt x="34" y="486"/>
                  </a:lnTo>
                  <a:lnTo>
                    <a:pt x="34" y="484"/>
                  </a:lnTo>
                  <a:lnTo>
                    <a:pt x="34" y="484"/>
                  </a:lnTo>
                  <a:lnTo>
                    <a:pt x="34" y="484"/>
                  </a:lnTo>
                  <a:lnTo>
                    <a:pt x="31" y="482"/>
                  </a:lnTo>
                  <a:lnTo>
                    <a:pt x="29" y="481"/>
                  </a:lnTo>
                  <a:lnTo>
                    <a:pt x="27" y="481"/>
                  </a:lnTo>
                  <a:lnTo>
                    <a:pt x="27" y="481"/>
                  </a:lnTo>
                  <a:close/>
                  <a:moveTo>
                    <a:pt x="532" y="395"/>
                  </a:moveTo>
                  <a:lnTo>
                    <a:pt x="536" y="401"/>
                  </a:lnTo>
                  <a:lnTo>
                    <a:pt x="536" y="401"/>
                  </a:lnTo>
                  <a:lnTo>
                    <a:pt x="536" y="397"/>
                  </a:lnTo>
                  <a:lnTo>
                    <a:pt x="534" y="397"/>
                  </a:lnTo>
                  <a:lnTo>
                    <a:pt x="532" y="395"/>
                  </a:lnTo>
                  <a:lnTo>
                    <a:pt x="532" y="395"/>
                  </a:lnTo>
                  <a:close/>
                  <a:moveTo>
                    <a:pt x="539" y="386"/>
                  </a:moveTo>
                  <a:lnTo>
                    <a:pt x="539" y="386"/>
                  </a:lnTo>
                  <a:lnTo>
                    <a:pt x="543" y="386"/>
                  </a:lnTo>
                  <a:lnTo>
                    <a:pt x="543" y="388"/>
                  </a:lnTo>
                  <a:lnTo>
                    <a:pt x="545" y="391"/>
                  </a:lnTo>
                  <a:lnTo>
                    <a:pt x="545" y="391"/>
                  </a:lnTo>
                  <a:lnTo>
                    <a:pt x="537" y="388"/>
                  </a:lnTo>
                  <a:lnTo>
                    <a:pt x="536" y="386"/>
                  </a:lnTo>
                  <a:lnTo>
                    <a:pt x="539" y="386"/>
                  </a:lnTo>
                  <a:lnTo>
                    <a:pt x="539" y="386"/>
                  </a:lnTo>
                  <a:close/>
                  <a:moveTo>
                    <a:pt x="96" y="452"/>
                  </a:moveTo>
                  <a:lnTo>
                    <a:pt x="96" y="452"/>
                  </a:lnTo>
                  <a:lnTo>
                    <a:pt x="96" y="453"/>
                  </a:lnTo>
                  <a:lnTo>
                    <a:pt x="96" y="455"/>
                  </a:lnTo>
                  <a:lnTo>
                    <a:pt x="100" y="457"/>
                  </a:lnTo>
                  <a:lnTo>
                    <a:pt x="100" y="457"/>
                  </a:lnTo>
                  <a:lnTo>
                    <a:pt x="102" y="453"/>
                  </a:lnTo>
                  <a:lnTo>
                    <a:pt x="102" y="452"/>
                  </a:lnTo>
                  <a:lnTo>
                    <a:pt x="96" y="452"/>
                  </a:lnTo>
                  <a:lnTo>
                    <a:pt x="96" y="452"/>
                  </a:lnTo>
                  <a:close/>
                  <a:moveTo>
                    <a:pt x="75" y="450"/>
                  </a:moveTo>
                  <a:lnTo>
                    <a:pt x="75" y="450"/>
                  </a:lnTo>
                  <a:lnTo>
                    <a:pt x="69" y="453"/>
                  </a:lnTo>
                  <a:lnTo>
                    <a:pt x="62" y="459"/>
                  </a:lnTo>
                  <a:lnTo>
                    <a:pt x="60" y="464"/>
                  </a:lnTo>
                  <a:lnTo>
                    <a:pt x="60" y="466"/>
                  </a:lnTo>
                  <a:lnTo>
                    <a:pt x="64" y="466"/>
                  </a:lnTo>
                  <a:lnTo>
                    <a:pt x="65" y="462"/>
                  </a:lnTo>
                  <a:lnTo>
                    <a:pt x="65" y="462"/>
                  </a:lnTo>
                  <a:lnTo>
                    <a:pt x="80" y="459"/>
                  </a:lnTo>
                  <a:lnTo>
                    <a:pt x="85" y="455"/>
                  </a:lnTo>
                  <a:lnTo>
                    <a:pt x="85" y="455"/>
                  </a:lnTo>
                  <a:lnTo>
                    <a:pt x="82" y="452"/>
                  </a:lnTo>
                  <a:lnTo>
                    <a:pt x="82" y="452"/>
                  </a:lnTo>
                  <a:lnTo>
                    <a:pt x="80" y="450"/>
                  </a:lnTo>
                  <a:lnTo>
                    <a:pt x="75" y="450"/>
                  </a:lnTo>
                  <a:lnTo>
                    <a:pt x="75" y="450"/>
                  </a:lnTo>
                  <a:close/>
                  <a:moveTo>
                    <a:pt x="138" y="448"/>
                  </a:moveTo>
                  <a:lnTo>
                    <a:pt x="138" y="448"/>
                  </a:lnTo>
                  <a:lnTo>
                    <a:pt x="136" y="448"/>
                  </a:lnTo>
                  <a:lnTo>
                    <a:pt x="136" y="450"/>
                  </a:lnTo>
                  <a:lnTo>
                    <a:pt x="138" y="452"/>
                  </a:lnTo>
                  <a:lnTo>
                    <a:pt x="142" y="452"/>
                  </a:lnTo>
                  <a:lnTo>
                    <a:pt x="142" y="452"/>
                  </a:lnTo>
                  <a:lnTo>
                    <a:pt x="142" y="448"/>
                  </a:lnTo>
                  <a:lnTo>
                    <a:pt x="140" y="448"/>
                  </a:lnTo>
                  <a:lnTo>
                    <a:pt x="138" y="448"/>
                  </a:lnTo>
                  <a:lnTo>
                    <a:pt x="138" y="448"/>
                  </a:lnTo>
                  <a:close/>
                  <a:moveTo>
                    <a:pt x="127" y="441"/>
                  </a:moveTo>
                  <a:lnTo>
                    <a:pt x="129" y="444"/>
                  </a:lnTo>
                  <a:lnTo>
                    <a:pt x="129" y="444"/>
                  </a:lnTo>
                  <a:lnTo>
                    <a:pt x="131" y="444"/>
                  </a:lnTo>
                  <a:lnTo>
                    <a:pt x="131" y="442"/>
                  </a:lnTo>
                  <a:lnTo>
                    <a:pt x="127" y="441"/>
                  </a:lnTo>
                  <a:lnTo>
                    <a:pt x="127" y="441"/>
                  </a:lnTo>
                  <a:close/>
                  <a:moveTo>
                    <a:pt x="572" y="421"/>
                  </a:moveTo>
                  <a:lnTo>
                    <a:pt x="572" y="421"/>
                  </a:lnTo>
                  <a:lnTo>
                    <a:pt x="572" y="426"/>
                  </a:lnTo>
                  <a:lnTo>
                    <a:pt x="570" y="428"/>
                  </a:lnTo>
                  <a:lnTo>
                    <a:pt x="572" y="430"/>
                  </a:lnTo>
                  <a:lnTo>
                    <a:pt x="572" y="430"/>
                  </a:lnTo>
                  <a:lnTo>
                    <a:pt x="579" y="430"/>
                  </a:lnTo>
                  <a:lnTo>
                    <a:pt x="579" y="430"/>
                  </a:lnTo>
                  <a:lnTo>
                    <a:pt x="579" y="433"/>
                  </a:lnTo>
                  <a:lnTo>
                    <a:pt x="579" y="437"/>
                  </a:lnTo>
                  <a:lnTo>
                    <a:pt x="579" y="437"/>
                  </a:lnTo>
                  <a:lnTo>
                    <a:pt x="581" y="435"/>
                  </a:lnTo>
                  <a:lnTo>
                    <a:pt x="583" y="435"/>
                  </a:lnTo>
                  <a:lnTo>
                    <a:pt x="583" y="435"/>
                  </a:lnTo>
                  <a:lnTo>
                    <a:pt x="585" y="437"/>
                  </a:lnTo>
                  <a:lnTo>
                    <a:pt x="583" y="441"/>
                  </a:lnTo>
                  <a:lnTo>
                    <a:pt x="583" y="442"/>
                  </a:lnTo>
                  <a:lnTo>
                    <a:pt x="583" y="444"/>
                  </a:lnTo>
                  <a:lnTo>
                    <a:pt x="583" y="444"/>
                  </a:lnTo>
                  <a:lnTo>
                    <a:pt x="592" y="448"/>
                  </a:lnTo>
                  <a:lnTo>
                    <a:pt x="599" y="452"/>
                  </a:lnTo>
                  <a:lnTo>
                    <a:pt x="599" y="452"/>
                  </a:lnTo>
                  <a:lnTo>
                    <a:pt x="598" y="457"/>
                  </a:lnTo>
                  <a:lnTo>
                    <a:pt x="599" y="462"/>
                  </a:lnTo>
                  <a:lnTo>
                    <a:pt x="599" y="462"/>
                  </a:lnTo>
                  <a:lnTo>
                    <a:pt x="607" y="462"/>
                  </a:lnTo>
                  <a:lnTo>
                    <a:pt x="607" y="462"/>
                  </a:lnTo>
                  <a:lnTo>
                    <a:pt x="603" y="455"/>
                  </a:lnTo>
                  <a:lnTo>
                    <a:pt x="601" y="448"/>
                  </a:lnTo>
                  <a:lnTo>
                    <a:pt x="601" y="448"/>
                  </a:lnTo>
                  <a:lnTo>
                    <a:pt x="603" y="448"/>
                  </a:lnTo>
                  <a:lnTo>
                    <a:pt x="603" y="446"/>
                  </a:lnTo>
                  <a:lnTo>
                    <a:pt x="603" y="442"/>
                  </a:lnTo>
                  <a:lnTo>
                    <a:pt x="603" y="442"/>
                  </a:lnTo>
                  <a:lnTo>
                    <a:pt x="596" y="442"/>
                  </a:lnTo>
                  <a:lnTo>
                    <a:pt x="596" y="442"/>
                  </a:lnTo>
                  <a:lnTo>
                    <a:pt x="596" y="441"/>
                  </a:lnTo>
                  <a:lnTo>
                    <a:pt x="594" y="439"/>
                  </a:lnTo>
                  <a:lnTo>
                    <a:pt x="592" y="437"/>
                  </a:lnTo>
                  <a:lnTo>
                    <a:pt x="592" y="437"/>
                  </a:lnTo>
                  <a:lnTo>
                    <a:pt x="590" y="435"/>
                  </a:lnTo>
                  <a:lnTo>
                    <a:pt x="592" y="431"/>
                  </a:lnTo>
                  <a:lnTo>
                    <a:pt x="594" y="430"/>
                  </a:lnTo>
                  <a:lnTo>
                    <a:pt x="594" y="426"/>
                  </a:lnTo>
                  <a:lnTo>
                    <a:pt x="594" y="426"/>
                  </a:lnTo>
                  <a:lnTo>
                    <a:pt x="588" y="422"/>
                  </a:lnTo>
                  <a:lnTo>
                    <a:pt x="583" y="421"/>
                  </a:lnTo>
                  <a:lnTo>
                    <a:pt x="583" y="421"/>
                  </a:lnTo>
                  <a:lnTo>
                    <a:pt x="590" y="426"/>
                  </a:lnTo>
                  <a:lnTo>
                    <a:pt x="590" y="428"/>
                  </a:lnTo>
                  <a:lnTo>
                    <a:pt x="587" y="428"/>
                  </a:lnTo>
                  <a:lnTo>
                    <a:pt x="572" y="421"/>
                  </a:lnTo>
                  <a:lnTo>
                    <a:pt x="572" y="421"/>
                  </a:lnTo>
                  <a:close/>
                  <a:moveTo>
                    <a:pt x="249" y="371"/>
                  </a:moveTo>
                  <a:lnTo>
                    <a:pt x="249" y="377"/>
                  </a:lnTo>
                  <a:lnTo>
                    <a:pt x="249" y="377"/>
                  </a:lnTo>
                  <a:lnTo>
                    <a:pt x="240" y="375"/>
                  </a:lnTo>
                  <a:lnTo>
                    <a:pt x="237" y="373"/>
                  </a:lnTo>
                  <a:lnTo>
                    <a:pt x="235" y="373"/>
                  </a:lnTo>
                  <a:lnTo>
                    <a:pt x="235" y="373"/>
                  </a:lnTo>
                  <a:lnTo>
                    <a:pt x="233" y="375"/>
                  </a:lnTo>
                  <a:lnTo>
                    <a:pt x="235" y="379"/>
                  </a:lnTo>
                  <a:lnTo>
                    <a:pt x="237" y="380"/>
                  </a:lnTo>
                  <a:lnTo>
                    <a:pt x="237" y="380"/>
                  </a:lnTo>
                  <a:lnTo>
                    <a:pt x="222" y="384"/>
                  </a:lnTo>
                  <a:lnTo>
                    <a:pt x="222" y="384"/>
                  </a:lnTo>
                  <a:lnTo>
                    <a:pt x="224" y="395"/>
                  </a:lnTo>
                  <a:lnTo>
                    <a:pt x="224" y="395"/>
                  </a:lnTo>
                  <a:lnTo>
                    <a:pt x="228" y="395"/>
                  </a:lnTo>
                  <a:lnTo>
                    <a:pt x="229" y="395"/>
                  </a:lnTo>
                  <a:lnTo>
                    <a:pt x="235" y="393"/>
                  </a:lnTo>
                  <a:lnTo>
                    <a:pt x="235" y="393"/>
                  </a:lnTo>
                  <a:lnTo>
                    <a:pt x="237" y="397"/>
                  </a:lnTo>
                  <a:lnTo>
                    <a:pt x="242" y="399"/>
                  </a:lnTo>
                  <a:lnTo>
                    <a:pt x="242" y="399"/>
                  </a:lnTo>
                  <a:lnTo>
                    <a:pt x="244" y="395"/>
                  </a:lnTo>
                  <a:lnTo>
                    <a:pt x="246" y="393"/>
                  </a:lnTo>
                  <a:lnTo>
                    <a:pt x="249" y="393"/>
                  </a:lnTo>
                  <a:lnTo>
                    <a:pt x="249" y="393"/>
                  </a:lnTo>
                  <a:lnTo>
                    <a:pt x="248" y="395"/>
                  </a:lnTo>
                  <a:lnTo>
                    <a:pt x="248" y="397"/>
                  </a:lnTo>
                  <a:lnTo>
                    <a:pt x="251" y="399"/>
                  </a:lnTo>
                  <a:lnTo>
                    <a:pt x="251" y="399"/>
                  </a:lnTo>
                  <a:lnTo>
                    <a:pt x="249" y="393"/>
                  </a:lnTo>
                  <a:lnTo>
                    <a:pt x="249" y="391"/>
                  </a:lnTo>
                  <a:lnTo>
                    <a:pt x="249" y="391"/>
                  </a:lnTo>
                  <a:lnTo>
                    <a:pt x="249" y="391"/>
                  </a:lnTo>
                  <a:lnTo>
                    <a:pt x="253" y="391"/>
                  </a:lnTo>
                  <a:lnTo>
                    <a:pt x="259" y="391"/>
                  </a:lnTo>
                  <a:lnTo>
                    <a:pt x="259" y="391"/>
                  </a:lnTo>
                  <a:lnTo>
                    <a:pt x="255" y="390"/>
                  </a:lnTo>
                  <a:lnTo>
                    <a:pt x="253" y="386"/>
                  </a:lnTo>
                  <a:lnTo>
                    <a:pt x="253" y="386"/>
                  </a:lnTo>
                  <a:lnTo>
                    <a:pt x="259" y="386"/>
                  </a:lnTo>
                  <a:lnTo>
                    <a:pt x="264" y="386"/>
                  </a:lnTo>
                  <a:lnTo>
                    <a:pt x="264" y="386"/>
                  </a:lnTo>
                  <a:lnTo>
                    <a:pt x="260" y="382"/>
                  </a:lnTo>
                  <a:lnTo>
                    <a:pt x="259" y="379"/>
                  </a:lnTo>
                  <a:lnTo>
                    <a:pt x="255" y="373"/>
                  </a:lnTo>
                  <a:lnTo>
                    <a:pt x="249" y="371"/>
                  </a:lnTo>
                  <a:lnTo>
                    <a:pt x="249" y="371"/>
                  </a:lnTo>
                  <a:close/>
                  <a:moveTo>
                    <a:pt x="550" y="370"/>
                  </a:moveTo>
                  <a:lnTo>
                    <a:pt x="550" y="370"/>
                  </a:lnTo>
                  <a:lnTo>
                    <a:pt x="557" y="399"/>
                  </a:lnTo>
                  <a:lnTo>
                    <a:pt x="557" y="399"/>
                  </a:lnTo>
                  <a:lnTo>
                    <a:pt x="557" y="397"/>
                  </a:lnTo>
                  <a:lnTo>
                    <a:pt x="561" y="397"/>
                  </a:lnTo>
                  <a:lnTo>
                    <a:pt x="565" y="395"/>
                  </a:lnTo>
                  <a:lnTo>
                    <a:pt x="565" y="395"/>
                  </a:lnTo>
                  <a:lnTo>
                    <a:pt x="565" y="390"/>
                  </a:lnTo>
                  <a:lnTo>
                    <a:pt x="565" y="382"/>
                  </a:lnTo>
                  <a:lnTo>
                    <a:pt x="561" y="375"/>
                  </a:lnTo>
                  <a:lnTo>
                    <a:pt x="559" y="371"/>
                  </a:lnTo>
                  <a:lnTo>
                    <a:pt x="559" y="371"/>
                  </a:lnTo>
                  <a:lnTo>
                    <a:pt x="554" y="370"/>
                  </a:lnTo>
                  <a:lnTo>
                    <a:pt x="550" y="370"/>
                  </a:lnTo>
                  <a:lnTo>
                    <a:pt x="550" y="370"/>
                  </a:lnTo>
                  <a:close/>
                  <a:moveTo>
                    <a:pt x="253" y="355"/>
                  </a:moveTo>
                  <a:lnTo>
                    <a:pt x="253" y="355"/>
                  </a:lnTo>
                  <a:lnTo>
                    <a:pt x="251" y="360"/>
                  </a:lnTo>
                  <a:lnTo>
                    <a:pt x="251" y="364"/>
                  </a:lnTo>
                  <a:lnTo>
                    <a:pt x="251" y="364"/>
                  </a:lnTo>
                  <a:lnTo>
                    <a:pt x="248" y="368"/>
                  </a:lnTo>
                  <a:lnTo>
                    <a:pt x="248" y="370"/>
                  </a:lnTo>
                  <a:lnTo>
                    <a:pt x="251" y="370"/>
                  </a:lnTo>
                  <a:lnTo>
                    <a:pt x="251" y="370"/>
                  </a:lnTo>
                  <a:lnTo>
                    <a:pt x="257" y="364"/>
                  </a:lnTo>
                  <a:lnTo>
                    <a:pt x="264" y="362"/>
                  </a:lnTo>
                  <a:lnTo>
                    <a:pt x="253" y="355"/>
                  </a:lnTo>
                  <a:close/>
                  <a:moveTo>
                    <a:pt x="523" y="348"/>
                  </a:moveTo>
                  <a:lnTo>
                    <a:pt x="523" y="348"/>
                  </a:lnTo>
                  <a:lnTo>
                    <a:pt x="526" y="350"/>
                  </a:lnTo>
                  <a:lnTo>
                    <a:pt x="530" y="351"/>
                  </a:lnTo>
                  <a:lnTo>
                    <a:pt x="530" y="353"/>
                  </a:lnTo>
                  <a:lnTo>
                    <a:pt x="528" y="355"/>
                  </a:lnTo>
                  <a:lnTo>
                    <a:pt x="521" y="357"/>
                  </a:lnTo>
                  <a:lnTo>
                    <a:pt x="521" y="357"/>
                  </a:lnTo>
                  <a:lnTo>
                    <a:pt x="519" y="350"/>
                  </a:lnTo>
                  <a:lnTo>
                    <a:pt x="521" y="348"/>
                  </a:lnTo>
                  <a:lnTo>
                    <a:pt x="523" y="348"/>
                  </a:lnTo>
                  <a:lnTo>
                    <a:pt x="523" y="348"/>
                  </a:lnTo>
                  <a:close/>
                  <a:moveTo>
                    <a:pt x="543" y="340"/>
                  </a:moveTo>
                  <a:lnTo>
                    <a:pt x="543" y="340"/>
                  </a:lnTo>
                  <a:lnTo>
                    <a:pt x="543" y="340"/>
                  </a:lnTo>
                  <a:lnTo>
                    <a:pt x="543" y="342"/>
                  </a:lnTo>
                  <a:lnTo>
                    <a:pt x="539" y="344"/>
                  </a:lnTo>
                  <a:lnTo>
                    <a:pt x="539" y="344"/>
                  </a:lnTo>
                  <a:lnTo>
                    <a:pt x="539" y="340"/>
                  </a:lnTo>
                  <a:lnTo>
                    <a:pt x="541" y="339"/>
                  </a:lnTo>
                  <a:lnTo>
                    <a:pt x="543" y="340"/>
                  </a:lnTo>
                  <a:lnTo>
                    <a:pt x="543" y="340"/>
                  </a:lnTo>
                  <a:close/>
                  <a:moveTo>
                    <a:pt x="344" y="308"/>
                  </a:moveTo>
                  <a:lnTo>
                    <a:pt x="344" y="308"/>
                  </a:lnTo>
                  <a:lnTo>
                    <a:pt x="341" y="319"/>
                  </a:lnTo>
                  <a:lnTo>
                    <a:pt x="342" y="319"/>
                  </a:lnTo>
                  <a:lnTo>
                    <a:pt x="346" y="315"/>
                  </a:lnTo>
                  <a:lnTo>
                    <a:pt x="346" y="315"/>
                  </a:lnTo>
                  <a:lnTo>
                    <a:pt x="346" y="309"/>
                  </a:lnTo>
                  <a:lnTo>
                    <a:pt x="346" y="308"/>
                  </a:lnTo>
                  <a:lnTo>
                    <a:pt x="344" y="308"/>
                  </a:lnTo>
                  <a:lnTo>
                    <a:pt x="344" y="308"/>
                  </a:lnTo>
                  <a:close/>
                  <a:moveTo>
                    <a:pt x="42" y="306"/>
                  </a:moveTo>
                  <a:lnTo>
                    <a:pt x="36" y="309"/>
                  </a:lnTo>
                  <a:lnTo>
                    <a:pt x="36" y="309"/>
                  </a:lnTo>
                  <a:lnTo>
                    <a:pt x="33" y="309"/>
                  </a:lnTo>
                  <a:lnTo>
                    <a:pt x="29" y="308"/>
                  </a:lnTo>
                  <a:lnTo>
                    <a:pt x="29" y="308"/>
                  </a:lnTo>
                  <a:lnTo>
                    <a:pt x="29" y="309"/>
                  </a:lnTo>
                  <a:lnTo>
                    <a:pt x="27" y="311"/>
                  </a:lnTo>
                  <a:lnTo>
                    <a:pt x="24" y="313"/>
                  </a:lnTo>
                  <a:lnTo>
                    <a:pt x="24" y="313"/>
                  </a:lnTo>
                  <a:lnTo>
                    <a:pt x="31" y="317"/>
                  </a:lnTo>
                  <a:lnTo>
                    <a:pt x="38" y="320"/>
                  </a:lnTo>
                  <a:lnTo>
                    <a:pt x="38" y="320"/>
                  </a:lnTo>
                  <a:lnTo>
                    <a:pt x="44" y="320"/>
                  </a:lnTo>
                  <a:lnTo>
                    <a:pt x="47" y="319"/>
                  </a:lnTo>
                  <a:lnTo>
                    <a:pt x="49" y="317"/>
                  </a:lnTo>
                  <a:lnTo>
                    <a:pt x="51" y="313"/>
                  </a:lnTo>
                  <a:lnTo>
                    <a:pt x="51" y="311"/>
                  </a:lnTo>
                  <a:lnTo>
                    <a:pt x="51" y="308"/>
                  </a:lnTo>
                  <a:lnTo>
                    <a:pt x="47" y="306"/>
                  </a:lnTo>
                  <a:lnTo>
                    <a:pt x="42" y="306"/>
                  </a:lnTo>
                  <a:lnTo>
                    <a:pt x="42" y="30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81" name="Freeform 465">
              <a:extLst>
                <a:ext uri="{FF2B5EF4-FFF2-40B4-BE49-F238E27FC236}">
                  <a16:creationId xmlns:a16="http://schemas.microsoft.com/office/drawing/2014/main" id="{A34F207B-410E-4A55-A24B-2DB8211C4F55}"/>
                </a:ext>
              </a:extLst>
            </p:cNvPr>
            <p:cNvSpPr>
              <a:spLocks/>
            </p:cNvSpPr>
            <p:nvPr/>
          </p:nvSpPr>
          <p:spPr bwMode="auto">
            <a:xfrm>
              <a:off x="6989785" y="2917365"/>
              <a:ext cx="315881" cy="250628"/>
            </a:xfrm>
            <a:custGeom>
              <a:avLst/>
              <a:gdLst>
                <a:gd name="T0" fmla="*/ 104 w 213"/>
                <a:gd name="T1" fmla="*/ 13 h 169"/>
                <a:gd name="T2" fmla="*/ 91 w 213"/>
                <a:gd name="T3" fmla="*/ 7 h 169"/>
                <a:gd name="T4" fmla="*/ 77 w 213"/>
                <a:gd name="T5" fmla="*/ 5 h 169"/>
                <a:gd name="T6" fmla="*/ 66 w 213"/>
                <a:gd name="T7" fmla="*/ 0 h 169"/>
                <a:gd name="T8" fmla="*/ 60 w 213"/>
                <a:gd name="T9" fmla="*/ 9 h 169"/>
                <a:gd name="T10" fmla="*/ 58 w 213"/>
                <a:gd name="T11" fmla="*/ 23 h 169"/>
                <a:gd name="T12" fmla="*/ 51 w 213"/>
                <a:gd name="T13" fmla="*/ 40 h 169"/>
                <a:gd name="T14" fmla="*/ 31 w 213"/>
                <a:gd name="T15" fmla="*/ 45 h 169"/>
                <a:gd name="T16" fmla="*/ 20 w 213"/>
                <a:gd name="T17" fmla="*/ 45 h 169"/>
                <a:gd name="T18" fmla="*/ 16 w 213"/>
                <a:gd name="T19" fmla="*/ 58 h 169"/>
                <a:gd name="T20" fmla="*/ 6 w 213"/>
                <a:gd name="T21" fmla="*/ 62 h 169"/>
                <a:gd name="T22" fmla="*/ 0 w 213"/>
                <a:gd name="T23" fmla="*/ 80 h 169"/>
                <a:gd name="T24" fmla="*/ 7 w 213"/>
                <a:gd name="T25" fmla="*/ 87 h 169"/>
                <a:gd name="T26" fmla="*/ 2 w 213"/>
                <a:gd name="T27" fmla="*/ 100 h 169"/>
                <a:gd name="T28" fmla="*/ 11 w 213"/>
                <a:gd name="T29" fmla="*/ 116 h 169"/>
                <a:gd name="T30" fmla="*/ 13 w 213"/>
                <a:gd name="T31" fmla="*/ 129 h 169"/>
                <a:gd name="T32" fmla="*/ 31 w 213"/>
                <a:gd name="T33" fmla="*/ 135 h 169"/>
                <a:gd name="T34" fmla="*/ 13 w 213"/>
                <a:gd name="T35" fmla="*/ 160 h 169"/>
                <a:gd name="T36" fmla="*/ 35 w 213"/>
                <a:gd name="T37" fmla="*/ 167 h 169"/>
                <a:gd name="T38" fmla="*/ 57 w 213"/>
                <a:gd name="T39" fmla="*/ 166 h 169"/>
                <a:gd name="T40" fmla="*/ 66 w 213"/>
                <a:gd name="T41" fmla="*/ 162 h 169"/>
                <a:gd name="T42" fmla="*/ 77 w 213"/>
                <a:gd name="T43" fmla="*/ 153 h 169"/>
                <a:gd name="T44" fmla="*/ 86 w 213"/>
                <a:gd name="T45" fmla="*/ 142 h 169"/>
                <a:gd name="T46" fmla="*/ 100 w 213"/>
                <a:gd name="T47" fmla="*/ 131 h 169"/>
                <a:gd name="T48" fmla="*/ 108 w 213"/>
                <a:gd name="T49" fmla="*/ 124 h 169"/>
                <a:gd name="T50" fmla="*/ 111 w 213"/>
                <a:gd name="T51" fmla="*/ 113 h 169"/>
                <a:gd name="T52" fmla="*/ 117 w 213"/>
                <a:gd name="T53" fmla="*/ 111 h 169"/>
                <a:gd name="T54" fmla="*/ 129 w 213"/>
                <a:gd name="T55" fmla="*/ 111 h 169"/>
                <a:gd name="T56" fmla="*/ 131 w 213"/>
                <a:gd name="T57" fmla="*/ 98 h 169"/>
                <a:gd name="T58" fmla="*/ 139 w 213"/>
                <a:gd name="T59" fmla="*/ 84 h 169"/>
                <a:gd name="T60" fmla="*/ 137 w 213"/>
                <a:gd name="T61" fmla="*/ 71 h 169"/>
                <a:gd name="T62" fmla="*/ 151 w 213"/>
                <a:gd name="T63" fmla="*/ 71 h 169"/>
                <a:gd name="T64" fmla="*/ 149 w 213"/>
                <a:gd name="T65" fmla="*/ 56 h 169"/>
                <a:gd name="T66" fmla="*/ 155 w 213"/>
                <a:gd name="T67" fmla="*/ 42 h 169"/>
                <a:gd name="T68" fmla="*/ 182 w 213"/>
                <a:gd name="T69" fmla="*/ 29 h 169"/>
                <a:gd name="T70" fmla="*/ 204 w 213"/>
                <a:gd name="T71" fmla="*/ 25 h 169"/>
                <a:gd name="T72" fmla="*/ 213 w 213"/>
                <a:gd name="T73" fmla="*/ 22 h 169"/>
                <a:gd name="T74" fmla="*/ 202 w 213"/>
                <a:gd name="T75" fmla="*/ 18 h 169"/>
                <a:gd name="T76" fmla="*/ 184 w 213"/>
                <a:gd name="T77" fmla="*/ 16 h 169"/>
                <a:gd name="T78" fmla="*/ 168 w 213"/>
                <a:gd name="T79" fmla="*/ 22 h 169"/>
                <a:gd name="T80" fmla="*/ 155 w 213"/>
                <a:gd name="T81" fmla="*/ 34 h 169"/>
                <a:gd name="T82" fmla="*/ 140 w 213"/>
                <a:gd name="T83" fmla="*/ 29 h 169"/>
                <a:gd name="T84" fmla="*/ 148 w 213"/>
                <a:gd name="T85" fmla="*/ 13 h 169"/>
                <a:gd name="T86" fmla="*/ 139 w 213"/>
                <a:gd name="T87" fmla="*/ 2 h 169"/>
                <a:gd name="T88" fmla="*/ 129 w 213"/>
                <a:gd name="T89" fmla="*/ 3 h 169"/>
                <a:gd name="T90" fmla="*/ 120 w 213"/>
                <a:gd name="T91" fmla="*/ 11 h 169"/>
                <a:gd name="T92" fmla="*/ 111 w 213"/>
                <a:gd name="T93" fmla="*/ 11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13" h="169">
                  <a:moveTo>
                    <a:pt x="111" y="11"/>
                  </a:moveTo>
                  <a:lnTo>
                    <a:pt x="104" y="13"/>
                  </a:lnTo>
                  <a:lnTo>
                    <a:pt x="97" y="13"/>
                  </a:lnTo>
                  <a:lnTo>
                    <a:pt x="91" y="7"/>
                  </a:lnTo>
                  <a:lnTo>
                    <a:pt x="84" y="5"/>
                  </a:lnTo>
                  <a:lnTo>
                    <a:pt x="77" y="5"/>
                  </a:lnTo>
                  <a:lnTo>
                    <a:pt x="71" y="2"/>
                  </a:lnTo>
                  <a:lnTo>
                    <a:pt x="66" y="0"/>
                  </a:lnTo>
                  <a:lnTo>
                    <a:pt x="64" y="5"/>
                  </a:lnTo>
                  <a:lnTo>
                    <a:pt x="60" y="9"/>
                  </a:lnTo>
                  <a:lnTo>
                    <a:pt x="60" y="18"/>
                  </a:lnTo>
                  <a:lnTo>
                    <a:pt x="58" y="23"/>
                  </a:lnTo>
                  <a:lnTo>
                    <a:pt x="49" y="33"/>
                  </a:lnTo>
                  <a:lnTo>
                    <a:pt x="51" y="40"/>
                  </a:lnTo>
                  <a:lnTo>
                    <a:pt x="38" y="47"/>
                  </a:lnTo>
                  <a:lnTo>
                    <a:pt x="31" y="45"/>
                  </a:lnTo>
                  <a:lnTo>
                    <a:pt x="27" y="47"/>
                  </a:lnTo>
                  <a:lnTo>
                    <a:pt x="20" y="45"/>
                  </a:lnTo>
                  <a:lnTo>
                    <a:pt x="16" y="53"/>
                  </a:lnTo>
                  <a:lnTo>
                    <a:pt x="16" y="58"/>
                  </a:lnTo>
                  <a:lnTo>
                    <a:pt x="9" y="60"/>
                  </a:lnTo>
                  <a:lnTo>
                    <a:pt x="6" y="62"/>
                  </a:lnTo>
                  <a:lnTo>
                    <a:pt x="2" y="69"/>
                  </a:lnTo>
                  <a:lnTo>
                    <a:pt x="0" y="80"/>
                  </a:lnTo>
                  <a:lnTo>
                    <a:pt x="2" y="84"/>
                  </a:lnTo>
                  <a:lnTo>
                    <a:pt x="7" y="87"/>
                  </a:lnTo>
                  <a:lnTo>
                    <a:pt x="0" y="93"/>
                  </a:lnTo>
                  <a:lnTo>
                    <a:pt x="2" y="100"/>
                  </a:lnTo>
                  <a:lnTo>
                    <a:pt x="7" y="107"/>
                  </a:lnTo>
                  <a:lnTo>
                    <a:pt x="11" y="116"/>
                  </a:lnTo>
                  <a:lnTo>
                    <a:pt x="11" y="125"/>
                  </a:lnTo>
                  <a:lnTo>
                    <a:pt x="13" y="129"/>
                  </a:lnTo>
                  <a:lnTo>
                    <a:pt x="27" y="131"/>
                  </a:lnTo>
                  <a:lnTo>
                    <a:pt x="31" y="135"/>
                  </a:lnTo>
                  <a:lnTo>
                    <a:pt x="31" y="140"/>
                  </a:lnTo>
                  <a:lnTo>
                    <a:pt x="13" y="160"/>
                  </a:lnTo>
                  <a:lnTo>
                    <a:pt x="29" y="169"/>
                  </a:lnTo>
                  <a:lnTo>
                    <a:pt x="35" y="167"/>
                  </a:lnTo>
                  <a:lnTo>
                    <a:pt x="42" y="166"/>
                  </a:lnTo>
                  <a:lnTo>
                    <a:pt x="57" y="166"/>
                  </a:lnTo>
                  <a:lnTo>
                    <a:pt x="64" y="169"/>
                  </a:lnTo>
                  <a:lnTo>
                    <a:pt x="66" y="162"/>
                  </a:lnTo>
                  <a:lnTo>
                    <a:pt x="75" y="160"/>
                  </a:lnTo>
                  <a:lnTo>
                    <a:pt x="77" y="153"/>
                  </a:lnTo>
                  <a:lnTo>
                    <a:pt x="78" y="147"/>
                  </a:lnTo>
                  <a:lnTo>
                    <a:pt x="86" y="142"/>
                  </a:lnTo>
                  <a:lnTo>
                    <a:pt x="97" y="127"/>
                  </a:lnTo>
                  <a:lnTo>
                    <a:pt x="100" y="131"/>
                  </a:lnTo>
                  <a:lnTo>
                    <a:pt x="106" y="127"/>
                  </a:lnTo>
                  <a:lnTo>
                    <a:pt x="108" y="124"/>
                  </a:lnTo>
                  <a:lnTo>
                    <a:pt x="102" y="116"/>
                  </a:lnTo>
                  <a:lnTo>
                    <a:pt x="111" y="113"/>
                  </a:lnTo>
                  <a:lnTo>
                    <a:pt x="115" y="107"/>
                  </a:lnTo>
                  <a:lnTo>
                    <a:pt x="117" y="111"/>
                  </a:lnTo>
                  <a:lnTo>
                    <a:pt x="124" y="113"/>
                  </a:lnTo>
                  <a:lnTo>
                    <a:pt x="129" y="111"/>
                  </a:lnTo>
                  <a:lnTo>
                    <a:pt x="133" y="105"/>
                  </a:lnTo>
                  <a:lnTo>
                    <a:pt x="131" y="98"/>
                  </a:lnTo>
                  <a:lnTo>
                    <a:pt x="139" y="93"/>
                  </a:lnTo>
                  <a:lnTo>
                    <a:pt x="139" y="84"/>
                  </a:lnTo>
                  <a:lnTo>
                    <a:pt x="133" y="78"/>
                  </a:lnTo>
                  <a:lnTo>
                    <a:pt x="137" y="71"/>
                  </a:lnTo>
                  <a:lnTo>
                    <a:pt x="142" y="73"/>
                  </a:lnTo>
                  <a:lnTo>
                    <a:pt x="151" y="71"/>
                  </a:lnTo>
                  <a:lnTo>
                    <a:pt x="153" y="62"/>
                  </a:lnTo>
                  <a:lnTo>
                    <a:pt x="149" y="56"/>
                  </a:lnTo>
                  <a:lnTo>
                    <a:pt x="157" y="51"/>
                  </a:lnTo>
                  <a:lnTo>
                    <a:pt x="155" y="42"/>
                  </a:lnTo>
                  <a:lnTo>
                    <a:pt x="173" y="31"/>
                  </a:lnTo>
                  <a:lnTo>
                    <a:pt x="182" y="29"/>
                  </a:lnTo>
                  <a:lnTo>
                    <a:pt x="193" y="25"/>
                  </a:lnTo>
                  <a:lnTo>
                    <a:pt x="204" y="25"/>
                  </a:lnTo>
                  <a:lnTo>
                    <a:pt x="210" y="25"/>
                  </a:lnTo>
                  <a:lnTo>
                    <a:pt x="213" y="22"/>
                  </a:lnTo>
                  <a:lnTo>
                    <a:pt x="213" y="16"/>
                  </a:lnTo>
                  <a:lnTo>
                    <a:pt x="202" y="18"/>
                  </a:lnTo>
                  <a:lnTo>
                    <a:pt x="190" y="14"/>
                  </a:lnTo>
                  <a:lnTo>
                    <a:pt x="184" y="16"/>
                  </a:lnTo>
                  <a:lnTo>
                    <a:pt x="173" y="22"/>
                  </a:lnTo>
                  <a:lnTo>
                    <a:pt x="168" y="22"/>
                  </a:lnTo>
                  <a:lnTo>
                    <a:pt x="164" y="29"/>
                  </a:lnTo>
                  <a:lnTo>
                    <a:pt x="155" y="34"/>
                  </a:lnTo>
                  <a:lnTo>
                    <a:pt x="148" y="38"/>
                  </a:lnTo>
                  <a:lnTo>
                    <a:pt x="140" y="29"/>
                  </a:lnTo>
                  <a:lnTo>
                    <a:pt x="142" y="20"/>
                  </a:lnTo>
                  <a:lnTo>
                    <a:pt x="148" y="13"/>
                  </a:lnTo>
                  <a:lnTo>
                    <a:pt x="142" y="7"/>
                  </a:lnTo>
                  <a:lnTo>
                    <a:pt x="139" y="2"/>
                  </a:lnTo>
                  <a:lnTo>
                    <a:pt x="135" y="0"/>
                  </a:lnTo>
                  <a:lnTo>
                    <a:pt x="129" y="3"/>
                  </a:lnTo>
                  <a:lnTo>
                    <a:pt x="126" y="7"/>
                  </a:lnTo>
                  <a:lnTo>
                    <a:pt x="120" y="11"/>
                  </a:lnTo>
                  <a:lnTo>
                    <a:pt x="115" y="11"/>
                  </a:lnTo>
                  <a:lnTo>
                    <a:pt x="111" y="1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</p:grpSp>
      <p:sp>
        <p:nvSpPr>
          <p:cNvPr id="482" name="Text Placeholder 54">
            <a:extLst>
              <a:ext uri="{FF2B5EF4-FFF2-40B4-BE49-F238E27FC236}">
                <a16:creationId xmlns:a16="http://schemas.microsoft.com/office/drawing/2014/main" id="{B8A85AB9-E7AE-4786-83BD-C4142FEC6C1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971791" y="4798144"/>
            <a:ext cx="1400579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3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Stat</a:t>
            </a:r>
          </a:p>
        </p:txBody>
      </p:sp>
      <p:sp>
        <p:nvSpPr>
          <p:cNvPr id="483" name="Text Placeholder 16">
            <a:extLst>
              <a:ext uri="{FF2B5EF4-FFF2-40B4-BE49-F238E27FC236}">
                <a16:creationId xmlns:a16="http://schemas.microsoft.com/office/drawing/2014/main" id="{357A5063-0EA9-4D46-8A70-4D15E8810C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971792" y="5331455"/>
            <a:ext cx="1417763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490" name="Text Placeholder 54">
            <a:extLst>
              <a:ext uri="{FF2B5EF4-FFF2-40B4-BE49-F238E27FC236}">
                <a16:creationId xmlns:a16="http://schemas.microsoft.com/office/drawing/2014/main" id="{4A139E48-5E5F-47AC-A444-ACA76F9BB81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734340" y="4793269"/>
            <a:ext cx="1400579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3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Stat</a:t>
            </a:r>
          </a:p>
        </p:txBody>
      </p:sp>
      <p:sp>
        <p:nvSpPr>
          <p:cNvPr id="491" name="Text Placeholder 16">
            <a:extLst>
              <a:ext uri="{FF2B5EF4-FFF2-40B4-BE49-F238E27FC236}">
                <a16:creationId xmlns:a16="http://schemas.microsoft.com/office/drawing/2014/main" id="{D3171681-C72F-469B-A58F-EEC35AC11D5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734341" y="5326580"/>
            <a:ext cx="1417763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492" name="Text Placeholder 54">
            <a:extLst>
              <a:ext uri="{FF2B5EF4-FFF2-40B4-BE49-F238E27FC236}">
                <a16:creationId xmlns:a16="http://schemas.microsoft.com/office/drawing/2014/main" id="{D37E1F1D-5927-4A2C-96E6-B3E9B552FA3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0259437" y="4798144"/>
            <a:ext cx="1400579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3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Stat</a:t>
            </a:r>
          </a:p>
        </p:txBody>
      </p:sp>
      <p:sp>
        <p:nvSpPr>
          <p:cNvPr id="493" name="Text Placeholder 16">
            <a:extLst>
              <a:ext uri="{FF2B5EF4-FFF2-40B4-BE49-F238E27FC236}">
                <a16:creationId xmlns:a16="http://schemas.microsoft.com/office/drawing/2014/main" id="{78F8F08B-A254-4A49-A8B2-AC6B536B1E9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259438" y="5331455"/>
            <a:ext cx="1417763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494" name="Text Placeholder 54">
            <a:extLst>
              <a:ext uri="{FF2B5EF4-FFF2-40B4-BE49-F238E27FC236}">
                <a16:creationId xmlns:a16="http://schemas.microsoft.com/office/drawing/2014/main" id="{F45047AA-1286-4AE8-B16A-F73201EA21A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496889" y="4793269"/>
            <a:ext cx="1400579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3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Stat</a:t>
            </a:r>
          </a:p>
        </p:txBody>
      </p:sp>
      <p:sp>
        <p:nvSpPr>
          <p:cNvPr id="495" name="Text Placeholder 16">
            <a:extLst>
              <a:ext uri="{FF2B5EF4-FFF2-40B4-BE49-F238E27FC236}">
                <a16:creationId xmlns:a16="http://schemas.microsoft.com/office/drawing/2014/main" id="{616A5A6A-1E43-4D2E-AE5E-A2E9ACA809F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496890" y="5326580"/>
            <a:ext cx="1417763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Content</a:t>
            </a:r>
          </a:p>
        </p:txBody>
      </p:sp>
      <p:pic>
        <p:nvPicPr>
          <p:cNvPr id="489" name="Graphic 488">
            <a:extLst>
              <a:ext uri="{FF2B5EF4-FFF2-40B4-BE49-F238E27FC236}">
                <a16:creationId xmlns:a16="http://schemas.microsoft.com/office/drawing/2014/main" id="{99AF8465-476C-4DEE-B1B2-DA2F7216534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361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25" userDrawn="1">
          <p15:clr>
            <a:srgbClr val="FBAE40"/>
          </p15:clr>
        </p15:guide>
        <p15:guide id="3" pos="7355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33.xml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32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slideLayout" Target="../slideLayouts/slideLayout45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8">
            <a:extLst>
              <a:ext uri="{FF2B5EF4-FFF2-40B4-BE49-F238E27FC236}">
                <a16:creationId xmlns:a16="http://schemas.microsoft.com/office/drawing/2014/main" id="{BD750B8A-CC5D-4D9E-BF6C-95DFE62ADED1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tx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tx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352311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67" r:id="rId1"/>
    <p:sldLayoutId id="2147484268" r:id="rId2"/>
    <p:sldLayoutId id="2147484269" r:id="rId3"/>
    <p:sldLayoutId id="2147484270" r:id="rId4"/>
    <p:sldLayoutId id="2147484271" r:id="rId5"/>
    <p:sldLayoutId id="2147484273" r:id="rId6"/>
    <p:sldLayoutId id="2147484276" r:id="rId7"/>
    <p:sldLayoutId id="2147484261" r:id="rId8"/>
    <p:sldLayoutId id="2147484262" r:id="rId9"/>
    <p:sldLayoutId id="2147484263" r:id="rId10"/>
    <p:sldLayoutId id="2147484275" r:id="rId11"/>
    <p:sldLayoutId id="2147484272" r:id="rId12"/>
    <p:sldLayoutId id="2147484274" r:id="rId13"/>
    <p:sldLayoutId id="2147484264" r:id="rId14"/>
    <p:sldLayoutId id="2147484265" r:id="rId15"/>
    <p:sldLayoutId id="2147484266" r:id="rId16"/>
    <p:sldLayoutId id="2147484277" r:id="rId17"/>
    <p:sldLayoutId id="2147484278" r:id="rId18"/>
    <p:sldLayoutId id="2147484279" r:id="rId19"/>
    <p:sldLayoutId id="2147484280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8">
            <a:extLst>
              <a:ext uri="{FF2B5EF4-FFF2-40B4-BE49-F238E27FC236}">
                <a16:creationId xmlns:a16="http://schemas.microsoft.com/office/drawing/2014/main" id="{208AB68A-D8D7-4E3B-A460-B560846131F9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tx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tx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2317993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25" r:id="rId1"/>
    <p:sldLayoutId id="2147484177" r:id="rId2"/>
    <p:sldLayoutId id="2147484229" r:id="rId3"/>
    <p:sldLayoutId id="2147484241" r:id="rId4"/>
    <p:sldLayoutId id="2147484233" r:id="rId5"/>
    <p:sldLayoutId id="2147484232" r:id="rId6"/>
    <p:sldLayoutId id="2147484234" r:id="rId7"/>
    <p:sldLayoutId id="2147484254" r:id="rId8"/>
    <p:sldLayoutId id="2147484224" r:id="rId9"/>
    <p:sldLayoutId id="2147484239" r:id="rId10"/>
    <p:sldLayoutId id="2147484230" r:id="rId11"/>
    <p:sldLayoutId id="2147484238" r:id="rId12"/>
    <p:sldLayoutId id="214748423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8">
            <a:extLst>
              <a:ext uri="{FF2B5EF4-FFF2-40B4-BE49-F238E27FC236}">
                <a16:creationId xmlns:a16="http://schemas.microsoft.com/office/drawing/2014/main" id="{A137A390-AA12-44E9-9E1A-4C6F1D9E912C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tx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tx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2320586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35" r:id="rId1"/>
    <p:sldLayoutId id="2147484240" r:id="rId2"/>
    <p:sldLayoutId id="2147484255" r:id="rId3"/>
    <p:sldLayoutId id="2147484256" r:id="rId4"/>
    <p:sldLayoutId id="2147484257" r:id="rId5"/>
    <p:sldLayoutId id="2147484258" r:id="rId6"/>
    <p:sldLayoutId id="2147484259" r:id="rId7"/>
    <p:sldLayoutId id="2147484260" r:id="rId8"/>
    <p:sldLayoutId id="2147484227" r:id="rId9"/>
    <p:sldLayoutId id="2147484228" r:id="rId10"/>
    <p:sldLayoutId id="2147484236" r:id="rId11"/>
    <p:sldLayoutId id="2147484237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2">
            <a:extLst>
              <a:ext uri="{FF2B5EF4-FFF2-40B4-BE49-F238E27FC236}">
                <a16:creationId xmlns:a16="http://schemas.microsoft.com/office/drawing/2014/main" id="{F09A3033-9F6D-42C4-B650-E25158A8006F}"/>
              </a:ext>
            </a:extLst>
          </p:cNvPr>
          <p:cNvSpPr txBox="1">
            <a:spLocks/>
          </p:cNvSpPr>
          <p:nvPr/>
        </p:nvSpPr>
        <p:spPr>
          <a:xfrm>
            <a:off x="477899" y="384880"/>
            <a:ext cx="9867931" cy="376358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b="1" dirty="0">
                <a:solidFill>
                  <a:schemeClr val="bg2"/>
                </a:solidFill>
                <a:latin typeface="Meiryo UI"/>
                <a:ea typeface="Meiryo UI"/>
              </a:rPr>
              <a:t>ハードウェア業界</a:t>
            </a:r>
            <a:endParaRPr lang="ja-JP" b="1" dirty="0">
              <a:solidFill>
                <a:schemeClr val="bg2"/>
              </a:solidFill>
              <a:latin typeface="Meiryo UI" panose="020B0604030504040204" pitchFamily="50" charset="-128"/>
              <a:ea typeface="Meiryo UI" panose="020B0604030504040204" pitchFamily="50" charset="-128"/>
              <a:cs typeface="+mj-lt"/>
            </a:endParaRPr>
          </a:p>
          <a:p>
            <a:endParaRPr lang="ja-JP" altLang="en-US" dirty="0">
              <a:solidFill>
                <a:schemeClr val="bg2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08FAA13A-BDC3-4CE2-8819-5B7CF6FC0234}"/>
              </a:ext>
            </a:extLst>
          </p:cNvPr>
          <p:cNvSpPr txBox="1">
            <a:spLocks/>
          </p:cNvSpPr>
          <p:nvPr/>
        </p:nvSpPr>
        <p:spPr>
          <a:xfrm>
            <a:off x="580674" y="1280311"/>
            <a:ext cx="11160124" cy="477618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000">
              <a:solidFill>
                <a:schemeClr val="bg2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C4821647-D02B-49AB-85BF-86E1AE039CBD}"/>
              </a:ext>
            </a:extLst>
          </p:cNvPr>
          <p:cNvSpPr txBox="1">
            <a:spLocks/>
          </p:cNvSpPr>
          <p:nvPr/>
        </p:nvSpPr>
        <p:spPr>
          <a:xfrm>
            <a:off x="668338" y="1196503"/>
            <a:ext cx="11160124" cy="4943798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>
                <a:solidFill>
                  <a:schemeClr val="bg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主な企業やサービス</a:t>
            </a:r>
            <a:endParaRPr lang="en-US" altLang="ja-JP">
              <a:solidFill>
                <a:schemeClr val="bg2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buNone/>
            </a:pPr>
            <a:r>
              <a:rPr lang="en-US" altLang="ja-JP" sz="2000">
                <a:solidFill>
                  <a:schemeClr val="bg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  </a:t>
            </a:r>
            <a:endParaRPr lang="en-US" sz="2000">
              <a:solidFill>
                <a:schemeClr val="bg2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1770EABE-765E-800A-4A97-94EF19F22288}"/>
              </a:ext>
            </a:extLst>
          </p:cNvPr>
          <p:cNvGrpSpPr/>
          <p:nvPr/>
        </p:nvGrpSpPr>
        <p:grpSpPr>
          <a:xfrm>
            <a:off x="1445734" y="1837630"/>
            <a:ext cx="4402117" cy="4308415"/>
            <a:chOff x="1633882" y="1837631"/>
            <a:chExt cx="4368298" cy="2005746"/>
          </a:xfrm>
        </p:grpSpPr>
        <p:sp>
          <p:nvSpPr>
            <p:cNvPr id="5" name="四角形: 角を丸くする 4">
              <a:extLst>
                <a:ext uri="{FF2B5EF4-FFF2-40B4-BE49-F238E27FC236}">
                  <a16:creationId xmlns:a16="http://schemas.microsoft.com/office/drawing/2014/main" id="{EDBC31F1-1488-423A-A307-1C473E666CAC}"/>
                </a:ext>
              </a:extLst>
            </p:cNvPr>
            <p:cNvSpPr/>
            <p:nvPr/>
          </p:nvSpPr>
          <p:spPr>
            <a:xfrm>
              <a:off x="1633882" y="2505726"/>
              <a:ext cx="4368298" cy="1337651"/>
            </a:xfrm>
            <a:prstGeom prst="roundRect">
              <a:avLst>
                <a:gd name="adj" fmla="val 0"/>
              </a:avLst>
            </a:prstGeom>
            <a:solidFill>
              <a:schemeClr val="tx2"/>
            </a:solidFill>
            <a:ln w="825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endParaRPr lang="ja-JP" altLang="en-US" sz="2000" b="1">
                <a:solidFill>
                  <a:schemeClr val="bg2"/>
                </a:solidFill>
                <a:latin typeface="Meiryo UI"/>
                <a:ea typeface="Meiryo UI"/>
              </a:endParaRPr>
            </a:p>
          </p:txBody>
        </p:sp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B61BB139-843C-427F-B30E-D5492BD26ADF}"/>
                </a:ext>
              </a:extLst>
            </p:cNvPr>
            <p:cNvSpPr txBox="1"/>
            <p:nvPr/>
          </p:nvSpPr>
          <p:spPr>
            <a:xfrm>
              <a:off x="1633882" y="1837631"/>
              <a:ext cx="4368298" cy="656151"/>
            </a:xfrm>
            <a:prstGeom prst="rect">
              <a:avLst/>
            </a:prstGeom>
            <a:noFill/>
            <a:ln w="82550">
              <a:solidFill>
                <a:schemeClr val="tx2"/>
              </a:solidFill>
              <a:miter lim="800000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algn="ctr"/>
              <a:r>
                <a:rPr kumimoji="1" lang="ja-JP" altLang="en-US" sz="3000" b="1" dirty="0">
                  <a:solidFill>
                    <a:schemeClr val="bg2"/>
                  </a:solidFill>
                  <a:latin typeface="Meiryo UI"/>
                  <a:ea typeface="Meiryo UI"/>
                </a:rPr>
                <a:t>汎用コンピューター</a:t>
              </a:r>
            </a:p>
            <a:p>
              <a:pPr algn="ctr"/>
              <a:r>
                <a:rPr lang="ja-JP" altLang="en-US" sz="2000" b="1" dirty="0">
                  <a:solidFill>
                    <a:schemeClr val="bg2"/>
                  </a:solidFill>
                  <a:latin typeface="Meiryo UI"/>
                  <a:ea typeface="Meiryo UI"/>
                </a:rPr>
                <a:t>プログラムを変更可＝様々な使い道</a:t>
              </a:r>
              <a:endParaRPr lang="ja-JP" dirty="0">
                <a:solidFill>
                  <a:schemeClr val="bg2"/>
                </a:solidFill>
                <a:latin typeface="Roboto"/>
                <a:ea typeface="Meiryo UI"/>
              </a:endParaRPr>
            </a:p>
            <a:p>
              <a:pPr algn="ctr"/>
              <a:r>
                <a:rPr lang="ja-JP" altLang="en-US" sz="2000" b="1" dirty="0">
                  <a:solidFill>
                    <a:schemeClr val="bg2"/>
                  </a:solidFill>
                  <a:latin typeface="Meiryo UI"/>
                  <a:ea typeface="Meiryo UI"/>
                </a:rPr>
                <a:t>周辺機器が豊富</a:t>
              </a:r>
              <a:endParaRPr lang="ja-JP" dirty="0">
                <a:solidFill>
                  <a:schemeClr val="bg2"/>
                </a:solidFill>
                <a:latin typeface="Roboto"/>
                <a:ea typeface="Meiryo UI"/>
              </a:endParaRPr>
            </a:p>
          </p:txBody>
        </p:sp>
      </p:grp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13C1FAD3-5073-1EC3-421A-C7B8FF3A11A7}"/>
              </a:ext>
            </a:extLst>
          </p:cNvPr>
          <p:cNvGrpSpPr/>
          <p:nvPr/>
        </p:nvGrpSpPr>
        <p:grpSpPr>
          <a:xfrm>
            <a:off x="6099780" y="1837631"/>
            <a:ext cx="4393185" cy="4308416"/>
            <a:chOff x="1633260" y="1837631"/>
            <a:chExt cx="4378534" cy="2059714"/>
          </a:xfrm>
        </p:grpSpPr>
        <p:sp>
          <p:nvSpPr>
            <p:cNvPr id="15" name="四角形: 角を丸くする 14">
              <a:extLst>
                <a:ext uri="{FF2B5EF4-FFF2-40B4-BE49-F238E27FC236}">
                  <a16:creationId xmlns:a16="http://schemas.microsoft.com/office/drawing/2014/main" id="{226B391A-FAB0-7719-51CC-821BEBED16EC}"/>
                </a:ext>
              </a:extLst>
            </p:cNvPr>
            <p:cNvSpPr/>
            <p:nvPr/>
          </p:nvSpPr>
          <p:spPr>
            <a:xfrm>
              <a:off x="1633260" y="2519528"/>
              <a:ext cx="4368920" cy="1377817"/>
            </a:xfrm>
            <a:prstGeom prst="roundRect">
              <a:avLst>
                <a:gd name="adj" fmla="val 0"/>
              </a:avLst>
            </a:prstGeom>
            <a:solidFill>
              <a:schemeClr val="tx2"/>
            </a:solidFill>
            <a:ln w="825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endParaRPr lang="ja-JP" altLang="en-US" sz="2000" b="1">
                <a:solidFill>
                  <a:schemeClr val="bg2"/>
                </a:solidFill>
                <a:latin typeface="Meiryo UI"/>
                <a:ea typeface="Meiryo UI"/>
                <a:cs typeface="+mn-lt"/>
              </a:endParaRPr>
            </a:p>
          </p:txBody>
        </p:sp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92E0DD83-C135-A4E2-9DAF-AE0627D3A24C}"/>
                </a:ext>
              </a:extLst>
            </p:cNvPr>
            <p:cNvSpPr txBox="1"/>
            <p:nvPr/>
          </p:nvSpPr>
          <p:spPr>
            <a:xfrm>
              <a:off x="1633498" y="1837631"/>
              <a:ext cx="4378296" cy="668904"/>
            </a:xfrm>
            <a:prstGeom prst="rect">
              <a:avLst/>
            </a:prstGeom>
            <a:noFill/>
            <a:ln w="82550">
              <a:solidFill>
                <a:schemeClr val="tx2"/>
              </a:solidFill>
              <a:miter lim="800000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algn="ctr"/>
              <a:r>
                <a:rPr lang="ja-JP" altLang="en-US" sz="3000" b="1">
                  <a:solidFill>
                    <a:schemeClr val="bg2"/>
                  </a:solidFill>
                  <a:latin typeface="Meiryo UI"/>
                  <a:ea typeface="Meiryo UI"/>
                </a:rPr>
                <a:t>専用コンピューター</a:t>
              </a:r>
            </a:p>
            <a:p>
              <a:pPr algn="ctr"/>
              <a:r>
                <a:rPr lang="ja-JP" altLang="en-US" sz="2000" b="1">
                  <a:solidFill>
                    <a:schemeClr val="bg2"/>
                  </a:solidFill>
                  <a:latin typeface="Meiryo UI"/>
                  <a:ea typeface="Meiryo UI"/>
                </a:rPr>
                <a:t>プログラムを変更不可＝特定用途</a:t>
              </a:r>
            </a:p>
            <a:p>
              <a:pPr algn="ctr"/>
              <a:r>
                <a:rPr lang="ja-JP" altLang="en-US" sz="2000" b="1">
                  <a:solidFill>
                    <a:schemeClr val="bg2"/>
                  </a:solidFill>
                  <a:latin typeface="Meiryo UI"/>
                  <a:ea typeface="Meiryo UI"/>
                </a:rPr>
                <a:t>別名：組み込みシステム</a:t>
              </a:r>
            </a:p>
          </p:txBody>
        </p:sp>
      </p:grp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A32BA9D-B9C9-0ECD-BCEE-4755E6546059}"/>
              </a:ext>
            </a:extLst>
          </p:cNvPr>
          <p:cNvSpPr txBox="1"/>
          <p:nvPr/>
        </p:nvSpPr>
        <p:spPr>
          <a:xfrm>
            <a:off x="1811867" y="3564467"/>
            <a:ext cx="385233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600" dirty="0"/>
              <a:t>デスクトップパソコン</a:t>
            </a:r>
            <a:endParaRPr kumimoji="1" lang="en-US" altLang="ja-JP" sz="1600" dirty="0"/>
          </a:p>
          <a:p>
            <a:r>
              <a:rPr kumimoji="1" lang="ja-JP" altLang="en-US" sz="1600" dirty="0"/>
              <a:t>ノート</a:t>
            </a:r>
            <a:endParaRPr kumimoji="1" lang="en-US" altLang="ja-JP" sz="1600" dirty="0"/>
          </a:p>
          <a:p>
            <a:r>
              <a:rPr kumimoji="1" lang="ja-JP" altLang="en-US" sz="1600" dirty="0"/>
              <a:t>スマートフォン</a:t>
            </a:r>
            <a:endParaRPr kumimoji="1" lang="en-US" altLang="ja-JP" sz="1600" dirty="0"/>
          </a:p>
          <a:p>
            <a:endParaRPr kumimoji="1" lang="ja-JP" altLang="en-US" sz="1600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797938E-0FA3-8D5F-FC1A-5DE9B41892C2}"/>
              </a:ext>
            </a:extLst>
          </p:cNvPr>
          <p:cNvSpPr txBox="1"/>
          <p:nvPr/>
        </p:nvSpPr>
        <p:spPr>
          <a:xfrm>
            <a:off x="6441596" y="3538811"/>
            <a:ext cx="376073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洗濯機</a:t>
            </a:r>
            <a:endParaRPr kumimoji="1" lang="en-US" altLang="ja-JP" dirty="0"/>
          </a:p>
          <a:p>
            <a:r>
              <a:rPr kumimoji="1" lang="ja-JP" altLang="en-US" dirty="0"/>
              <a:t>冷蔵庫　</a:t>
            </a:r>
            <a:endParaRPr kumimoji="1" lang="en-US" altLang="ja-JP" dirty="0"/>
          </a:p>
          <a:p>
            <a:r>
              <a:rPr kumimoji="1" lang="ja-JP" altLang="en-US" dirty="0"/>
              <a:t>炊飯器</a:t>
            </a:r>
            <a:endParaRPr kumimoji="1" lang="en-US" altLang="ja-JP" dirty="0"/>
          </a:p>
          <a:p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5371139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2">
            <a:extLst>
              <a:ext uri="{FF2B5EF4-FFF2-40B4-BE49-F238E27FC236}">
                <a16:creationId xmlns:a16="http://schemas.microsoft.com/office/drawing/2014/main" id="{F09A3033-9F6D-42C4-B650-E25158A8006F}"/>
              </a:ext>
            </a:extLst>
          </p:cNvPr>
          <p:cNvSpPr txBox="1">
            <a:spLocks/>
          </p:cNvSpPr>
          <p:nvPr/>
        </p:nvSpPr>
        <p:spPr>
          <a:xfrm>
            <a:off x="459084" y="337843"/>
            <a:ext cx="9867931" cy="376358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b="1">
                <a:solidFill>
                  <a:schemeClr val="bg2"/>
                </a:solidFill>
                <a:latin typeface="Meiryo UI"/>
                <a:ea typeface="Meiryo UI"/>
              </a:rPr>
              <a:t>ソフトウェア</a:t>
            </a:r>
            <a:r>
              <a:rPr lang="ja-JP" b="1">
                <a:solidFill>
                  <a:schemeClr val="bg2"/>
                </a:solidFill>
                <a:latin typeface="Meiryo UI"/>
                <a:ea typeface="Meiryo UI"/>
              </a:rPr>
              <a:t>業界</a:t>
            </a:r>
            <a:endParaRPr lang="ja-JP" b="1">
              <a:solidFill>
                <a:schemeClr val="bg2"/>
              </a:solidFill>
              <a:latin typeface="Meiryo UI"/>
              <a:ea typeface="Meiryo UI"/>
              <a:cs typeface="+mj-lt"/>
            </a:endParaRPr>
          </a:p>
          <a:p>
            <a:endParaRPr lang="ja-JP" altLang="en-US">
              <a:solidFill>
                <a:schemeClr val="bg2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08FAA13A-BDC3-4CE2-8819-5B7CF6FC0234}"/>
              </a:ext>
            </a:extLst>
          </p:cNvPr>
          <p:cNvSpPr txBox="1">
            <a:spLocks/>
          </p:cNvSpPr>
          <p:nvPr/>
        </p:nvSpPr>
        <p:spPr>
          <a:xfrm>
            <a:off x="564166" y="1279238"/>
            <a:ext cx="11160124" cy="477618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000">
              <a:solidFill>
                <a:schemeClr val="bg2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C4821647-D02B-49AB-85BF-86E1AE039CBD}"/>
              </a:ext>
            </a:extLst>
          </p:cNvPr>
          <p:cNvSpPr txBox="1">
            <a:spLocks/>
          </p:cNvSpPr>
          <p:nvPr/>
        </p:nvSpPr>
        <p:spPr>
          <a:xfrm>
            <a:off x="668338" y="1196503"/>
            <a:ext cx="11160124" cy="4943798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>
                <a:solidFill>
                  <a:schemeClr val="bg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主な企業やサービス</a:t>
            </a:r>
            <a:endParaRPr lang="en-US" altLang="ja-JP">
              <a:solidFill>
                <a:schemeClr val="bg2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buNone/>
            </a:pPr>
            <a:r>
              <a:rPr lang="en-US" altLang="ja-JP" sz="2000">
                <a:solidFill>
                  <a:schemeClr val="bg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  </a:t>
            </a:r>
            <a:endParaRPr lang="en-US" sz="2000">
              <a:solidFill>
                <a:schemeClr val="bg2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4C8F861C-1E1E-51C7-E292-0EDF08C8D74F}"/>
              </a:ext>
            </a:extLst>
          </p:cNvPr>
          <p:cNvGrpSpPr/>
          <p:nvPr/>
        </p:nvGrpSpPr>
        <p:grpSpPr>
          <a:xfrm>
            <a:off x="821220" y="1831952"/>
            <a:ext cx="10549560" cy="4065119"/>
            <a:chOff x="1176650" y="1874285"/>
            <a:chExt cx="10549560" cy="4065119"/>
          </a:xfrm>
        </p:grpSpPr>
        <p:grpSp>
          <p:nvGrpSpPr>
            <p:cNvPr id="4" name="グループ化 3">
              <a:extLst>
                <a:ext uri="{FF2B5EF4-FFF2-40B4-BE49-F238E27FC236}">
                  <a16:creationId xmlns:a16="http://schemas.microsoft.com/office/drawing/2014/main" id="{D24E3B61-C472-405E-1C60-3DA2E78197F3}"/>
                </a:ext>
              </a:extLst>
            </p:cNvPr>
            <p:cNvGrpSpPr/>
            <p:nvPr/>
          </p:nvGrpSpPr>
          <p:grpSpPr>
            <a:xfrm>
              <a:off x="1176650" y="1876214"/>
              <a:ext cx="3495685" cy="4061107"/>
              <a:chOff x="540043" y="1837631"/>
              <a:chExt cx="3157702" cy="1982602"/>
            </a:xfrm>
          </p:grpSpPr>
          <p:sp>
            <p:nvSpPr>
              <p:cNvPr id="5" name="四角形: 角を丸くする 4">
                <a:extLst>
                  <a:ext uri="{FF2B5EF4-FFF2-40B4-BE49-F238E27FC236}">
                    <a16:creationId xmlns:a16="http://schemas.microsoft.com/office/drawing/2014/main" id="{EDBC31F1-1488-423A-A307-1C473E666CAC}"/>
                  </a:ext>
                </a:extLst>
              </p:cNvPr>
              <p:cNvSpPr/>
              <p:nvPr/>
            </p:nvSpPr>
            <p:spPr>
              <a:xfrm>
                <a:off x="540043" y="2267098"/>
                <a:ext cx="3157702" cy="1553135"/>
              </a:xfrm>
              <a:prstGeom prst="roundRect">
                <a:avLst>
                  <a:gd name="adj" fmla="val 0"/>
                </a:avLst>
              </a:prstGeom>
              <a:solidFill>
                <a:schemeClr val="tx2"/>
              </a:solidFill>
              <a:ln w="82550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endParaRPr lang="ja-JP" altLang="en-US" sz="2000" b="1">
                  <a:solidFill>
                    <a:schemeClr val="bg2"/>
                  </a:solidFill>
                  <a:latin typeface="Meiryo UI"/>
                  <a:ea typeface="Meiryo UI"/>
                </a:endParaRPr>
              </a:p>
              <a:p>
                <a:endParaRPr lang="ja-JP" altLang="en-US" sz="2400" b="1">
                  <a:solidFill>
                    <a:schemeClr val="bg2"/>
                  </a:solidFill>
                  <a:latin typeface="Meiryo UI"/>
                  <a:ea typeface="Meiryo UI"/>
                </a:endParaRPr>
              </a:p>
            </p:txBody>
          </p:sp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B61BB139-843C-427F-B30E-D5492BD26ADF}"/>
                  </a:ext>
                </a:extLst>
              </p:cNvPr>
              <p:cNvSpPr txBox="1"/>
              <p:nvPr/>
            </p:nvSpPr>
            <p:spPr>
              <a:xfrm>
                <a:off x="540043" y="1837631"/>
                <a:ext cx="3157702" cy="414176"/>
              </a:xfrm>
              <a:prstGeom prst="rect">
                <a:avLst/>
              </a:prstGeom>
              <a:noFill/>
              <a:ln w="82550">
                <a:solidFill>
                  <a:schemeClr val="tx2"/>
                </a:solidFill>
                <a:miter lim="800000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algn="ctr"/>
                <a:r>
                  <a:rPr kumimoji="1" lang="ja-JP" altLang="en-US" sz="2800" b="1">
                    <a:solidFill>
                      <a:schemeClr val="bg2"/>
                    </a:solidFill>
                    <a:latin typeface="Meiryo UI"/>
                    <a:ea typeface="Meiryo UI"/>
                  </a:rPr>
                  <a:t>OS</a:t>
                </a:r>
              </a:p>
              <a:p>
                <a:pPr algn="ctr"/>
                <a:endParaRPr lang="ja-JP" altLang="en-US" b="1">
                  <a:solidFill>
                    <a:schemeClr val="bg2"/>
                  </a:solidFill>
                  <a:latin typeface="Meiryo UI"/>
                  <a:ea typeface="Meiryo UI"/>
                </a:endParaRPr>
              </a:p>
            </p:txBody>
          </p:sp>
        </p:grpSp>
        <p:grpSp>
          <p:nvGrpSpPr>
            <p:cNvPr id="11" name="グループ化 10">
              <a:extLst>
                <a:ext uri="{FF2B5EF4-FFF2-40B4-BE49-F238E27FC236}">
                  <a16:creationId xmlns:a16="http://schemas.microsoft.com/office/drawing/2014/main" id="{80D5F167-C85A-AC43-B24D-FF6614E72DF5}"/>
                </a:ext>
              </a:extLst>
            </p:cNvPr>
            <p:cNvGrpSpPr/>
            <p:nvPr/>
          </p:nvGrpSpPr>
          <p:grpSpPr>
            <a:xfrm>
              <a:off x="8329822" y="4395133"/>
              <a:ext cx="3390862" cy="1544270"/>
              <a:chOff x="4245786" y="4582030"/>
              <a:chExt cx="3194573" cy="1547638"/>
            </a:xfrm>
          </p:grpSpPr>
          <p:sp>
            <p:nvSpPr>
              <p:cNvPr id="20" name="四角形: 角を丸くする 19">
                <a:extLst>
                  <a:ext uri="{FF2B5EF4-FFF2-40B4-BE49-F238E27FC236}">
                    <a16:creationId xmlns:a16="http://schemas.microsoft.com/office/drawing/2014/main" id="{E72EAACE-A3B2-42F4-9448-556DD85BD0EC}"/>
                  </a:ext>
                </a:extLst>
              </p:cNvPr>
              <p:cNvSpPr/>
              <p:nvPr/>
            </p:nvSpPr>
            <p:spPr>
              <a:xfrm>
                <a:off x="4245786" y="5049668"/>
                <a:ext cx="3194573" cy="1080000"/>
              </a:xfrm>
              <a:prstGeom prst="roundRect">
                <a:avLst>
                  <a:gd name="adj" fmla="val 0"/>
                </a:avLst>
              </a:prstGeom>
              <a:solidFill>
                <a:schemeClr val="tx2"/>
              </a:solidFill>
              <a:ln w="82550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endParaRPr lang="en-US" altLang="ja-JP" sz="2000" b="1" dirty="0">
                  <a:solidFill>
                    <a:schemeClr val="bg2"/>
                  </a:solidFill>
                  <a:latin typeface="Meiryo UI"/>
                  <a:ea typeface="Meiryo UI"/>
                </a:endParaRPr>
              </a:p>
            </p:txBody>
          </p:sp>
          <p:sp>
            <p:nvSpPr>
              <p:cNvPr id="21" name="テキスト ボックス 20">
                <a:extLst>
                  <a:ext uri="{FF2B5EF4-FFF2-40B4-BE49-F238E27FC236}">
                    <a16:creationId xmlns:a16="http://schemas.microsoft.com/office/drawing/2014/main" id="{9FB2185C-9F85-4AEC-9013-7B5A46ED4D4F}"/>
                  </a:ext>
                </a:extLst>
              </p:cNvPr>
              <p:cNvSpPr txBox="1"/>
              <p:nvPr/>
            </p:nvSpPr>
            <p:spPr>
              <a:xfrm>
                <a:off x="4245786" y="4582030"/>
                <a:ext cx="3194573" cy="455336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82550">
                <a:solidFill>
                  <a:schemeClr val="tx2"/>
                </a:solidFill>
                <a:miter lim="800000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algn="ctr"/>
                <a:r>
                  <a:rPr lang="ja-JP" altLang="en-US" sz="2000" b="1">
                    <a:solidFill>
                      <a:schemeClr val="bg2"/>
                    </a:solidFill>
                    <a:latin typeface="Meiryo UI"/>
                    <a:ea typeface="Meiryo UI"/>
                  </a:rPr>
                  <a:t>エンタメ</a:t>
                </a:r>
              </a:p>
            </p:txBody>
          </p:sp>
        </p:grpSp>
        <p:grpSp>
          <p:nvGrpSpPr>
            <p:cNvPr id="6" name="グループ化 5">
              <a:extLst>
                <a:ext uri="{FF2B5EF4-FFF2-40B4-BE49-F238E27FC236}">
                  <a16:creationId xmlns:a16="http://schemas.microsoft.com/office/drawing/2014/main" id="{9AEBAC3C-3B10-0533-F4DA-D1776DBD0C35}"/>
                </a:ext>
              </a:extLst>
            </p:cNvPr>
            <p:cNvGrpSpPr/>
            <p:nvPr/>
          </p:nvGrpSpPr>
          <p:grpSpPr>
            <a:xfrm>
              <a:off x="4872803" y="2770119"/>
              <a:ext cx="3390862" cy="1563975"/>
              <a:chOff x="4255487" y="2327515"/>
              <a:chExt cx="3194573" cy="1567463"/>
            </a:xfrm>
          </p:grpSpPr>
          <p:sp>
            <p:nvSpPr>
              <p:cNvPr id="23" name="四角形: 角を丸くする 22">
                <a:extLst>
                  <a:ext uri="{FF2B5EF4-FFF2-40B4-BE49-F238E27FC236}">
                    <a16:creationId xmlns:a16="http://schemas.microsoft.com/office/drawing/2014/main" id="{9A3CBB3E-AC6B-45D7-ADDF-88E42B43CD6D}"/>
                  </a:ext>
                </a:extLst>
              </p:cNvPr>
              <p:cNvSpPr/>
              <p:nvPr/>
            </p:nvSpPr>
            <p:spPr>
              <a:xfrm>
                <a:off x="4255487" y="2814978"/>
                <a:ext cx="3194573" cy="1080000"/>
              </a:xfrm>
              <a:prstGeom prst="roundRect">
                <a:avLst>
                  <a:gd name="adj" fmla="val 0"/>
                </a:avLst>
              </a:prstGeom>
              <a:solidFill>
                <a:schemeClr val="tx2"/>
              </a:solidFill>
              <a:ln w="82550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endParaRPr lang="ja-JP" altLang="en-US" sz="2000" b="1">
                  <a:solidFill>
                    <a:schemeClr val="bg2"/>
                  </a:solidFill>
                  <a:latin typeface="Meiryo UI"/>
                  <a:ea typeface="Meiryo UI"/>
                </a:endParaRPr>
              </a:p>
            </p:txBody>
          </p:sp>
          <p:sp>
            <p:nvSpPr>
              <p:cNvPr id="25" name="テキスト ボックス 24">
                <a:extLst>
                  <a:ext uri="{FF2B5EF4-FFF2-40B4-BE49-F238E27FC236}">
                    <a16:creationId xmlns:a16="http://schemas.microsoft.com/office/drawing/2014/main" id="{D9606ED4-4738-4E6B-B884-6327E91CF8A6}"/>
                  </a:ext>
                </a:extLst>
              </p:cNvPr>
              <p:cNvSpPr txBox="1"/>
              <p:nvPr/>
            </p:nvSpPr>
            <p:spPr>
              <a:xfrm>
                <a:off x="4255487" y="2327515"/>
                <a:ext cx="3194573" cy="455314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82550">
                <a:solidFill>
                  <a:schemeClr val="tx2"/>
                </a:solidFill>
                <a:miter lim="800000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algn="ctr"/>
                <a:r>
                  <a:rPr lang="ja-JP" altLang="en-US" sz="2000" b="1">
                    <a:solidFill>
                      <a:schemeClr val="bg2"/>
                    </a:solidFill>
                    <a:latin typeface="Meiryo UI"/>
                    <a:ea typeface="Meiryo UI"/>
                  </a:rPr>
                  <a:t>文書・作成・閲覧</a:t>
                </a:r>
              </a:p>
            </p:txBody>
          </p:sp>
        </p:grpSp>
        <p:grpSp>
          <p:nvGrpSpPr>
            <p:cNvPr id="12" name="グループ化 11">
              <a:extLst>
                <a:ext uri="{FF2B5EF4-FFF2-40B4-BE49-F238E27FC236}">
                  <a16:creationId xmlns:a16="http://schemas.microsoft.com/office/drawing/2014/main" id="{0597D075-18B8-D7CB-F2DD-FE2058349CC2}"/>
                </a:ext>
              </a:extLst>
            </p:cNvPr>
            <p:cNvGrpSpPr/>
            <p:nvPr/>
          </p:nvGrpSpPr>
          <p:grpSpPr>
            <a:xfrm>
              <a:off x="4876275" y="4395133"/>
              <a:ext cx="3400104" cy="1544271"/>
              <a:chOff x="540043" y="4582029"/>
              <a:chExt cx="3194573" cy="1547639"/>
            </a:xfrm>
          </p:grpSpPr>
          <p:sp>
            <p:nvSpPr>
              <p:cNvPr id="27" name="四角形: 角を丸くする 26">
                <a:extLst>
                  <a:ext uri="{FF2B5EF4-FFF2-40B4-BE49-F238E27FC236}">
                    <a16:creationId xmlns:a16="http://schemas.microsoft.com/office/drawing/2014/main" id="{3C96CBE6-BDB0-468A-900A-18EBEB36C5EC}"/>
                  </a:ext>
                </a:extLst>
              </p:cNvPr>
              <p:cNvSpPr/>
              <p:nvPr/>
            </p:nvSpPr>
            <p:spPr>
              <a:xfrm>
                <a:off x="540043" y="5049668"/>
                <a:ext cx="3194573" cy="1080000"/>
              </a:xfrm>
              <a:prstGeom prst="roundRect">
                <a:avLst>
                  <a:gd name="adj" fmla="val 0"/>
                </a:avLst>
              </a:prstGeom>
              <a:solidFill>
                <a:schemeClr val="tx2"/>
              </a:solidFill>
              <a:ln w="82550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endParaRPr lang="ja-JP" altLang="en-US" sz="2000" b="1">
                  <a:solidFill>
                    <a:schemeClr val="bg2"/>
                  </a:solidFill>
                  <a:latin typeface="Meiryo UI"/>
                  <a:ea typeface="Meiryo UI"/>
                </a:endParaRPr>
              </a:p>
            </p:txBody>
          </p:sp>
          <p:sp>
            <p:nvSpPr>
              <p:cNvPr id="28" name="テキスト ボックス 27">
                <a:extLst>
                  <a:ext uri="{FF2B5EF4-FFF2-40B4-BE49-F238E27FC236}">
                    <a16:creationId xmlns:a16="http://schemas.microsoft.com/office/drawing/2014/main" id="{DB802973-E133-4BC6-8B24-A57D073390FE}"/>
                  </a:ext>
                </a:extLst>
              </p:cNvPr>
              <p:cNvSpPr txBox="1"/>
              <p:nvPr/>
            </p:nvSpPr>
            <p:spPr>
              <a:xfrm>
                <a:off x="540043" y="4582029"/>
                <a:ext cx="3194573" cy="455336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82550">
                <a:solidFill>
                  <a:schemeClr val="tx2"/>
                </a:solidFill>
                <a:miter lim="800000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algn="ctr"/>
                <a:r>
                  <a:rPr lang="ja-JP" altLang="en-US" sz="2000" b="1">
                    <a:solidFill>
                      <a:schemeClr val="bg2"/>
                    </a:solidFill>
                    <a:latin typeface="Meiryo UI"/>
                    <a:ea typeface="Meiryo UI"/>
                  </a:rPr>
                  <a:t>コミュニケーション</a:t>
                </a:r>
              </a:p>
            </p:txBody>
          </p:sp>
        </p:grpSp>
        <p:grpSp>
          <p:nvGrpSpPr>
            <p:cNvPr id="7" name="グループ化 6">
              <a:extLst>
                <a:ext uri="{FF2B5EF4-FFF2-40B4-BE49-F238E27FC236}">
                  <a16:creationId xmlns:a16="http://schemas.microsoft.com/office/drawing/2014/main" id="{007500AE-9AD9-2B4D-45E9-6A19064A1B00}"/>
                </a:ext>
              </a:extLst>
            </p:cNvPr>
            <p:cNvGrpSpPr/>
            <p:nvPr/>
          </p:nvGrpSpPr>
          <p:grpSpPr>
            <a:xfrm>
              <a:off x="8335348" y="2770966"/>
              <a:ext cx="3390862" cy="1554439"/>
              <a:chOff x="7942584" y="2311425"/>
              <a:chExt cx="3194573" cy="1565363"/>
            </a:xfrm>
          </p:grpSpPr>
          <p:sp>
            <p:nvSpPr>
              <p:cNvPr id="26" name="四角形: 角を丸くする 25">
                <a:extLst>
                  <a:ext uri="{FF2B5EF4-FFF2-40B4-BE49-F238E27FC236}">
                    <a16:creationId xmlns:a16="http://schemas.microsoft.com/office/drawing/2014/main" id="{8CFE46B0-62FE-8A40-5777-B3FF9134ED52}"/>
                  </a:ext>
                </a:extLst>
              </p:cNvPr>
              <p:cNvSpPr/>
              <p:nvPr/>
            </p:nvSpPr>
            <p:spPr>
              <a:xfrm>
                <a:off x="7942584" y="2796788"/>
                <a:ext cx="3194573" cy="1080000"/>
              </a:xfrm>
              <a:prstGeom prst="roundRect">
                <a:avLst>
                  <a:gd name="adj" fmla="val 0"/>
                </a:avLst>
              </a:prstGeom>
              <a:solidFill>
                <a:schemeClr val="tx2"/>
              </a:solidFill>
              <a:ln w="82550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endParaRPr lang="ja-JP" altLang="en-US" sz="2000" b="1">
                  <a:solidFill>
                    <a:schemeClr val="bg2"/>
                  </a:solidFill>
                  <a:latin typeface="Meiryo UI"/>
                  <a:ea typeface="Meiryo UI"/>
                </a:endParaRPr>
              </a:p>
            </p:txBody>
          </p:sp>
          <p:sp>
            <p:nvSpPr>
              <p:cNvPr id="29" name="テキスト ボックス 28">
                <a:extLst>
                  <a:ext uri="{FF2B5EF4-FFF2-40B4-BE49-F238E27FC236}">
                    <a16:creationId xmlns:a16="http://schemas.microsoft.com/office/drawing/2014/main" id="{0BF8D095-1E55-6103-C49F-9D586A2C8780}"/>
                  </a:ext>
                </a:extLst>
              </p:cNvPr>
              <p:cNvSpPr txBox="1"/>
              <p:nvPr/>
            </p:nvSpPr>
            <p:spPr>
              <a:xfrm>
                <a:off x="7942584" y="2311425"/>
                <a:ext cx="3194573" cy="462900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82550">
                <a:solidFill>
                  <a:schemeClr val="tx2"/>
                </a:solidFill>
                <a:miter lim="800000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algn="ctr"/>
                <a:r>
                  <a:rPr lang="ja-JP" altLang="en-US" sz="2000" b="1">
                    <a:solidFill>
                      <a:schemeClr val="bg2"/>
                    </a:solidFill>
                    <a:latin typeface="Meiryo UI"/>
                    <a:ea typeface="Meiryo UI"/>
                  </a:rPr>
                  <a:t>ブラウザ</a:t>
                </a:r>
              </a:p>
            </p:txBody>
          </p:sp>
        </p:grpSp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id="{88EE46D2-A8FA-6BFC-A534-23EA47D491FF}"/>
                </a:ext>
              </a:extLst>
            </p:cNvPr>
            <p:cNvSpPr txBox="1"/>
            <p:nvPr/>
          </p:nvSpPr>
          <p:spPr>
            <a:xfrm>
              <a:off x="4868974" y="1874285"/>
              <a:ext cx="6841394" cy="848386"/>
            </a:xfrm>
            <a:prstGeom prst="rect">
              <a:avLst/>
            </a:prstGeom>
            <a:noFill/>
            <a:ln w="82550">
              <a:solidFill>
                <a:schemeClr val="tx2"/>
              </a:solidFill>
              <a:miter lim="800000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algn="ctr"/>
              <a:r>
                <a:rPr lang="ja-JP" altLang="en-US" sz="2800" b="1">
                  <a:solidFill>
                    <a:schemeClr val="bg2"/>
                  </a:solidFill>
                  <a:latin typeface="Meiryo UI"/>
                  <a:ea typeface="Meiryo UI"/>
                </a:rPr>
                <a:t>アプリケーション</a:t>
              </a:r>
              <a:endParaRPr lang="ja-JP" altLang="en-US" sz="2800" b="1">
                <a:solidFill>
                  <a:schemeClr val="bg2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pPr algn="ctr"/>
              <a:r>
                <a:rPr lang="ja-JP" altLang="en-US" sz="1500" b="1">
                  <a:solidFill>
                    <a:schemeClr val="bg2"/>
                  </a:solidFill>
                  <a:latin typeface="Meiryo UI"/>
                  <a:ea typeface="Meiryo UI"/>
                </a:rPr>
                <a:t>様々な用途に合わせて提供され、OS上で動作させるソフトウェア</a:t>
              </a:r>
            </a:p>
          </p:txBody>
        </p:sp>
      </p:grp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F010F21-8BAE-A70C-89F6-60A34141BF76}"/>
              </a:ext>
            </a:extLst>
          </p:cNvPr>
          <p:cNvSpPr txBox="1"/>
          <p:nvPr/>
        </p:nvSpPr>
        <p:spPr>
          <a:xfrm>
            <a:off x="302209" y="2341835"/>
            <a:ext cx="4576117" cy="615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sz="1500" b="1">
                <a:solidFill>
                  <a:schemeClr val="bg2"/>
                </a:solidFill>
                <a:latin typeface="Meiryo UI"/>
                <a:ea typeface="Meiryo UI"/>
              </a:rPr>
              <a:t>ハードウェア上で動作する基本ソフトウェア</a:t>
            </a:r>
            <a:endParaRPr lang="ja-JP" sz="1500">
              <a:solidFill>
                <a:schemeClr val="bg2"/>
              </a:solidFill>
              <a:ea typeface="+mn-lt"/>
              <a:cs typeface="+mn-lt"/>
            </a:endParaRPr>
          </a:p>
          <a:p>
            <a:pPr algn="l"/>
            <a:endParaRPr lang="ja-JP" altLang="en-US">
              <a:solidFill>
                <a:schemeClr val="bg2"/>
              </a:solidFill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AD29D7F-6BD9-4D31-2030-057A9CCE20F0}"/>
              </a:ext>
            </a:extLst>
          </p:cNvPr>
          <p:cNvSpPr txBox="1"/>
          <p:nvPr/>
        </p:nvSpPr>
        <p:spPr>
          <a:xfrm>
            <a:off x="1117600" y="2957388"/>
            <a:ext cx="310726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Windows</a:t>
            </a:r>
          </a:p>
          <a:p>
            <a:r>
              <a:rPr kumimoji="1" lang="en-US" altLang="ja-JP" dirty="0"/>
              <a:t>MacOS</a:t>
            </a:r>
          </a:p>
          <a:p>
            <a:r>
              <a:rPr kumimoji="1" lang="en-US" altLang="ja-JP" dirty="0"/>
              <a:t>Android</a:t>
            </a:r>
          </a:p>
          <a:p>
            <a:r>
              <a:rPr kumimoji="1" lang="en-US" altLang="ja-JP" dirty="0"/>
              <a:t>Ios</a:t>
            </a:r>
          </a:p>
          <a:p>
            <a:r>
              <a:rPr kumimoji="1" lang="en-US" altLang="ja-JP" dirty="0"/>
              <a:t>Linux</a:t>
            </a:r>
          </a:p>
          <a:p>
            <a:endParaRPr kumimoji="1" lang="en-US" altLang="ja-JP" dirty="0"/>
          </a:p>
          <a:p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C72569FF-B7BC-F91F-29F9-C1CC4397DBFA}"/>
              </a:ext>
            </a:extLst>
          </p:cNvPr>
          <p:cNvSpPr txBox="1"/>
          <p:nvPr/>
        </p:nvSpPr>
        <p:spPr>
          <a:xfrm>
            <a:off x="4982498" y="3318933"/>
            <a:ext cx="26967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Office365</a:t>
            </a:r>
          </a:p>
          <a:p>
            <a:r>
              <a:rPr kumimoji="1" lang="ja-JP" altLang="en-US" dirty="0"/>
              <a:t>一太郎</a:t>
            </a:r>
            <a:endParaRPr kumimoji="1" lang="en-US" altLang="ja-JP" dirty="0"/>
          </a:p>
          <a:p>
            <a:r>
              <a:rPr kumimoji="1" lang="en-US" altLang="ja-JP" dirty="0"/>
              <a:t>adobe</a:t>
            </a:r>
            <a:endParaRPr kumimoji="1" lang="ja-JP" altLang="en-US" dirty="0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86DA5FE5-3204-7CDD-A711-261C5B4B4F77}"/>
              </a:ext>
            </a:extLst>
          </p:cNvPr>
          <p:cNvSpPr txBox="1"/>
          <p:nvPr/>
        </p:nvSpPr>
        <p:spPr>
          <a:xfrm>
            <a:off x="8441267" y="3429000"/>
            <a:ext cx="23960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Chrome</a:t>
            </a:r>
          </a:p>
          <a:p>
            <a:r>
              <a:rPr kumimoji="1" lang="en-US" altLang="ja-JP" dirty="0"/>
              <a:t>MS edge</a:t>
            </a:r>
          </a:p>
          <a:p>
            <a:r>
              <a:rPr kumimoji="1" lang="en-US" altLang="ja-JP" dirty="0"/>
              <a:t>Fire fox</a:t>
            </a:r>
          </a:p>
          <a:p>
            <a:endParaRPr kumimoji="1" lang="ja-JP" altLang="en-US" dirty="0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95625E24-5225-7F79-F63C-474C81DA6489}"/>
              </a:ext>
            </a:extLst>
          </p:cNvPr>
          <p:cNvSpPr txBox="1"/>
          <p:nvPr/>
        </p:nvSpPr>
        <p:spPr>
          <a:xfrm>
            <a:off x="5071533" y="4834467"/>
            <a:ext cx="25061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Line </a:t>
            </a:r>
          </a:p>
          <a:p>
            <a:r>
              <a:rPr kumimoji="1" lang="en-US" altLang="ja-JP" dirty="0"/>
              <a:t>Teams</a:t>
            </a:r>
          </a:p>
          <a:p>
            <a:r>
              <a:rPr kumimoji="1" lang="ja-JP" altLang="en-US" dirty="0"/>
              <a:t>カカオトーク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56F25C03-738B-CED1-98E9-E83CECEF41CF}"/>
              </a:ext>
            </a:extLst>
          </p:cNvPr>
          <p:cNvSpPr txBox="1"/>
          <p:nvPr/>
        </p:nvSpPr>
        <p:spPr>
          <a:xfrm>
            <a:off x="8260081" y="4978400"/>
            <a:ext cx="27042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パズドラ</a:t>
            </a:r>
            <a:endParaRPr kumimoji="1" lang="en-US" altLang="ja-JP" dirty="0"/>
          </a:p>
          <a:p>
            <a:r>
              <a:rPr kumimoji="1" lang="en-US" altLang="ja-JP" dirty="0" err="1"/>
              <a:t>Youtube</a:t>
            </a:r>
            <a:endParaRPr kumimoji="1" lang="en-US" altLang="ja-JP" dirty="0"/>
          </a:p>
          <a:p>
            <a:r>
              <a:rPr kumimoji="1" lang="en-US" altLang="ja-JP" dirty="0"/>
              <a:t>Netflix</a:t>
            </a:r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5318160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2">
            <a:extLst>
              <a:ext uri="{FF2B5EF4-FFF2-40B4-BE49-F238E27FC236}">
                <a16:creationId xmlns:a16="http://schemas.microsoft.com/office/drawing/2014/main" id="{F09A3033-9F6D-42C4-B650-E25158A8006F}"/>
              </a:ext>
            </a:extLst>
          </p:cNvPr>
          <p:cNvSpPr txBox="1">
            <a:spLocks/>
          </p:cNvSpPr>
          <p:nvPr/>
        </p:nvSpPr>
        <p:spPr>
          <a:xfrm>
            <a:off x="459084" y="337843"/>
            <a:ext cx="9867931" cy="376358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b="1">
                <a:solidFill>
                  <a:schemeClr val="bg2"/>
                </a:solidFill>
                <a:latin typeface="Meiryo UI"/>
                <a:ea typeface="Meiryo UI"/>
              </a:rPr>
              <a:t>インタ</a:t>
            </a:r>
            <a:r>
              <a:rPr lang="ja-JP" b="1">
                <a:solidFill>
                  <a:schemeClr val="bg2"/>
                </a:solidFill>
                <a:latin typeface="Meiryo UI"/>
                <a:ea typeface="Meiryo UI"/>
              </a:rPr>
              <a:t>ー</a:t>
            </a:r>
            <a:r>
              <a:rPr lang="ja-JP" altLang="en-US" b="1">
                <a:solidFill>
                  <a:schemeClr val="bg2"/>
                </a:solidFill>
                <a:latin typeface="Meiryo UI"/>
                <a:ea typeface="Meiryo UI"/>
              </a:rPr>
              <a:t>ネット・</a:t>
            </a:r>
            <a:r>
              <a:rPr lang="en-US" altLang="ja-JP" b="1">
                <a:solidFill>
                  <a:schemeClr val="bg2"/>
                </a:solidFill>
                <a:latin typeface="Meiryo UI"/>
                <a:ea typeface="+mj-lt"/>
              </a:rPr>
              <a:t>Web</a:t>
            </a:r>
            <a:r>
              <a:rPr lang="ja-JP" b="1">
                <a:solidFill>
                  <a:schemeClr val="bg2"/>
                </a:solidFill>
                <a:latin typeface="Meiryo UI"/>
                <a:ea typeface="Meiryo UI"/>
              </a:rPr>
              <a:t>業界</a:t>
            </a:r>
            <a:endParaRPr lang="ja-JP" b="1">
              <a:solidFill>
                <a:schemeClr val="bg2"/>
              </a:solidFill>
              <a:latin typeface="Meiryo UI"/>
              <a:ea typeface="Meiryo UI"/>
              <a:cs typeface="+mj-lt"/>
            </a:endParaRPr>
          </a:p>
          <a:p>
            <a:endParaRPr lang="ja-JP" altLang="en-US">
              <a:solidFill>
                <a:schemeClr val="bg2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08FAA13A-BDC3-4CE2-8819-5B7CF6FC0234}"/>
              </a:ext>
            </a:extLst>
          </p:cNvPr>
          <p:cNvSpPr txBox="1">
            <a:spLocks/>
          </p:cNvSpPr>
          <p:nvPr/>
        </p:nvSpPr>
        <p:spPr>
          <a:xfrm>
            <a:off x="515938" y="1259947"/>
            <a:ext cx="11160124" cy="477618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000">
              <a:solidFill>
                <a:schemeClr val="bg2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C4821647-D02B-49AB-85BF-86E1AE039CBD}"/>
              </a:ext>
            </a:extLst>
          </p:cNvPr>
          <p:cNvSpPr txBox="1">
            <a:spLocks/>
          </p:cNvSpPr>
          <p:nvPr/>
        </p:nvSpPr>
        <p:spPr>
          <a:xfrm>
            <a:off x="668338" y="1196503"/>
            <a:ext cx="11160124" cy="4943798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>
                <a:solidFill>
                  <a:schemeClr val="bg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主な企業やサービス</a:t>
            </a:r>
            <a:endParaRPr lang="en-US" altLang="ja-JP">
              <a:solidFill>
                <a:schemeClr val="bg2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buNone/>
            </a:pPr>
            <a:r>
              <a:rPr lang="en-US" altLang="ja-JP" sz="2000">
                <a:solidFill>
                  <a:schemeClr val="bg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  </a:t>
            </a:r>
            <a:endParaRPr lang="en-US" sz="2000">
              <a:solidFill>
                <a:schemeClr val="bg2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D24E3B61-C472-405E-1C60-3DA2E78197F3}"/>
              </a:ext>
            </a:extLst>
          </p:cNvPr>
          <p:cNvGrpSpPr/>
          <p:nvPr/>
        </p:nvGrpSpPr>
        <p:grpSpPr>
          <a:xfrm>
            <a:off x="1638463" y="1905159"/>
            <a:ext cx="4210632" cy="1987311"/>
            <a:chOff x="540043" y="1837631"/>
            <a:chExt cx="3157702" cy="1987311"/>
          </a:xfrm>
        </p:grpSpPr>
        <p:sp>
          <p:nvSpPr>
            <p:cNvPr id="5" name="四角形: 角を丸くする 4">
              <a:extLst>
                <a:ext uri="{FF2B5EF4-FFF2-40B4-BE49-F238E27FC236}">
                  <a16:creationId xmlns:a16="http://schemas.microsoft.com/office/drawing/2014/main" id="{EDBC31F1-1488-423A-A307-1C473E666CAC}"/>
                </a:ext>
              </a:extLst>
            </p:cNvPr>
            <p:cNvSpPr/>
            <p:nvPr/>
          </p:nvSpPr>
          <p:spPr>
            <a:xfrm>
              <a:off x="540043" y="2887498"/>
              <a:ext cx="3157702" cy="937444"/>
            </a:xfrm>
            <a:prstGeom prst="roundRect">
              <a:avLst>
                <a:gd name="adj" fmla="val 0"/>
              </a:avLst>
            </a:prstGeom>
            <a:solidFill>
              <a:schemeClr val="tx2"/>
            </a:solidFill>
            <a:ln w="825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endParaRPr lang="ja-JP" altLang="en-US" sz="2000" b="1" dirty="0">
                <a:solidFill>
                  <a:schemeClr val="bg2"/>
                </a:solidFill>
                <a:latin typeface="Meiryo UI"/>
                <a:ea typeface="Meiryo UI"/>
              </a:endParaRPr>
            </a:p>
          </p:txBody>
        </p:sp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B61BB139-843C-427F-B30E-D5492BD26ADF}"/>
                </a:ext>
              </a:extLst>
            </p:cNvPr>
            <p:cNvSpPr txBox="1"/>
            <p:nvPr/>
          </p:nvSpPr>
          <p:spPr>
            <a:xfrm>
              <a:off x="540043" y="1837631"/>
              <a:ext cx="3157702" cy="978429"/>
            </a:xfrm>
            <a:prstGeom prst="rect">
              <a:avLst/>
            </a:prstGeom>
            <a:noFill/>
            <a:ln w="82550">
              <a:solidFill>
                <a:schemeClr val="tx2"/>
              </a:solidFill>
              <a:miter lim="800000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algn="ctr"/>
              <a:r>
                <a:rPr kumimoji="1" lang="ja-JP" altLang="en-US" sz="2400" b="1">
                  <a:solidFill>
                    <a:schemeClr val="bg2"/>
                  </a:solidFill>
                  <a:latin typeface="Meiryo UI"/>
                  <a:ea typeface="Meiryo UI"/>
                </a:rPr>
                <a:t>ポータル系</a:t>
              </a:r>
              <a:endParaRPr lang="ja-JP" altLang="en-US" sz="2400" b="1">
                <a:solidFill>
                  <a:schemeClr val="bg2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pPr algn="ctr"/>
              <a:r>
                <a:rPr lang="ja-JP" altLang="en-US" sz="1600" b="1">
                  <a:solidFill>
                    <a:schemeClr val="bg2"/>
                  </a:solidFill>
                  <a:latin typeface="Meiryo UI"/>
                  <a:ea typeface="Meiryo UI"/>
                </a:rPr>
                <a:t>検索エンジンを提供</a:t>
              </a:r>
              <a:endParaRPr lang="en-US" altLang="ja-JP" sz="1600" b="1">
                <a:solidFill>
                  <a:schemeClr val="bg2"/>
                </a:solidFill>
                <a:latin typeface="Meiryo UI"/>
                <a:ea typeface="Meiryo UI"/>
              </a:endParaRPr>
            </a:p>
            <a:p>
              <a:pPr algn="ctr"/>
              <a:r>
                <a:rPr lang="ja-JP" altLang="en-US" sz="1600" b="1">
                  <a:solidFill>
                    <a:schemeClr val="bg2"/>
                  </a:solidFill>
                  <a:latin typeface="Meiryo UI"/>
                  <a:ea typeface="Meiryo UI"/>
                </a:rPr>
                <a:t>広告収入を主軸としたビジネスモデル</a:t>
              </a:r>
              <a:endParaRPr lang="ja-JP" altLang="en-US" sz="1600" b="1">
                <a:solidFill>
                  <a:schemeClr val="bg2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80D5F167-C85A-AC43-B24D-FF6614E72DF5}"/>
              </a:ext>
            </a:extLst>
          </p:cNvPr>
          <p:cNvGrpSpPr/>
          <p:nvPr/>
        </p:nvGrpSpPr>
        <p:grpSpPr>
          <a:xfrm>
            <a:off x="6154017" y="4146389"/>
            <a:ext cx="4171351" cy="1961177"/>
            <a:chOff x="4255487" y="4134099"/>
            <a:chExt cx="3194573" cy="1961177"/>
          </a:xfrm>
        </p:grpSpPr>
        <p:sp>
          <p:nvSpPr>
            <p:cNvPr id="20" name="四角形: 角を丸くする 19">
              <a:extLst>
                <a:ext uri="{FF2B5EF4-FFF2-40B4-BE49-F238E27FC236}">
                  <a16:creationId xmlns:a16="http://schemas.microsoft.com/office/drawing/2014/main" id="{E72EAACE-A3B2-42F4-9448-556DD85BD0EC}"/>
                </a:ext>
              </a:extLst>
            </p:cNvPr>
            <p:cNvSpPr/>
            <p:nvPr/>
          </p:nvSpPr>
          <p:spPr>
            <a:xfrm>
              <a:off x="4255487" y="5205453"/>
              <a:ext cx="3194573" cy="889823"/>
            </a:xfrm>
            <a:prstGeom prst="roundRect">
              <a:avLst>
                <a:gd name="adj" fmla="val 0"/>
              </a:avLst>
            </a:prstGeom>
            <a:solidFill>
              <a:schemeClr val="tx2"/>
            </a:solidFill>
            <a:ln w="825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endParaRPr lang="en-US" altLang="ja-JP" sz="2000" b="1">
                <a:solidFill>
                  <a:schemeClr val="bg2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id="{9FB2185C-9F85-4AEC-9013-7B5A46ED4D4F}"/>
                </a:ext>
              </a:extLst>
            </p:cNvPr>
            <p:cNvSpPr txBox="1"/>
            <p:nvPr/>
          </p:nvSpPr>
          <p:spPr>
            <a:xfrm>
              <a:off x="4255487" y="4134099"/>
              <a:ext cx="3194573" cy="1001571"/>
            </a:xfrm>
            <a:prstGeom prst="rect">
              <a:avLst/>
            </a:prstGeom>
            <a:noFill/>
            <a:ln w="82550">
              <a:solidFill>
                <a:schemeClr val="tx2"/>
              </a:solidFill>
              <a:miter lim="800000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algn="ctr"/>
              <a:r>
                <a:rPr kumimoji="1" lang="ja-JP" altLang="en-US" sz="2400" b="1">
                  <a:solidFill>
                    <a:schemeClr val="bg2"/>
                  </a:solidFill>
                  <a:latin typeface="Meiryo UI"/>
                  <a:ea typeface="Meiryo UI"/>
                </a:rPr>
                <a:t>動画サービス系</a:t>
              </a:r>
            </a:p>
            <a:p>
              <a:pPr algn="ctr"/>
              <a:r>
                <a:rPr lang="ja-JP" altLang="en-US" sz="1600" b="1">
                  <a:solidFill>
                    <a:schemeClr val="bg2"/>
                  </a:solidFill>
                  <a:latin typeface="Meiryo UI"/>
                  <a:ea typeface="Meiryo UI"/>
                </a:rPr>
                <a:t>動画配信プラットフォーム</a:t>
              </a:r>
              <a:endParaRPr lang="en-US" altLang="ja-JP" sz="1600" b="1">
                <a:solidFill>
                  <a:schemeClr val="bg2"/>
                </a:solidFill>
                <a:latin typeface="Meiryo UI"/>
                <a:ea typeface="Meiryo UI"/>
              </a:endParaRPr>
            </a:p>
            <a:p>
              <a:pPr algn="ctr"/>
              <a:r>
                <a:rPr lang="ja-JP" altLang="en-US" sz="1600" b="1">
                  <a:solidFill>
                    <a:schemeClr val="bg2"/>
                  </a:solidFill>
                  <a:latin typeface="Meiryo UI"/>
                  <a:ea typeface="Meiryo UI"/>
                </a:rPr>
                <a:t>サブスクリプション​や広告収入</a:t>
              </a:r>
            </a:p>
          </p:txBody>
        </p:sp>
      </p:grpSp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9AEBAC3C-3B10-0533-F4DA-D1776DBD0C35}"/>
              </a:ext>
            </a:extLst>
          </p:cNvPr>
          <p:cNvGrpSpPr/>
          <p:nvPr/>
        </p:nvGrpSpPr>
        <p:grpSpPr>
          <a:xfrm>
            <a:off x="6155663" y="1876213"/>
            <a:ext cx="4171351" cy="2005745"/>
            <a:chOff x="4255487" y="1837631"/>
            <a:chExt cx="3194573" cy="2005745"/>
          </a:xfrm>
        </p:grpSpPr>
        <p:sp>
          <p:nvSpPr>
            <p:cNvPr id="23" name="四角形: 角を丸くする 22">
              <a:extLst>
                <a:ext uri="{FF2B5EF4-FFF2-40B4-BE49-F238E27FC236}">
                  <a16:creationId xmlns:a16="http://schemas.microsoft.com/office/drawing/2014/main" id="{9A3CBB3E-AC6B-45D7-ADDF-88E42B43CD6D}"/>
                </a:ext>
              </a:extLst>
            </p:cNvPr>
            <p:cNvSpPr/>
            <p:nvPr/>
          </p:nvSpPr>
          <p:spPr>
            <a:xfrm>
              <a:off x="4255487" y="2887497"/>
              <a:ext cx="3194573" cy="955879"/>
            </a:xfrm>
            <a:prstGeom prst="roundRect">
              <a:avLst>
                <a:gd name="adj" fmla="val 0"/>
              </a:avLst>
            </a:prstGeom>
            <a:solidFill>
              <a:schemeClr val="tx2"/>
            </a:solidFill>
            <a:ln w="825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endParaRPr lang="ja-JP" altLang="en-US" sz="2000" b="1">
                <a:solidFill>
                  <a:schemeClr val="bg2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5" name="テキスト ボックス 24">
              <a:extLst>
                <a:ext uri="{FF2B5EF4-FFF2-40B4-BE49-F238E27FC236}">
                  <a16:creationId xmlns:a16="http://schemas.microsoft.com/office/drawing/2014/main" id="{D9606ED4-4738-4E6B-B884-6327E91CF8A6}"/>
                </a:ext>
              </a:extLst>
            </p:cNvPr>
            <p:cNvSpPr txBox="1"/>
            <p:nvPr/>
          </p:nvSpPr>
          <p:spPr>
            <a:xfrm>
              <a:off x="4255487" y="1837631"/>
              <a:ext cx="3194573" cy="978428"/>
            </a:xfrm>
            <a:prstGeom prst="rect">
              <a:avLst/>
            </a:prstGeom>
            <a:noFill/>
            <a:ln w="82550">
              <a:solidFill>
                <a:schemeClr val="tx2"/>
              </a:solidFill>
              <a:miter lim="800000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algn="ctr"/>
              <a:r>
                <a:rPr kumimoji="1" lang="ja-JP" altLang="en-US" sz="2400" b="1">
                  <a:solidFill>
                    <a:schemeClr val="bg2"/>
                  </a:solidFill>
                  <a:latin typeface="Meiryo UI"/>
                  <a:ea typeface="Meiryo UI"/>
                </a:rPr>
                <a:t>ショッピングサイト(EC)系</a:t>
              </a:r>
            </a:p>
            <a:p>
              <a:pPr algn="ctr"/>
              <a:r>
                <a:rPr lang="ja-JP" altLang="en-US" sz="1600" b="1">
                  <a:solidFill>
                    <a:schemeClr val="bg2"/>
                  </a:solidFill>
                  <a:latin typeface="Meiryo UI"/>
                  <a:ea typeface="Meiryo UI"/>
                </a:rPr>
                <a:t>ネットを通じてモノやサービス提供</a:t>
              </a:r>
              <a:endParaRPr lang="en-US" altLang="ja-JP" sz="1600" b="1">
                <a:solidFill>
                  <a:schemeClr val="bg2"/>
                </a:solidFill>
                <a:latin typeface="Meiryo UI"/>
                <a:ea typeface="Meiryo UI"/>
              </a:endParaRPr>
            </a:p>
            <a:p>
              <a:pPr algn="ctr"/>
              <a:r>
                <a:rPr lang="ja-JP" altLang="en-US" sz="1600" b="1">
                  <a:solidFill>
                    <a:schemeClr val="bg2"/>
                  </a:solidFill>
                  <a:latin typeface="Meiryo UI"/>
                  <a:ea typeface="Meiryo UI"/>
                </a:rPr>
                <a:t>複合的にサービス展開する企業が多い</a:t>
              </a:r>
            </a:p>
          </p:txBody>
        </p:sp>
      </p:grp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0597D075-18B8-D7CB-F2DD-FE2058349CC2}"/>
              </a:ext>
            </a:extLst>
          </p:cNvPr>
          <p:cNvGrpSpPr/>
          <p:nvPr/>
        </p:nvGrpSpPr>
        <p:grpSpPr>
          <a:xfrm>
            <a:off x="1638463" y="4146390"/>
            <a:ext cx="4231757" cy="1995569"/>
            <a:chOff x="540043" y="4134099"/>
            <a:chExt cx="3194573" cy="1995569"/>
          </a:xfrm>
        </p:grpSpPr>
        <p:sp>
          <p:nvSpPr>
            <p:cNvPr id="27" name="四角形: 角を丸くする 26">
              <a:extLst>
                <a:ext uri="{FF2B5EF4-FFF2-40B4-BE49-F238E27FC236}">
                  <a16:creationId xmlns:a16="http://schemas.microsoft.com/office/drawing/2014/main" id="{3C96CBE6-BDB0-468A-900A-18EBEB36C5EC}"/>
                </a:ext>
              </a:extLst>
            </p:cNvPr>
            <p:cNvSpPr/>
            <p:nvPr/>
          </p:nvSpPr>
          <p:spPr>
            <a:xfrm>
              <a:off x="540043" y="5135672"/>
              <a:ext cx="3194573" cy="993996"/>
            </a:xfrm>
            <a:prstGeom prst="roundRect">
              <a:avLst>
                <a:gd name="adj" fmla="val 0"/>
              </a:avLst>
            </a:prstGeom>
            <a:solidFill>
              <a:schemeClr val="tx2"/>
            </a:solidFill>
            <a:ln w="825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endParaRPr lang="ja-JP" altLang="en-US" sz="2000" b="1">
                <a:solidFill>
                  <a:schemeClr val="bg2"/>
                </a:solidFill>
                <a:latin typeface="Meiryo UI"/>
                <a:ea typeface="Meiryo UI"/>
              </a:endParaRPr>
            </a:p>
          </p:txBody>
        </p:sp>
        <p:sp>
          <p:nvSpPr>
            <p:cNvPr id="28" name="テキスト ボックス 27">
              <a:extLst>
                <a:ext uri="{FF2B5EF4-FFF2-40B4-BE49-F238E27FC236}">
                  <a16:creationId xmlns:a16="http://schemas.microsoft.com/office/drawing/2014/main" id="{DB802973-E133-4BC6-8B24-A57D073390FE}"/>
                </a:ext>
              </a:extLst>
            </p:cNvPr>
            <p:cNvSpPr txBox="1"/>
            <p:nvPr/>
          </p:nvSpPr>
          <p:spPr>
            <a:xfrm>
              <a:off x="540043" y="4134099"/>
              <a:ext cx="3194573" cy="1001573"/>
            </a:xfrm>
            <a:prstGeom prst="rect">
              <a:avLst/>
            </a:prstGeom>
            <a:noFill/>
            <a:ln w="82550">
              <a:solidFill>
                <a:schemeClr val="tx2"/>
              </a:solidFill>
              <a:miter lim="800000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algn="ctr"/>
              <a:r>
                <a:rPr kumimoji="1" lang="ja-JP" altLang="en-US" sz="2400" b="1">
                  <a:solidFill>
                    <a:schemeClr val="bg2"/>
                  </a:solidFill>
                  <a:latin typeface="Meiryo UI"/>
                  <a:ea typeface="Meiryo UI"/>
                </a:rPr>
                <a:t>SNS系</a:t>
              </a:r>
              <a:endParaRPr lang="ja-JP" altLang="en-US" sz="2400" b="1">
                <a:solidFill>
                  <a:schemeClr val="bg2"/>
                </a:solidFill>
                <a:latin typeface="Meiryo UI"/>
                <a:ea typeface="Meiryo UI"/>
              </a:endParaRPr>
            </a:p>
            <a:p>
              <a:pPr algn="ctr"/>
              <a:r>
                <a:rPr lang="ja-JP" altLang="en-US" sz="1600" b="1">
                  <a:solidFill>
                    <a:schemeClr val="bg2"/>
                  </a:solidFill>
                  <a:latin typeface="Meiryo UI"/>
                  <a:ea typeface="Meiryo UI"/>
                </a:rPr>
                <a:t>人と人を結ぶプラットフォームを提供</a:t>
              </a:r>
              <a:endParaRPr lang="en-US" altLang="ja-JP" sz="1600" b="1">
                <a:solidFill>
                  <a:schemeClr val="bg2"/>
                </a:solidFill>
                <a:latin typeface="Meiryo UI"/>
                <a:ea typeface="Meiryo UI"/>
              </a:endParaRPr>
            </a:p>
            <a:p>
              <a:pPr algn="ctr"/>
              <a:r>
                <a:rPr lang="ja-JP" altLang="en-US" sz="1600" b="1">
                  <a:solidFill>
                    <a:schemeClr val="bg2"/>
                  </a:solidFill>
                  <a:latin typeface="Meiryo UI"/>
                  <a:ea typeface="Meiryo UI"/>
                </a:rPr>
                <a:t>広告収入を主軸とする</a:t>
              </a:r>
            </a:p>
          </p:txBody>
        </p:sp>
      </p:grp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BDC2144-F3DC-4DBE-BB76-755F3821DD8B}"/>
              </a:ext>
            </a:extLst>
          </p:cNvPr>
          <p:cNvSpPr txBox="1"/>
          <p:nvPr/>
        </p:nvSpPr>
        <p:spPr>
          <a:xfrm>
            <a:off x="2125133" y="3031794"/>
            <a:ext cx="34459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Yahoo              </a:t>
            </a:r>
            <a:r>
              <a:rPr kumimoji="1" lang="az-Cyrl-AZ" altLang="ja-JP" dirty="0"/>
              <a:t>Яндекс</a:t>
            </a:r>
            <a:r>
              <a:rPr kumimoji="1" lang="en-US" altLang="ja-JP" dirty="0"/>
              <a:t>    </a:t>
            </a:r>
          </a:p>
          <a:p>
            <a:r>
              <a:rPr kumimoji="1" lang="en-US" altLang="ja-JP" dirty="0"/>
              <a:t>Google</a:t>
            </a:r>
          </a:p>
          <a:p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C9B961A-CDED-A26E-A9B7-695E19982FBE}"/>
              </a:ext>
            </a:extLst>
          </p:cNvPr>
          <p:cNvSpPr txBox="1"/>
          <p:nvPr/>
        </p:nvSpPr>
        <p:spPr>
          <a:xfrm>
            <a:off x="6815667" y="3031794"/>
            <a:ext cx="29040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Amazon      </a:t>
            </a:r>
            <a:r>
              <a:rPr kumimoji="1" lang="en-US" altLang="ja-JP" dirty="0" err="1"/>
              <a:t>zozotown</a:t>
            </a:r>
            <a:endParaRPr kumimoji="1" lang="en-US" altLang="ja-JP" dirty="0"/>
          </a:p>
          <a:p>
            <a:r>
              <a:rPr kumimoji="1" lang="en-US" altLang="ja-JP" dirty="0"/>
              <a:t>Uniqlo          </a:t>
            </a:r>
            <a:r>
              <a:rPr kumimoji="1" lang="en-US" altLang="ja-JP" dirty="0" err="1"/>
              <a:t>rakuten</a:t>
            </a:r>
            <a:endParaRPr kumimoji="1" lang="ja-JP" altLang="en-US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0DEE047-1C1C-9E3C-3182-7DA038A579FC}"/>
              </a:ext>
            </a:extLst>
          </p:cNvPr>
          <p:cNvSpPr txBox="1"/>
          <p:nvPr/>
        </p:nvSpPr>
        <p:spPr>
          <a:xfrm>
            <a:off x="1972733" y="5211404"/>
            <a:ext cx="35983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X                             </a:t>
            </a:r>
            <a:r>
              <a:rPr kumimoji="1" lang="en-US" altLang="ja-JP" dirty="0" err="1"/>
              <a:t>facebook</a:t>
            </a:r>
            <a:endParaRPr kumimoji="1" lang="en-US" altLang="ja-JP" dirty="0"/>
          </a:p>
          <a:p>
            <a:r>
              <a:rPr kumimoji="1" lang="en-US" altLang="ja-JP" dirty="0"/>
              <a:t>Instagram             </a:t>
            </a:r>
            <a:r>
              <a:rPr kumimoji="1" lang="en-US" altLang="ja-JP" dirty="0" err="1"/>
              <a:t>gree</a:t>
            </a:r>
            <a:endParaRPr kumimoji="1" lang="ja-JP" altLang="en-US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3980551E-1CFB-E41A-1CA0-EB599C45E219}"/>
              </a:ext>
            </a:extLst>
          </p:cNvPr>
          <p:cNvSpPr txBox="1"/>
          <p:nvPr/>
        </p:nvSpPr>
        <p:spPr>
          <a:xfrm>
            <a:off x="6688667" y="5274733"/>
            <a:ext cx="3175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 err="1"/>
              <a:t>Amazonprime</a:t>
            </a:r>
            <a:r>
              <a:rPr kumimoji="1" lang="en-US" altLang="ja-JP" dirty="0"/>
              <a:t>    </a:t>
            </a:r>
            <a:r>
              <a:rPr kumimoji="1" lang="en-US" altLang="ja-JP" dirty="0" err="1"/>
              <a:t>unext</a:t>
            </a:r>
            <a:endParaRPr kumimoji="1" lang="en-US" altLang="ja-JP" dirty="0"/>
          </a:p>
          <a:p>
            <a:r>
              <a:rPr kumimoji="1" lang="en-US" altLang="ja-JP" dirty="0"/>
              <a:t>Hulu                     </a:t>
            </a:r>
            <a:r>
              <a:rPr kumimoji="1" lang="en-US" altLang="ja-JP" dirty="0" err="1"/>
              <a:t>dmmtv</a:t>
            </a:r>
            <a:r>
              <a:rPr kumimoji="1" lang="en-US" altLang="ja-JP" dirty="0"/>
              <a:t>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5053544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2">
            <a:extLst>
              <a:ext uri="{FF2B5EF4-FFF2-40B4-BE49-F238E27FC236}">
                <a16:creationId xmlns:a16="http://schemas.microsoft.com/office/drawing/2014/main" id="{F09A3033-9F6D-42C4-B650-E25158A8006F}"/>
              </a:ext>
            </a:extLst>
          </p:cNvPr>
          <p:cNvSpPr txBox="1">
            <a:spLocks/>
          </p:cNvSpPr>
          <p:nvPr/>
        </p:nvSpPr>
        <p:spPr>
          <a:xfrm>
            <a:off x="459084" y="337843"/>
            <a:ext cx="9867931" cy="376358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b="1">
                <a:solidFill>
                  <a:schemeClr val="bg2"/>
                </a:solidFill>
                <a:latin typeface="Meiryo UI"/>
                <a:ea typeface="Meiryo UI"/>
              </a:rPr>
              <a:t>通信インフラ</a:t>
            </a:r>
            <a:r>
              <a:rPr kumimoji="0" lang="ja-JP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eiryo UI"/>
                <a:ea typeface="Meiryo UI"/>
              </a:rPr>
              <a:t>業界</a:t>
            </a:r>
            <a:endParaRPr lang="ja-JP" altLang="en-US" sz="4400" b="1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j-lt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4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j-cs"/>
            </a:endParaRP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08FAA13A-BDC3-4CE2-8819-5B7CF6FC0234}"/>
              </a:ext>
            </a:extLst>
          </p:cNvPr>
          <p:cNvSpPr txBox="1">
            <a:spLocks/>
          </p:cNvSpPr>
          <p:nvPr/>
        </p:nvSpPr>
        <p:spPr>
          <a:xfrm>
            <a:off x="515938" y="1259947"/>
            <a:ext cx="11160124" cy="477618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C4821647-D02B-49AB-85BF-86E1AE039CBD}"/>
              </a:ext>
            </a:extLst>
          </p:cNvPr>
          <p:cNvSpPr txBox="1">
            <a:spLocks/>
          </p:cNvSpPr>
          <p:nvPr/>
        </p:nvSpPr>
        <p:spPr>
          <a:xfrm>
            <a:off x="639462" y="1196503"/>
            <a:ext cx="11160124" cy="4943798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ja-JP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主な企業やサービス</a:t>
            </a:r>
            <a:endParaRPr kumimoji="0" lang="en-US" altLang="ja-JP" sz="28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ja-JP" sz="20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  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EDBC31F1-1488-423A-A307-1C473E666CAC}"/>
              </a:ext>
            </a:extLst>
          </p:cNvPr>
          <p:cNvSpPr/>
          <p:nvPr/>
        </p:nvSpPr>
        <p:spPr>
          <a:xfrm>
            <a:off x="1633882" y="2763377"/>
            <a:ext cx="4368298" cy="1080000"/>
          </a:xfrm>
          <a:prstGeom prst="roundRect">
            <a:avLst>
              <a:gd name="adj" fmla="val 0"/>
            </a:avLst>
          </a:prstGeom>
          <a:solidFill>
            <a:schemeClr val="tx2"/>
          </a:solidFill>
          <a:ln w="825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eiryo UI"/>
                <a:ea typeface="Meiryo UI"/>
                <a:cs typeface="+mn-lt"/>
              </a:rPr>
              <a:t>　</a:t>
            </a:r>
            <a:r>
              <a:rPr kumimoji="0" lang="en-US" altLang="ja-JP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eiryo UI"/>
                <a:ea typeface="Meiryo UI"/>
                <a:cs typeface="+mn-lt"/>
              </a:rPr>
              <a:t>nuro</a:t>
            </a:r>
            <a:r>
              <a:rPr kumimoji="0" lang="en-US" altLang="ja-JP" sz="2000" b="1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eiryo UI"/>
                <a:ea typeface="Meiryo UI"/>
                <a:cs typeface="+mn-lt"/>
              </a:rPr>
              <a:t>   </a:t>
            </a:r>
            <a:r>
              <a:rPr kumimoji="0" lang="en-US" altLang="ja-JP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eiryo UI"/>
                <a:ea typeface="Meiryo UI"/>
                <a:cs typeface="+mn-lt"/>
              </a:rPr>
              <a:t>jcom</a:t>
            </a:r>
            <a:r>
              <a:rPr kumimoji="0" lang="en-US" altLang="ja-JP" sz="2000" b="1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eiryo UI"/>
                <a:ea typeface="Meiryo UI"/>
                <a:cs typeface="+mn-lt"/>
              </a:rPr>
              <a:t>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ja-JP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Meiryo UI"/>
              <a:ea typeface="Meiryo UI"/>
              <a:cs typeface="+mn-lt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61BB139-843C-427F-B30E-D5492BD26ADF}"/>
              </a:ext>
            </a:extLst>
          </p:cNvPr>
          <p:cNvSpPr txBox="1"/>
          <p:nvPr/>
        </p:nvSpPr>
        <p:spPr>
          <a:xfrm>
            <a:off x="1633882" y="1837631"/>
            <a:ext cx="4368298" cy="900000"/>
          </a:xfrm>
          <a:prstGeom prst="rect">
            <a:avLst/>
          </a:prstGeom>
          <a:noFill/>
          <a:ln w="82550">
            <a:solidFill>
              <a:schemeClr val="tx2"/>
            </a:solidFill>
            <a:miter lim="800000"/>
          </a:ln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30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固定通信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光回線網、</a:t>
            </a:r>
            <a:r>
              <a:rPr kumimoji="1" lang="en-US" altLang="ja-JP" b="1">
                <a:solidFill>
                  <a:schemeClr val="bg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CATV</a:t>
            </a:r>
            <a:r>
              <a:rPr kumimoji="1" lang="ja-JP" altLang="en-US" b="1">
                <a:solidFill>
                  <a:schemeClr val="bg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網など</a:t>
            </a:r>
            <a:endParaRPr kumimoji="0" lang="ja-JP" altLang="en-US" sz="1800" b="1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E72EAACE-A3B2-42F4-9448-556DD85BD0EC}"/>
              </a:ext>
            </a:extLst>
          </p:cNvPr>
          <p:cNvSpPr/>
          <p:nvPr/>
        </p:nvSpPr>
        <p:spPr>
          <a:xfrm>
            <a:off x="6338697" y="5049668"/>
            <a:ext cx="4368298" cy="1080000"/>
          </a:xfrm>
          <a:prstGeom prst="roundRect">
            <a:avLst>
              <a:gd name="adj" fmla="val 0"/>
            </a:avLst>
          </a:prstGeom>
          <a:solidFill>
            <a:schemeClr val="tx2"/>
          </a:solidFill>
          <a:ln w="825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ja-JP" altLang="en-US" sz="2000" b="1">
              <a:solidFill>
                <a:schemeClr val="bg2"/>
              </a:solidFill>
              <a:latin typeface="Meiryo UI"/>
              <a:ea typeface="Meiryo UI"/>
            </a:endParaRPr>
          </a:p>
        </p:txBody>
      </p: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9A3CBB3E-AC6B-45D7-ADDF-88E42B43CD6D}"/>
              </a:ext>
            </a:extLst>
          </p:cNvPr>
          <p:cNvSpPr/>
          <p:nvPr/>
        </p:nvSpPr>
        <p:spPr>
          <a:xfrm>
            <a:off x="6338697" y="2763377"/>
            <a:ext cx="4368298" cy="1080000"/>
          </a:xfrm>
          <a:prstGeom prst="roundRect">
            <a:avLst>
              <a:gd name="adj" fmla="val 0"/>
            </a:avLst>
          </a:prstGeom>
          <a:solidFill>
            <a:schemeClr val="tx2"/>
          </a:solidFill>
          <a:ln w="825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en-US" altLang="ja-JP" sz="2000" b="1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D9606ED4-4738-4E6B-B884-6327E91CF8A6}"/>
              </a:ext>
            </a:extLst>
          </p:cNvPr>
          <p:cNvSpPr txBox="1"/>
          <p:nvPr/>
        </p:nvSpPr>
        <p:spPr>
          <a:xfrm>
            <a:off x="6338697" y="1837631"/>
            <a:ext cx="4368298" cy="900000"/>
          </a:xfrm>
          <a:prstGeom prst="rect">
            <a:avLst/>
          </a:prstGeom>
          <a:noFill/>
          <a:ln w="82550">
            <a:solidFill>
              <a:schemeClr val="tx2"/>
            </a:solidFill>
            <a:miter lim="800000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3000" b="1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移動通信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b="1" dirty="0">
                <a:solidFill>
                  <a:schemeClr val="bg2"/>
                </a:solidFill>
                <a:latin typeface="Meiryo UI"/>
                <a:ea typeface="Meiryo UI"/>
              </a:rPr>
              <a:t>スマホ等、</a:t>
            </a:r>
            <a:r>
              <a:rPr kumimoji="1" lang="ja-JP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eiryo UI"/>
                <a:ea typeface="Meiryo UI"/>
              </a:rPr>
              <a:t>いわゆるモバイル通信</a:t>
            </a:r>
            <a:endParaRPr kumimoji="0" lang="ja-JP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Meiryo UI"/>
              <a:ea typeface="Meiryo UI"/>
            </a:endParaRPr>
          </a:p>
        </p:txBody>
      </p:sp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3C96CBE6-BDB0-468A-900A-18EBEB36C5EC}"/>
              </a:ext>
            </a:extLst>
          </p:cNvPr>
          <p:cNvSpPr/>
          <p:nvPr/>
        </p:nvSpPr>
        <p:spPr>
          <a:xfrm>
            <a:off x="1633882" y="5060301"/>
            <a:ext cx="4368298" cy="1080000"/>
          </a:xfrm>
          <a:prstGeom prst="roundRect">
            <a:avLst>
              <a:gd name="adj" fmla="val 0"/>
            </a:avLst>
          </a:prstGeom>
          <a:solidFill>
            <a:schemeClr val="tx2"/>
          </a:solidFill>
          <a:ln w="825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eiryo UI"/>
                <a:ea typeface="Meiryo UI"/>
                <a:cs typeface="+mn-lt"/>
              </a:rPr>
              <a:t>　</a:t>
            </a:r>
            <a:endParaRPr lang="en-US" altLang="ja-JP" sz="2000" b="1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Meiryo UI"/>
              <a:ea typeface="Meiryo UI"/>
              <a:cs typeface="+mn-lt"/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DB802973-E133-4BC6-8B24-A57D073390FE}"/>
              </a:ext>
            </a:extLst>
          </p:cNvPr>
          <p:cNvSpPr txBox="1"/>
          <p:nvPr/>
        </p:nvSpPr>
        <p:spPr>
          <a:xfrm>
            <a:off x="1633882" y="4134100"/>
            <a:ext cx="4368298" cy="900000"/>
          </a:xfrm>
          <a:prstGeom prst="rect">
            <a:avLst/>
          </a:prstGeom>
          <a:noFill/>
          <a:ln w="82550">
            <a:solidFill>
              <a:schemeClr val="tx2"/>
            </a:solidFill>
            <a:miter lim="800000"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defRPr/>
            </a:pPr>
            <a:r>
              <a:rPr kumimoji="1" lang="ja-JP" altLang="en-US" sz="3000" b="1">
                <a:solidFill>
                  <a:schemeClr val="bg2"/>
                </a:solidFill>
                <a:latin typeface="Meiryo UI"/>
                <a:ea typeface="Meiryo UI"/>
              </a:rPr>
              <a:t>インターネット接続</a:t>
            </a:r>
            <a:endParaRPr kumimoji="1" lang="en-US" altLang="ja-JP" sz="3000" b="1">
              <a:solidFill>
                <a:schemeClr val="bg2"/>
              </a:solidFill>
              <a:latin typeface="Meiryo UI"/>
              <a:ea typeface="Meiryo UI"/>
            </a:endParaRPr>
          </a:p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en-US" altLang="ja-JP" b="1">
                <a:solidFill>
                  <a:schemeClr val="bg2"/>
                </a:solidFill>
                <a:latin typeface="Roboto"/>
                <a:ea typeface="Roboto"/>
              </a:rPr>
              <a:t>あ</a:t>
            </a:r>
            <a:endParaRPr lang="en-US" altLang="ja-JP" sz="1800" b="1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Roboto"/>
              <a:ea typeface="Roboto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FDC3BDC-5D45-7A2E-ED02-978665435F74}"/>
              </a:ext>
            </a:extLst>
          </p:cNvPr>
          <p:cNvSpPr txBox="1"/>
          <p:nvPr/>
        </p:nvSpPr>
        <p:spPr>
          <a:xfrm>
            <a:off x="6334781" y="4134099"/>
            <a:ext cx="4368298" cy="900000"/>
          </a:xfrm>
          <a:prstGeom prst="rect">
            <a:avLst/>
          </a:prstGeom>
          <a:noFill/>
          <a:ln w="82550">
            <a:solidFill>
              <a:schemeClr val="tx2"/>
            </a:solidFill>
            <a:miter lim="800000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3000" b="1" dirty="0" err="1">
                <a:solidFill>
                  <a:schemeClr val="bg2"/>
                </a:solidFill>
                <a:latin typeface="Meiryo UI"/>
                <a:ea typeface="Meiryo UI"/>
              </a:rPr>
              <a:t>グローバル接続</a:t>
            </a:r>
            <a:endParaRPr lang="en-US" altLang="ja-JP" sz="3000" b="1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b="1" dirty="0">
                <a:solidFill>
                  <a:schemeClr val="bg2"/>
                </a:solidFill>
                <a:latin typeface="Meiryo UI"/>
                <a:ea typeface="Meiryo UI"/>
              </a:rPr>
              <a:t>世界をつなぐ、海底ケーブルや衛星通信</a:t>
            </a:r>
            <a:endParaRPr kumimoji="0" lang="ja-JP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Meiryo UI"/>
              <a:ea typeface="Meiryo UI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8ECA4B7-CC94-F0F5-DF3F-05568727D562}"/>
              </a:ext>
            </a:extLst>
          </p:cNvPr>
          <p:cNvSpPr txBox="1"/>
          <p:nvPr/>
        </p:nvSpPr>
        <p:spPr>
          <a:xfrm>
            <a:off x="1680723" y="4648234"/>
            <a:ext cx="5611758" cy="3539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1700" b="1">
                <a:solidFill>
                  <a:schemeClr val="bg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企業や個人にインターネットを提供/プロバイダ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D6CCBD-E068-50B4-B857-D168C7161583}"/>
              </a:ext>
            </a:extLst>
          </p:cNvPr>
          <p:cNvSpPr txBox="1"/>
          <p:nvPr/>
        </p:nvSpPr>
        <p:spPr>
          <a:xfrm>
            <a:off x="6908800" y="2801075"/>
            <a:ext cx="32173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/>
              <a:t>Au                       docomo</a:t>
            </a:r>
          </a:p>
          <a:p>
            <a:r>
              <a:rPr kumimoji="1" lang="en-US" altLang="ja-JP"/>
              <a:t>Rakuten             softbank</a:t>
            </a:r>
            <a:endParaRPr kumimoji="1" lang="en-US" altLang="ja-JP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EA668BC-1179-4D4A-5D5B-B6F50FD269AE}"/>
              </a:ext>
            </a:extLst>
          </p:cNvPr>
          <p:cNvSpPr txBox="1"/>
          <p:nvPr/>
        </p:nvSpPr>
        <p:spPr>
          <a:xfrm>
            <a:off x="2048933" y="5164667"/>
            <a:ext cx="36914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GMO</a:t>
            </a:r>
          </a:p>
          <a:p>
            <a:r>
              <a:rPr kumimoji="1" lang="ja-JP" altLang="en-US" dirty="0"/>
              <a:t>ビックローブ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F1D18FD2-6693-EDD1-DBFF-0B12D9882A37}"/>
              </a:ext>
            </a:extLst>
          </p:cNvPr>
          <p:cNvSpPr txBox="1"/>
          <p:nvPr/>
        </p:nvSpPr>
        <p:spPr>
          <a:xfrm>
            <a:off x="6849533" y="5164667"/>
            <a:ext cx="32935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スターリンク</a:t>
            </a:r>
            <a:endParaRPr kumimoji="1" lang="en-US" altLang="ja-JP" dirty="0"/>
          </a:p>
          <a:p>
            <a:r>
              <a:rPr kumimoji="1" lang="en-US" altLang="ja-JP" dirty="0"/>
              <a:t>NEC</a:t>
            </a:r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6236795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2">
            <a:extLst>
              <a:ext uri="{FF2B5EF4-FFF2-40B4-BE49-F238E27FC236}">
                <a16:creationId xmlns:a16="http://schemas.microsoft.com/office/drawing/2014/main" id="{F09A3033-9F6D-42C4-B650-E25158A8006F}"/>
              </a:ext>
            </a:extLst>
          </p:cNvPr>
          <p:cNvSpPr txBox="1">
            <a:spLocks/>
          </p:cNvSpPr>
          <p:nvPr/>
        </p:nvSpPr>
        <p:spPr>
          <a:xfrm>
            <a:off x="459084" y="337843"/>
            <a:ext cx="9867931" cy="376358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b="1">
                <a:solidFill>
                  <a:schemeClr val="bg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情報処理サービス業界</a:t>
            </a:r>
            <a:endParaRPr lang="ja-JP" b="1">
              <a:solidFill>
                <a:schemeClr val="bg2"/>
              </a:solidFill>
              <a:latin typeface="Meiryo UI" panose="020B0604030504040204" pitchFamily="50" charset="-128"/>
              <a:ea typeface="Meiryo UI" panose="020B0604030504040204" pitchFamily="50" charset="-128"/>
              <a:cs typeface="+mj-lt"/>
            </a:endParaRPr>
          </a:p>
          <a:p>
            <a:endParaRPr lang="ja-JP" altLang="en-US">
              <a:solidFill>
                <a:schemeClr val="bg2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08FAA13A-BDC3-4CE2-8819-5B7CF6FC0234}"/>
              </a:ext>
            </a:extLst>
          </p:cNvPr>
          <p:cNvSpPr txBox="1">
            <a:spLocks/>
          </p:cNvSpPr>
          <p:nvPr/>
        </p:nvSpPr>
        <p:spPr>
          <a:xfrm>
            <a:off x="515938" y="1259947"/>
            <a:ext cx="11160124" cy="477618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000">
              <a:solidFill>
                <a:schemeClr val="bg2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C4821647-D02B-49AB-85BF-86E1AE039CBD}"/>
              </a:ext>
            </a:extLst>
          </p:cNvPr>
          <p:cNvSpPr txBox="1">
            <a:spLocks/>
          </p:cNvSpPr>
          <p:nvPr/>
        </p:nvSpPr>
        <p:spPr>
          <a:xfrm>
            <a:off x="668338" y="1196503"/>
            <a:ext cx="11160124" cy="4943798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>
                <a:solidFill>
                  <a:schemeClr val="bg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主な企業やサービス</a:t>
            </a:r>
            <a:endParaRPr lang="en-US" altLang="ja-JP">
              <a:solidFill>
                <a:schemeClr val="bg2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buNone/>
            </a:pPr>
            <a:r>
              <a:rPr lang="en-US" altLang="ja-JP" sz="2000">
                <a:solidFill>
                  <a:schemeClr val="bg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  </a:t>
            </a:r>
            <a:endParaRPr lang="en-US" sz="2000">
              <a:solidFill>
                <a:schemeClr val="bg2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C4F0D021-4136-E69A-F3E6-DB9F2B918D0C}"/>
              </a:ext>
            </a:extLst>
          </p:cNvPr>
          <p:cNvGrpSpPr/>
          <p:nvPr/>
        </p:nvGrpSpPr>
        <p:grpSpPr>
          <a:xfrm>
            <a:off x="1979291" y="1712240"/>
            <a:ext cx="8243206" cy="2111848"/>
            <a:chOff x="1961171" y="1712240"/>
            <a:chExt cx="8226525" cy="2111848"/>
          </a:xfrm>
        </p:grpSpPr>
        <p:grpSp>
          <p:nvGrpSpPr>
            <p:cNvPr id="2" name="グループ化 1">
              <a:extLst>
                <a:ext uri="{FF2B5EF4-FFF2-40B4-BE49-F238E27FC236}">
                  <a16:creationId xmlns:a16="http://schemas.microsoft.com/office/drawing/2014/main" id="{6C7B1899-2251-7CAE-87D4-316EF23E8098}"/>
                </a:ext>
              </a:extLst>
            </p:cNvPr>
            <p:cNvGrpSpPr/>
            <p:nvPr/>
          </p:nvGrpSpPr>
          <p:grpSpPr>
            <a:xfrm>
              <a:off x="1961171" y="1712240"/>
              <a:ext cx="8226525" cy="2111848"/>
              <a:chOff x="1638653" y="1837631"/>
              <a:chExt cx="4368298" cy="1969760"/>
            </a:xfrm>
          </p:grpSpPr>
          <p:sp>
            <p:nvSpPr>
              <p:cNvPr id="5" name="四角形: 角を丸くする 4">
                <a:extLst>
                  <a:ext uri="{FF2B5EF4-FFF2-40B4-BE49-F238E27FC236}">
                    <a16:creationId xmlns:a16="http://schemas.microsoft.com/office/drawing/2014/main" id="{EDBC31F1-1488-423A-A307-1C473E666CAC}"/>
                  </a:ext>
                </a:extLst>
              </p:cNvPr>
              <p:cNvSpPr/>
              <p:nvPr/>
            </p:nvSpPr>
            <p:spPr>
              <a:xfrm>
                <a:off x="1638998" y="2880331"/>
                <a:ext cx="2186406" cy="927060"/>
              </a:xfrm>
              <a:prstGeom prst="roundRect">
                <a:avLst>
                  <a:gd name="adj" fmla="val 0"/>
                </a:avLst>
              </a:prstGeom>
              <a:solidFill>
                <a:schemeClr val="tx2"/>
              </a:solidFill>
              <a:ln w="82550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r>
                  <a:rPr lang="ja-JP" altLang="en-US" sz="2000" b="1">
                    <a:solidFill>
                      <a:schemeClr val="bg2"/>
                    </a:solidFill>
                    <a:latin typeface="Meiryo UI"/>
                    <a:ea typeface="Meiryo UI"/>
                    <a:cs typeface="+mn-lt"/>
                  </a:rPr>
                  <a:t>　</a:t>
                </a:r>
                <a:endParaRPr lang="en-US" altLang="ja-JP" sz="2000" b="1">
                  <a:solidFill>
                    <a:schemeClr val="bg2"/>
                  </a:solidFill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B61BB139-843C-427F-B30E-D5492BD26ADF}"/>
                  </a:ext>
                </a:extLst>
              </p:cNvPr>
              <p:cNvSpPr txBox="1"/>
              <p:nvPr/>
            </p:nvSpPr>
            <p:spPr>
              <a:xfrm>
                <a:off x="1638653" y="1837631"/>
                <a:ext cx="4368298" cy="558130"/>
              </a:xfrm>
              <a:prstGeom prst="rect">
                <a:avLst/>
              </a:prstGeom>
              <a:noFill/>
              <a:ln w="82550">
                <a:solidFill>
                  <a:schemeClr val="tx2"/>
                </a:solidFill>
                <a:miter lim="800000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algn="ctr"/>
                <a:r>
                  <a:rPr kumimoji="1" lang="ja-JP" altLang="en-US" sz="3000" b="1">
                    <a:solidFill>
                      <a:schemeClr val="bg2"/>
                    </a:solidFill>
                    <a:latin typeface="Meiryo UI"/>
                    <a:ea typeface="Meiryo UI"/>
                  </a:rPr>
                  <a:t>メーカー系</a:t>
                </a:r>
                <a:r>
                  <a:rPr kumimoji="1" lang="ja-JP" altLang="en-US" b="1">
                    <a:solidFill>
                      <a:schemeClr val="bg2"/>
                    </a:solidFill>
                    <a:latin typeface="Meiryo UI"/>
                    <a:ea typeface="Meiryo UI"/>
                  </a:rPr>
                  <a:t>PCを販売する企業の</a:t>
                </a:r>
                <a:r>
                  <a:rPr kumimoji="1" lang="en-US" altLang="ja-JP" b="1">
                    <a:solidFill>
                      <a:schemeClr val="bg2"/>
                    </a:solidFill>
                    <a:latin typeface="Meiryo UI"/>
                    <a:ea typeface="Meiryo UI"/>
                  </a:rPr>
                  <a:t>IT</a:t>
                </a:r>
                <a:r>
                  <a:rPr kumimoji="1" lang="ja-JP" altLang="en-US" b="1">
                    <a:solidFill>
                      <a:schemeClr val="bg2"/>
                    </a:solidFill>
                    <a:latin typeface="Meiryo UI"/>
                    <a:ea typeface="Meiryo UI"/>
                  </a:rPr>
                  <a:t>部門が独立</a:t>
                </a:r>
                <a:endParaRPr lang="ja-JP" altLang="en-US" b="1">
                  <a:solidFill>
                    <a:schemeClr val="bg2"/>
                  </a:solidFill>
                  <a:latin typeface="Meiryo UI"/>
                  <a:ea typeface="Meiryo UI"/>
                </a:endParaRPr>
              </a:p>
            </p:txBody>
          </p:sp>
        </p:grpSp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3A5F8EF7-DDE0-3A4B-C799-3B64A02A44AF}"/>
                </a:ext>
              </a:extLst>
            </p:cNvPr>
            <p:cNvSpPr txBox="1"/>
            <p:nvPr/>
          </p:nvSpPr>
          <p:spPr>
            <a:xfrm>
              <a:off x="1961171" y="2320732"/>
              <a:ext cx="4115950" cy="446659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82550">
              <a:solidFill>
                <a:schemeClr val="tx2"/>
              </a:solidFill>
              <a:miter lim="800000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algn="ctr"/>
              <a:r>
                <a:rPr lang="ja-JP" altLang="en-US" sz="2000" b="1">
                  <a:solidFill>
                    <a:schemeClr val="bg2"/>
                  </a:solidFill>
                  <a:latin typeface="Meiryo UI"/>
                  <a:ea typeface="Meiryo UI"/>
                </a:rPr>
                <a:t>日系</a:t>
              </a:r>
              <a:endParaRPr lang="ja-JP" altLang="en-US" sz="3000" b="1">
                <a:solidFill>
                  <a:schemeClr val="bg2"/>
                </a:solidFill>
                <a:latin typeface="Meiryo UI"/>
                <a:ea typeface="Meiryo UI"/>
              </a:endParaRPr>
            </a:p>
          </p:txBody>
        </p:sp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A88A26B2-85D9-00B2-2CF5-737A6AC4542F}"/>
                </a:ext>
              </a:extLst>
            </p:cNvPr>
            <p:cNvSpPr txBox="1"/>
            <p:nvPr/>
          </p:nvSpPr>
          <p:spPr>
            <a:xfrm>
              <a:off x="6058974" y="2320731"/>
              <a:ext cx="4127159" cy="446659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82550">
              <a:solidFill>
                <a:schemeClr val="tx2"/>
              </a:solidFill>
              <a:miter lim="800000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algn="ctr"/>
              <a:r>
                <a:rPr lang="ja-JP" altLang="en-US" sz="2000" b="1">
                  <a:solidFill>
                    <a:schemeClr val="bg2"/>
                  </a:solidFill>
                  <a:latin typeface="Meiryo UI"/>
                  <a:ea typeface="Meiryo UI"/>
                </a:rPr>
                <a:t>外資系</a:t>
              </a:r>
              <a:endParaRPr lang="ja-JP" altLang="en-US" sz="3000" b="1">
                <a:solidFill>
                  <a:schemeClr val="bg2"/>
                </a:solidFill>
                <a:latin typeface="Meiryo UI"/>
                <a:ea typeface="Meiryo UI"/>
              </a:endParaRPr>
            </a:p>
          </p:txBody>
        </p:sp>
        <p:sp>
          <p:nvSpPr>
            <p:cNvPr id="3" name="四角形: 角を丸くする 2">
              <a:extLst>
                <a:ext uri="{FF2B5EF4-FFF2-40B4-BE49-F238E27FC236}">
                  <a16:creationId xmlns:a16="http://schemas.microsoft.com/office/drawing/2014/main" id="{6605A0EA-2C21-06AB-F750-AC8589FE07F4}"/>
                </a:ext>
              </a:extLst>
            </p:cNvPr>
            <p:cNvSpPr/>
            <p:nvPr/>
          </p:nvSpPr>
          <p:spPr>
            <a:xfrm>
              <a:off x="6068905" y="2828224"/>
              <a:ext cx="4117513" cy="993933"/>
            </a:xfrm>
            <a:prstGeom prst="roundRect">
              <a:avLst>
                <a:gd name="adj" fmla="val 0"/>
              </a:avLst>
            </a:prstGeom>
            <a:solidFill>
              <a:schemeClr val="tx2"/>
            </a:solidFill>
            <a:ln w="825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endParaRPr lang="ja-JP" altLang="en-US" sz="2000" b="1">
                <a:solidFill>
                  <a:schemeClr val="bg2"/>
                </a:solidFill>
                <a:latin typeface="Meiryo UI"/>
                <a:ea typeface="Meiryo UI"/>
              </a:endParaRPr>
            </a:p>
          </p:txBody>
        </p:sp>
      </p:grp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30E7DFAE-E3D0-83E2-DF8D-D296E37A6A8C}"/>
              </a:ext>
            </a:extLst>
          </p:cNvPr>
          <p:cNvGrpSpPr/>
          <p:nvPr/>
        </p:nvGrpSpPr>
        <p:grpSpPr>
          <a:xfrm>
            <a:off x="1979290" y="4036822"/>
            <a:ext cx="8228749" cy="2111849"/>
            <a:chOff x="1959608" y="1712240"/>
            <a:chExt cx="8228749" cy="2111849"/>
          </a:xfrm>
        </p:grpSpPr>
        <p:grpSp>
          <p:nvGrpSpPr>
            <p:cNvPr id="23" name="グループ化 22">
              <a:extLst>
                <a:ext uri="{FF2B5EF4-FFF2-40B4-BE49-F238E27FC236}">
                  <a16:creationId xmlns:a16="http://schemas.microsoft.com/office/drawing/2014/main" id="{CFE0BA56-9093-B019-2B4B-DC3CBF2E57CF}"/>
                </a:ext>
              </a:extLst>
            </p:cNvPr>
            <p:cNvGrpSpPr/>
            <p:nvPr/>
          </p:nvGrpSpPr>
          <p:grpSpPr>
            <a:xfrm>
              <a:off x="1961832" y="1712240"/>
              <a:ext cx="8226525" cy="2111849"/>
              <a:chOff x="1639004" y="1837631"/>
              <a:chExt cx="4368298" cy="1969761"/>
            </a:xfrm>
          </p:grpSpPr>
          <p:sp>
            <p:nvSpPr>
              <p:cNvPr id="30" name="四角形: 角を丸くする 29">
                <a:extLst>
                  <a:ext uri="{FF2B5EF4-FFF2-40B4-BE49-F238E27FC236}">
                    <a16:creationId xmlns:a16="http://schemas.microsoft.com/office/drawing/2014/main" id="{2D821415-CDC1-9A05-0600-18AB4F28D279}"/>
                  </a:ext>
                </a:extLst>
              </p:cNvPr>
              <p:cNvSpPr/>
              <p:nvPr/>
            </p:nvSpPr>
            <p:spPr>
              <a:xfrm>
                <a:off x="1639004" y="2880332"/>
                <a:ext cx="2186406" cy="927060"/>
              </a:xfrm>
              <a:prstGeom prst="roundRect">
                <a:avLst>
                  <a:gd name="adj" fmla="val 0"/>
                </a:avLst>
              </a:prstGeom>
              <a:solidFill>
                <a:schemeClr val="tx2"/>
              </a:solidFill>
              <a:ln w="82550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endParaRPr lang="ja-JP" altLang="en-US" sz="2000" b="1">
                  <a:solidFill>
                    <a:schemeClr val="bg2"/>
                  </a:solidFill>
                  <a:latin typeface="Meiryo UI"/>
                  <a:ea typeface="Meiryo UI"/>
                </a:endParaRPr>
              </a:p>
            </p:txBody>
          </p:sp>
          <p:sp>
            <p:nvSpPr>
              <p:cNvPr id="31" name="テキスト ボックス 30">
                <a:extLst>
                  <a:ext uri="{FF2B5EF4-FFF2-40B4-BE49-F238E27FC236}">
                    <a16:creationId xmlns:a16="http://schemas.microsoft.com/office/drawing/2014/main" id="{F996EE67-7AFE-C870-1F0D-EB993442046C}"/>
                  </a:ext>
                </a:extLst>
              </p:cNvPr>
              <p:cNvSpPr txBox="1"/>
              <p:nvPr/>
            </p:nvSpPr>
            <p:spPr>
              <a:xfrm>
                <a:off x="1639004" y="1837631"/>
                <a:ext cx="4368298" cy="558130"/>
              </a:xfrm>
              <a:prstGeom prst="rect">
                <a:avLst/>
              </a:prstGeom>
              <a:noFill/>
              <a:ln w="82550">
                <a:solidFill>
                  <a:schemeClr val="tx2"/>
                </a:solidFill>
                <a:miter lim="800000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algn="ctr"/>
                <a:r>
                  <a:rPr kumimoji="1" lang="ja-JP" altLang="en-US" sz="3000" b="1">
                    <a:solidFill>
                      <a:schemeClr val="bg2"/>
                    </a:solidFill>
                    <a:latin typeface="Meiryo UI"/>
                    <a:ea typeface="Meiryo UI"/>
                  </a:rPr>
                  <a:t>独立系</a:t>
                </a:r>
                <a:r>
                  <a:rPr kumimoji="1" lang="ja-JP" altLang="en-US" b="1">
                    <a:solidFill>
                      <a:schemeClr val="bg2"/>
                    </a:solidFill>
                    <a:latin typeface="Meiryo UI"/>
                    <a:ea typeface="Meiryo UI"/>
                  </a:rPr>
                  <a:t>独自路線の企業</a:t>
                </a:r>
                <a:endParaRPr lang="ja-JP" altLang="en-US" b="1">
                  <a:solidFill>
                    <a:schemeClr val="bg2"/>
                  </a:solidFill>
                  <a:latin typeface="Meiryo UI"/>
                  <a:ea typeface="Meiryo UI"/>
                </a:endParaRPr>
              </a:p>
            </p:txBody>
          </p:sp>
        </p:grpSp>
        <p:sp>
          <p:nvSpPr>
            <p:cNvPr id="25" name="テキスト ボックス 24">
              <a:extLst>
                <a:ext uri="{FF2B5EF4-FFF2-40B4-BE49-F238E27FC236}">
                  <a16:creationId xmlns:a16="http://schemas.microsoft.com/office/drawing/2014/main" id="{BA3898F8-D630-130F-35CA-3A68168B3647}"/>
                </a:ext>
              </a:extLst>
            </p:cNvPr>
            <p:cNvSpPr txBox="1"/>
            <p:nvPr/>
          </p:nvSpPr>
          <p:spPr>
            <a:xfrm>
              <a:off x="1959608" y="2330378"/>
              <a:ext cx="4117514" cy="446659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82550">
              <a:solidFill>
                <a:schemeClr val="tx2"/>
              </a:solidFill>
              <a:miter lim="800000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algn="ctr"/>
              <a:r>
                <a:rPr lang="ja-JP" altLang="en-US" sz="2000" b="1">
                  <a:solidFill>
                    <a:schemeClr val="bg2"/>
                  </a:solidFill>
                  <a:latin typeface="Meiryo UI"/>
                  <a:ea typeface="Meiryo UI"/>
                </a:rPr>
                <a:t>日系</a:t>
              </a:r>
              <a:endParaRPr lang="ja-JP" altLang="en-US" sz="3000" b="1">
                <a:solidFill>
                  <a:schemeClr val="bg2"/>
                </a:solidFill>
                <a:latin typeface="Meiryo UI"/>
                <a:ea typeface="Meiryo UI"/>
              </a:endParaRPr>
            </a:p>
          </p:txBody>
        </p:sp>
        <p:sp>
          <p:nvSpPr>
            <p:cNvPr id="26" name="テキスト ボックス 25">
              <a:extLst>
                <a:ext uri="{FF2B5EF4-FFF2-40B4-BE49-F238E27FC236}">
                  <a16:creationId xmlns:a16="http://schemas.microsoft.com/office/drawing/2014/main" id="{7DD2D652-863B-895C-6714-FE28A08BA067}"/>
                </a:ext>
              </a:extLst>
            </p:cNvPr>
            <p:cNvSpPr txBox="1"/>
            <p:nvPr/>
          </p:nvSpPr>
          <p:spPr>
            <a:xfrm>
              <a:off x="6068620" y="2330377"/>
              <a:ext cx="4117514" cy="446659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82550">
              <a:solidFill>
                <a:schemeClr val="tx2"/>
              </a:solidFill>
              <a:miter lim="800000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algn="ctr"/>
              <a:r>
                <a:rPr lang="ja-JP" altLang="en-US" sz="2000" b="1">
                  <a:solidFill>
                    <a:schemeClr val="bg2"/>
                  </a:solidFill>
                  <a:latin typeface="Meiryo UI"/>
                  <a:ea typeface="Meiryo UI"/>
                </a:rPr>
                <a:t>外資系</a:t>
              </a:r>
              <a:endParaRPr lang="ja-JP" altLang="en-US" sz="3000" b="1">
                <a:solidFill>
                  <a:schemeClr val="bg2"/>
                </a:solidFill>
                <a:latin typeface="Meiryo UI"/>
                <a:ea typeface="Meiryo UI"/>
              </a:endParaRPr>
            </a:p>
          </p:txBody>
        </p:sp>
        <p:sp>
          <p:nvSpPr>
            <p:cNvPr id="29" name="四角形: 角を丸くする 28">
              <a:extLst>
                <a:ext uri="{FF2B5EF4-FFF2-40B4-BE49-F238E27FC236}">
                  <a16:creationId xmlns:a16="http://schemas.microsoft.com/office/drawing/2014/main" id="{570B573C-2853-8E91-C107-5F80AD3A796E}"/>
                </a:ext>
              </a:extLst>
            </p:cNvPr>
            <p:cNvSpPr/>
            <p:nvPr/>
          </p:nvSpPr>
          <p:spPr>
            <a:xfrm>
              <a:off x="6068915" y="2828224"/>
              <a:ext cx="4117513" cy="993933"/>
            </a:xfrm>
            <a:prstGeom prst="roundRect">
              <a:avLst>
                <a:gd name="adj" fmla="val 0"/>
              </a:avLst>
            </a:prstGeom>
            <a:solidFill>
              <a:schemeClr val="tx2"/>
            </a:solidFill>
            <a:ln w="825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endParaRPr lang="ja-JP" altLang="en-US" sz="2000" b="1">
                <a:solidFill>
                  <a:schemeClr val="bg2"/>
                </a:solidFill>
                <a:latin typeface="Meiryo UI"/>
                <a:ea typeface="Meiryo UI"/>
              </a:endParaRPr>
            </a:p>
          </p:txBody>
        </p:sp>
      </p:grp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FF4804B-D87C-8E0B-F18B-6448E18F6034}"/>
              </a:ext>
            </a:extLst>
          </p:cNvPr>
          <p:cNvSpPr txBox="1"/>
          <p:nvPr/>
        </p:nvSpPr>
        <p:spPr>
          <a:xfrm>
            <a:off x="2235200" y="2828224"/>
            <a:ext cx="37077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富士通</a:t>
            </a:r>
            <a:endParaRPr kumimoji="1" lang="en-US" altLang="ja-JP" dirty="0"/>
          </a:p>
          <a:p>
            <a:r>
              <a:rPr kumimoji="1" lang="en-US" altLang="ja-JP" dirty="0"/>
              <a:t>NEC</a:t>
            </a:r>
          </a:p>
          <a:p>
            <a:r>
              <a:rPr kumimoji="1" lang="en-US" altLang="ja-JP" dirty="0"/>
              <a:t>Panasonic</a:t>
            </a:r>
          </a:p>
          <a:p>
            <a:endParaRPr kumimoji="1" lang="ja-JP" altLang="en-US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87AEC749-437A-EB15-8ECE-8B2B6190970E}"/>
              </a:ext>
            </a:extLst>
          </p:cNvPr>
          <p:cNvSpPr txBox="1"/>
          <p:nvPr/>
        </p:nvSpPr>
        <p:spPr>
          <a:xfrm>
            <a:off x="6527800" y="2787136"/>
            <a:ext cx="3285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IBM</a:t>
            </a:r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45673418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itle Slides and Transitions">
  <a:themeElements>
    <a:clrScheme name="Custom 2">
      <a:dk1>
        <a:sysClr val="windowText" lastClr="000000"/>
      </a:dk1>
      <a:lt1>
        <a:sysClr val="window" lastClr="FFFFFF"/>
      </a:lt1>
      <a:dk2>
        <a:srgbClr val="373A36"/>
      </a:dk2>
      <a:lt2>
        <a:srgbClr val="FFB81C"/>
      </a:lt2>
      <a:accent1>
        <a:srgbClr val="00B5E2"/>
      </a:accent1>
      <a:accent2>
        <a:srgbClr val="00594F"/>
      </a:accent2>
      <a:accent3>
        <a:srgbClr val="FF5C39"/>
      </a:accent3>
      <a:accent4>
        <a:srgbClr val="00558C"/>
      </a:accent4>
      <a:accent5>
        <a:srgbClr val="8A75D1"/>
      </a:accent5>
      <a:accent6>
        <a:srgbClr val="BA0C2F"/>
      </a:accent6>
      <a:hlink>
        <a:srgbClr val="FFC000"/>
      </a:hlink>
      <a:folHlink>
        <a:srgbClr val="FFFFFF"/>
      </a:folHlink>
    </a:clrScheme>
    <a:fontScheme name="Custom 1">
      <a:majorFont>
        <a:latin typeface="Reso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Basic Slide Layouts">
  <a:themeElements>
    <a:clrScheme name="Custom 5">
      <a:dk1>
        <a:sysClr val="windowText" lastClr="000000"/>
      </a:dk1>
      <a:lt1>
        <a:sysClr val="window" lastClr="FFFFFF"/>
      </a:lt1>
      <a:dk2>
        <a:srgbClr val="373A36"/>
      </a:dk2>
      <a:lt2>
        <a:srgbClr val="FFB81C"/>
      </a:lt2>
      <a:accent1>
        <a:srgbClr val="00B5E2"/>
      </a:accent1>
      <a:accent2>
        <a:srgbClr val="00594F"/>
      </a:accent2>
      <a:accent3>
        <a:srgbClr val="FF5C39"/>
      </a:accent3>
      <a:accent4>
        <a:srgbClr val="00558C"/>
      </a:accent4>
      <a:accent5>
        <a:srgbClr val="8A75D1"/>
      </a:accent5>
      <a:accent6>
        <a:srgbClr val="BA0C2F"/>
      </a:accent6>
      <a:hlink>
        <a:srgbClr val="FFC000"/>
      </a:hlink>
      <a:folHlink>
        <a:srgbClr val="FFFFFF"/>
      </a:folHlink>
    </a:clrScheme>
    <a:fontScheme name="Custom 1">
      <a:majorFont>
        <a:latin typeface="Reso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Graphs and Charts">
  <a:themeElements>
    <a:clrScheme name="Custom 3">
      <a:dk1>
        <a:sysClr val="windowText" lastClr="000000"/>
      </a:dk1>
      <a:lt1>
        <a:sysClr val="window" lastClr="FFFFFF"/>
      </a:lt1>
      <a:dk2>
        <a:srgbClr val="373A36"/>
      </a:dk2>
      <a:lt2>
        <a:srgbClr val="FFB81C"/>
      </a:lt2>
      <a:accent1>
        <a:srgbClr val="FFB81C"/>
      </a:accent1>
      <a:accent2>
        <a:srgbClr val="ADB2AC"/>
      </a:accent2>
      <a:accent3>
        <a:srgbClr val="00594F"/>
      </a:accent3>
      <a:accent4>
        <a:srgbClr val="FF5C39"/>
      </a:accent4>
      <a:accent5>
        <a:srgbClr val="8A75D1"/>
      </a:accent5>
      <a:accent6>
        <a:srgbClr val="BA0C2F"/>
      </a:accent6>
      <a:hlink>
        <a:srgbClr val="FFC000"/>
      </a:hlink>
      <a:folHlink>
        <a:srgbClr val="FFFFFF"/>
      </a:folHlink>
    </a:clrScheme>
    <a:fontScheme name="Custom 1">
      <a:majorFont>
        <a:latin typeface="Reso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70aa6baa-9cbf-4410-be6f-245c83134671">
      <UserInfo>
        <DisplayName>Sebastiaan Krol</DisplayName>
        <AccountId>24</AccountId>
        <AccountType/>
      </UserInfo>
    </SharedWithUsers>
    <_x30de__x30fc__x30b1__x4f9d__x983c_ xmlns="e9a41dae-46c0-4d0d-ad0c-c6a655411575" xsi:nil="true"/>
    <lcf76f155ced4ddcb4097134ff3c332f xmlns="e9a41dae-46c0-4d0d-ad0c-c6a655411575">
      <Terms xmlns="http://schemas.microsoft.com/office/infopath/2007/PartnerControls"/>
    </lcf76f155ced4ddcb4097134ff3c332f>
    <_x6cd5__x52d9__x4f9d__x983c_ xmlns="e9a41dae-46c0-4d0d-ad0c-c6a655411575" xsi:nil="true"/>
    <_Flow_SignoffStatus xmlns="e9a41dae-46c0-4d0d-ad0c-c6a655411575" xsi:nil="true"/>
    <TaxCatchAll xmlns="70aa6baa-9cbf-4410-be6f-245c83134671" xsi:nil="true"/>
    <_x30de__x30fc__x30b1__x627f__x8a8d_ xmlns="e9a41dae-46c0-4d0d-ad0c-c6a655411575" xsi:nil="true"/>
    <_x6cd5__x52d9__x627f__x8a8d_ xmlns="e9a41dae-46c0-4d0d-ad0c-c6a65541157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5B4CB1EAC38F574095DD803AC7DC3A48" ma:contentTypeVersion="21" ma:contentTypeDescription="新しいドキュメントを作成します。" ma:contentTypeScope="" ma:versionID="df5dd4583a22c18e6ce9b4981ba7025e">
  <xsd:schema xmlns:xsd="http://www.w3.org/2001/XMLSchema" xmlns:xs="http://www.w3.org/2001/XMLSchema" xmlns:p="http://schemas.microsoft.com/office/2006/metadata/properties" xmlns:ns2="e9a41dae-46c0-4d0d-ad0c-c6a655411575" xmlns:ns3="70aa6baa-9cbf-4410-be6f-245c83134671" targetNamespace="http://schemas.microsoft.com/office/2006/metadata/properties" ma:root="true" ma:fieldsID="2d55dd2004a992b902edb62413ae0f2d" ns2:_="" ns3:_="">
    <xsd:import namespace="e9a41dae-46c0-4d0d-ad0c-c6a655411575"/>
    <xsd:import namespace="70aa6baa-9cbf-4410-be6f-245c8313467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OCR" minOccurs="0"/>
                <xsd:element ref="ns2:MediaServiceEventHashCode" minOccurs="0"/>
                <xsd:element ref="ns2:MediaServiceGenerationTime" minOccurs="0"/>
                <xsd:element ref="ns2:_Flow_SignoffStatu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_x30de__x30fc__x30b1__x4f9d__x983c_" minOccurs="0"/>
                <xsd:element ref="ns2:_x30de__x30fc__x30b1__x627f__x8a8d_" minOccurs="0"/>
                <xsd:element ref="ns2:_x6cd5__x52d9__x4f9d__x983c_" minOccurs="0"/>
                <xsd:element ref="ns2:_x6cd5__x52d9__x627f__x8a8d_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a41dae-46c0-4d0d-ad0c-c6a65541157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Location" ma:index="12" nillable="true" ma:displayName="MediaServiceLocation" ma:internalName="MediaServiceLocation" ma:readOnly="true">
      <xsd:simpleType>
        <xsd:restriction base="dms:Text"/>
      </xsd:simpleType>
    </xsd:element>
    <xsd:element name="MediaServiceOCR" ma:index="15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_Flow_SignoffStatus" ma:index="18" nillable="true" ma:displayName="承認の状態" ma:internalName="_x0024_Resources_x003a_core_x002c_Signoff_Status_x003b_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_x30de__x30fc__x30b1__x4f9d__x983c_" ma:index="22" nillable="true" ma:displayName="マーケ依頼" ma:format="DateOnly" ma:internalName="_x30de__x30fc__x30b1__x4f9d__x983c_">
      <xsd:simpleType>
        <xsd:restriction base="dms:DateTime"/>
      </xsd:simpleType>
    </xsd:element>
    <xsd:element name="_x30de__x30fc__x30b1__x627f__x8a8d_" ma:index="23" nillable="true" ma:displayName="マーケ承認" ma:format="DateOnly" ma:internalName="_x30de__x30fc__x30b1__x627f__x8a8d_">
      <xsd:simpleType>
        <xsd:restriction base="dms:DateTime"/>
      </xsd:simpleType>
    </xsd:element>
    <xsd:element name="_x6cd5__x52d9__x4f9d__x983c_" ma:index="24" nillable="true" ma:displayName="法務依頼" ma:format="DateOnly" ma:internalName="_x6cd5__x52d9__x4f9d__x983c_">
      <xsd:simpleType>
        <xsd:restriction base="dms:DateTime"/>
      </xsd:simpleType>
    </xsd:element>
    <xsd:element name="_x6cd5__x52d9__x627f__x8a8d_" ma:index="25" nillable="true" ma:displayName="法務承認" ma:format="DateOnly" ma:internalName="_x6cd5__x52d9__x627f__x8a8d_">
      <xsd:simpleType>
        <xsd:restriction base="dms:DateTime"/>
      </xsd:simpleType>
    </xsd:element>
    <xsd:element name="lcf76f155ced4ddcb4097134ff3c332f" ma:index="27" nillable="true" ma:taxonomy="true" ma:internalName="lcf76f155ced4ddcb4097134ff3c332f" ma:taxonomyFieldName="MediaServiceImageTags" ma:displayName="画像タグ" ma:readOnly="false" ma:fieldId="{5cf76f15-5ced-4ddc-b409-7134ff3c332f}" ma:taxonomyMulti="true" ma:sspId="c8d623f0-c3d6-48c0-91ae-9e9748d3462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aa6baa-9cbf-4410-be6f-245c83134671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TaxCatchAll" ma:index="28" nillable="true" ma:displayName="Taxonomy Catch All Column" ma:hidden="true" ma:list="{af78fae7-b829-4df0-a7c0-d73e1bb68e68}" ma:internalName="TaxCatchAll" ma:showField="CatchAllData" ma:web="70aa6baa-9cbf-4410-be6f-245c8313467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254E143-6045-4FBF-B352-93AE1E79394F}">
  <ds:schemaRefs>
    <ds:schemaRef ds:uri="0c78dec3-5dfb-4714-9f69-24d52bf01af4"/>
    <ds:schemaRef ds:uri="70aa6baa-9cbf-4410-be6f-245c83134671"/>
    <ds:schemaRef ds:uri="9aafff0e-8503-4560-b2b1-375e0b17989d"/>
    <ds:schemaRef ds:uri="e9a41dae-46c0-4d0d-ad0c-c6a65541157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472262D2-C6DA-4BAE-AC51-5942AAC479D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D00BF2D-D608-4720-AA50-606BCA3EDA9B}">
  <ds:schemaRefs>
    <ds:schemaRef ds:uri="70aa6baa-9cbf-4410-be6f-245c83134671"/>
    <ds:schemaRef ds:uri="e9a41dae-46c0-4d0d-ad0c-c6a65541157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</TotalTime>
  <Words>284</Words>
  <Application>Microsoft Office PowerPoint</Application>
  <PresentationFormat>ワイド画面</PresentationFormat>
  <Paragraphs>106</Paragraphs>
  <Slides>5</Slides>
  <Notes>5</Notes>
  <HiddenSlides>0</HiddenSlides>
  <MMClips>0</MMClips>
  <ScaleCrop>false</ScaleCrop>
  <HeadingPairs>
    <vt:vector size="8" baseType="variant">
      <vt:variant>
        <vt:lpstr>使用されているフォント</vt:lpstr>
      </vt:variant>
      <vt:variant>
        <vt:i4>8</vt:i4>
      </vt:variant>
      <vt:variant>
        <vt:lpstr>テーマ</vt:lpstr>
      </vt:variant>
      <vt:variant>
        <vt:i4>3</vt:i4>
      </vt:variant>
      <vt:variant>
        <vt:lpstr>埋め込まれた OLE サーバー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7" baseType="lpstr">
      <vt:lpstr>Meiryo UI</vt:lpstr>
      <vt:lpstr>ＭＳ Ｐゴシック</vt:lpstr>
      <vt:lpstr>Reso</vt:lpstr>
      <vt:lpstr>Arial</vt:lpstr>
      <vt:lpstr>Calibri</vt:lpstr>
      <vt:lpstr>Roboto</vt:lpstr>
      <vt:lpstr>Roboto Light</vt:lpstr>
      <vt:lpstr>Verdana</vt:lpstr>
      <vt:lpstr>Title Slides and Transitions</vt:lpstr>
      <vt:lpstr>Basic Slide Layouts</vt:lpstr>
      <vt:lpstr>Graphs and Charts</vt:lpstr>
      <vt:lpstr>think-cell Slide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2020_Modis_Academy_Reskilling</dc:title>
  <dc:creator>Maria Papoudou</dc:creator>
  <cp:lastModifiedBy>俊介 田村</cp:lastModifiedBy>
  <cp:revision>5</cp:revision>
  <dcterms:created xsi:type="dcterms:W3CDTF">2017-09-27T07:46:16Z</dcterms:created>
  <dcterms:modified xsi:type="dcterms:W3CDTF">2025-11-06T03:01:16Z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0x0101005B4CB1EAC38F574095DD803AC7DC3A48</vt:lpwstr>
  </property>
  <property fmtid="{D5CDD505-2E9C-101B-9397-08002B2CF9AE}" pid="3" name="MSIP_Label_23ed4288-e1c3-41d2-9099-5088ef2adcf7_Enabled">
    <vt:lpwstr>true</vt:lpwstr>
  </property>
  <property fmtid="{D5CDD505-2E9C-101B-9397-08002B2CF9AE}" pid="4" name="MSIP_Label_23ed4288-e1c3-41d2-9099-5088ef2adcf7_SetDate">
    <vt:lpwstr>2022-02-16T11:59:18Z</vt:lpwstr>
  </property>
  <property fmtid="{D5CDD505-2E9C-101B-9397-08002B2CF9AE}" pid="5" name="MSIP_Label_23ed4288-e1c3-41d2-9099-5088ef2adcf7_Method">
    <vt:lpwstr>Privileged</vt:lpwstr>
  </property>
  <property fmtid="{D5CDD505-2E9C-101B-9397-08002B2CF9AE}" pid="6" name="MSIP_Label_23ed4288-e1c3-41d2-9099-5088ef2adcf7_Name">
    <vt:lpwstr>【公開2】</vt:lpwstr>
  </property>
  <property fmtid="{D5CDD505-2E9C-101B-9397-08002B2CF9AE}" pid="7" name="MSIP_Label_23ed4288-e1c3-41d2-9099-5088ef2adcf7_SiteId">
    <vt:lpwstr>13bce9b3-c38d-4764-b636-26955c3b5750</vt:lpwstr>
  </property>
  <property fmtid="{D5CDD505-2E9C-101B-9397-08002B2CF9AE}" pid="8" name="MSIP_Label_23ed4288-e1c3-41d2-9099-5088ef2adcf7_ActionId">
    <vt:lpwstr>5f3d9202-84a6-4bd4-8391-e6236fb99405</vt:lpwstr>
  </property>
  <property fmtid="{D5CDD505-2E9C-101B-9397-08002B2CF9AE}" pid="9" name="MSIP_Label_23ed4288-e1c3-41d2-9099-5088ef2adcf7_ContentBits">
    <vt:lpwstr>0</vt:lpwstr>
  </property>
</Properties>
</file>