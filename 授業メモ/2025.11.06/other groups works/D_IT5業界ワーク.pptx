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8"/>
  </p:notesMasterIdLst>
  <p:handoutMasterIdLst>
    <p:handoutMasterId r:id="rId9"/>
  </p:handoutMasterIdLst>
  <p:sldIdLst>
    <p:sldId id="1670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1670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73936"/>
    <a:srgbClr val="FFB81C"/>
    <a:srgbClr val="00B5E1"/>
    <a:srgbClr val="FFD243"/>
    <a:srgbClr val="FFF9ED"/>
    <a:srgbClr val="2AD2C9"/>
    <a:srgbClr val="FDB735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sunobu Katahira" userId="S::2541617@vsn.co.jp::06ab1dbf-76c9-4a29-90a2-818580e01b02" providerId="AD" clId="Web-{EF42A20D-1F70-CF57-8AC3-13BCE5ED8A57}"/>
    <pc:docChg chg="addSld delSld modSld sldOrd modSection">
      <pc:chgData name="Mitsunobu Katahira" userId="S::2541617@vsn.co.jp::06ab1dbf-76c9-4a29-90a2-818580e01b02" providerId="AD" clId="Web-{EF42A20D-1F70-CF57-8AC3-13BCE5ED8A57}" dt="2022-06-15T07:28:15.965" v="1982" actId="20577"/>
      <pc:docMkLst>
        <pc:docMk/>
      </pc:docMkLst>
      <pc:sldChg chg="delSp modSp">
        <pc:chgData name="Mitsunobu Katahira" userId="S::2541617@vsn.co.jp::06ab1dbf-76c9-4a29-90a2-818580e01b02" providerId="AD" clId="Web-{EF42A20D-1F70-CF57-8AC3-13BCE5ED8A57}" dt="2022-06-15T07:26:12.837" v="1977" actId="20577"/>
        <pc:sldMkLst>
          <pc:docMk/>
          <pc:sldMk cId="876241309" sldId="325"/>
        </pc:sldMkLst>
        <pc:spChg chg="mod">
          <ac:chgData name="Mitsunobu Katahira" userId="S::2541617@vsn.co.jp::06ab1dbf-76c9-4a29-90a2-818580e01b02" providerId="AD" clId="Web-{EF42A20D-1F70-CF57-8AC3-13BCE5ED8A57}" dt="2022-06-15T07:26:12.837" v="1977" actId="20577"/>
          <ac:spMkLst>
            <pc:docMk/>
            <pc:sldMk cId="876241309" sldId="325"/>
            <ac:spMk id="9" creationId="{7F3F8D04-FCA4-8BE0-E69F-C5B5515C5049}"/>
          </ac:spMkLst>
        </pc:spChg>
        <pc:spChg chg="mod">
          <ac:chgData name="Mitsunobu Katahira" userId="S::2541617@vsn.co.jp::06ab1dbf-76c9-4a29-90a2-818580e01b02" providerId="AD" clId="Web-{EF42A20D-1F70-CF57-8AC3-13BCE5ED8A57}" dt="2022-06-15T07:19:13.249" v="1924" actId="20577"/>
          <ac:spMkLst>
            <pc:docMk/>
            <pc:sldMk cId="876241309" sldId="325"/>
            <ac:spMk id="11" creationId="{1E869F38-BF8E-4F47-9022-C2FB3BD86A38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392" v="905"/>
          <ac:spMkLst>
            <pc:docMk/>
            <pc:sldMk cId="876241309" sldId="325"/>
            <ac:spMk id="28" creationId="{C1EB6D52-0C08-4376-9C25-27C5391DABF9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392" v="906"/>
          <ac:spMkLst>
            <pc:docMk/>
            <pc:sldMk cId="876241309" sldId="325"/>
            <ac:spMk id="54" creationId="{AF9887A0-42DC-4F1F-8A68-40E6B32BA604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407" v="907"/>
          <ac:spMkLst>
            <pc:docMk/>
            <pc:sldMk cId="876241309" sldId="325"/>
            <ac:spMk id="55" creationId="{35FA0626-898D-4643-88A1-161D3DCE941E}"/>
          </ac:spMkLst>
        </pc:spChg>
        <pc:spChg chg="del">
          <ac:chgData name="Mitsunobu Katahira" userId="S::2541617@vsn.co.jp::06ab1dbf-76c9-4a29-90a2-818580e01b02" providerId="AD" clId="Web-{EF42A20D-1F70-CF57-8AC3-13BCE5ED8A57}" dt="2022-06-15T06:03:48.864" v="909"/>
          <ac:spMkLst>
            <pc:docMk/>
            <pc:sldMk cId="876241309" sldId="325"/>
            <ac:spMk id="70" creationId="{127EAAA7-2C59-DED9-AFF7-D83DFF46B71E}"/>
          </ac:spMkLst>
        </pc:spChg>
      </pc:sldChg>
      <pc:sldChg chg="addSp delSp modSp del">
        <pc:chgData name="Mitsunobu Katahira" userId="S::2541617@vsn.co.jp::06ab1dbf-76c9-4a29-90a2-818580e01b02" providerId="AD" clId="Web-{EF42A20D-1F70-CF57-8AC3-13BCE5ED8A57}" dt="2022-06-15T07:27:47.636" v="1978"/>
        <pc:sldMkLst>
          <pc:docMk/>
          <pc:sldMk cId="257047771" sldId="328"/>
        </pc:sldMkLst>
        <pc:spChg chg="add del">
          <ac:chgData name="Mitsunobu Katahira" userId="S::2541617@vsn.co.jp::06ab1dbf-76c9-4a29-90a2-818580e01b02" providerId="AD" clId="Web-{EF42A20D-1F70-CF57-8AC3-13BCE5ED8A57}" dt="2022-06-15T07:00:55.568" v="1652"/>
          <ac:spMkLst>
            <pc:docMk/>
            <pc:sldMk cId="257047771" sldId="328"/>
            <ac:spMk id="134" creationId="{8A589714-016B-1312-1B8D-F9E9D5F1EE48}"/>
          </ac:spMkLst>
        </pc:spChg>
        <pc:graphicFrameChg chg="mod modGraphic">
          <ac:chgData name="Mitsunobu Katahira" userId="S::2541617@vsn.co.jp::06ab1dbf-76c9-4a29-90a2-818580e01b02" providerId="AD" clId="Web-{EF42A20D-1F70-CF57-8AC3-13BCE5ED8A57}" dt="2022-06-15T07:02:19.710" v="1664" actId="20577"/>
          <ac:graphicFrameMkLst>
            <pc:docMk/>
            <pc:sldMk cId="257047771" sldId="328"/>
            <ac:graphicFrameMk id="3" creationId="{D7C27F18-547D-4857-B21D-FBB757B44CFA}"/>
          </ac:graphicFrameMkLst>
        </pc:graphicFrameChg>
      </pc:sldChg>
      <pc:sldChg chg="addSp delSp modSp">
        <pc:chgData name="Mitsunobu Katahira" userId="S::2541617@vsn.co.jp::06ab1dbf-76c9-4a29-90a2-818580e01b02" providerId="AD" clId="Web-{EF42A20D-1F70-CF57-8AC3-13BCE5ED8A57}" dt="2022-06-15T07:01:56.210" v="1659"/>
        <pc:sldMkLst>
          <pc:docMk/>
          <pc:sldMk cId="3003282579" sldId="373"/>
        </pc:sldMkLst>
        <pc:spChg chg="del">
          <ac:chgData name="Mitsunobu Katahira" userId="S::2541617@vsn.co.jp::06ab1dbf-76c9-4a29-90a2-818580e01b02" providerId="AD" clId="Web-{EF42A20D-1F70-CF57-8AC3-13BCE5ED8A57}" dt="2022-06-15T06:24:16.501" v="1206"/>
          <ac:spMkLst>
            <pc:docMk/>
            <pc:sldMk cId="3003282579" sldId="373"/>
            <ac:spMk id="5" creationId="{78BDFC91-C366-E396-EC37-907CFCE5C04A}"/>
          </ac:spMkLst>
        </pc:spChg>
        <pc:graphicFrameChg chg="del mod modGraphic">
          <ac:chgData name="Mitsunobu Katahira" userId="S::2541617@vsn.co.jp::06ab1dbf-76c9-4a29-90a2-818580e01b02" providerId="AD" clId="Web-{EF42A20D-1F70-CF57-8AC3-13BCE5ED8A57}" dt="2022-06-15T06:25:19.284" v="1246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del modGraphic">
          <ac:chgData name="Mitsunobu Katahira" userId="S::2541617@vsn.co.jp::06ab1dbf-76c9-4a29-90a2-818580e01b02" providerId="AD" clId="Web-{EF42A20D-1F70-CF57-8AC3-13BCE5ED8A57}" dt="2022-06-15T06:25:12.565" v="1244"/>
          <ac:graphicFrameMkLst>
            <pc:docMk/>
            <pc:sldMk cId="3003282579" sldId="373"/>
            <ac:graphicFrameMk id="3" creationId="{1F5E16A4-ABCA-49C3-82D6-D8116AB61E24}"/>
          </ac:graphicFrameMkLst>
        </pc:graphicFrameChg>
        <pc:graphicFrameChg chg="add mod modGraphic">
          <ac:chgData name="Mitsunobu Katahira" userId="S::2541617@vsn.co.jp::06ab1dbf-76c9-4a29-90a2-818580e01b02" providerId="AD" clId="Web-{EF42A20D-1F70-CF57-8AC3-13BCE5ED8A57}" dt="2022-06-15T07:01:56.210" v="1659"/>
          <ac:graphicFrameMkLst>
            <pc:docMk/>
            <pc:sldMk cId="3003282579" sldId="373"/>
            <ac:graphicFrameMk id="7" creationId="{0A2CF3C3-62BF-E0C3-C1F0-613E4FEBBEBB}"/>
          </ac:graphicFrameMkLst>
        </pc:graphicFrameChg>
        <pc:graphicFrameChg chg="add del mod modGraphic">
          <ac:chgData name="Mitsunobu Katahira" userId="S::2541617@vsn.co.jp::06ab1dbf-76c9-4a29-90a2-818580e01b02" providerId="AD" clId="Web-{EF42A20D-1F70-CF57-8AC3-13BCE5ED8A57}" dt="2022-06-15T06:40:21.758" v="1632"/>
          <ac:graphicFrameMkLst>
            <pc:docMk/>
            <pc:sldMk cId="3003282579" sldId="373"/>
            <ac:graphicFrameMk id="9" creationId="{B16D30F9-A666-5572-4C1E-DBC6B3B7B1E6}"/>
          </ac:graphicFrameMkLst>
        </pc:graphicFrameChg>
      </pc:sldChg>
      <pc:sldChg chg="addSp delSp modSp">
        <pc:chgData name="Mitsunobu Katahira" userId="S::2541617@vsn.co.jp::06ab1dbf-76c9-4a29-90a2-818580e01b02" providerId="AD" clId="Web-{EF42A20D-1F70-CF57-8AC3-13BCE5ED8A57}" dt="2022-06-15T06:40:38.805" v="1634"/>
        <pc:sldMkLst>
          <pc:docMk/>
          <pc:sldMk cId="2424132750" sldId="375"/>
        </pc:sldMkLst>
        <pc:spChg chg="del">
          <ac:chgData name="Mitsunobu Katahira" userId="S::2541617@vsn.co.jp::06ab1dbf-76c9-4a29-90a2-818580e01b02" providerId="AD" clId="Web-{EF42A20D-1F70-CF57-8AC3-13BCE5ED8A57}" dt="2022-06-15T06:37:16.051" v="1508"/>
          <ac:spMkLst>
            <pc:docMk/>
            <pc:sldMk cId="2424132750" sldId="375"/>
            <ac:spMk id="6" creationId="{329A86E2-E3CA-3B8A-1936-DF9087D97D26}"/>
          </ac:spMkLst>
        </pc:spChg>
        <pc:graphicFrameChg chg="del mod modGraphic">
          <ac:chgData name="Mitsunobu Katahira" userId="S::2541617@vsn.co.jp::06ab1dbf-76c9-4a29-90a2-818580e01b02" providerId="AD" clId="Web-{EF42A20D-1F70-CF57-8AC3-13BCE5ED8A57}" dt="2022-06-15T06:37:13.519" v="1507"/>
          <ac:graphicFrameMkLst>
            <pc:docMk/>
            <pc:sldMk cId="2424132750" sldId="375"/>
            <ac:graphicFrameMk id="2" creationId="{D872C2DF-318B-49ED-B93A-5E6C8BD19F7D}"/>
          </ac:graphicFrameMkLst>
        </pc:graphicFrameChg>
        <pc:graphicFrameChg chg="del">
          <ac:chgData name="Mitsunobu Katahira" userId="S::2541617@vsn.co.jp::06ab1dbf-76c9-4a29-90a2-818580e01b02" providerId="AD" clId="Web-{EF42A20D-1F70-CF57-8AC3-13BCE5ED8A57}" dt="2022-06-15T06:37:06.816" v="1498"/>
          <ac:graphicFrameMkLst>
            <pc:docMk/>
            <pc:sldMk cId="2424132750" sldId="375"/>
            <ac:graphicFrameMk id="5" creationId="{72E03A5F-4B48-48B5-8BCE-C65727DCC300}"/>
          </ac:graphicFrameMkLst>
        </pc:graphicFrameChg>
        <pc:graphicFrameChg chg="add del mod modGraphic">
          <ac:chgData name="Mitsunobu Katahira" userId="S::2541617@vsn.co.jp::06ab1dbf-76c9-4a29-90a2-818580e01b02" providerId="AD" clId="Web-{EF42A20D-1F70-CF57-8AC3-13BCE5ED8A57}" dt="2022-06-15T06:40:08.773" v="1630"/>
          <ac:graphicFrameMkLst>
            <pc:docMk/>
            <pc:sldMk cId="2424132750" sldId="375"/>
            <ac:graphicFrameMk id="7" creationId="{BD3B3E04-97A4-D8FA-7E2C-018C8D9A069A}"/>
          </ac:graphicFrameMkLst>
        </pc:graphicFrameChg>
        <pc:graphicFrameChg chg="add del">
          <ac:chgData name="Mitsunobu Katahira" userId="S::2541617@vsn.co.jp::06ab1dbf-76c9-4a29-90a2-818580e01b02" providerId="AD" clId="Web-{EF42A20D-1F70-CF57-8AC3-13BCE5ED8A57}" dt="2022-06-15T06:39:20.022" v="1621"/>
          <ac:graphicFrameMkLst>
            <pc:docMk/>
            <pc:sldMk cId="2424132750" sldId="375"/>
            <ac:graphicFrameMk id="8" creationId="{C4C3ED69-EBC8-264E-A3BE-9B38A5752E08}"/>
          </ac:graphicFrameMkLst>
        </pc:graphicFrameChg>
        <pc:graphicFrameChg chg="add del mod">
          <ac:chgData name="Mitsunobu Katahira" userId="S::2541617@vsn.co.jp::06ab1dbf-76c9-4a29-90a2-818580e01b02" providerId="AD" clId="Web-{EF42A20D-1F70-CF57-8AC3-13BCE5ED8A57}" dt="2022-06-15T06:39:30.351" v="1624"/>
          <ac:graphicFrameMkLst>
            <pc:docMk/>
            <pc:sldMk cId="2424132750" sldId="375"/>
            <ac:graphicFrameMk id="10" creationId="{D5C77885-1632-FF99-AD5C-B44795BBF7B3}"/>
          </ac:graphicFrameMkLst>
        </pc:graphicFrameChg>
        <pc:graphicFrameChg chg="add modGraphic">
          <ac:chgData name="Mitsunobu Katahira" userId="S::2541617@vsn.co.jp::06ab1dbf-76c9-4a29-90a2-818580e01b02" providerId="AD" clId="Web-{EF42A20D-1F70-CF57-8AC3-13BCE5ED8A57}" dt="2022-06-15T06:40:38.805" v="1634"/>
          <ac:graphicFrameMkLst>
            <pc:docMk/>
            <pc:sldMk cId="2424132750" sldId="375"/>
            <ac:graphicFrameMk id="12" creationId="{BACFBFEF-12F9-3C50-531F-5C916356B56D}"/>
          </ac:graphicFrameMkLst>
        </pc:graphicFrameChg>
      </pc:sldChg>
      <pc:sldChg chg="modSp del">
        <pc:chgData name="Mitsunobu Katahira" userId="S::2541617@vsn.co.jp::06ab1dbf-76c9-4a29-90a2-818580e01b02" providerId="AD" clId="Web-{EF42A20D-1F70-CF57-8AC3-13BCE5ED8A57}" dt="2022-06-15T06:17:23.695" v="1077"/>
        <pc:sldMkLst>
          <pc:docMk/>
          <pc:sldMk cId="1589111570" sldId="379"/>
        </pc:sldMkLst>
        <pc:spChg chg="mod">
          <ac:chgData name="Mitsunobu Katahira" userId="S::2541617@vsn.co.jp::06ab1dbf-76c9-4a29-90a2-818580e01b02" providerId="AD" clId="Web-{EF42A20D-1F70-CF57-8AC3-13BCE5ED8A57}" dt="2022-06-15T06:15:30.505" v="1076" actId="20577"/>
          <ac:spMkLst>
            <pc:docMk/>
            <pc:sldMk cId="1589111570" sldId="379"/>
            <ac:spMk id="25" creationId="{453AB6E7-D7B9-4D66-AB0F-D9BB7E3B62DF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7:07.227" v="169" actId="20577"/>
        <pc:sldMkLst>
          <pc:docMk/>
          <pc:sldMk cId="2478904359" sldId="467"/>
        </pc:sldMkLst>
        <pc:spChg chg="mod">
          <ac:chgData name="Mitsunobu Katahira" userId="S::2541617@vsn.co.jp::06ab1dbf-76c9-4a29-90a2-818580e01b02" providerId="AD" clId="Web-{EF42A20D-1F70-CF57-8AC3-13BCE5ED8A57}" dt="2022-06-15T04:47:07.227" v="169" actId="20577"/>
          <ac:spMkLst>
            <pc:docMk/>
            <pc:sldMk cId="2478904359" sldId="467"/>
            <ac:spMk id="5" creationId="{0FD7AD92-477E-4767-B98C-2737FFB6C663}"/>
          </ac:spMkLst>
        </pc:spChg>
      </pc:sldChg>
      <pc:sldChg chg="addSp delSp modSp">
        <pc:chgData name="Mitsunobu Katahira" userId="S::2541617@vsn.co.jp::06ab1dbf-76c9-4a29-90a2-818580e01b02" providerId="AD" clId="Web-{EF42A20D-1F70-CF57-8AC3-13BCE5ED8A57}" dt="2022-06-15T05:30:49.568" v="662"/>
        <pc:sldMkLst>
          <pc:docMk/>
          <pc:sldMk cId="2783792008" sldId="483"/>
        </pc:sldMkLst>
        <pc:spChg chg="del">
          <ac:chgData name="Mitsunobu Katahira" userId="S::2541617@vsn.co.jp::06ab1dbf-76c9-4a29-90a2-818580e01b02" providerId="AD" clId="Web-{EF42A20D-1F70-CF57-8AC3-13BCE5ED8A57}" dt="2022-06-15T05:30:33.068" v="657"/>
          <ac:spMkLst>
            <pc:docMk/>
            <pc:sldMk cId="2783792008" sldId="483"/>
            <ac:spMk id="3" creationId="{00000000-0000-0000-0000-000000000000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49.568" v="662"/>
          <ac:spMkLst>
            <pc:docMk/>
            <pc:sldMk cId="2783792008" sldId="483"/>
            <ac:spMk id="6" creationId="{00000000-0000-0000-0000-000000000000}"/>
          </ac:spMkLst>
        </pc:spChg>
        <pc:spChg chg="add del mod">
          <ac:chgData name="Mitsunobu Katahira" userId="S::2541617@vsn.co.jp::06ab1dbf-76c9-4a29-90a2-818580e01b02" providerId="AD" clId="Web-{EF42A20D-1F70-CF57-8AC3-13BCE5ED8A57}" dt="2022-06-15T05:30:14.208" v="652"/>
          <ac:spMkLst>
            <pc:docMk/>
            <pc:sldMk cId="2783792008" sldId="483"/>
            <ac:spMk id="17" creationId="{402EB18F-3332-F4C8-306C-41C5DB60FD67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37.896" v="658"/>
          <ac:spMkLst>
            <pc:docMk/>
            <pc:sldMk cId="2783792008" sldId="483"/>
            <ac:spMk id="18" creationId="{714AB0BC-462E-2CFA-B647-48B723B1F547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33.068" v="655"/>
          <ac:spMkLst>
            <pc:docMk/>
            <pc:sldMk cId="2783792008" sldId="483"/>
            <ac:spMk id="52" creationId="{00000000-0000-0000-0000-000000000000}"/>
          </ac:spMkLst>
        </pc:spChg>
        <pc:picChg chg="del">
          <ac:chgData name="Mitsunobu Katahira" userId="S::2541617@vsn.co.jp::06ab1dbf-76c9-4a29-90a2-818580e01b02" providerId="AD" clId="Web-{EF42A20D-1F70-CF57-8AC3-13BCE5ED8A57}" dt="2022-06-15T05:30:43.209" v="660"/>
          <ac:picMkLst>
            <pc:docMk/>
            <pc:sldMk cId="2783792008" sldId="483"/>
            <ac:picMk id="4" creationId="{1D32C70E-82A4-4D3D-97E0-593E9D3B9450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43.209" v="659"/>
          <ac:picMkLst>
            <pc:docMk/>
            <pc:sldMk cId="2783792008" sldId="483"/>
            <ac:picMk id="5" creationId="{931C6E99-A29F-48FC-BDC4-3683B6BAF399}"/>
          </ac:picMkLst>
        </pc:picChg>
        <pc:picChg chg="add del">
          <ac:chgData name="Mitsunobu Katahira" userId="S::2541617@vsn.co.jp::06ab1dbf-76c9-4a29-90a2-818580e01b02" providerId="AD" clId="Web-{EF42A20D-1F70-CF57-8AC3-13BCE5ED8A57}" dt="2022-06-15T05:30:46.443" v="661"/>
          <ac:picMkLst>
            <pc:docMk/>
            <pc:sldMk cId="2783792008" sldId="483"/>
            <ac:picMk id="13" creationId="{0596E55D-560B-827C-001A-03EAE9D1DB98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3"/>
          <ac:picMkLst>
            <pc:docMk/>
            <pc:sldMk cId="2783792008" sldId="483"/>
            <ac:picMk id="14" creationId="{068FFEA1-E45C-B1A4-EAB4-5F00261E9EAC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6"/>
          <ac:picMkLst>
            <pc:docMk/>
            <pc:sldMk cId="2783792008" sldId="483"/>
            <ac:picMk id="51" creationId="{00000000-0000-0000-0000-000000000000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4"/>
          <ac:picMkLst>
            <pc:docMk/>
            <pc:sldMk cId="2783792008" sldId="483"/>
            <ac:picMk id="53" creationId="{00000000-0000-0000-0000-000000000000}"/>
          </ac:picMkLst>
        </pc:picChg>
      </pc:sldChg>
      <pc:sldChg chg="modSp">
        <pc:chgData name="Mitsunobu Katahira" userId="S::2541617@vsn.co.jp::06ab1dbf-76c9-4a29-90a2-818580e01b02" providerId="AD" clId="Web-{EF42A20D-1F70-CF57-8AC3-13BCE5ED8A57}" dt="2022-06-15T05:34:24.323" v="681" actId="20577"/>
        <pc:sldMkLst>
          <pc:docMk/>
          <pc:sldMk cId="3679121391" sldId="484"/>
        </pc:sldMkLst>
        <pc:spChg chg="mod">
          <ac:chgData name="Mitsunobu Katahira" userId="S::2541617@vsn.co.jp::06ab1dbf-76c9-4a29-90a2-818580e01b02" providerId="AD" clId="Web-{EF42A20D-1F70-CF57-8AC3-13BCE5ED8A57}" dt="2022-06-15T05:34:24.323" v="681" actId="20577"/>
          <ac:spMkLst>
            <pc:docMk/>
            <pc:sldMk cId="3679121391" sldId="484"/>
            <ac:spMk id="4" creationId="{00000000-0000-0000-0000-000000000000}"/>
          </ac:spMkLst>
        </pc:spChg>
      </pc:sldChg>
      <pc:sldChg chg="delSp modSp">
        <pc:chgData name="Mitsunobu Katahira" userId="S::2541617@vsn.co.jp::06ab1dbf-76c9-4a29-90a2-818580e01b02" providerId="AD" clId="Web-{EF42A20D-1F70-CF57-8AC3-13BCE5ED8A57}" dt="2022-06-15T06:06:27.602" v="919"/>
        <pc:sldMkLst>
          <pc:docMk/>
          <pc:sldMk cId="2979168938" sldId="485"/>
        </pc:sldMkLst>
        <pc:spChg chg="del">
          <ac:chgData name="Mitsunobu Katahira" userId="S::2541617@vsn.co.jp::06ab1dbf-76c9-4a29-90a2-818580e01b02" providerId="AD" clId="Web-{EF42A20D-1F70-CF57-8AC3-13BCE5ED8A57}" dt="2022-06-15T06:06:27.602" v="919"/>
          <ac:spMkLst>
            <pc:docMk/>
            <pc:sldMk cId="2979168938" sldId="485"/>
            <ac:spMk id="11" creationId="{B5248C70-195E-C2DD-342C-E541E3DAF46C}"/>
          </ac:spMkLst>
        </pc:spChg>
        <pc:spChg chg="mod">
          <ac:chgData name="Mitsunobu Katahira" userId="S::2541617@vsn.co.jp::06ab1dbf-76c9-4a29-90a2-818580e01b02" providerId="AD" clId="Web-{EF42A20D-1F70-CF57-8AC3-13BCE5ED8A57}" dt="2022-06-15T06:06:21.774" v="918" actId="20577"/>
          <ac:spMkLst>
            <pc:docMk/>
            <pc:sldMk cId="2979168938" sldId="485"/>
            <ac:spMk id="28" creationId="{00000000-0000-0000-0000-000000000000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53:07.943" v="858" actId="20577"/>
        <pc:sldMkLst>
          <pc:docMk/>
          <pc:sldMk cId="2950713704" sldId="491"/>
        </pc:sldMkLst>
        <pc:spChg chg="mod">
          <ac:chgData name="Mitsunobu Katahira" userId="S::2541617@vsn.co.jp::06ab1dbf-76c9-4a29-90a2-818580e01b02" providerId="AD" clId="Web-{EF42A20D-1F70-CF57-8AC3-13BCE5ED8A57}" dt="2022-06-15T05:53:07.943" v="858" actId="20577"/>
          <ac:spMkLst>
            <pc:docMk/>
            <pc:sldMk cId="2950713704" sldId="491"/>
            <ac:spMk id="10" creationId="{08FAA13A-BDC3-4CE2-8819-5B7CF6FC0234}"/>
          </ac:spMkLst>
        </pc:spChg>
      </pc:sldChg>
      <pc:sldChg chg="delSp modSp">
        <pc:chgData name="Mitsunobu Katahira" userId="S::2541617@vsn.co.jp::06ab1dbf-76c9-4a29-90a2-818580e01b02" providerId="AD" clId="Web-{EF42A20D-1F70-CF57-8AC3-13BCE5ED8A57}" dt="2022-06-15T06:07:08.040" v="922"/>
        <pc:sldMkLst>
          <pc:docMk/>
          <pc:sldMk cId="1594439654" sldId="493"/>
        </pc:sldMkLst>
        <pc:spChg chg="del mod">
          <ac:chgData name="Mitsunobu Katahira" userId="S::2541617@vsn.co.jp::06ab1dbf-76c9-4a29-90a2-818580e01b02" providerId="AD" clId="Web-{EF42A20D-1F70-CF57-8AC3-13BCE5ED8A57}" dt="2022-06-15T06:07:04.275" v="921"/>
          <ac:spMkLst>
            <pc:docMk/>
            <pc:sldMk cId="1594439654" sldId="493"/>
            <ac:spMk id="5" creationId="{A86B47E8-EB33-62EF-4B1D-58CB6DA25F27}"/>
          </ac:spMkLst>
        </pc:spChg>
        <pc:spChg chg="del">
          <ac:chgData name="Mitsunobu Katahira" userId="S::2541617@vsn.co.jp::06ab1dbf-76c9-4a29-90a2-818580e01b02" providerId="AD" clId="Web-{EF42A20D-1F70-CF57-8AC3-13BCE5ED8A57}" dt="2022-06-15T06:07:08.040" v="922"/>
          <ac:spMkLst>
            <pc:docMk/>
            <pc:sldMk cId="1594439654" sldId="493"/>
            <ac:spMk id="12" creationId="{0AAC14A6-4E55-6505-E35A-B8B96A5518DA}"/>
          </ac:spMkLst>
        </pc:spChg>
        <pc:spChg chg="mod">
          <ac:chgData name="Mitsunobu Katahira" userId="S::2541617@vsn.co.jp::06ab1dbf-76c9-4a29-90a2-818580e01b02" providerId="AD" clId="Web-{EF42A20D-1F70-CF57-8AC3-13BCE5ED8A57}" dt="2022-06-15T05:58:27.622" v="892" actId="20577"/>
          <ac:spMkLst>
            <pc:docMk/>
            <pc:sldMk cId="1594439654" sldId="493"/>
            <ac:spMk id="21" creationId="{00000000-0000-0000-0000-000000000000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26:10.953" v="643" actId="20577"/>
        <pc:sldMkLst>
          <pc:docMk/>
          <pc:sldMk cId="2721846806" sldId="498"/>
        </pc:sldMkLst>
        <pc:spChg chg="mod">
          <ac:chgData name="Mitsunobu Katahira" userId="S::2541617@vsn.co.jp::06ab1dbf-76c9-4a29-90a2-818580e01b02" providerId="AD" clId="Web-{EF42A20D-1F70-CF57-8AC3-13BCE5ED8A57}" dt="2022-06-15T05:26:10.953" v="643" actId="20577"/>
          <ac:spMkLst>
            <pc:docMk/>
            <pc:sldMk cId="2721846806" sldId="498"/>
            <ac:spMk id="9" creationId="{F09A3033-9F6D-42C4-B650-E25158A8006F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26:05.343" v="641" actId="20577"/>
        <pc:sldMkLst>
          <pc:docMk/>
          <pc:sldMk cId="3462703901" sldId="499"/>
        </pc:sldMkLst>
        <pc:spChg chg="mod">
          <ac:chgData name="Mitsunobu Katahira" userId="S::2541617@vsn.co.jp::06ab1dbf-76c9-4a29-90a2-818580e01b02" providerId="AD" clId="Web-{EF42A20D-1F70-CF57-8AC3-13BCE5ED8A57}" dt="2022-06-15T05:26:05.343" v="641" actId="20577"/>
          <ac:spMkLst>
            <pc:docMk/>
            <pc:sldMk cId="3462703901" sldId="499"/>
            <ac:spMk id="9" creationId="{F09A3033-9F6D-42C4-B650-E25158A8006F}"/>
          </ac:spMkLst>
        </pc:spChg>
      </pc:sldChg>
      <pc:sldChg chg="del">
        <pc:chgData name="Mitsunobu Katahira" userId="S::2541617@vsn.co.jp::06ab1dbf-76c9-4a29-90a2-818580e01b02" providerId="AD" clId="Web-{EF42A20D-1F70-CF57-8AC3-13BCE5ED8A57}" dt="2022-06-15T05:25:55.124" v="632"/>
        <pc:sldMkLst>
          <pc:docMk/>
          <pc:sldMk cId="2034499837" sldId="500"/>
        </pc:sldMkLst>
      </pc:sldChg>
      <pc:sldChg chg="del">
        <pc:chgData name="Mitsunobu Katahira" userId="S::2541617@vsn.co.jp::06ab1dbf-76c9-4a29-90a2-818580e01b02" providerId="AD" clId="Web-{EF42A20D-1F70-CF57-8AC3-13BCE5ED8A57}" dt="2022-06-15T05:25:55.140" v="633"/>
        <pc:sldMkLst>
          <pc:docMk/>
          <pc:sldMk cId="2112701645" sldId="501"/>
        </pc:sldMkLst>
      </pc:sldChg>
      <pc:sldChg chg="delSp modSp">
        <pc:chgData name="Mitsunobu Katahira" userId="S::2541617@vsn.co.jp::06ab1dbf-76c9-4a29-90a2-818580e01b02" providerId="AD" clId="Web-{EF42A20D-1F70-CF57-8AC3-13BCE5ED8A57}" dt="2022-06-15T04:43:12.972" v="39" actId="20577"/>
        <pc:sldMkLst>
          <pc:docMk/>
          <pc:sldMk cId="2897709929" sldId="531"/>
        </pc:sldMkLst>
        <pc:spChg chg="mod">
          <ac:chgData name="Mitsunobu Katahira" userId="S::2541617@vsn.co.jp::06ab1dbf-76c9-4a29-90a2-818580e01b02" providerId="AD" clId="Web-{EF42A20D-1F70-CF57-8AC3-13BCE5ED8A57}" dt="2022-06-15T04:43:12.972" v="39" actId="20577"/>
          <ac:spMkLst>
            <pc:docMk/>
            <pc:sldMk cId="2897709929" sldId="531"/>
            <ac:spMk id="2" creationId="{FF1D0212-B715-FCB2-6253-219120F73D4A}"/>
          </ac:spMkLst>
        </pc:spChg>
        <pc:spChg chg="del">
          <ac:chgData name="Mitsunobu Katahira" userId="S::2541617@vsn.co.jp::06ab1dbf-76c9-4a29-90a2-818580e01b02" providerId="AD" clId="Web-{EF42A20D-1F70-CF57-8AC3-13BCE5ED8A57}" dt="2022-06-15T04:43:01.018" v="19"/>
          <ac:spMkLst>
            <pc:docMk/>
            <pc:sldMk cId="2897709929" sldId="531"/>
            <ac:spMk id="9" creationId="{29865115-5397-9E16-7935-798F25347271}"/>
          </ac:spMkLst>
        </pc:spChg>
      </pc:sldChg>
      <pc:sldChg chg="addSp delSp modSp">
        <pc:chgData name="Mitsunobu Katahira" userId="S::2541617@vsn.co.jp::06ab1dbf-76c9-4a29-90a2-818580e01b02" providerId="AD" clId="Web-{EF42A20D-1F70-CF57-8AC3-13BCE5ED8A57}" dt="2022-06-15T05:22:05.463" v="630" actId="1076"/>
        <pc:sldMkLst>
          <pc:docMk/>
          <pc:sldMk cId="2052711612" sldId="532"/>
        </pc:sldMkLst>
        <pc:spChg chg="del">
          <ac:chgData name="Mitsunobu Katahira" userId="S::2541617@vsn.co.jp::06ab1dbf-76c9-4a29-90a2-818580e01b02" providerId="AD" clId="Web-{EF42A20D-1F70-CF57-8AC3-13BCE5ED8A57}" dt="2022-06-15T05:21:07.696" v="619"/>
          <ac:spMkLst>
            <pc:docMk/>
            <pc:sldMk cId="2052711612" sldId="532"/>
            <ac:spMk id="17" creationId="{095187D7-2789-34ED-08E9-53596793EA5F}"/>
          </ac:spMkLst>
        </pc:spChg>
        <pc:spChg chg="mod">
          <ac:chgData name="Mitsunobu Katahira" userId="S::2541617@vsn.co.jp::06ab1dbf-76c9-4a29-90a2-818580e01b02" providerId="AD" clId="Web-{EF42A20D-1F70-CF57-8AC3-13BCE5ED8A57}" dt="2022-06-15T05:21:23.993" v="625" actId="20577"/>
          <ac:spMkLst>
            <pc:docMk/>
            <pc:sldMk cId="2052711612" sldId="532"/>
            <ac:spMk id="21" creationId="{632CD6E5-EBC5-4D48-BC67-6EF28C28B255}"/>
          </ac:spMkLst>
        </pc:spChg>
        <pc:spChg chg="del mod">
          <ac:chgData name="Mitsunobu Katahira" userId="S::2541617@vsn.co.jp::06ab1dbf-76c9-4a29-90a2-818580e01b02" providerId="AD" clId="Web-{EF42A20D-1F70-CF57-8AC3-13BCE5ED8A57}" dt="2022-06-15T05:21:59.228" v="629"/>
          <ac:spMkLst>
            <pc:docMk/>
            <pc:sldMk cId="2052711612" sldId="532"/>
            <ac:spMk id="32" creationId="{DEC1A8C1-3FFC-51E1-B514-9FE87A9B4EFB}"/>
          </ac:spMkLst>
        </pc:spChg>
        <pc:picChg chg="add mod">
          <ac:chgData name="Mitsunobu Katahira" userId="S::2541617@vsn.co.jp::06ab1dbf-76c9-4a29-90a2-818580e01b02" providerId="AD" clId="Web-{EF42A20D-1F70-CF57-8AC3-13BCE5ED8A57}" dt="2022-06-15T05:22:05.463" v="630" actId="1076"/>
          <ac:picMkLst>
            <pc:docMk/>
            <pc:sldMk cId="2052711612" sldId="532"/>
            <ac:picMk id="11" creationId="{DF3AED77-972F-8DB5-5F3E-84E9B7D929DB}"/>
          </ac:picMkLst>
        </pc:picChg>
      </pc:sldChg>
      <pc:sldChg chg="del">
        <pc:chgData name="Mitsunobu Katahira" userId="S::2541617@vsn.co.jp::06ab1dbf-76c9-4a29-90a2-818580e01b02" providerId="AD" clId="Web-{EF42A20D-1F70-CF57-8AC3-13BCE5ED8A57}" dt="2022-06-15T05:25:55.124" v="631"/>
        <pc:sldMkLst>
          <pc:docMk/>
          <pc:sldMk cId="267635448" sldId="534"/>
        </pc:sldMkLst>
      </pc:sldChg>
      <pc:sldChg chg="addSp delSp modSp">
        <pc:chgData name="Mitsunobu Katahira" userId="S::2541617@vsn.co.jp::06ab1dbf-76c9-4a29-90a2-818580e01b02" providerId="AD" clId="Web-{EF42A20D-1F70-CF57-8AC3-13BCE5ED8A57}" dt="2022-06-15T05:26:20.578" v="646" actId="20577"/>
        <pc:sldMkLst>
          <pc:docMk/>
          <pc:sldMk cId="338269191" sldId="535"/>
        </pc:sldMkLst>
        <pc:spChg chg="add del mod">
          <ac:chgData name="Mitsunobu Katahira" userId="S::2541617@vsn.co.jp::06ab1dbf-76c9-4a29-90a2-818580e01b02" providerId="AD" clId="Web-{EF42A20D-1F70-CF57-8AC3-13BCE5ED8A57}" dt="2022-06-15T05:26:20.578" v="646" actId="20577"/>
          <ac:spMkLst>
            <pc:docMk/>
            <pc:sldMk cId="338269191" sldId="535"/>
            <ac:spMk id="3" creationId="{A06988E9-9176-3D32-38E1-4B349C29B8A9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0:00.795" v="18" actId="20577"/>
        <pc:sldMkLst>
          <pc:docMk/>
          <pc:sldMk cId="2492079712" sldId="541"/>
        </pc:sldMkLst>
        <pc:spChg chg="mod">
          <ac:chgData name="Mitsunobu Katahira" userId="S::2541617@vsn.co.jp::06ab1dbf-76c9-4a29-90a2-818580e01b02" providerId="AD" clId="Web-{EF42A20D-1F70-CF57-8AC3-13BCE5ED8A57}" dt="2022-06-15T04:40:00.795" v="18" actId="20577"/>
          <ac:spMkLst>
            <pc:docMk/>
            <pc:sldMk cId="2492079712" sldId="541"/>
            <ac:spMk id="2" creationId="{3FBCACEC-5DCC-BA67-9CD0-396538583C12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8:29.963" v="178" actId="20577"/>
        <pc:sldMkLst>
          <pc:docMk/>
          <pc:sldMk cId="3025568244" sldId="543"/>
        </pc:sldMkLst>
        <pc:spChg chg="mod">
          <ac:chgData name="Mitsunobu Katahira" userId="S::2541617@vsn.co.jp::06ab1dbf-76c9-4a29-90a2-818580e01b02" providerId="AD" clId="Web-{EF42A20D-1F70-CF57-8AC3-13BCE5ED8A57}" dt="2022-06-15T04:48:29.963" v="178" actId="20577"/>
          <ac:spMkLst>
            <pc:docMk/>
            <pc:sldMk cId="3025568244" sldId="543"/>
            <ac:spMk id="4" creationId="{1531FCCF-7C97-F92C-1F43-A1D7CCB2BF38}"/>
          </ac:spMkLst>
        </pc:spChg>
      </pc:sldChg>
      <pc:sldChg chg="delCm">
        <pc:chgData name="Mitsunobu Katahira" userId="S::2541617@vsn.co.jp::06ab1dbf-76c9-4a29-90a2-818580e01b02" providerId="AD" clId="Web-{EF42A20D-1F70-CF57-8AC3-13BCE5ED8A57}" dt="2022-06-15T04:38:29.481" v="0"/>
        <pc:sldMkLst>
          <pc:docMk/>
          <pc:sldMk cId="623679596" sldId="550"/>
        </pc:sldMkLst>
      </pc:sldChg>
      <pc:sldChg chg="delCm">
        <pc:chgData name="Mitsunobu Katahira" userId="S::2541617@vsn.co.jp::06ab1dbf-76c9-4a29-90a2-818580e01b02" providerId="AD" clId="Web-{EF42A20D-1F70-CF57-8AC3-13BCE5ED8A57}" dt="2022-06-15T05:09:22.211" v="616"/>
        <pc:sldMkLst>
          <pc:docMk/>
          <pc:sldMk cId="3537113959" sldId="553"/>
        </pc:sldMkLst>
      </pc:sldChg>
      <pc:sldChg chg="del">
        <pc:chgData name="Mitsunobu Katahira" userId="S::2541617@vsn.co.jp::06ab1dbf-76c9-4a29-90a2-818580e01b02" providerId="AD" clId="Web-{EF42A20D-1F70-CF57-8AC3-13BCE5ED8A57}" dt="2022-06-15T04:52:23.875" v="191"/>
        <pc:sldMkLst>
          <pc:docMk/>
          <pc:sldMk cId="84550501" sldId="556"/>
        </pc:sldMkLst>
      </pc:sldChg>
      <pc:sldChg chg="del">
        <pc:chgData name="Mitsunobu Katahira" userId="S::2541617@vsn.co.jp::06ab1dbf-76c9-4a29-90a2-818580e01b02" providerId="AD" clId="Web-{EF42A20D-1F70-CF57-8AC3-13BCE5ED8A57}" dt="2022-06-15T04:52:09.406" v="189"/>
        <pc:sldMkLst>
          <pc:docMk/>
          <pc:sldMk cId="506422138" sldId="557"/>
        </pc:sldMkLst>
      </pc:sldChg>
      <pc:sldChg chg="del">
        <pc:chgData name="Mitsunobu Katahira" userId="S::2541617@vsn.co.jp::06ab1dbf-76c9-4a29-90a2-818580e01b02" providerId="AD" clId="Web-{EF42A20D-1F70-CF57-8AC3-13BCE5ED8A57}" dt="2022-06-15T04:51:40.999" v="184"/>
        <pc:sldMkLst>
          <pc:docMk/>
          <pc:sldMk cId="1110897491" sldId="559"/>
        </pc:sldMkLst>
      </pc:sldChg>
      <pc:sldChg chg="del">
        <pc:chgData name="Mitsunobu Katahira" userId="S::2541617@vsn.co.jp::06ab1dbf-76c9-4a29-90a2-818580e01b02" providerId="AD" clId="Web-{EF42A20D-1F70-CF57-8AC3-13BCE5ED8A57}" dt="2022-06-15T05:08:21.350" v="614"/>
        <pc:sldMkLst>
          <pc:docMk/>
          <pc:sldMk cId="3590213337" sldId="561"/>
        </pc:sldMkLst>
      </pc:sldChg>
      <pc:sldChg chg="addSp delSp modSp">
        <pc:chgData name="Mitsunobu Katahira" userId="S::2541617@vsn.co.jp::06ab1dbf-76c9-4a29-90a2-818580e01b02" providerId="AD" clId="Web-{EF42A20D-1F70-CF57-8AC3-13BCE5ED8A57}" dt="2022-06-15T05:55:35.696" v="869" actId="1076"/>
        <pc:sldMkLst>
          <pc:docMk/>
          <pc:sldMk cId="2695322030" sldId="576"/>
        </pc:sldMkLst>
        <pc:spChg chg="del">
          <ac:chgData name="Mitsunobu Katahira" userId="S::2541617@vsn.co.jp::06ab1dbf-76c9-4a29-90a2-818580e01b02" providerId="AD" clId="Web-{EF42A20D-1F70-CF57-8AC3-13BCE5ED8A57}" dt="2022-06-15T05:47:22.513" v="694"/>
          <ac:spMkLst>
            <pc:docMk/>
            <pc:sldMk cId="2695322030" sldId="576"/>
            <ac:spMk id="3" creationId="{C69769A5-CAD2-3911-AA5A-8FA515714F18}"/>
          </ac:spMkLst>
        </pc:spChg>
        <pc:picChg chg="add mod">
          <ac:chgData name="Mitsunobu Katahira" userId="S::2541617@vsn.co.jp::06ab1dbf-76c9-4a29-90a2-818580e01b02" providerId="AD" clId="Web-{EF42A20D-1F70-CF57-8AC3-13BCE5ED8A57}" dt="2022-06-15T05:55:35.696" v="869" actId="1076"/>
          <ac:picMkLst>
            <pc:docMk/>
            <pc:sldMk cId="2695322030" sldId="576"/>
            <ac:picMk id="5" creationId="{6F443611-FC26-AF12-8A97-E65E913E9C6F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46:55.450" v="688"/>
          <ac:picMkLst>
            <pc:docMk/>
            <pc:sldMk cId="2695322030" sldId="576"/>
            <ac:picMk id="11" creationId="{84B158B8-2623-9823-2537-A70D5BDAE013}"/>
          </ac:picMkLst>
        </pc:picChg>
      </pc:sldChg>
      <pc:sldChg chg="modSp del">
        <pc:chgData name="Mitsunobu Katahira" userId="S::2541617@vsn.co.jp::06ab1dbf-76c9-4a29-90a2-818580e01b02" providerId="AD" clId="Web-{EF42A20D-1F70-CF57-8AC3-13BCE5ED8A57}" dt="2022-06-15T06:01:41.548" v="908"/>
        <pc:sldMkLst>
          <pc:docMk/>
          <pc:sldMk cId="2904088565" sldId="578"/>
        </pc:sldMkLst>
        <pc:spChg chg="mod">
          <ac:chgData name="Mitsunobu Katahira" userId="S::2541617@vsn.co.jp::06ab1dbf-76c9-4a29-90a2-818580e01b02" providerId="AD" clId="Web-{EF42A20D-1F70-CF57-8AC3-13BCE5ED8A57}" dt="2022-06-15T06:00:53.079" v="904" actId="20577"/>
          <ac:spMkLst>
            <pc:docMk/>
            <pc:sldMk cId="2904088565" sldId="578"/>
            <ac:spMk id="14" creationId="{43EAE767-7EA3-4035-9FB2-8CD3EC053D3B}"/>
          </ac:spMkLst>
        </pc:spChg>
      </pc:sldChg>
      <pc:sldChg chg="delSp">
        <pc:chgData name="Mitsunobu Katahira" userId="S::2541617@vsn.co.jp::06ab1dbf-76c9-4a29-90a2-818580e01b02" providerId="AD" clId="Web-{EF42A20D-1F70-CF57-8AC3-13BCE5ED8A57}" dt="2022-06-15T05:12:18.918" v="618"/>
        <pc:sldMkLst>
          <pc:docMk/>
          <pc:sldMk cId="866990793" sldId="607"/>
        </pc:sldMkLst>
        <pc:spChg chg="del">
          <ac:chgData name="Mitsunobu Katahira" userId="S::2541617@vsn.co.jp::06ab1dbf-76c9-4a29-90a2-818580e01b02" providerId="AD" clId="Web-{EF42A20D-1F70-CF57-8AC3-13BCE5ED8A57}" dt="2022-06-15T05:12:18.918" v="618"/>
          <ac:spMkLst>
            <pc:docMk/>
            <pc:sldMk cId="866990793" sldId="607"/>
            <ac:spMk id="6" creationId="{C278D0A6-A4B0-5D4B-F72A-A2C9E3A31054}"/>
          </ac:spMkLst>
        </pc:spChg>
      </pc:sldChg>
      <pc:sldChg chg="addSp delSp">
        <pc:chgData name="Mitsunobu Katahira" userId="S::2541617@vsn.co.jp::06ab1dbf-76c9-4a29-90a2-818580e01b02" providerId="AD" clId="Web-{EF42A20D-1F70-CF57-8AC3-13BCE5ED8A57}" dt="2022-06-15T05:55:34.727" v="868"/>
        <pc:sldMkLst>
          <pc:docMk/>
          <pc:sldMk cId="4238165859" sldId="1644"/>
        </pc:sldMkLst>
        <pc:spChg chg="add del">
          <ac:chgData name="Mitsunobu Katahira" userId="S::2541617@vsn.co.jp::06ab1dbf-76c9-4a29-90a2-818580e01b02" providerId="AD" clId="Web-{EF42A20D-1F70-CF57-8AC3-13BCE5ED8A57}" dt="2022-06-15T05:55:34.727" v="868"/>
          <ac:spMkLst>
            <pc:docMk/>
            <pc:sldMk cId="4238165859" sldId="1644"/>
            <ac:spMk id="4" creationId="{750E6998-1205-DF8E-34E3-39F6FE3121A6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33.602" v="867"/>
          <ac:spMkLst>
            <pc:docMk/>
            <pc:sldMk cId="4238165859" sldId="1644"/>
            <ac:spMk id="7" creationId="{5444CB1E-982C-EB60-76A9-8070CEF94F22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30.134" v="866"/>
          <ac:spMkLst>
            <pc:docMk/>
            <pc:sldMk cId="4238165859" sldId="1644"/>
            <ac:spMk id="8" creationId="{2C155572-7325-78FD-1A75-8102035651E7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29.134" v="865"/>
          <ac:spMkLst>
            <pc:docMk/>
            <pc:sldMk cId="4238165859" sldId="1644"/>
            <ac:spMk id="9" creationId="{0F085795-9CDF-BB4D-62DB-7DA55A586697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27.837" v="864"/>
          <ac:spMkLst>
            <pc:docMk/>
            <pc:sldMk cId="4238165859" sldId="1644"/>
            <ac:spMk id="10" creationId="{41C83658-1F0B-F357-D0E2-E791F79CDFE0}"/>
          </ac:spMkLst>
        </pc:spChg>
      </pc:sldChg>
      <pc:sldChg chg="addSp delSp del">
        <pc:chgData name="Mitsunobu Katahira" userId="S::2541617@vsn.co.jp::06ab1dbf-76c9-4a29-90a2-818580e01b02" providerId="AD" clId="Web-{EF42A20D-1F70-CF57-8AC3-13BCE5ED8A57}" dt="2022-06-15T07:04:05.025" v="1665"/>
        <pc:sldMkLst>
          <pc:docMk/>
          <pc:sldMk cId="1101493096" sldId="1650"/>
        </pc:sldMkLst>
        <pc:spChg chg="add del">
          <ac:chgData name="Mitsunobu Katahira" userId="S::2541617@vsn.co.jp::06ab1dbf-76c9-4a29-90a2-818580e01b02" providerId="AD" clId="Web-{EF42A20D-1F70-CF57-8AC3-13BCE5ED8A57}" dt="2022-06-15T06:59:52.972" v="1650"/>
          <ac:spMkLst>
            <pc:docMk/>
            <pc:sldMk cId="1101493096" sldId="1650"/>
            <ac:spMk id="31" creationId="{1D5A448D-82F2-02C0-2E73-54982C1D5D6C}"/>
          </ac:spMkLst>
        </pc:spChg>
        <pc:graphicFrameChg chg="add del">
          <ac:chgData name="Mitsunobu Katahira" userId="S::2541617@vsn.co.jp::06ab1dbf-76c9-4a29-90a2-818580e01b02" providerId="AD" clId="Web-{EF42A20D-1F70-CF57-8AC3-13BCE5ED8A57}" dt="2022-06-15T07:02:01.147" v="1660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del">
        <pc:chgData name="Mitsunobu Katahira" userId="S::2541617@vsn.co.jp::06ab1dbf-76c9-4a29-90a2-818580e01b02" providerId="AD" clId="Web-{EF42A20D-1F70-CF57-8AC3-13BCE5ED8A57}" dt="2022-06-15T04:51:58.374" v="187"/>
        <pc:sldMkLst>
          <pc:docMk/>
          <pc:sldMk cId="949615092" sldId="1651"/>
        </pc:sldMkLst>
      </pc:sldChg>
      <pc:sldChg chg="delSp del">
        <pc:chgData name="Mitsunobu Katahira" userId="S::2541617@vsn.co.jp::06ab1dbf-76c9-4a29-90a2-818580e01b02" providerId="AD" clId="Web-{EF42A20D-1F70-CF57-8AC3-13BCE5ED8A57}" dt="2022-06-15T05:10:32.494" v="617"/>
        <pc:sldMkLst>
          <pc:docMk/>
          <pc:sldMk cId="3085712180" sldId="1654"/>
        </pc:sldMkLst>
        <pc:spChg chg="del">
          <ac:chgData name="Mitsunobu Katahira" userId="S::2541617@vsn.co.jp::06ab1dbf-76c9-4a29-90a2-818580e01b02" providerId="AD" clId="Web-{EF42A20D-1F70-CF57-8AC3-13BCE5ED8A57}" dt="2022-06-15T04:38:55.200" v="1"/>
          <ac:spMkLst>
            <pc:docMk/>
            <pc:sldMk cId="3085712180" sldId="1654"/>
            <ac:spMk id="2" creationId="{2DF2CE84-9B01-B1CD-9CF6-471F3FA069CC}"/>
          </ac:spMkLst>
        </pc:spChg>
      </pc:sldChg>
      <pc:sldChg chg="delSp modSp del">
        <pc:chgData name="Mitsunobu Katahira" userId="S::2541617@vsn.co.jp::06ab1dbf-76c9-4a29-90a2-818580e01b02" providerId="AD" clId="Web-{EF42A20D-1F70-CF57-8AC3-13BCE5ED8A57}" dt="2022-06-15T06:45:02.405" v="1638"/>
        <pc:sldMkLst>
          <pc:docMk/>
          <pc:sldMk cId="1126247916" sldId="1655"/>
        </pc:sldMkLst>
        <pc:graphicFrameChg chg="del">
          <ac:chgData name="Mitsunobu Katahira" userId="S::2541617@vsn.co.jp::06ab1dbf-76c9-4a29-90a2-818580e01b02" providerId="AD" clId="Web-{EF42A20D-1F70-CF57-8AC3-13BCE5ED8A57}" dt="2022-06-15T06:21:17.732" v="1125"/>
          <ac:graphicFrameMkLst>
            <pc:docMk/>
            <pc:sldMk cId="1126247916" sldId="1655"/>
            <ac:graphicFrameMk id="3" creationId="{1F5E16A4-ABCA-49C3-82D6-D8116AB61E24}"/>
          </ac:graphicFrameMkLst>
        </pc:graphicFrameChg>
        <pc:graphicFrameChg chg="del">
          <ac:chgData name="Mitsunobu Katahira" userId="S::2541617@vsn.co.jp::06ab1dbf-76c9-4a29-90a2-818580e01b02" providerId="AD" clId="Web-{EF42A20D-1F70-CF57-8AC3-13BCE5ED8A57}" dt="2022-06-15T06:21:20.154" v="1126"/>
          <ac:graphicFrameMkLst>
            <pc:docMk/>
            <pc:sldMk cId="1126247916" sldId="1655"/>
            <ac:graphicFrameMk id="9" creationId="{9E5E2E66-9DD6-2BCB-299B-326D848181C1}"/>
          </ac:graphicFrameMkLst>
        </pc:graphicFrameChg>
        <pc:graphicFrameChg chg="del mod">
          <ac:chgData name="Mitsunobu Katahira" userId="S::2541617@vsn.co.jp::06ab1dbf-76c9-4a29-90a2-818580e01b02" providerId="AD" clId="Web-{EF42A20D-1F70-CF57-8AC3-13BCE5ED8A57}" dt="2022-06-15T06:21:14.685" v="1124"/>
          <ac:graphicFrameMkLst>
            <pc:docMk/>
            <pc:sldMk cId="1126247916" sldId="1655"/>
            <ac:graphicFrameMk id="10" creationId="{CCBE98B4-5B24-E1DB-55EF-751096835726}"/>
          </ac:graphicFrameMkLst>
        </pc:graphicFrameChg>
        <pc:graphicFrameChg chg="mod modGraphic">
          <ac:chgData name="Mitsunobu Katahira" userId="S::2541617@vsn.co.jp::06ab1dbf-76c9-4a29-90a2-818580e01b02" providerId="AD" clId="Web-{EF42A20D-1F70-CF57-8AC3-13BCE5ED8A57}" dt="2022-06-15T06:21:27.560" v="1127" actId="1076"/>
          <ac:graphicFrameMkLst>
            <pc:docMk/>
            <pc:sldMk cId="1126247916" sldId="1655"/>
            <ac:graphicFrameMk id="11" creationId="{2DD7D121-0663-7085-4BB7-033798BB83F2}"/>
          </ac:graphicFrameMkLst>
        </pc:graphicFrameChg>
      </pc:sldChg>
      <pc:sldChg chg="modSp add replId">
        <pc:chgData name="Mitsunobu Katahira" userId="S::2541617@vsn.co.jp::06ab1dbf-76c9-4a29-90a2-818580e01b02" providerId="AD" clId="Web-{EF42A20D-1F70-CF57-8AC3-13BCE5ED8A57}" dt="2022-06-15T04:59:49.823" v="280" actId="20577"/>
        <pc:sldMkLst>
          <pc:docMk/>
          <pc:sldMk cId="2009460145" sldId="1659"/>
        </pc:sldMkLst>
        <pc:spChg chg="mod">
          <ac:chgData name="Mitsunobu Katahira" userId="S::2541617@vsn.co.jp::06ab1dbf-76c9-4a29-90a2-818580e01b02" providerId="AD" clId="Web-{EF42A20D-1F70-CF57-8AC3-13BCE5ED8A57}" dt="2022-06-15T04:59:49.823" v="280" actId="20577"/>
          <ac:spMkLst>
            <pc:docMk/>
            <pc:sldMk cId="2009460145" sldId="1659"/>
            <ac:spMk id="29" creationId="{B3D34795-BB9B-4FD3-8E19-205FEDBE702A}"/>
          </ac:spMkLst>
        </pc:spChg>
      </pc:sldChg>
      <pc:sldChg chg="addSp delSp modSp add replId">
        <pc:chgData name="Mitsunobu Katahira" userId="S::2541617@vsn.co.jp::06ab1dbf-76c9-4a29-90a2-818580e01b02" providerId="AD" clId="Web-{EF42A20D-1F70-CF57-8AC3-13BCE5ED8A57}" dt="2022-06-15T04:55:22.582" v="279" actId="20577"/>
        <pc:sldMkLst>
          <pc:docMk/>
          <pc:sldMk cId="1926262180" sldId="1660"/>
        </pc:sldMkLst>
        <pc:spChg chg="add del mod">
          <ac:chgData name="Mitsunobu Katahira" userId="S::2541617@vsn.co.jp::06ab1dbf-76c9-4a29-90a2-818580e01b02" providerId="AD" clId="Web-{EF42A20D-1F70-CF57-8AC3-13BCE5ED8A57}" dt="2022-06-15T04:55:22.582" v="279" actId="20577"/>
          <ac:spMkLst>
            <pc:docMk/>
            <pc:sldMk cId="1926262180" sldId="1660"/>
            <ac:spMk id="30" creationId="{B3D34795-BB9B-4FD3-8E19-205FEDBE702A}"/>
          </ac:spMkLst>
        </pc:spChg>
      </pc:sldChg>
      <pc:sldChg chg="addSp delSp modSp add replId">
        <pc:chgData name="Mitsunobu Katahira" userId="S::2541617@vsn.co.jp::06ab1dbf-76c9-4a29-90a2-818580e01b02" providerId="AD" clId="Web-{EF42A20D-1F70-CF57-8AC3-13BCE5ED8A57}" dt="2022-06-15T04:54:28.393" v="256" actId="20577"/>
        <pc:sldMkLst>
          <pc:docMk/>
          <pc:sldMk cId="1496079075" sldId="1661"/>
        </pc:sldMkLst>
        <pc:spChg chg="add del mod">
          <ac:chgData name="Mitsunobu Katahira" userId="S::2541617@vsn.co.jp::06ab1dbf-76c9-4a29-90a2-818580e01b02" providerId="AD" clId="Web-{EF42A20D-1F70-CF57-8AC3-13BCE5ED8A57}" dt="2022-06-15T04:54:28.393" v="256" actId="20577"/>
          <ac:spMkLst>
            <pc:docMk/>
            <pc:sldMk cId="1496079075" sldId="1661"/>
            <ac:spMk id="29" creationId="{B3D34795-BB9B-4FD3-8E19-205FEDBE702A}"/>
          </ac:spMkLst>
        </pc:spChg>
      </pc:sldChg>
      <pc:sldChg chg="modSp add ord replId">
        <pc:chgData name="Mitsunobu Katahira" userId="S::2541617@vsn.co.jp::06ab1dbf-76c9-4a29-90a2-818580e01b02" providerId="AD" clId="Web-{EF42A20D-1F70-CF57-8AC3-13BCE5ED8A57}" dt="2022-06-15T04:53:54.205" v="229" actId="20577"/>
        <pc:sldMkLst>
          <pc:docMk/>
          <pc:sldMk cId="8703800" sldId="1662"/>
        </pc:sldMkLst>
        <pc:spChg chg="mod">
          <ac:chgData name="Mitsunobu Katahira" userId="S::2541617@vsn.co.jp::06ab1dbf-76c9-4a29-90a2-818580e01b02" providerId="AD" clId="Web-{EF42A20D-1F70-CF57-8AC3-13BCE5ED8A57}" dt="2022-06-15T04:53:54.205" v="229" actId="20577"/>
          <ac:spMkLst>
            <pc:docMk/>
            <pc:sldMk cId="8703800" sldId="1662"/>
            <ac:spMk id="47" creationId="{B3D34795-BB9B-4FD3-8E19-205FEDBE702A}"/>
          </ac:spMkLst>
        </pc:spChg>
      </pc:sldChg>
      <pc:sldChg chg="modSp add replId">
        <pc:chgData name="Mitsunobu Katahira" userId="S::2541617@vsn.co.jp::06ab1dbf-76c9-4a29-90a2-818580e01b02" providerId="AD" clId="Web-{EF42A20D-1F70-CF57-8AC3-13BCE5ED8A57}" dt="2022-06-15T04:53:43.220" v="210" actId="20577"/>
        <pc:sldMkLst>
          <pc:docMk/>
          <pc:sldMk cId="1546169266" sldId="1663"/>
        </pc:sldMkLst>
        <pc:spChg chg="mod">
          <ac:chgData name="Mitsunobu Katahira" userId="S::2541617@vsn.co.jp::06ab1dbf-76c9-4a29-90a2-818580e01b02" providerId="AD" clId="Web-{EF42A20D-1F70-CF57-8AC3-13BCE5ED8A57}" dt="2022-06-15T04:53:43.220" v="210" actId="20577"/>
          <ac:spMkLst>
            <pc:docMk/>
            <pc:sldMk cId="1546169266" sldId="1663"/>
            <ac:spMk id="4" creationId="{B3D34795-BB9B-4FD3-8E19-205FEDBE702A}"/>
          </ac:spMkLst>
        </pc:spChg>
      </pc:sldChg>
      <pc:sldChg chg="add">
        <pc:chgData name="Mitsunobu Katahira" userId="S::2541617@vsn.co.jp::06ab1dbf-76c9-4a29-90a2-818580e01b02" providerId="AD" clId="Web-{EF42A20D-1F70-CF57-8AC3-13BCE5ED8A57}" dt="2022-06-15T04:51:44.905" v="185"/>
        <pc:sldMkLst>
          <pc:docMk/>
          <pc:sldMk cId="1076233618" sldId="1664"/>
        </pc:sldMkLst>
      </pc:sldChg>
      <pc:sldChg chg="add">
        <pc:chgData name="Mitsunobu Katahira" userId="S::2541617@vsn.co.jp::06ab1dbf-76c9-4a29-90a2-818580e01b02" providerId="AD" clId="Web-{EF42A20D-1F70-CF57-8AC3-13BCE5ED8A57}" dt="2022-06-15T04:52:03.156" v="188"/>
        <pc:sldMkLst>
          <pc:docMk/>
          <pc:sldMk cId="599295073" sldId="1665"/>
        </pc:sldMkLst>
      </pc:sldChg>
      <pc:sldChg chg="add">
        <pc:chgData name="Mitsunobu Katahira" userId="S::2541617@vsn.co.jp::06ab1dbf-76c9-4a29-90a2-818580e01b02" providerId="AD" clId="Web-{EF42A20D-1F70-CF57-8AC3-13BCE5ED8A57}" dt="2022-06-15T04:52:19.578" v="190"/>
        <pc:sldMkLst>
          <pc:docMk/>
          <pc:sldMk cId="223432550" sldId="1666"/>
        </pc:sldMkLst>
      </pc:sldChg>
      <pc:sldChg chg="add">
        <pc:chgData name="Mitsunobu Katahira" userId="S::2541617@vsn.co.jp::06ab1dbf-76c9-4a29-90a2-818580e01b02" providerId="AD" clId="Web-{EF42A20D-1F70-CF57-8AC3-13BCE5ED8A57}" dt="2022-06-15T04:52:28.656" v="192"/>
        <pc:sldMkLst>
          <pc:docMk/>
          <pc:sldMk cId="1789843808" sldId="1667"/>
        </pc:sldMkLst>
      </pc:sldChg>
      <pc:sldChg chg="addSp delSp add replId">
        <pc:chgData name="Mitsunobu Katahira" userId="S::2541617@vsn.co.jp::06ab1dbf-76c9-4a29-90a2-818580e01b02" providerId="AD" clId="Web-{EF42A20D-1F70-CF57-8AC3-13BCE5ED8A57}" dt="2022-06-15T05:08:12.865" v="613"/>
        <pc:sldMkLst>
          <pc:docMk/>
          <pc:sldMk cId="3694782544" sldId="1668"/>
        </pc:sldMkLst>
        <pc:spChg chg="add del">
          <ac:chgData name="Mitsunobu Katahira" userId="S::2541617@vsn.co.jp::06ab1dbf-76c9-4a29-90a2-818580e01b02" providerId="AD" clId="Web-{EF42A20D-1F70-CF57-8AC3-13BCE5ED8A57}" dt="2022-06-15T05:06:18.206" v="565"/>
          <ac:spMkLst>
            <pc:docMk/>
            <pc:sldMk cId="3694782544" sldId="1668"/>
            <ac:spMk id="1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601"/>
          <ac:spMkLst>
            <pc:docMk/>
            <pc:sldMk cId="3694782544" sldId="1668"/>
            <ac:spMk id="2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600"/>
          <ac:spMkLst>
            <pc:docMk/>
            <pc:sldMk cId="3694782544" sldId="1668"/>
            <ac:spMk id="29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9"/>
          <ac:spMkLst>
            <pc:docMk/>
            <pc:sldMk cId="3694782544" sldId="1668"/>
            <ac:spMk id="30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8"/>
          <ac:spMkLst>
            <pc:docMk/>
            <pc:sldMk cId="3694782544" sldId="1668"/>
            <ac:spMk id="3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7"/>
          <ac:spMkLst>
            <pc:docMk/>
            <pc:sldMk cId="3694782544" sldId="1668"/>
            <ac:spMk id="33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6"/>
          <ac:spMkLst>
            <pc:docMk/>
            <pc:sldMk cId="3694782544" sldId="1668"/>
            <ac:spMk id="34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6"/>
          <ac:spMkLst>
            <pc:docMk/>
            <pc:sldMk cId="3694782544" sldId="1668"/>
            <ac:spMk id="35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5"/>
          <ac:spMkLst>
            <pc:docMk/>
            <pc:sldMk cId="3694782544" sldId="1668"/>
            <ac:spMk id="3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4"/>
          <ac:spMkLst>
            <pc:docMk/>
            <pc:sldMk cId="3694782544" sldId="1668"/>
            <ac:spMk id="39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3"/>
          <ac:spMkLst>
            <pc:docMk/>
            <pc:sldMk cId="3694782544" sldId="1668"/>
            <ac:spMk id="40" creationId="{00000000-0000-0000-0000-000000000000}"/>
          </ac:spMkLst>
        </pc:spChg>
        <pc:spChg chg="del">
          <ac:chgData name="Mitsunobu Katahira" userId="S::2541617@vsn.co.jp::06ab1dbf-76c9-4a29-90a2-818580e01b02" providerId="AD" clId="Web-{EF42A20D-1F70-CF57-8AC3-13BCE5ED8A57}" dt="2022-06-15T05:05:29.455" v="545"/>
          <ac:spMkLst>
            <pc:docMk/>
            <pc:sldMk cId="3694782544" sldId="1668"/>
            <ac:spMk id="4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2"/>
          <ac:spMkLst>
            <pc:docMk/>
            <pc:sldMk cId="3694782544" sldId="1668"/>
            <ac:spMk id="42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1"/>
          <ac:spMkLst>
            <pc:docMk/>
            <pc:sldMk cId="3694782544" sldId="1668"/>
            <ac:spMk id="43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0"/>
          <ac:spMkLst>
            <pc:docMk/>
            <pc:sldMk cId="3694782544" sldId="1668"/>
            <ac:spMk id="44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9"/>
          <ac:spMkLst>
            <pc:docMk/>
            <pc:sldMk cId="3694782544" sldId="1668"/>
            <ac:spMk id="46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8"/>
          <ac:spMkLst>
            <pc:docMk/>
            <pc:sldMk cId="3694782544" sldId="1668"/>
            <ac:spMk id="47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7"/>
          <ac:spMkLst>
            <pc:docMk/>
            <pc:sldMk cId="3694782544" sldId="1668"/>
            <ac:spMk id="4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00" v="584"/>
          <ac:spMkLst>
            <pc:docMk/>
            <pc:sldMk cId="3694782544" sldId="1668"/>
            <ac:spMk id="49" creationId="{2EA8D00F-71CB-433E-9C1F-7527E8C7795D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58.131" v="609"/>
          <ac:spMkLst>
            <pc:docMk/>
            <pc:sldMk cId="3694782544" sldId="1668"/>
            <ac:spMk id="54" creationId="{D236C9F6-2AFB-46C3-AE58-93D7054B0D3F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47.974" v="605"/>
          <ac:spMkLst>
            <pc:docMk/>
            <pc:sldMk cId="3694782544" sldId="1668"/>
            <ac:spMk id="57" creationId="{A484D022-8121-4182-A9DB-C25F5248DF7A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41.208" v="604"/>
          <ac:spMkLst>
            <pc:docMk/>
            <pc:sldMk cId="3694782544" sldId="1668"/>
            <ac:spMk id="59" creationId="{E93C01A9-DBB9-41A0-86C0-E15FD3F6C960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54.631" v="608"/>
          <ac:spMkLst>
            <pc:docMk/>
            <pc:sldMk cId="3694782544" sldId="1668"/>
            <ac:spMk id="60" creationId="{CA149E4F-5A09-4BDA-863A-1A8C6B61D45E}"/>
          </ac:spMkLst>
        </pc:spChg>
        <pc:spChg chg="del">
          <ac:chgData name="Mitsunobu Katahira" userId="S::2541617@vsn.co.jp::06ab1dbf-76c9-4a29-90a2-818580e01b02" providerId="AD" clId="Web-{EF42A20D-1F70-CF57-8AC3-13BCE5ED8A57}" dt="2022-06-15T05:08:08.428" v="611"/>
          <ac:spMkLst>
            <pc:docMk/>
            <pc:sldMk cId="3694782544" sldId="1668"/>
            <ac:spMk id="64" creationId="{20CB6ED1-E7B4-4372-B600-DDDBFA9FDE81}"/>
          </ac:spMkLst>
        </pc:spChg>
        <pc:spChg chg="del">
          <ac:chgData name="Mitsunobu Katahira" userId="S::2541617@vsn.co.jp::06ab1dbf-76c9-4a29-90a2-818580e01b02" providerId="AD" clId="Web-{EF42A20D-1F70-CF57-8AC3-13BCE5ED8A57}" dt="2022-06-15T05:08:05.240" v="610"/>
          <ac:spMkLst>
            <pc:docMk/>
            <pc:sldMk cId="3694782544" sldId="1668"/>
            <ac:spMk id="65" creationId="{AD4BF6D8-497D-4D5D-A93B-F621D0987041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34.208" v="602"/>
          <ac:spMkLst>
            <pc:docMk/>
            <pc:sldMk cId="3694782544" sldId="1668"/>
            <ac:spMk id="66" creationId="{D9B64C03-2C21-4E5A-B3B0-36623264180A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37.708" v="603"/>
          <ac:spMkLst>
            <pc:docMk/>
            <pc:sldMk cId="3694782544" sldId="1668"/>
            <ac:spMk id="69" creationId="{C6634D24-E29D-4EE3-90B1-CB9E2AEA7CD7}"/>
          </ac:spMkLst>
        </pc:spChg>
        <pc:grpChg chg="add del">
          <ac:chgData name="Mitsunobu Katahira" userId="S::2541617@vsn.co.jp::06ab1dbf-76c9-4a29-90a2-818580e01b02" providerId="AD" clId="Web-{EF42A20D-1F70-CF57-8AC3-13BCE5ED8A57}" dt="2022-06-15T05:07:51.974" v="607"/>
          <ac:grpSpMkLst>
            <pc:docMk/>
            <pc:sldMk cId="3694782544" sldId="1668"/>
            <ac:grpSpMk id="17" creationId="{2BCDB933-EACE-4263-93FC-4B1BE1AF8524}"/>
          </ac:grpSpMkLst>
        </pc:grpChg>
        <pc:grpChg chg="add del">
          <ac:chgData name="Mitsunobu Katahira" userId="S::2541617@vsn.co.jp::06ab1dbf-76c9-4a29-90a2-818580e01b02" providerId="AD" clId="Web-{EF42A20D-1F70-CF57-8AC3-13BCE5ED8A57}" dt="2022-06-15T05:08:12.865" v="613"/>
          <ac:grpSpMkLst>
            <pc:docMk/>
            <pc:sldMk cId="3694782544" sldId="1668"/>
            <ac:grpSpMk id="18" creationId="{7F3F28D4-7857-4DCB-B0DB-71E07CD2FE37}"/>
          </ac:grpSpMkLst>
        </pc:grpChg>
        <pc:picChg chg="add del">
          <ac:chgData name="Mitsunobu Katahira" userId="S::2541617@vsn.co.jp::06ab1dbf-76c9-4a29-90a2-818580e01b02" providerId="AD" clId="Web-{EF42A20D-1F70-CF57-8AC3-13BCE5ED8A57}" dt="2022-06-15T05:06:26.316" v="585"/>
          <ac:picMkLst>
            <pc:docMk/>
            <pc:sldMk cId="3694782544" sldId="1668"/>
            <ac:picMk id="58" creationId="{0418B66C-61C5-903D-C107-28D2BEC9D65A}"/>
          </ac:picMkLst>
        </pc:picChg>
      </pc:sldChg>
      <pc:sldChg chg="modSp add replId">
        <pc:chgData name="Mitsunobu Katahira" userId="S::2541617@vsn.co.jp::06ab1dbf-76c9-4a29-90a2-818580e01b02" providerId="AD" clId="Web-{EF42A20D-1F70-CF57-8AC3-13BCE5ED8A57}" dt="2022-06-15T05:05:05.564" v="544" actId="20577"/>
        <pc:sldMkLst>
          <pc:docMk/>
          <pc:sldMk cId="3973861020" sldId="1669"/>
        </pc:sldMkLst>
        <pc:spChg chg="mod">
          <ac:chgData name="Mitsunobu Katahira" userId="S::2541617@vsn.co.jp::06ab1dbf-76c9-4a29-90a2-818580e01b02" providerId="AD" clId="Web-{EF42A20D-1F70-CF57-8AC3-13BCE5ED8A57}" dt="2022-06-15T05:02:43.358" v="396" actId="20577"/>
          <ac:spMkLst>
            <pc:docMk/>
            <pc:sldMk cId="3973861020" sldId="1669"/>
            <ac:spMk id="3" creationId="{BDD9909E-623D-6F2F-7B13-3C2F3921711E}"/>
          </ac:spMkLst>
        </pc:spChg>
        <pc:spChg chg="mod">
          <ac:chgData name="Mitsunobu Katahira" userId="S::2541617@vsn.co.jp::06ab1dbf-76c9-4a29-90a2-818580e01b02" providerId="AD" clId="Web-{EF42A20D-1F70-CF57-8AC3-13BCE5ED8A57}" dt="2022-06-15T05:05:05.564" v="544" actId="20577"/>
          <ac:spMkLst>
            <pc:docMk/>
            <pc:sldMk cId="3973861020" sldId="1669"/>
            <ac:spMk id="4" creationId="{1531FCCF-7C97-F92C-1F43-A1D7CCB2BF38}"/>
          </ac:spMkLst>
        </pc:spChg>
      </pc:sldChg>
      <pc:sldChg chg="add replId">
        <pc:chgData name="Mitsunobu Katahira" userId="S::2541617@vsn.co.jp::06ab1dbf-76c9-4a29-90a2-818580e01b02" providerId="AD" clId="Web-{EF42A20D-1F70-CF57-8AC3-13BCE5ED8A57}" dt="2022-06-15T05:08:31.413" v="615"/>
        <pc:sldMkLst>
          <pc:docMk/>
          <pc:sldMk cId="3829453197" sldId="1670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6:00:17.328" v="894"/>
        <pc:sldMkLst>
          <pc:docMk/>
          <pc:sldMk cId="3552943002" sldId="1671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7:04:24.854" v="1666"/>
        <pc:sldMkLst>
          <pc:docMk/>
          <pc:sldMk cId="4229406658" sldId="1671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6:32:44.935" v="1441"/>
        <pc:sldMkLst>
          <pc:docMk/>
          <pc:sldMk cId="103919538" sldId="1673"/>
        </pc:sldMkLst>
      </pc:sldChg>
      <pc:sldChg chg="addSp delSp modSp add replId">
        <pc:chgData name="Mitsunobu Katahira" userId="S::2541617@vsn.co.jp::06ab1dbf-76c9-4a29-90a2-818580e01b02" providerId="AD" clId="Web-{EF42A20D-1F70-CF57-8AC3-13BCE5ED8A57}" dt="2022-06-15T07:28:15.965" v="1982" actId="20577"/>
        <pc:sldMkLst>
          <pc:docMk/>
          <pc:sldMk cId="802975846" sldId="1673"/>
        </pc:sldMkLst>
        <pc:spChg chg="mod">
          <ac:chgData name="Mitsunobu Katahira" userId="S::2541617@vsn.co.jp::06ab1dbf-76c9-4a29-90a2-818580e01b02" providerId="AD" clId="Web-{EF42A20D-1F70-CF57-8AC3-13BCE5ED8A57}" dt="2022-06-15T07:28:15.965" v="1982" actId="20577"/>
          <ac:spMkLst>
            <pc:docMk/>
            <pc:sldMk cId="802975846" sldId="1673"/>
            <ac:spMk id="2" creationId="{526E7B02-BF4D-4595-A0F9-57C21480EEAB}"/>
          </ac:spMkLst>
        </pc:spChg>
        <pc:spChg chg="del">
          <ac:chgData name="Mitsunobu Katahira" userId="S::2541617@vsn.co.jp::06ab1dbf-76c9-4a29-90a2-818580e01b02" providerId="AD" clId="Web-{EF42A20D-1F70-CF57-8AC3-13BCE5ED8A57}" dt="2022-06-15T07:08:59.001" v="1702"/>
          <ac:spMkLst>
            <pc:docMk/>
            <pc:sldMk cId="802975846" sldId="1673"/>
            <ac:spMk id="31" creationId="{1D5A448D-82F2-02C0-2E73-54982C1D5D6C}"/>
          </ac:spMkLst>
        </pc:spChg>
        <pc:spChg chg="add">
          <ac:chgData name="Mitsunobu Katahira" userId="S::2541617@vsn.co.jp::06ab1dbf-76c9-4a29-90a2-818580e01b02" providerId="AD" clId="Web-{EF42A20D-1F70-CF57-8AC3-13BCE5ED8A57}" dt="2022-06-15T07:08:08.843" v="1691"/>
          <ac:spMkLst>
            <pc:docMk/>
            <pc:sldMk cId="802975846" sldId="1673"/>
            <ac:spMk id="71" creationId="{BE4343B2-096D-B41B-5D8E-7FB86598A16A}"/>
          </ac:spMkLst>
        </pc:spChg>
        <pc:spChg chg="add">
          <ac:chgData name="Mitsunobu Katahira" userId="S::2541617@vsn.co.jp::06ab1dbf-76c9-4a29-90a2-818580e01b02" providerId="AD" clId="Web-{EF42A20D-1F70-CF57-8AC3-13BCE5ED8A57}" dt="2022-06-15T07:08:10.875" v="1692"/>
          <ac:spMkLst>
            <pc:docMk/>
            <pc:sldMk cId="802975846" sldId="1673"/>
            <ac:spMk id="72" creationId="{B79327C4-D6AB-05A6-6656-071C95D82FDF}"/>
          </ac:spMkLst>
        </pc:spChg>
        <pc:grpChg chg="del">
          <ac:chgData name="Mitsunobu Katahira" userId="S::2541617@vsn.co.jp::06ab1dbf-76c9-4a29-90a2-818580e01b02" providerId="AD" clId="Web-{EF42A20D-1F70-CF57-8AC3-13BCE5ED8A57}" dt="2022-06-15T07:09:02.766" v="1703"/>
          <ac:grpSpMkLst>
            <pc:docMk/>
            <pc:sldMk cId="802975846" sldId="1673"/>
            <ac:grpSpMk id="32" creationId="{0FED0BFB-B2FF-824C-A239-43D3448E619B}"/>
          </ac:grpSpMkLst>
        </pc:grpChg>
        <pc:graphicFrameChg chg="add del">
          <ac:chgData name="Mitsunobu Katahira" userId="S::2541617@vsn.co.jp::06ab1dbf-76c9-4a29-90a2-818580e01b02" providerId="AD" clId="Web-{EF42A20D-1F70-CF57-8AC3-13BCE5ED8A57}" dt="2022-06-15T07:08:05.984" v="1690"/>
          <ac:graphicFrameMkLst>
            <pc:docMk/>
            <pc:sldMk cId="802975846" sldId="1673"/>
            <ac:graphicFrameMk id="3" creationId="{D7C27F18-547D-4857-B21D-FBB757B44CFA}"/>
          </ac:graphicFrameMkLst>
        </pc:graphicFrameChg>
      </pc:sldChg>
      <pc:sldChg chg="modSp add del replId">
        <pc:chgData name="Mitsunobu Katahira" userId="S::2541617@vsn.co.jp::06ab1dbf-76c9-4a29-90a2-818580e01b02" providerId="AD" clId="Web-{EF42A20D-1F70-CF57-8AC3-13BCE5ED8A57}" dt="2022-06-15T06:41:06.353" v="1635"/>
        <pc:sldMkLst>
          <pc:docMk/>
          <pc:sldMk cId="1686983422" sldId="1673"/>
        </pc:sldMkLst>
        <pc:graphicFrameChg chg="mod">
          <ac:chgData name="Mitsunobu Katahira" userId="S::2541617@vsn.co.jp::06ab1dbf-76c9-4a29-90a2-818580e01b02" providerId="AD" clId="Web-{EF42A20D-1F70-CF57-8AC3-13BCE5ED8A57}" dt="2022-06-15T06:32:57.670" v="1444" actId="1076"/>
          <ac:graphicFrameMkLst>
            <pc:docMk/>
            <pc:sldMk cId="1686983422" sldId="1673"/>
            <ac:graphicFrameMk id="7" creationId="{0A2CF3C3-62BF-E0C3-C1F0-613E4FEBBEBB}"/>
          </ac:graphicFrameMkLst>
        </pc:graphicFrameChg>
      </pc:sldChg>
    </pc:docChg>
  </pc:docChgLst>
  <pc:docChgLst>
    <pc:chgData name="Tatsuya Ishikawa" userId="S::i-tatsuya@vsn.co.jp::5d85e416-bddd-4fba-8c30-27f30eb3cdb0" providerId="AD" clId="Web-{6B0BDC4A-1F9E-4C0F-8752-FE0B2E0AF07D}"/>
    <pc:docChg chg="addSld modSld modSection">
      <pc:chgData name="Tatsuya Ishikawa" userId="S::i-tatsuya@vsn.co.jp::5d85e416-bddd-4fba-8c30-27f30eb3cdb0" providerId="AD" clId="Web-{6B0BDC4A-1F9E-4C0F-8752-FE0B2E0AF07D}" dt="2022-06-15T02:03:29.856" v="10" actId="20577"/>
      <pc:docMkLst>
        <pc:docMk/>
      </pc:docMkLst>
      <pc:sldChg chg="delSp modSp add replId">
        <pc:chgData name="Tatsuya Ishikawa" userId="S::i-tatsuya@vsn.co.jp::5d85e416-bddd-4fba-8c30-27f30eb3cdb0" providerId="AD" clId="Web-{6B0BDC4A-1F9E-4C0F-8752-FE0B2E0AF07D}" dt="2022-06-15T02:03:29.856" v="10" actId="20577"/>
        <pc:sldMkLst>
          <pc:docMk/>
          <pc:sldMk cId="2554300147" sldId="1653"/>
        </pc:sldMkLst>
        <pc:spChg chg="mod">
          <ac:chgData name="Tatsuya Ishikawa" userId="S::i-tatsuya@vsn.co.jp::5d85e416-bddd-4fba-8c30-27f30eb3cdb0" providerId="AD" clId="Web-{6B0BDC4A-1F9E-4C0F-8752-FE0B2E0AF07D}" dt="2022-06-15T02:03:29.856" v="10" actId="20577"/>
          <ac:spMkLst>
            <pc:docMk/>
            <pc:sldMk cId="2554300147" sldId="1653"/>
            <ac:spMk id="4" creationId="{B3D34795-BB9B-4FD3-8E19-205FEDBE702A}"/>
          </ac:spMkLst>
        </pc:spChg>
        <pc:spChg chg="del">
          <ac:chgData name="Tatsuya Ishikawa" userId="S::i-tatsuya@vsn.co.jp::5d85e416-bddd-4fba-8c30-27f30eb3cdb0" providerId="AD" clId="Web-{6B0BDC4A-1F9E-4C0F-8752-FE0B2E0AF07D}" dt="2022-06-15T02:00:09.601" v="1"/>
          <ac:spMkLst>
            <pc:docMk/>
            <pc:sldMk cId="2554300147" sldId="1653"/>
            <ac:spMk id="53" creationId="{A321F97C-53BD-30CD-AFD0-EC3F8386B68B}"/>
          </ac:spMkLst>
        </pc:spChg>
        <pc:spChg chg="del">
          <ac:chgData name="Tatsuya Ishikawa" userId="S::i-tatsuya@vsn.co.jp::5d85e416-bddd-4fba-8c30-27f30eb3cdb0" providerId="AD" clId="Web-{6B0BDC4A-1F9E-4C0F-8752-FE0B2E0AF07D}" dt="2022-06-15T02:00:13.305" v="2"/>
          <ac:spMkLst>
            <pc:docMk/>
            <pc:sldMk cId="2554300147" sldId="1653"/>
            <ac:spMk id="60" creationId="{EFE8D07E-CA17-4DBB-9C9F-A72F7BB04E00}"/>
          </ac:spMkLst>
        </pc:spChg>
        <pc:picChg chg="del">
          <ac:chgData name="Tatsuya Ishikawa" userId="S::i-tatsuya@vsn.co.jp::5d85e416-bddd-4fba-8c30-27f30eb3cdb0" providerId="AD" clId="Web-{6B0BDC4A-1F9E-4C0F-8752-FE0B2E0AF07D}" dt="2022-06-15T02:00:13.914" v="3"/>
          <ac:picMkLst>
            <pc:docMk/>
            <pc:sldMk cId="2554300147" sldId="1653"/>
            <ac:picMk id="59" creationId="{F3E07EE6-36F5-4CC4-AF06-76963041F499}"/>
          </ac:picMkLst>
        </pc:picChg>
      </pc:sldChg>
    </pc:docChg>
  </pc:docChgLst>
  <pc:docChgLst>
    <pc:chgData name="Mitsunobu Katahira" userId="S::2541617@vsn.co.jp::06ab1dbf-76c9-4a29-90a2-818580e01b02" providerId="AD" clId="Web-{673DA4A2-4C64-7E51-146F-EE08C1DBD11C}"/>
    <pc:docChg chg="addSld delSld modSld sldOrd modSection">
      <pc:chgData name="Mitsunobu Katahira" userId="S::2541617@vsn.co.jp::06ab1dbf-76c9-4a29-90a2-818580e01b02" providerId="AD" clId="Web-{673DA4A2-4C64-7E51-146F-EE08C1DBD11C}" dt="2022-06-15T04:22:34.365" v="391"/>
      <pc:docMkLst>
        <pc:docMk/>
      </pc:docMkLst>
      <pc:sldChg chg="modSp">
        <pc:chgData name="Mitsunobu Katahira" userId="S::2541617@vsn.co.jp::06ab1dbf-76c9-4a29-90a2-818580e01b02" providerId="AD" clId="Web-{673DA4A2-4C64-7E51-146F-EE08C1DBD11C}" dt="2022-06-15T04:19:06.788" v="383" actId="20577"/>
        <pc:sldMkLst>
          <pc:docMk/>
          <pc:sldMk cId="4266257235" sldId="459"/>
        </pc:sldMkLst>
        <pc:spChg chg="mod">
          <ac:chgData name="Mitsunobu Katahira" userId="S::2541617@vsn.co.jp::06ab1dbf-76c9-4a29-90a2-818580e01b02" providerId="AD" clId="Web-{673DA4A2-4C64-7E51-146F-EE08C1DBD11C}" dt="2022-06-15T04:19:06.788" v="383" actId="20577"/>
          <ac:spMkLst>
            <pc:docMk/>
            <pc:sldMk cId="4266257235" sldId="459"/>
            <ac:spMk id="10" creationId="{08FAA13A-BDC3-4CE2-8819-5B7CF6FC0234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52:19.248" v="367"/>
        <pc:sldMkLst>
          <pc:docMk/>
          <pc:sldMk cId="3903074394" sldId="507"/>
        </pc:sldMkLst>
        <pc:spChg chg="mod">
          <ac:chgData name="Mitsunobu Katahira" userId="S::2541617@vsn.co.jp::06ab1dbf-76c9-4a29-90a2-818580e01b02" providerId="AD" clId="Web-{673DA4A2-4C64-7E51-146F-EE08C1DBD11C}" dt="2022-06-15T02:51:00.059" v="366" actId="20577"/>
          <ac:spMkLst>
            <pc:docMk/>
            <pc:sldMk cId="3903074394" sldId="507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55.324" v="359" actId="20577"/>
          <ac:spMkLst>
            <pc:docMk/>
            <pc:sldMk cId="3903074394" sldId="507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52:19.248" v="367"/>
          <ac:spMkLst>
            <pc:docMk/>
            <pc:sldMk cId="3903074394" sldId="507"/>
            <ac:spMk id="12" creationId="{8E0B072C-510E-8355-4E1E-C8EF36DEA92D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50:46.371" v="344" actId="20577"/>
        <pc:sldMkLst>
          <pc:docMk/>
          <pc:sldMk cId="4232415557" sldId="508"/>
        </pc:sldMkLst>
        <pc:spChg chg="mod">
          <ac:chgData name="Mitsunobu Katahira" userId="S::2541617@vsn.co.jp::06ab1dbf-76c9-4a29-90a2-818580e01b02" providerId="AD" clId="Web-{673DA4A2-4C64-7E51-146F-EE08C1DBD11C}" dt="2022-06-15T02:50:46.371" v="344" actId="20577"/>
          <ac:spMkLst>
            <pc:docMk/>
            <pc:sldMk cId="4232415557" sldId="508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41.762" v="337" actId="20577"/>
          <ac:spMkLst>
            <pc:docMk/>
            <pc:sldMk cId="4232415557" sldId="508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50:28.558" v="325" actId="20577"/>
        <pc:sldMkLst>
          <pc:docMk/>
          <pc:sldMk cId="4176320638" sldId="509"/>
        </pc:sldMkLst>
        <pc:spChg chg="mod">
          <ac:chgData name="Mitsunobu Katahira" userId="S::2541617@vsn.co.jp::06ab1dbf-76c9-4a29-90a2-818580e01b02" providerId="AD" clId="Web-{673DA4A2-4C64-7E51-146F-EE08C1DBD11C}" dt="2022-06-15T02:50:28.558" v="325" actId="20577"/>
          <ac:spMkLst>
            <pc:docMk/>
            <pc:sldMk cId="4176320638" sldId="509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20.668" v="317" actId="20577"/>
          <ac:spMkLst>
            <pc:docMk/>
            <pc:sldMk cId="4176320638" sldId="509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58.933" v="304" actId="20577"/>
        <pc:sldMkLst>
          <pc:docMk/>
          <pc:sldMk cId="944032970" sldId="510"/>
        </pc:sldMkLst>
        <pc:spChg chg="mod">
          <ac:chgData name="Mitsunobu Katahira" userId="S::2541617@vsn.co.jp::06ab1dbf-76c9-4a29-90a2-818580e01b02" providerId="AD" clId="Web-{673DA4A2-4C64-7E51-146F-EE08C1DBD11C}" dt="2022-06-15T02:49:58.933" v="304" actId="20577"/>
          <ac:spMkLst>
            <pc:docMk/>
            <pc:sldMk cId="944032970" sldId="510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9:55.855" v="297" actId="20577"/>
          <ac:spMkLst>
            <pc:docMk/>
            <pc:sldMk cId="944032970" sldId="510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02.619" v="261" actId="20577"/>
        <pc:sldMkLst>
          <pc:docMk/>
          <pc:sldMk cId="496821877" sldId="511"/>
        </pc:sldMkLst>
        <pc:spChg chg="mod">
          <ac:chgData name="Mitsunobu Katahira" userId="S::2541617@vsn.co.jp::06ab1dbf-76c9-4a29-90a2-818580e01b02" providerId="AD" clId="Web-{673DA4A2-4C64-7E51-146F-EE08C1DBD11C}" dt="2022-06-15T02:49:02.619" v="261" actId="20577"/>
          <ac:spMkLst>
            <pc:docMk/>
            <pc:sldMk cId="496821877" sldId="511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8:59.182" v="258" actId="20577"/>
          <ac:spMkLst>
            <pc:docMk/>
            <pc:sldMk cId="496821877" sldId="511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30.136" v="285" actId="20577"/>
        <pc:sldMkLst>
          <pc:docMk/>
          <pc:sldMk cId="648860446" sldId="513"/>
        </pc:sldMkLst>
        <pc:spChg chg="mod">
          <ac:chgData name="Mitsunobu Katahira" userId="S::2541617@vsn.co.jp::06ab1dbf-76c9-4a29-90a2-818580e01b02" providerId="AD" clId="Web-{673DA4A2-4C64-7E51-146F-EE08C1DBD11C}" dt="2022-06-15T02:49:30.136" v="285" actId="20577"/>
          <ac:spMkLst>
            <pc:docMk/>
            <pc:sldMk cId="648860446" sldId="513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8:16.119" v="228" actId="20577"/>
          <ac:spMkLst>
            <pc:docMk/>
            <pc:sldMk cId="648860446" sldId="513"/>
            <ac:spMk id="11" creationId="{C5B1C755-449D-42F2-9FAC-99A2627DD2D1}"/>
          </ac:spMkLst>
        </pc:spChg>
        <pc:grpChg chg="mod">
          <ac:chgData name="Mitsunobu Katahira" userId="S::2541617@vsn.co.jp::06ab1dbf-76c9-4a29-90a2-818580e01b02" providerId="AD" clId="Web-{673DA4A2-4C64-7E51-146F-EE08C1DBD11C}" dt="2022-06-15T02:48:20.353" v="234" actId="1076"/>
          <ac:grpSpMkLst>
            <pc:docMk/>
            <pc:sldMk cId="648860446" sldId="513"/>
            <ac:grpSpMk id="5" creationId="{86BF8747-9C3A-4013-9BB5-FF1F9078DF60}"/>
          </ac:grpSpMkLst>
        </pc:grpChg>
      </pc:sldChg>
      <pc:sldChg chg="modSp">
        <pc:chgData name="Mitsunobu Katahira" userId="S::2541617@vsn.co.jp::06ab1dbf-76c9-4a29-90a2-818580e01b02" providerId="AD" clId="Web-{673DA4A2-4C64-7E51-146F-EE08C1DBD11C}" dt="2022-06-15T02:48:04.634" v="217" actId="20577"/>
        <pc:sldMkLst>
          <pc:docMk/>
          <pc:sldMk cId="1544777094" sldId="515"/>
        </pc:sldMkLst>
        <pc:spChg chg="mod">
          <ac:chgData name="Mitsunobu Katahira" userId="S::2541617@vsn.co.jp::06ab1dbf-76c9-4a29-90a2-818580e01b02" providerId="AD" clId="Web-{673DA4A2-4C64-7E51-146F-EE08C1DBD11C}" dt="2022-06-15T02:48:04.634" v="217" actId="20577"/>
          <ac:spMkLst>
            <pc:docMk/>
            <pc:sldMk cId="1544777094" sldId="515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7:55.603" v="206" actId="20577"/>
          <ac:spMkLst>
            <pc:docMk/>
            <pc:sldMk cId="1544777094" sldId="515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7:49.571" v="197" actId="20577"/>
        <pc:sldMkLst>
          <pc:docMk/>
          <pc:sldMk cId="1501931569" sldId="516"/>
        </pc:sldMkLst>
        <pc:spChg chg="mod">
          <ac:chgData name="Mitsunobu Katahira" userId="S::2541617@vsn.co.jp::06ab1dbf-76c9-4a29-90a2-818580e01b02" providerId="AD" clId="Web-{673DA4A2-4C64-7E51-146F-EE08C1DBD11C}" dt="2022-06-15T02:47:49.571" v="197" actId="20577"/>
          <ac:spMkLst>
            <pc:docMk/>
            <pc:sldMk cId="1501931569" sldId="516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7:37.868" v="189" actId="20577"/>
          <ac:spMkLst>
            <pc:docMk/>
            <pc:sldMk cId="1501931569" sldId="516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7:10.743" v="175" actId="20577"/>
        <pc:sldMkLst>
          <pc:docMk/>
          <pc:sldMk cId="3626178544" sldId="517"/>
        </pc:sldMkLst>
        <pc:spChg chg="mod">
          <ac:chgData name="Mitsunobu Katahira" userId="S::2541617@vsn.co.jp::06ab1dbf-76c9-4a29-90a2-818580e01b02" providerId="AD" clId="Web-{673DA4A2-4C64-7E51-146F-EE08C1DBD11C}" dt="2022-06-15T02:47:10.743" v="175" actId="20577"/>
          <ac:spMkLst>
            <pc:docMk/>
            <pc:sldMk cId="3626178544" sldId="517"/>
            <ac:spMk id="11" creationId="{C5B1C755-449D-42F2-9FAC-99A2627DD2D1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6:59.227" v="169"/>
        <pc:sldMkLst>
          <pc:docMk/>
          <pc:sldMk cId="2614432125" sldId="518"/>
        </pc:sldMkLst>
        <pc:spChg chg="del">
          <ac:chgData name="Mitsunobu Katahira" userId="S::2541617@vsn.co.jp::06ab1dbf-76c9-4a29-90a2-818580e01b02" providerId="AD" clId="Web-{673DA4A2-4C64-7E51-146F-EE08C1DBD11C}" dt="2022-06-15T02:46:56.445" v="168"/>
          <ac:spMkLst>
            <pc:docMk/>
            <pc:sldMk cId="2614432125" sldId="518"/>
            <ac:spMk id="2" creationId="{DB31C55C-3518-030E-FCD7-F43476EA6752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53.195" v="167" actId="20577"/>
          <ac:spMkLst>
            <pc:docMk/>
            <pc:sldMk cId="2614432125" sldId="518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42.351" v="161" actId="20577"/>
          <ac:spMkLst>
            <pc:docMk/>
            <pc:sldMk cId="2614432125" sldId="518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46:59.227" v="169"/>
          <ac:spMkLst>
            <pc:docMk/>
            <pc:sldMk cId="2614432125" sldId="518"/>
            <ac:spMk id="12" creationId="{FEB79E2B-52CD-8AF4-FA8A-B590BDB9E7A6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6:28.570" v="157" actId="20577"/>
        <pc:sldMkLst>
          <pc:docMk/>
          <pc:sldMk cId="3637004053" sldId="519"/>
        </pc:sldMkLst>
        <pc:spChg chg="del">
          <ac:chgData name="Mitsunobu Katahira" userId="S::2541617@vsn.co.jp::06ab1dbf-76c9-4a29-90a2-818580e01b02" providerId="AD" clId="Web-{673DA4A2-4C64-7E51-146F-EE08C1DBD11C}" dt="2022-06-15T02:46:00.601" v="142"/>
          <ac:spMkLst>
            <pc:docMk/>
            <pc:sldMk cId="3637004053" sldId="519"/>
            <ac:spMk id="3" creationId="{E10E884B-52FC-6ED4-A0E9-38E786DF0927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28.570" v="157" actId="20577"/>
          <ac:spMkLst>
            <pc:docMk/>
            <pc:sldMk cId="3637004053" sldId="519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21.492" v="153" actId="20577"/>
          <ac:spMkLst>
            <pc:docMk/>
            <pc:sldMk cId="3637004053" sldId="519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46:02.257" v="143"/>
          <ac:spMkLst>
            <pc:docMk/>
            <pc:sldMk cId="3637004053" sldId="519"/>
            <ac:spMk id="12" creationId="{AA730E73-E1D3-B0CD-D7AB-686B2E402FD3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5:40.585" v="141" actId="20577"/>
        <pc:sldMkLst>
          <pc:docMk/>
          <pc:sldMk cId="2416276465" sldId="520"/>
        </pc:sldMkLst>
        <pc:spChg chg="del mod">
          <ac:chgData name="Mitsunobu Katahira" userId="S::2541617@vsn.co.jp::06ab1dbf-76c9-4a29-90a2-818580e01b02" providerId="AD" clId="Web-{673DA4A2-4C64-7E51-146F-EE08C1DBD11C}" dt="2022-06-15T02:44:16.865" v="107"/>
          <ac:spMkLst>
            <pc:docMk/>
            <pc:sldMk cId="2416276465" sldId="520"/>
            <ac:spMk id="2" creationId="{38203A5E-2AFE-70DD-8794-4B6599152114}"/>
          </ac:spMkLst>
        </pc:spChg>
        <pc:spChg chg="mod">
          <ac:chgData name="Mitsunobu Katahira" userId="S::2541617@vsn.co.jp::06ab1dbf-76c9-4a29-90a2-818580e01b02" providerId="AD" clId="Web-{673DA4A2-4C64-7E51-146F-EE08C1DBD11C}" dt="2022-06-15T02:45:40.585" v="141" actId="20577"/>
          <ac:spMkLst>
            <pc:docMk/>
            <pc:sldMk cId="2416276465" sldId="520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5:37.350" v="137" actId="20577"/>
          <ac:spMkLst>
            <pc:docMk/>
            <pc:sldMk cId="2416276465" sldId="520"/>
            <ac:spMk id="11" creationId="{C5B1C755-449D-42F2-9FAC-99A2627DD2D1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53:46.343" v="371" actId="1076"/>
        <pc:sldMkLst>
          <pc:docMk/>
          <pc:sldMk cId="267635448" sldId="534"/>
        </pc:sldMkLst>
        <pc:spChg chg="mod">
          <ac:chgData name="Mitsunobu Katahira" userId="S::2541617@vsn.co.jp::06ab1dbf-76c9-4a29-90a2-818580e01b02" providerId="AD" clId="Web-{673DA4A2-4C64-7E51-146F-EE08C1DBD11C}" dt="2022-06-15T02:53:46.343" v="371" actId="1076"/>
          <ac:spMkLst>
            <pc:docMk/>
            <pc:sldMk cId="267635448" sldId="534"/>
            <ac:spMk id="18" creationId="{BDE1DDC7-4967-E15D-F001-8877D76A6638}"/>
          </ac:spMkLst>
        </pc:spChg>
        <pc:spChg chg="del">
          <ac:chgData name="Mitsunobu Katahira" userId="S::2541617@vsn.co.jp::06ab1dbf-76c9-4a29-90a2-818580e01b02" providerId="AD" clId="Web-{673DA4A2-4C64-7E51-146F-EE08C1DBD11C}" dt="2022-06-15T02:53:31.843" v="369"/>
          <ac:spMkLst>
            <pc:docMk/>
            <pc:sldMk cId="267635448" sldId="534"/>
            <ac:spMk id="23" creationId="{7AF8E7F9-7E0E-7598-CFAA-081DE8F39D28}"/>
          </ac:spMkLst>
        </pc:spChg>
        <pc:spChg chg="del">
          <ac:chgData name="Mitsunobu Katahira" userId="S::2541617@vsn.co.jp::06ab1dbf-76c9-4a29-90a2-818580e01b02" providerId="AD" clId="Web-{673DA4A2-4C64-7E51-146F-EE08C1DBD11C}" dt="2022-06-15T02:53:29.749" v="368"/>
          <ac:spMkLst>
            <pc:docMk/>
            <pc:sldMk cId="267635448" sldId="534"/>
            <ac:spMk id="30" creationId="{D6582B19-205E-6089-CFA0-5904E36AA9CD}"/>
          </ac:spMkLst>
        </pc:spChg>
      </pc:sldChg>
      <pc:sldChg chg="delSp">
        <pc:chgData name="Mitsunobu Katahira" userId="S::2541617@vsn.co.jp::06ab1dbf-76c9-4a29-90a2-818580e01b02" providerId="AD" clId="Web-{673DA4A2-4C64-7E51-146F-EE08C1DBD11C}" dt="2022-06-15T02:17:18.493" v="8"/>
        <pc:sldMkLst>
          <pc:docMk/>
          <pc:sldMk cId="1561097397" sldId="547"/>
        </pc:sldMkLst>
        <pc:picChg chg="del">
          <ac:chgData name="Mitsunobu Katahira" userId="S::2541617@vsn.co.jp::06ab1dbf-76c9-4a29-90a2-818580e01b02" providerId="AD" clId="Web-{673DA4A2-4C64-7E51-146F-EE08C1DBD11C}" dt="2022-06-15T02:17:18.493" v="8"/>
          <ac:picMkLst>
            <pc:docMk/>
            <pc:sldMk cId="1561097397" sldId="547"/>
            <ac:picMk id="11" creationId="{B16BCFE3-F291-F036-2DAC-2A58DBACCDAE}"/>
          </ac:picMkLst>
        </pc:picChg>
      </pc:sldChg>
      <pc:sldChg chg="delSp modSp">
        <pc:chgData name="Mitsunobu Katahira" userId="S::2541617@vsn.co.jp::06ab1dbf-76c9-4a29-90a2-818580e01b02" providerId="AD" clId="Web-{673DA4A2-4C64-7E51-146F-EE08C1DBD11C}" dt="2022-06-15T02:18:33.995" v="14" actId="1076"/>
        <pc:sldMkLst>
          <pc:docMk/>
          <pc:sldMk cId="464210425" sldId="548"/>
        </pc:sldMkLst>
        <pc:spChg chg="del">
          <ac:chgData name="Mitsunobu Katahira" userId="S::2541617@vsn.co.jp::06ab1dbf-76c9-4a29-90a2-818580e01b02" providerId="AD" clId="Web-{673DA4A2-4C64-7E51-146F-EE08C1DBD11C}" dt="2022-06-15T02:17:36.212" v="10"/>
          <ac:spMkLst>
            <pc:docMk/>
            <pc:sldMk cId="464210425" sldId="548"/>
            <ac:spMk id="53" creationId="{A321F97C-53BD-30CD-AFD0-EC3F8386B68B}"/>
          </ac:spMkLst>
        </pc:spChg>
        <pc:spChg chg="del">
          <ac:chgData name="Mitsunobu Katahira" userId="S::2541617@vsn.co.jp::06ab1dbf-76c9-4a29-90a2-818580e01b02" providerId="AD" clId="Web-{673DA4A2-4C64-7E51-146F-EE08C1DBD11C}" dt="2022-06-15T02:17:34.165" v="9"/>
          <ac:spMkLst>
            <pc:docMk/>
            <pc:sldMk cId="464210425" sldId="548"/>
            <ac:spMk id="60" creationId="{EFE8D07E-CA17-4DBB-9C9F-A72F7BB04E00}"/>
          </ac:spMkLst>
        </pc:spChg>
        <pc:picChg chg="mod">
          <ac:chgData name="Mitsunobu Katahira" userId="S::2541617@vsn.co.jp::06ab1dbf-76c9-4a29-90a2-818580e01b02" providerId="AD" clId="Web-{673DA4A2-4C64-7E51-146F-EE08C1DBD11C}" dt="2022-06-15T02:18:33.995" v="14" actId="1076"/>
          <ac:picMkLst>
            <pc:docMk/>
            <pc:sldMk cId="464210425" sldId="548"/>
            <ac:picMk id="59" creationId="{F3E07EE6-36F5-4CC4-AF06-76963041F499}"/>
          </ac:picMkLst>
        </pc:picChg>
      </pc:sldChg>
      <pc:sldChg chg="modSp">
        <pc:chgData name="Mitsunobu Katahira" userId="S::2541617@vsn.co.jp::06ab1dbf-76c9-4a29-90a2-818580e01b02" providerId="AD" clId="Web-{673DA4A2-4C64-7E51-146F-EE08C1DBD11C}" dt="2022-06-15T02:22:23.920" v="40" actId="20577"/>
        <pc:sldMkLst>
          <pc:docMk/>
          <pc:sldMk cId="1456734189" sldId="549"/>
        </pc:sldMkLst>
        <pc:spChg chg="mod">
          <ac:chgData name="Mitsunobu Katahira" userId="S::2541617@vsn.co.jp::06ab1dbf-76c9-4a29-90a2-818580e01b02" providerId="AD" clId="Web-{673DA4A2-4C64-7E51-146F-EE08C1DBD11C}" dt="2022-06-15T02:22:18.483" v="38" actId="20577"/>
          <ac:spMkLst>
            <pc:docMk/>
            <pc:sldMk cId="1456734189" sldId="549"/>
            <ac:spMk id="3" creationId="{6605A0EA-2C21-06AB-F750-AC8589FE07F4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16.014" v="37" actId="20577"/>
          <ac:spMkLst>
            <pc:docMk/>
            <pc:sldMk cId="1456734189" sldId="549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21.327" v="39" actId="20577"/>
          <ac:spMkLst>
            <pc:docMk/>
            <pc:sldMk cId="1456734189" sldId="549"/>
            <ac:spMk id="29" creationId="{570B573C-2853-8E91-C107-5F80AD3A796E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23.920" v="40" actId="20577"/>
          <ac:spMkLst>
            <pc:docMk/>
            <pc:sldMk cId="1456734189" sldId="549"/>
            <ac:spMk id="30" creationId="{2D821415-CDC1-9A05-0600-18AB4F28D279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22:11.029" v="35" actId="20577"/>
        <pc:sldMkLst>
          <pc:docMk/>
          <pc:sldMk cId="623679596" sldId="550"/>
        </pc:sldMkLst>
        <pc:spChg chg="mod">
          <ac:chgData name="Mitsunobu Katahira" userId="S::2541617@vsn.co.jp::06ab1dbf-76c9-4a29-90a2-818580e01b02" providerId="AD" clId="Web-{673DA4A2-4C64-7E51-146F-EE08C1DBD11C}" dt="2022-06-15T02:22:01.826" v="31" actId="20577"/>
          <ac:spMkLst>
            <pc:docMk/>
            <pc:sldMk cId="623679596" sldId="550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06.436" v="33" actId="20577"/>
          <ac:spMkLst>
            <pc:docMk/>
            <pc:sldMk cId="623679596" sldId="550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03.482" v="32" actId="20577"/>
          <ac:spMkLst>
            <pc:docMk/>
            <pc:sldMk cId="623679596" sldId="550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11.029" v="35" actId="20577"/>
          <ac:spMkLst>
            <pc:docMk/>
            <pc:sldMk cId="623679596" sldId="550"/>
            <ac:spMk id="27" creationId="{3C96CBE6-BDB0-468A-900A-18EBEB36C5EC}"/>
          </ac:spMkLst>
        </pc:spChg>
      </pc:sldChg>
      <pc:sldChg chg="addSp delSp modSp">
        <pc:chgData name="Mitsunobu Katahira" userId="S::2541617@vsn.co.jp::06ab1dbf-76c9-4a29-90a2-818580e01b02" providerId="AD" clId="Web-{673DA4A2-4C64-7E51-146F-EE08C1DBD11C}" dt="2022-06-15T02:21:42.498" v="29" actId="20577"/>
        <pc:sldMkLst>
          <pc:docMk/>
          <pc:sldMk cId="505354487" sldId="551"/>
        </pc:sldMkLst>
        <pc:spChg chg="add del mod topLvl">
          <ac:chgData name="Mitsunobu Katahira" userId="S::2541617@vsn.co.jp::06ab1dbf-76c9-4a29-90a2-818580e01b02" providerId="AD" clId="Web-{673DA4A2-4C64-7E51-146F-EE08C1DBD11C}" dt="2022-06-15T02:21:32.373" v="26" actId="20577"/>
          <ac:spMkLst>
            <pc:docMk/>
            <pc:sldMk cId="505354487" sldId="551"/>
            <ac:spMk id="5" creationId="{EDBC31F1-1488-423A-A307-1C473E666CAC}"/>
          </ac:spMkLst>
        </pc:spChg>
        <pc:spChg chg="mod topLvl">
          <ac:chgData name="Mitsunobu Katahira" userId="S::2541617@vsn.co.jp::06ab1dbf-76c9-4a29-90a2-818580e01b02" providerId="AD" clId="Web-{673DA4A2-4C64-7E51-146F-EE08C1DBD11C}" dt="2022-06-15T02:21:27.623" v="24"/>
          <ac:spMkLst>
            <pc:docMk/>
            <pc:sldMk cId="505354487" sldId="551"/>
            <ac:spMk id="8" creationId="{B61BB139-843C-427F-B30E-D5492BD26ADF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39.388" v="28" actId="20577"/>
          <ac:spMkLst>
            <pc:docMk/>
            <pc:sldMk cId="505354487" sldId="551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36.045" v="27" actId="20577"/>
          <ac:spMkLst>
            <pc:docMk/>
            <pc:sldMk cId="505354487" sldId="551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42.498" v="29" actId="20577"/>
          <ac:spMkLst>
            <pc:docMk/>
            <pc:sldMk cId="505354487" sldId="551"/>
            <ac:spMk id="27" creationId="{3C96CBE6-BDB0-468A-900A-18EBEB36C5EC}"/>
          </ac:spMkLst>
        </pc:spChg>
        <pc:grpChg chg="add del">
          <ac:chgData name="Mitsunobu Katahira" userId="S::2541617@vsn.co.jp::06ab1dbf-76c9-4a29-90a2-818580e01b02" providerId="AD" clId="Web-{673DA4A2-4C64-7E51-146F-EE08C1DBD11C}" dt="2022-06-15T02:21:27.623" v="24"/>
          <ac:grpSpMkLst>
            <pc:docMk/>
            <pc:sldMk cId="505354487" sldId="551"/>
            <ac:grpSpMk id="4" creationId="{D24E3B61-C472-405E-1C60-3DA2E78197F3}"/>
          </ac:grpSpMkLst>
        </pc:grpChg>
      </pc:sldChg>
      <pc:sldChg chg="modSp">
        <pc:chgData name="Mitsunobu Katahira" userId="S::2541617@vsn.co.jp::06ab1dbf-76c9-4a29-90a2-818580e01b02" providerId="AD" clId="Web-{673DA4A2-4C64-7E51-146F-EE08C1DBD11C}" dt="2022-06-15T02:21:19.029" v="22" actId="20577"/>
        <pc:sldMkLst>
          <pc:docMk/>
          <pc:sldMk cId="2531816014" sldId="552"/>
        </pc:sldMkLst>
        <pc:spChg chg="mod">
          <ac:chgData name="Mitsunobu Katahira" userId="S::2541617@vsn.co.jp::06ab1dbf-76c9-4a29-90a2-818580e01b02" providerId="AD" clId="Web-{673DA4A2-4C64-7E51-146F-EE08C1DBD11C}" dt="2022-06-15T02:21:05.841" v="18" actId="20577"/>
          <ac:spMkLst>
            <pc:docMk/>
            <pc:sldMk cId="2531816014" sldId="552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5.060" v="21" actId="20577"/>
          <ac:spMkLst>
            <pc:docMk/>
            <pc:sldMk cId="2531816014" sldId="552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08.841" v="19" actId="20577"/>
          <ac:spMkLst>
            <pc:docMk/>
            <pc:sldMk cId="2531816014" sldId="552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1.653" v="20" actId="20577"/>
          <ac:spMkLst>
            <pc:docMk/>
            <pc:sldMk cId="2531816014" sldId="552"/>
            <ac:spMk id="26" creationId="{8CFE46B0-62FE-8A40-5777-B3FF9134ED52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9.029" v="22" actId="20577"/>
          <ac:spMkLst>
            <pc:docMk/>
            <pc:sldMk cId="2531816014" sldId="552"/>
            <ac:spMk id="27" creationId="{3C96CBE6-BDB0-468A-900A-18EBEB36C5EC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20:59.763" v="17" actId="20577"/>
        <pc:sldMkLst>
          <pc:docMk/>
          <pc:sldMk cId="3537113959" sldId="553"/>
        </pc:sldMkLst>
        <pc:spChg chg="mod">
          <ac:chgData name="Mitsunobu Katahira" userId="S::2541617@vsn.co.jp::06ab1dbf-76c9-4a29-90a2-818580e01b02" providerId="AD" clId="Web-{673DA4A2-4C64-7E51-146F-EE08C1DBD11C}" dt="2022-06-15T02:20:47.841" v="15" actId="20577"/>
          <ac:spMkLst>
            <pc:docMk/>
            <pc:sldMk cId="3537113959" sldId="553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0:59.763" v="17" actId="20577"/>
          <ac:spMkLst>
            <pc:docMk/>
            <pc:sldMk cId="3537113959" sldId="553"/>
            <ac:spMk id="15" creationId="{226B391A-FAB0-7719-51CC-821BEBED16EC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04:01.167" v="1" actId="1076"/>
        <pc:sldMkLst>
          <pc:docMk/>
          <pc:sldMk cId="2695322030" sldId="576"/>
        </pc:sldMkLst>
        <pc:picChg chg="mod">
          <ac:chgData name="Mitsunobu Katahira" userId="S::2541617@vsn.co.jp::06ab1dbf-76c9-4a29-90a2-818580e01b02" providerId="AD" clId="Web-{673DA4A2-4C64-7E51-146F-EE08C1DBD11C}" dt="2022-06-15T02:04:01.167" v="1" actId="1076"/>
          <ac:picMkLst>
            <pc:docMk/>
            <pc:sldMk cId="2695322030" sldId="576"/>
            <ac:picMk id="11" creationId="{84B158B8-2623-9823-2537-A70D5BDAE013}"/>
          </ac:picMkLst>
        </pc:picChg>
      </pc:sldChg>
      <pc:sldChg chg="addSp delSp add del replId">
        <pc:chgData name="Mitsunobu Katahira" userId="S::2541617@vsn.co.jp::06ab1dbf-76c9-4a29-90a2-818580e01b02" providerId="AD" clId="Web-{673DA4A2-4C64-7E51-146F-EE08C1DBD11C}" dt="2022-06-15T02:08:17.062" v="5"/>
        <pc:sldMkLst>
          <pc:docMk/>
          <pc:sldMk cId="2413689096" sldId="1654"/>
        </pc:sldMkLst>
        <pc:picChg chg="add del">
          <ac:chgData name="Mitsunobu Katahira" userId="S::2541617@vsn.co.jp::06ab1dbf-76c9-4a29-90a2-818580e01b02" providerId="AD" clId="Web-{673DA4A2-4C64-7E51-146F-EE08C1DBD11C}" dt="2022-06-15T02:08:13.750" v="4"/>
          <ac:picMkLst>
            <pc:docMk/>
            <pc:sldMk cId="2413689096" sldId="1654"/>
            <ac:picMk id="11" creationId="{84B158B8-2623-9823-2537-A70D5BDAE013}"/>
          </ac:picMkLst>
        </pc:picChg>
      </pc:sldChg>
      <pc:sldChg chg="addSp delSp modSp add ord replId">
        <pc:chgData name="Mitsunobu Katahira" userId="S::2541617@vsn.co.jp::06ab1dbf-76c9-4a29-90a2-818580e01b02" providerId="AD" clId="Web-{673DA4A2-4C64-7E51-146F-EE08C1DBD11C}" dt="2022-06-15T02:26:47.378" v="65"/>
        <pc:sldMkLst>
          <pc:docMk/>
          <pc:sldMk cId="3085712180" sldId="1654"/>
        </pc:sldMkLst>
        <pc:spChg chg="del">
          <ac:chgData name="Mitsunobu Katahira" userId="S::2541617@vsn.co.jp::06ab1dbf-76c9-4a29-90a2-818580e01b02" providerId="AD" clId="Web-{673DA4A2-4C64-7E51-146F-EE08C1DBD11C}" dt="2022-06-15T02:22:52.655" v="43"/>
          <ac:spMkLst>
            <pc:docMk/>
            <pc:sldMk cId="3085712180" sldId="1654"/>
            <ac:spMk id="28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54.608" v="44"/>
          <ac:spMkLst>
            <pc:docMk/>
            <pc:sldMk cId="3085712180" sldId="1654"/>
            <ac:spMk id="29" creationId="{00000000-0000-0000-0000-000000000000}"/>
          </ac:spMkLst>
        </pc:spChg>
        <pc:spChg chg="add del mod">
          <ac:chgData name="Mitsunobu Katahira" userId="S::2541617@vsn.co.jp::06ab1dbf-76c9-4a29-90a2-818580e01b02" providerId="AD" clId="Web-{673DA4A2-4C64-7E51-146F-EE08C1DBD11C}" dt="2022-06-15T02:26:00.440" v="48" actId="20577"/>
          <ac:spMkLst>
            <pc:docMk/>
            <pc:sldMk cId="3085712180" sldId="1654"/>
            <ac:spMk id="30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57.312" v="45"/>
          <ac:spMkLst>
            <pc:docMk/>
            <pc:sldMk cId="3085712180" sldId="1654"/>
            <ac:spMk id="31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47.749" v="41"/>
          <ac:spMkLst>
            <pc:docMk/>
            <pc:sldMk cId="3085712180" sldId="1654"/>
            <ac:spMk id="33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49.843" v="42"/>
          <ac:spMkLst>
            <pc:docMk/>
            <pc:sldMk cId="3085712180" sldId="1654"/>
            <ac:spMk id="34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7.378" v="65"/>
          <ac:spMkLst>
            <pc:docMk/>
            <pc:sldMk cId="3085712180" sldId="1654"/>
            <ac:spMk id="49" creationId="{2EA8D00F-71CB-433E-9C1F-7527E8C7795D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12.955" v="55"/>
          <ac:spMkLst>
            <pc:docMk/>
            <pc:sldMk cId="3085712180" sldId="1654"/>
            <ac:spMk id="53" creationId="{5DD3F05D-42A6-4695-97CB-0B8DC7E68DD4}"/>
          </ac:spMkLst>
        </pc:spChg>
        <pc:spChg chg="del mod">
          <ac:chgData name="Mitsunobu Katahira" userId="S::2541617@vsn.co.jp::06ab1dbf-76c9-4a29-90a2-818580e01b02" providerId="AD" clId="Web-{673DA4A2-4C64-7E51-146F-EE08C1DBD11C}" dt="2022-06-15T02:26:10.237" v="54"/>
          <ac:spMkLst>
            <pc:docMk/>
            <pc:sldMk cId="3085712180" sldId="1654"/>
            <ac:spMk id="54" creationId="{D236C9F6-2AFB-46C3-AE58-93D7054B0D3F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15.393" v="56"/>
          <ac:spMkLst>
            <pc:docMk/>
            <pc:sldMk cId="3085712180" sldId="1654"/>
            <ac:spMk id="57" creationId="{A484D022-8121-4182-A9DB-C25F5248DF7A}"/>
          </ac:spMkLst>
        </pc:spChg>
        <pc:spChg chg="del mod">
          <ac:chgData name="Mitsunobu Katahira" userId="S::2541617@vsn.co.jp::06ab1dbf-76c9-4a29-90a2-818580e01b02" providerId="AD" clId="Web-{673DA4A2-4C64-7E51-146F-EE08C1DBD11C}" dt="2022-06-15T02:26:24.253" v="58"/>
          <ac:spMkLst>
            <pc:docMk/>
            <pc:sldMk cId="3085712180" sldId="1654"/>
            <ac:spMk id="59" creationId="{E93C01A9-DBB9-41A0-86C0-E15FD3F6C96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29.987" v="60"/>
          <ac:spMkLst>
            <pc:docMk/>
            <pc:sldMk cId="3085712180" sldId="1654"/>
            <ac:spMk id="60" creationId="{CA149E4F-5A09-4BDA-863A-1A8C6B61D45E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27.487" v="59"/>
          <ac:spMkLst>
            <pc:docMk/>
            <pc:sldMk cId="3085712180" sldId="1654"/>
            <ac:spMk id="61" creationId="{7F9806A6-2304-4804-9195-254A4F8CC2EF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0.612" v="63"/>
          <ac:spMkLst>
            <pc:docMk/>
            <pc:sldMk cId="3085712180" sldId="1654"/>
            <ac:spMk id="64" creationId="{20CB6ED1-E7B4-4372-B600-DDDBFA9FDE81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4.722" v="64"/>
          <ac:spMkLst>
            <pc:docMk/>
            <pc:sldMk cId="3085712180" sldId="1654"/>
            <ac:spMk id="66" creationId="{D9B64C03-2C21-4E5A-B3B0-36623264180A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32.440" v="61"/>
          <ac:spMkLst>
            <pc:docMk/>
            <pc:sldMk cId="3085712180" sldId="1654"/>
            <ac:spMk id="67" creationId="{B72BE338-2D6C-4079-AC78-92FD0A0C204E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35.112" v="62"/>
          <ac:spMkLst>
            <pc:docMk/>
            <pc:sldMk cId="3085712180" sldId="1654"/>
            <ac:spMk id="68" creationId="{862D897A-B8B8-4DF8-B2E2-2894CBE761CD}"/>
          </ac:spMkLst>
        </pc:spChg>
      </pc:sldChg>
      <pc:sldChg chg="add del replId">
        <pc:chgData name="Mitsunobu Katahira" userId="S::2541617@vsn.co.jp::06ab1dbf-76c9-4a29-90a2-818580e01b02" providerId="AD" clId="Web-{673DA4A2-4C64-7E51-146F-EE08C1DBD11C}" dt="2022-06-15T02:18:21.354" v="13"/>
        <pc:sldMkLst>
          <pc:docMk/>
          <pc:sldMk cId="1637549537" sldId="1655"/>
        </pc:sldMkLst>
      </pc:sldChg>
      <pc:sldChg chg="modSp add mod replId modShow">
        <pc:chgData name="Mitsunobu Katahira" userId="S::2541617@vsn.co.jp::06ab1dbf-76c9-4a29-90a2-818580e01b02" providerId="AD" clId="Web-{673DA4A2-4C64-7E51-146F-EE08C1DBD11C}" dt="2022-06-15T04:22:34.365" v="391"/>
        <pc:sldMkLst>
          <pc:docMk/>
          <pc:sldMk cId="519216553" sldId="1656"/>
        </pc:sldMkLst>
        <pc:spChg chg="mod">
          <ac:chgData name="Mitsunobu Katahira" userId="S::2541617@vsn.co.jp::06ab1dbf-76c9-4a29-90a2-818580e01b02" providerId="AD" clId="Web-{673DA4A2-4C64-7E51-146F-EE08C1DBD11C}" dt="2022-06-15T04:19:19.789" v="386" actId="20577"/>
          <ac:spMkLst>
            <pc:docMk/>
            <pc:sldMk cId="519216553" sldId="1656"/>
            <ac:spMk id="10" creationId="{08FAA13A-BDC3-4CE2-8819-5B7CF6FC0234}"/>
          </ac:spMkLst>
        </pc:spChg>
      </pc:sldChg>
      <pc:sldChg chg="modSp add replId">
        <pc:chgData name="Mitsunobu Katahira" userId="S::2541617@vsn.co.jp::06ab1dbf-76c9-4a29-90a2-818580e01b02" providerId="AD" clId="Web-{673DA4A2-4C64-7E51-146F-EE08C1DBD11C}" dt="2022-06-15T04:19:30.899" v="389" actId="20577"/>
        <pc:sldMkLst>
          <pc:docMk/>
          <pc:sldMk cId="2403734528" sldId="1657"/>
        </pc:sldMkLst>
        <pc:spChg chg="mod">
          <ac:chgData name="Mitsunobu Katahira" userId="S::2541617@vsn.co.jp::06ab1dbf-76c9-4a29-90a2-818580e01b02" providerId="AD" clId="Web-{673DA4A2-4C64-7E51-146F-EE08C1DBD11C}" dt="2022-06-15T04:19:30.899" v="389" actId="20577"/>
          <ac:spMkLst>
            <pc:docMk/>
            <pc:sldMk cId="2403734528" sldId="1657"/>
            <ac:spMk id="10" creationId="{08FAA13A-BDC3-4CE2-8819-5B7CF6FC0234}"/>
          </ac:spMkLst>
        </pc:spChg>
      </pc:sldChg>
      <pc:sldChg chg="add replId">
        <pc:chgData name="Mitsunobu Katahira" userId="S::2541617@vsn.co.jp::06ab1dbf-76c9-4a29-90a2-818580e01b02" providerId="AD" clId="Web-{673DA4A2-4C64-7E51-146F-EE08C1DBD11C}" dt="2022-06-15T04:22:30.568" v="390"/>
        <pc:sldMkLst>
          <pc:docMk/>
          <pc:sldMk cId="3959801433" sldId="1658"/>
        </pc:sldMkLst>
      </pc:sldChg>
    </pc:docChg>
  </pc:docChgLst>
  <pc:docChgLst>
    <pc:chgData name="Tatsuya Ishikawa" userId="5d85e416-bddd-4fba-8c30-27f30eb3cdb0" providerId="ADAL" clId="{453763B0-3F59-4E95-883F-6B6EF7C04235}"/>
    <pc:docChg chg="undo custSel addSld modSld">
      <pc:chgData name="Tatsuya Ishikawa" userId="5d85e416-bddd-4fba-8c30-27f30eb3cdb0" providerId="ADAL" clId="{453763B0-3F59-4E95-883F-6B6EF7C04235}" dt="2022-06-15T02:58:44.193" v="121" actId="1076"/>
      <pc:docMkLst>
        <pc:docMk/>
      </pc:docMkLst>
      <pc:sldChg chg="addSp delSp modSp mod">
        <pc:chgData name="Tatsuya Ishikawa" userId="5d85e416-bddd-4fba-8c30-27f30eb3cdb0" providerId="ADAL" clId="{453763B0-3F59-4E95-883F-6B6EF7C04235}" dt="2022-06-15T02:45:17.254" v="52" actId="478"/>
        <pc:sldMkLst>
          <pc:docMk/>
          <pc:sldMk cId="3003282579" sldId="373"/>
        </pc:sldMkLst>
        <pc:spChg chg="mod">
          <ac:chgData name="Tatsuya Ishikawa" userId="5d85e416-bddd-4fba-8c30-27f30eb3cdb0" providerId="ADAL" clId="{453763B0-3F59-4E95-883F-6B6EF7C04235}" dt="2022-06-15T02:43:39.986" v="36" actId="1076"/>
          <ac:spMkLst>
            <pc:docMk/>
            <pc:sldMk cId="3003282579" sldId="373"/>
            <ac:spMk id="5" creationId="{78BDFC91-C366-E396-EC37-907CFCE5C04A}"/>
          </ac:spMkLst>
        </pc:spChg>
        <pc:graphicFrameChg chg="mod modGraphic">
          <ac:chgData name="Tatsuya Ishikawa" userId="5d85e416-bddd-4fba-8c30-27f30eb3cdb0" providerId="ADAL" clId="{453763B0-3F59-4E95-883F-6B6EF7C04235}" dt="2022-06-15T02:45:10.303" v="51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del">
          <ac:chgData name="Tatsuya Ishikawa" userId="5d85e416-bddd-4fba-8c30-27f30eb3cdb0" providerId="ADAL" clId="{453763B0-3F59-4E95-883F-6B6EF7C04235}" dt="2022-06-15T02:45:17.254" v="52" actId="478"/>
          <ac:graphicFrameMkLst>
            <pc:docMk/>
            <pc:sldMk cId="3003282579" sldId="373"/>
            <ac:graphicFrameMk id="6" creationId="{3E64E24E-F9C6-64BF-49C1-B038490684BB}"/>
          </ac:graphicFrameMkLst>
        </pc:graphicFrameChg>
        <pc:graphicFrameChg chg="add del mod">
          <ac:chgData name="Tatsuya Ishikawa" userId="5d85e416-bddd-4fba-8c30-27f30eb3cdb0" providerId="ADAL" clId="{453763B0-3F59-4E95-883F-6B6EF7C04235}" dt="2022-06-15T02:42:58.598" v="22"/>
          <ac:graphicFrameMkLst>
            <pc:docMk/>
            <pc:sldMk cId="3003282579" sldId="373"/>
            <ac:graphicFrameMk id="7" creationId="{15B962BF-B129-0881-3752-2566EE2B8DF4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44:21.459" v="43" actId="478"/>
          <ac:graphicFrameMkLst>
            <pc:docMk/>
            <pc:sldMk cId="3003282579" sldId="373"/>
            <ac:graphicFrameMk id="8" creationId="{80F68547-00C3-45B0-8BAD-92341F7F131F}"/>
          </ac:graphicFrameMkLst>
        </pc:graphicFrameChg>
        <pc:graphicFrameChg chg="add del mod">
          <ac:chgData name="Tatsuya Ishikawa" userId="5d85e416-bddd-4fba-8c30-27f30eb3cdb0" providerId="ADAL" clId="{453763B0-3F59-4E95-883F-6B6EF7C04235}" dt="2022-06-15T02:44:54.576" v="48" actId="478"/>
          <ac:graphicFrameMkLst>
            <pc:docMk/>
            <pc:sldMk cId="3003282579" sldId="373"/>
            <ac:graphicFrameMk id="9" creationId="{77DE40CD-AA03-B737-CD62-6835A779795E}"/>
          </ac:graphicFrameMkLst>
        </pc:graphicFrameChg>
      </pc:sldChg>
      <pc:sldChg chg="modSp">
        <pc:chgData name="Tatsuya Ishikawa" userId="5d85e416-bddd-4fba-8c30-27f30eb3cdb0" providerId="ADAL" clId="{453763B0-3F59-4E95-883F-6B6EF7C04235}" dt="2022-06-15T02:40:31.053" v="11" actId="207"/>
        <pc:sldMkLst>
          <pc:docMk/>
          <pc:sldMk cId="1589111570" sldId="379"/>
        </pc:sldMkLst>
        <pc:graphicFrameChg chg="mod">
          <ac:chgData name="Tatsuya Ishikawa" userId="5d85e416-bddd-4fba-8c30-27f30eb3cdb0" providerId="ADAL" clId="{453763B0-3F59-4E95-883F-6B6EF7C04235}" dt="2022-06-15T02:38:59.806" v="5" actId="207"/>
          <ac:graphicFrameMkLst>
            <pc:docMk/>
            <pc:sldMk cId="1589111570" sldId="379"/>
            <ac:graphicFrameMk id="26" creationId="{E796B76D-8B93-4FCF-9FF6-CC049DCCDB7F}"/>
          </ac:graphicFrameMkLst>
        </pc:graphicFrameChg>
        <pc:graphicFrameChg chg="mod">
          <ac:chgData name="Tatsuya Ishikawa" userId="5d85e416-bddd-4fba-8c30-27f30eb3cdb0" providerId="ADAL" clId="{453763B0-3F59-4E95-883F-6B6EF7C04235}" dt="2022-06-15T02:40:31.053" v="11" actId="207"/>
          <ac:graphicFrameMkLst>
            <pc:docMk/>
            <pc:sldMk cId="1589111570" sldId="379"/>
            <ac:graphicFrameMk id="29" creationId="{406E4E19-182E-4472-8A6A-1C4EFEE7D1BC}"/>
          </ac:graphicFrameMkLst>
        </pc:graphicFrameChg>
      </pc:sldChg>
      <pc:sldChg chg="modSp">
        <pc:chgData name="Tatsuya Ishikawa" userId="5d85e416-bddd-4fba-8c30-27f30eb3cdb0" providerId="ADAL" clId="{453763B0-3F59-4E95-883F-6B6EF7C04235}" dt="2022-06-15T02:58:44.193" v="121" actId="1076"/>
        <pc:sldMkLst>
          <pc:docMk/>
          <pc:sldMk cId="1101493096" sldId="1650"/>
        </pc:sldMkLst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3" creationId="{E0639F44-2083-E865-D848-85530CC6419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4" creationId="{0D224708-F13D-7CB1-3C24-562032360E3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5" creationId="{BCF23E33-5C10-2CE4-411B-0754AE487E89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6" creationId="{F7B09831-8C06-7ED1-E9AE-1E89F2E0F229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7" creationId="{A1D6BFBA-507E-4868-EE28-FA49FC7F751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8" creationId="{D7A717C1-3F40-8EF4-2F30-D3789652E3D7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9" creationId="{481F6B69-CEFC-54D5-88C8-78C1F062BDA4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0" creationId="{5BAEDA11-CA9A-CF81-4068-4BBA573DD016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1" creationId="{9F793B1C-D33C-E175-6A95-90E12D0F27AD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2" creationId="{7CDCCC87-BF60-255D-C33A-69EC9EF91E4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3" creationId="{24AAAAA5-6C50-0D20-5ABC-C8F4B6C7B4FA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4" creationId="{0CD96695-11F0-7D6D-C0D9-D0C55489F9BA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5" creationId="{EBC6B901-1510-4727-2BB0-BF9B2E2298B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6" creationId="{DED79712-1999-FE9F-96AD-9023D3688292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7" creationId="{9FD32FEE-8AB4-1176-C5C7-54AA562D30BE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8" creationId="{C585FE8C-2202-5EC2-1F15-E015F4102A9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9" creationId="{6E80A48B-9A77-F334-76FD-8E0C0BBC4AE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50" creationId="{67D54BD2-F4CA-F73F-F2B4-0590F9027F1C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51" creationId="{BAB82677-EFD3-BCA5-7EED-7FA6A21CEA0D}"/>
          </ac:spMkLst>
        </pc:spChg>
        <pc:grpChg chg="mod">
          <ac:chgData name="Tatsuya Ishikawa" userId="5d85e416-bddd-4fba-8c30-27f30eb3cdb0" providerId="ADAL" clId="{453763B0-3F59-4E95-883F-6B6EF7C04235}" dt="2022-06-15T02:58:44.193" v="121" actId="1076"/>
          <ac:grpSpMkLst>
            <pc:docMk/>
            <pc:sldMk cId="1101493096" sldId="1650"/>
            <ac:grpSpMk id="32" creationId="{0FED0BFB-B2FF-824C-A239-43D3448E619B}"/>
          </ac:grpSpMkLst>
        </pc:grpChg>
        <pc:graphicFrameChg chg="mod">
          <ac:chgData name="Tatsuya Ishikawa" userId="5d85e416-bddd-4fba-8c30-27f30eb3cdb0" providerId="ADAL" clId="{453763B0-3F59-4E95-883F-6B6EF7C04235}" dt="2022-06-15T02:58:35.467" v="118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addSp delSp modSp add mod">
        <pc:chgData name="Tatsuya Ishikawa" userId="5d85e416-bddd-4fba-8c30-27f30eb3cdb0" providerId="ADAL" clId="{453763B0-3F59-4E95-883F-6B6EF7C04235}" dt="2022-06-15T02:55:34.193" v="112"/>
        <pc:sldMkLst>
          <pc:docMk/>
          <pc:sldMk cId="1126247916" sldId="1655"/>
        </pc:sldMkLst>
        <pc:graphicFrameChg chg="del">
          <ac:chgData name="Tatsuya Ishikawa" userId="5d85e416-bddd-4fba-8c30-27f30eb3cdb0" providerId="ADAL" clId="{453763B0-3F59-4E95-883F-6B6EF7C04235}" dt="2022-06-15T02:45:45.475" v="54" actId="478"/>
          <ac:graphicFrameMkLst>
            <pc:docMk/>
            <pc:sldMk cId="1126247916" sldId="1655"/>
            <ac:graphicFrameMk id="2" creationId="{D872C2DF-318B-49ED-B93A-5E6C8BD19F7D}"/>
          </ac:graphicFrameMkLst>
        </pc:graphicFrameChg>
        <pc:graphicFrameChg chg="mod">
          <ac:chgData name="Tatsuya Ishikawa" userId="5d85e416-bddd-4fba-8c30-27f30eb3cdb0" providerId="ADAL" clId="{453763B0-3F59-4E95-883F-6B6EF7C04235}" dt="2022-06-15T02:55:34.193" v="112"/>
          <ac:graphicFrameMkLst>
            <pc:docMk/>
            <pc:sldMk cId="1126247916" sldId="1655"/>
            <ac:graphicFrameMk id="3" creationId="{1F5E16A4-ABCA-49C3-82D6-D8116AB61E24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46:50.866" v="61" actId="478"/>
          <ac:graphicFrameMkLst>
            <pc:docMk/>
            <pc:sldMk cId="1126247916" sldId="1655"/>
            <ac:graphicFrameMk id="6" creationId="{48CA4648-19AD-B6B3-7FD6-F3F3117A54A4}"/>
          </ac:graphicFrameMkLst>
        </pc:graphicFrameChg>
        <pc:graphicFrameChg chg="add del modGraphic">
          <ac:chgData name="Tatsuya Ishikawa" userId="5d85e416-bddd-4fba-8c30-27f30eb3cdb0" providerId="ADAL" clId="{453763B0-3F59-4E95-883F-6B6EF7C04235}" dt="2022-06-15T02:47:30.829" v="65" actId="3680"/>
          <ac:graphicFrameMkLst>
            <pc:docMk/>
            <pc:sldMk cId="1126247916" sldId="1655"/>
            <ac:graphicFrameMk id="7" creationId="{A71961DF-6655-1EF5-D3DF-13B7B10692B2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51:23.843" v="87" actId="478"/>
          <ac:graphicFrameMkLst>
            <pc:docMk/>
            <pc:sldMk cId="1126247916" sldId="1655"/>
            <ac:graphicFrameMk id="8" creationId="{4F12A391-7F7F-5B2D-0154-54FA2362B444}"/>
          </ac:graphicFrameMkLst>
        </pc:graphicFrameChg>
        <pc:graphicFrameChg chg="add mod modGraphic">
          <ac:chgData name="Tatsuya Ishikawa" userId="5d85e416-bddd-4fba-8c30-27f30eb3cdb0" providerId="ADAL" clId="{453763B0-3F59-4E95-883F-6B6EF7C04235}" dt="2022-06-15T02:54:16.250" v="111" actId="255"/>
          <ac:graphicFrameMkLst>
            <pc:docMk/>
            <pc:sldMk cId="1126247916" sldId="1655"/>
            <ac:graphicFrameMk id="9" creationId="{9E5E2E66-9DD6-2BCB-299B-326D848181C1}"/>
          </ac:graphicFrameMkLst>
        </pc:graphicFrameChg>
      </pc:sldChg>
    </pc:docChg>
  </pc:docChgLst>
  <pc:docChgLst>
    <pc:chgData name="Atsuhito Hirose" userId="S::2286600@vsn.co.jp::047da5a4-59c3-4230-854d-ba27a85bdd26" providerId="AD" clId="Web-{C1E6B8AB-DEFA-4649-A575-FA53E1A00D26}"/>
    <pc:docChg chg="modSld">
      <pc:chgData name="Atsuhito Hirose" userId="S::2286600@vsn.co.jp::047da5a4-59c3-4230-854d-ba27a85bdd26" providerId="AD" clId="Web-{C1E6B8AB-DEFA-4649-A575-FA53E1A00D26}" dt="2022-06-15T07:29:32.572" v="14"/>
      <pc:docMkLst>
        <pc:docMk/>
      </pc:docMkLst>
      <pc:sldChg chg="modSp">
        <pc:chgData name="Atsuhito Hirose" userId="S::2286600@vsn.co.jp::047da5a4-59c3-4230-854d-ba27a85bdd26" providerId="AD" clId="Web-{C1E6B8AB-DEFA-4649-A575-FA53E1A00D26}" dt="2022-06-15T07:29:32.572" v="14"/>
        <pc:sldMkLst>
          <pc:docMk/>
          <pc:sldMk cId="3629553462" sldId="381"/>
        </pc:sldMkLst>
        <pc:graphicFrameChg chg="mod modGraphic">
          <ac:chgData name="Atsuhito Hirose" userId="S::2286600@vsn.co.jp::047da5a4-59c3-4230-854d-ba27a85bdd26" providerId="AD" clId="Web-{C1E6B8AB-DEFA-4649-A575-FA53E1A00D26}" dt="2022-06-15T07:29:32.572" v="14"/>
          <ac:graphicFrameMkLst>
            <pc:docMk/>
            <pc:sldMk cId="3629553462" sldId="381"/>
            <ac:graphicFrameMk id="8" creationId="{4AAE0B34-6F16-381B-6868-E2A621ABF26E}"/>
          </ac:graphicFrameMkLst>
        </pc:graphicFrameChg>
      </pc:sldChg>
    </pc:docChg>
  </pc:docChgLst>
  <pc:docChgLst>
    <pc:chgData name="Atsuhito Hirose" userId="S::2286600@vsn.co.jp::047da5a4-59c3-4230-854d-ba27a85bdd26" providerId="AD" clId="Web-{7195B6F9-E9BD-4E90-A4B7-020CF963644B}"/>
    <pc:docChg chg="addSld delSld modSld modSection">
      <pc:chgData name="Atsuhito Hirose" userId="S::2286600@vsn.co.jp::047da5a4-59c3-4230-854d-ba27a85bdd26" providerId="AD" clId="Web-{7195B6F9-E9BD-4E90-A4B7-020CF963644B}" dt="2022-06-15T04:41:11.090" v="292" actId="20577"/>
      <pc:docMkLst>
        <pc:docMk/>
      </pc:docMkLst>
      <pc:sldChg chg="modSp del">
        <pc:chgData name="Atsuhito Hirose" userId="S::2286600@vsn.co.jp::047da5a4-59c3-4230-854d-ba27a85bdd26" providerId="AD" clId="Web-{7195B6F9-E9BD-4E90-A4B7-020CF963644B}" dt="2022-06-15T04:39:20.084" v="286"/>
        <pc:sldMkLst>
          <pc:docMk/>
          <pc:sldMk cId="4232415557" sldId="508"/>
        </pc:sldMkLst>
        <pc:spChg chg="mod">
          <ac:chgData name="Atsuhito Hirose" userId="S::2286600@vsn.co.jp::047da5a4-59c3-4230-854d-ba27a85bdd26" providerId="AD" clId="Web-{7195B6F9-E9BD-4E90-A4B7-020CF963644B}" dt="2022-06-15T04:38:41.050" v="266" actId="20577"/>
          <ac:spMkLst>
            <pc:docMk/>
            <pc:sldMk cId="4232415557" sldId="508"/>
            <ac:spMk id="10" creationId="{21FD1741-FD3B-4495-B223-D19BCFBD5F83}"/>
          </ac:spMkLst>
        </pc:spChg>
      </pc:sldChg>
      <pc:sldChg chg="addSp modSp del">
        <pc:chgData name="Atsuhito Hirose" userId="S::2286600@vsn.co.jp::047da5a4-59c3-4230-854d-ba27a85bdd26" providerId="AD" clId="Web-{7195B6F9-E9BD-4E90-A4B7-020CF963644B}" dt="2022-06-15T04:36:35.340" v="264"/>
        <pc:sldMkLst>
          <pc:docMk/>
          <pc:sldMk cId="4176320638" sldId="509"/>
        </pc:sldMkLst>
        <pc:spChg chg="add mod">
          <ac:chgData name="Atsuhito Hirose" userId="S::2286600@vsn.co.jp::047da5a4-59c3-4230-854d-ba27a85bdd26" providerId="AD" clId="Web-{7195B6F9-E9BD-4E90-A4B7-020CF963644B}" dt="2022-06-15T04:36:12.573" v="259" actId="14100"/>
          <ac:spMkLst>
            <pc:docMk/>
            <pc:sldMk cId="4176320638" sldId="509"/>
            <ac:spMk id="2" creationId="{B079DE60-C7D1-295D-F8D0-331EEF26DAB2}"/>
          </ac:spMkLst>
        </pc:spChg>
        <pc:spChg chg="mod">
          <ac:chgData name="Atsuhito Hirose" userId="S::2286600@vsn.co.jp::047da5a4-59c3-4230-854d-ba27a85bdd26" providerId="AD" clId="Web-{7195B6F9-E9BD-4E90-A4B7-020CF963644B}" dt="2022-06-15T04:35:57.916" v="255" actId="20577"/>
          <ac:spMkLst>
            <pc:docMk/>
            <pc:sldMk cId="4176320638" sldId="509"/>
            <ac:spMk id="10" creationId="{21FD1741-FD3B-4495-B223-D19BCFBD5F83}"/>
          </ac:spMkLst>
        </pc:spChg>
      </pc:sldChg>
      <pc:sldChg chg="modSp">
        <pc:chgData name="Atsuhito Hirose" userId="S::2286600@vsn.co.jp::047da5a4-59c3-4230-854d-ba27a85bdd26" providerId="AD" clId="Web-{7195B6F9-E9BD-4E90-A4B7-020CF963644B}" dt="2022-06-15T04:32:48.577" v="238" actId="20577"/>
        <pc:sldMkLst>
          <pc:docMk/>
          <pc:sldMk cId="944032970" sldId="510"/>
        </pc:sldMkLst>
        <pc:spChg chg="mod">
          <ac:chgData name="Atsuhito Hirose" userId="S::2286600@vsn.co.jp::047da5a4-59c3-4230-854d-ba27a85bdd26" providerId="AD" clId="Web-{7195B6F9-E9BD-4E90-A4B7-020CF963644B}" dt="2022-06-15T04:32:48.577" v="238" actId="20577"/>
          <ac:spMkLst>
            <pc:docMk/>
            <pc:sldMk cId="944032970" sldId="510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32:21.248" v="236"/>
        <pc:sldMkLst>
          <pc:docMk/>
          <pc:sldMk cId="496821877" sldId="511"/>
        </pc:sldMkLst>
        <pc:spChg chg="mod">
          <ac:chgData name="Atsuhito Hirose" userId="S::2286600@vsn.co.jp::047da5a4-59c3-4230-854d-ba27a85bdd26" providerId="AD" clId="Web-{7195B6F9-E9BD-4E90-A4B7-020CF963644B}" dt="2022-06-15T04:29:20.347" v="216" actId="20577"/>
          <ac:spMkLst>
            <pc:docMk/>
            <pc:sldMk cId="496821877" sldId="511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9:05.752" v="214"/>
        <pc:sldMkLst>
          <pc:docMk/>
          <pc:sldMk cId="648860446" sldId="513"/>
        </pc:sldMkLst>
        <pc:spChg chg="mod">
          <ac:chgData name="Atsuhito Hirose" userId="S::2286600@vsn.co.jp::047da5a4-59c3-4230-854d-ba27a85bdd26" providerId="AD" clId="Web-{7195B6F9-E9BD-4E90-A4B7-020CF963644B}" dt="2022-06-15T04:27:02.370" v="123" actId="20577"/>
          <ac:spMkLst>
            <pc:docMk/>
            <pc:sldMk cId="648860446" sldId="513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6:40.119" v="121"/>
        <pc:sldMkLst>
          <pc:docMk/>
          <pc:sldMk cId="1544777094" sldId="515"/>
        </pc:sldMkLst>
        <pc:spChg chg="mod">
          <ac:chgData name="Atsuhito Hirose" userId="S::2286600@vsn.co.jp::047da5a4-59c3-4230-854d-ba27a85bdd26" providerId="AD" clId="Web-{7195B6F9-E9BD-4E90-A4B7-020CF963644B}" dt="2022-06-15T04:22:37.918" v="115" actId="20577"/>
          <ac:spMkLst>
            <pc:docMk/>
            <pc:sldMk cId="1544777094" sldId="515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1:57.181" v="101"/>
        <pc:sldMkLst>
          <pc:docMk/>
          <pc:sldMk cId="1501931569" sldId="516"/>
        </pc:sldMkLst>
        <pc:spChg chg="mod">
          <ac:chgData name="Atsuhito Hirose" userId="S::2286600@vsn.co.jp::047da5a4-59c3-4230-854d-ba27a85bdd26" providerId="AD" clId="Web-{7195B6F9-E9BD-4E90-A4B7-020CF963644B}" dt="2022-06-15T04:21:22.476" v="95" actId="20577"/>
          <ac:spMkLst>
            <pc:docMk/>
            <pc:sldMk cId="1501931569" sldId="516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2:02.275" v="102"/>
        <pc:sldMkLst>
          <pc:docMk/>
          <pc:sldMk cId="3626178544" sldId="517"/>
        </pc:sldMkLst>
        <pc:spChg chg="mod">
          <ac:chgData name="Atsuhito Hirose" userId="S::2286600@vsn.co.jp::047da5a4-59c3-4230-854d-ba27a85bdd26" providerId="AD" clId="Web-{7195B6F9-E9BD-4E90-A4B7-020CF963644B}" dt="2022-06-15T04:19:27.954" v="57" actId="20577"/>
          <ac:spMkLst>
            <pc:docMk/>
            <pc:sldMk cId="3626178544" sldId="517"/>
            <ac:spMk id="12" creationId="{6A92EAD8-07D2-477D-BA38-39E579B78CE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19:06.797" v="55"/>
        <pc:sldMkLst>
          <pc:docMk/>
          <pc:sldMk cId="2614432125" sldId="518"/>
        </pc:sldMkLst>
        <pc:spChg chg="mod">
          <ac:chgData name="Atsuhito Hirose" userId="S::2286600@vsn.co.jp::047da5a4-59c3-4230-854d-ba27a85bdd26" providerId="AD" clId="Web-{7195B6F9-E9BD-4E90-A4B7-020CF963644B}" dt="2022-06-15T04:18:42.702" v="50" actId="20577"/>
          <ac:spMkLst>
            <pc:docMk/>
            <pc:sldMk cId="2614432125" sldId="518"/>
            <ac:spMk id="10" creationId="{34D1CED6-A235-4440-8772-9C9921F034E5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18:00.215" v="43"/>
        <pc:sldMkLst>
          <pc:docMk/>
          <pc:sldMk cId="3637004053" sldId="519"/>
        </pc:sldMkLst>
        <pc:spChg chg="mod">
          <ac:chgData name="Atsuhito Hirose" userId="S::2286600@vsn.co.jp::047da5a4-59c3-4230-854d-ba27a85bdd26" providerId="AD" clId="Web-{7195B6F9-E9BD-4E90-A4B7-020CF963644B}" dt="2022-06-15T04:17:34.995" v="37" actId="20577"/>
          <ac:spMkLst>
            <pc:docMk/>
            <pc:sldMk cId="3637004053" sldId="519"/>
            <ac:spMk id="10" creationId="{34D1CED6-A235-4440-8772-9C9921F034E5}"/>
          </ac:spMkLst>
        </pc:spChg>
      </pc:sldChg>
      <pc:sldChg chg="modSp add del mod modShow">
        <pc:chgData name="Atsuhito Hirose" userId="S::2286600@vsn.co.jp::047da5a4-59c3-4230-854d-ba27a85bdd26" providerId="AD" clId="Web-{7195B6F9-E9BD-4E90-A4B7-020CF963644B}" dt="2022-06-15T04:16:25.475" v="22"/>
        <pc:sldMkLst>
          <pc:docMk/>
          <pc:sldMk cId="2416276465" sldId="520"/>
        </pc:sldMkLst>
        <pc:spChg chg="mod">
          <ac:chgData name="Atsuhito Hirose" userId="S::2286600@vsn.co.jp::047da5a4-59c3-4230-854d-ba27a85bdd26" providerId="AD" clId="Web-{7195B6F9-E9BD-4E90-A4B7-020CF963644B}" dt="2022-06-15T04:14:01.874" v="3" actId="1076"/>
          <ac:spMkLst>
            <pc:docMk/>
            <pc:sldMk cId="2416276465" sldId="520"/>
            <ac:spMk id="4" creationId="{71C0A358-2A19-07CF-D90D-30E2534618E7}"/>
          </ac:spMkLst>
        </pc:spChg>
        <pc:spChg chg="mod">
          <ac:chgData name="Atsuhito Hirose" userId="S::2286600@vsn.co.jp::047da5a4-59c3-4230-854d-ba27a85bdd26" providerId="AD" clId="Web-{7195B6F9-E9BD-4E90-A4B7-020CF963644B}" dt="2022-06-15T04:14:43.845" v="8" actId="1076"/>
          <ac:spMkLst>
            <pc:docMk/>
            <pc:sldMk cId="2416276465" sldId="520"/>
            <ac:spMk id="10" creationId="{34D1CED6-A235-4440-8772-9C9921F034E5}"/>
          </ac:spMkLst>
        </pc:spChg>
        <pc:spChg chg="mod">
          <ac:chgData name="Atsuhito Hirose" userId="S::2286600@vsn.co.jp::047da5a4-59c3-4230-854d-ba27a85bdd26" providerId="AD" clId="Web-{7195B6F9-E9BD-4E90-A4B7-020CF963644B}" dt="2022-06-15T04:14:35.860" v="7" actId="1076"/>
          <ac:spMkLst>
            <pc:docMk/>
            <pc:sldMk cId="2416276465" sldId="520"/>
            <ac:spMk id="11" creationId="{C5B1C755-449D-42F2-9FAC-99A2627DD2D1}"/>
          </ac:spMkLst>
        </pc:spChg>
        <pc:grpChg chg="mod">
          <ac:chgData name="Atsuhito Hirose" userId="S::2286600@vsn.co.jp::047da5a4-59c3-4230-854d-ba27a85bdd26" providerId="AD" clId="Web-{7195B6F9-E9BD-4E90-A4B7-020CF963644B}" dt="2022-06-15T04:13:57.873" v="2" actId="14100"/>
          <ac:grpSpMkLst>
            <pc:docMk/>
            <pc:sldMk cId="2416276465" sldId="520"/>
            <ac:grpSpMk id="5" creationId="{86BF8747-9C3A-4013-9BB5-FF1F9078DF60}"/>
          </ac:grpSpMkLst>
        </pc:grpChg>
      </pc:sldChg>
      <pc:sldChg chg="addSp delSp modSp">
        <pc:chgData name="Atsuhito Hirose" userId="S::2286600@vsn.co.jp::047da5a4-59c3-4230-854d-ba27a85bdd26" providerId="AD" clId="Web-{7195B6F9-E9BD-4E90-A4B7-020CF963644B}" dt="2022-06-15T04:16:08.443" v="19" actId="1076"/>
        <pc:sldMkLst>
          <pc:docMk/>
          <pc:sldMk cId="475150562" sldId="538"/>
        </pc:sldMkLst>
        <pc:spChg chg="del">
          <ac:chgData name="Atsuhito Hirose" userId="S::2286600@vsn.co.jp::047da5a4-59c3-4230-854d-ba27a85bdd26" providerId="AD" clId="Web-{7195B6F9-E9BD-4E90-A4B7-020CF963644B}" dt="2022-06-15T04:15:53.895" v="16"/>
          <ac:spMkLst>
            <pc:docMk/>
            <pc:sldMk cId="475150562" sldId="538"/>
            <ac:spMk id="3" creationId="{10B75E9F-AEFB-A1E8-9196-EC08AE31B9A1}"/>
          </ac:spMkLst>
        </pc:spChg>
        <pc:spChg chg="del topLvl">
          <ac:chgData name="Atsuhito Hirose" userId="S::2286600@vsn.co.jp::047da5a4-59c3-4230-854d-ba27a85bdd26" providerId="AD" clId="Web-{7195B6F9-E9BD-4E90-A4B7-020CF963644B}" dt="2022-06-15T04:16:02.083" v="18"/>
          <ac:spMkLst>
            <pc:docMk/>
            <pc:sldMk cId="475150562" sldId="538"/>
            <ac:spMk id="4" creationId="{C8C623D7-C4E1-1A28-9314-DCD391CB6CC3}"/>
          </ac:spMkLst>
        </pc:spChg>
        <pc:spChg chg="del mod topLvl">
          <ac:chgData name="Atsuhito Hirose" userId="S::2286600@vsn.co.jp::047da5a4-59c3-4230-854d-ba27a85bdd26" providerId="AD" clId="Web-{7195B6F9-E9BD-4E90-A4B7-020CF963644B}" dt="2022-06-15T04:15:58.833" v="17"/>
          <ac:spMkLst>
            <pc:docMk/>
            <pc:sldMk cId="475150562" sldId="538"/>
            <ac:spMk id="6" creationId="{122E9A78-4C5E-4E32-5CA3-07A92AB360E7}"/>
          </ac:spMkLst>
        </pc:spChg>
        <pc:spChg chg="mod">
          <ac:chgData name="Atsuhito Hirose" userId="S::2286600@vsn.co.jp::047da5a4-59c3-4230-854d-ba27a85bdd26" providerId="AD" clId="Web-{7195B6F9-E9BD-4E90-A4B7-020CF963644B}" dt="2022-06-15T04:15:36.301" v="13" actId="1076"/>
          <ac:spMkLst>
            <pc:docMk/>
            <pc:sldMk cId="475150562" sldId="538"/>
            <ac:spMk id="14" creationId="{E6CD40A0-8903-C02D-D3B9-FCB6BBB1D45C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6:08.443" v="19" actId="1076"/>
          <ac:spMkLst>
            <pc:docMk/>
            <pc:sldMk cId="475150562" sldId="538"/>
            <ac:spMk id="19" creationId="{352CA409-1BD6-42D5-D52A-5439CDC3D436}"/>
          </ac:spMkLst>
        </pc:spChg>
        <pc:grpChg chg="add del mod">
          <ac:chgData name="Atsuhito Hirose" userId="S::2286600@vsn.co.jp::047da5a4-59c3-4230-854d-ba27a85bdd26" providerId="AD" clId="Web-{7195B6F9-E9BD-4E90-A4B7-020CF963644B}" dt="2022-06-15T04:15:58.833" v="17"/>
          <ac:grpSpMkLst>
            <pc:docMk/>
            <pc:sldMk cId="475150562" sldId="538"/>
            <ac:grpSpMk id="8" creationId="{4C772885-7B30-A7D8-F0AD-45837FE951E5}"/>
          </ac:grpSpMkLst>
        </pc:grpChg>
      </pc:sldChg>
      <pc:sldChg chg="addSp modSp">
        <pc:chgData name="Atsuhito Hirose" userId="S::2286600@vsn.co.jp::047da5a4-59c3-4230-854d-ba27a85bdd26" providerId="AD" clId="Web-{7195B6F9-E9BD-4E90-A4B7-020CF963644B}" dt="2022-06-15T04:41:11.090" v="292" actId="20577"/>
        <pc:sldMkLst>
          <pc:docMk/>
          <pc:sldMk cId="3052611608" sldId="539"/>
        </pc:sldMkLst>
        <pc:spChg chg="add mod">
          <ac:chgData name="Atsuhito Hirose" userId="S::2286600@vsn.co.jp::047da5a4-59c3-4230-854d-ba27a85bdd26" providerId="AD" clId="Web-{7195B6F9-E9BD-4E90-A4B7-020CF963644B}" dt="2022-06-15T04:41:11.090" v="292" actId="20577"/>
          <ac:spMkLst>
            <pc:docMk/>
            <pc:sldMk cId="3052611608" sldId="539"/>
            <ac:spMk id="2" creationId="{81EF2BF8-CA27-094F-08BA-641FF36E3B38}"/>
          </ac:spMkLst>
        </pc:spChg>
        <pc:spChg chg="mod">
          <ac:chgData name="Atsuhito Hirose" userId="S::2286600@vsn.co.jp::047da5a4-59c3-4230-854d-ba27a85bdd26" providerId="AD" clId="Web-{7195B6F9-E9BD-4E90-A4B7-020CF963644B}" dt="2022-06-15T04:27:21.012" v="134" actId="14100"/>
          <ac:spMkLst>
            <pc:docMk/>
            <pc:sldMk cId="3052611608" sldId="539"/>
            <ac:spMk id="25" creationId="{7E6F09DE-D1BD-C410-4FC0-B6BCAA35756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7:49.683" v="42" actId="14100"/>
        <pc:sldMkLst>
          <pc:docMk/>
          <pc:sldMk cId="2324477514" sldId="540"/>
        </pc:sldMkLst>
        <pc:spChg chg="mod">
          <ac:chgData name="Atsuhito Hirose" userId="S::2286600@vsn.co.jp::047da5a4-59c3-4230-854d-ba27a85bdd26" providerId="AD" clId="Web-{7195B6F9-E9BD-4E90-A4B7-020CF963644B}" dt="2022-06-15T04:17:27.307" v="35" actId="1076"/>
          <ac:spMkLst>
            <pc:docMk/>
            <pc:sldMk cId="2324477514" sldId="540"/>
            <ac:spMk id="2" creationId="{6B133DD2-B8E4-CEA5-C696-F10BEAE7F92F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7:49.683" v="42" actId="14100"/>
          <ac:spMkLst>
            <pc:docMk/>
            <pc:sldMk cId="2324477514" sldId="540"/>
            <ac:spMk id="17" creationId="{9B1DDC5E-9BE8-4478-4A5A-83B882C9DC5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9:03.768" v="213" actId="20577"/>
        <pc:sldMkLst>
          <pc:docMk/>
          <pc:sldMk cId="2492079712" sldId="541"/>
        </pc:sldMkLst>
        <pc:spChg chg="add mod">
          <ac:chgData name="Atsuhito Hirose" userId="S::2286600@vsn.co.jp::047da5a4-59c3-4230-854d-ba27a85bdd26" providerId="AD" clId="Web-{7195B6F9-E9BD-4E90-A4B7-020CF963644B}" dt="2022-06-15T04:29:03.768" v="213" actId="20577"/>
          <ac:spMkLst>
            <pc:docMk/>
            <pc:sldMk cId="2492079712" sldId="541"/>
            <ac:spMk id="2" creationId="{3FBCACEC-5DCC-BA67-9CD0-396538583C12}"/>
          </ac:spMkLst>
        </pc:spChg>
        <pc:spChg chg="mod">
          <ac:chgData name="Atsuhito Hirose" userId="S::2286600@vsn.co.jp::047da5a4-59c3-4230-854d-ba27a85bdd26" providerId="AD" clId="Web-{7195B6F9-E9BD-4E90-A4B7-020CF963644B}" dt="2022-06-15T04:28:33.688" v="178" actId="1076"/>
          <ac:spMkLst>
            <pc:docMk/>
            <pc:sldMk cId="2492079712" sldId="541"/>
            <ac:spMk id="3" creationId="{E267F6ED-9653-EE80-7E74-3C534043423E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8:59.203" v="54" actId="14100"/>
        <pc:sldMkLst>
          <pc:docMk/>
          <pc:sldMk cId="791122442" sldId="542"/>
        </pc:sldMkLst>
        <pc:spChg chg="mod">
          <ac:chgData name="Atsuhito Hirose" userId="S::2286600@vsn.co.jp::047da5a4-59c3-4230-854d-ba27a85bdd26" providerId="AD" clId="Web-{7195B6F9-E9BD-4E90-A4B7-020CF963644B}" dt="2022-06-15T04:18:32.920" v="48" actId="14100"/>
          <ac:spMkLst>
            <pc:docMk/>
            <pc:sldMk cId="791122442" sldId="542"/>
            <ac:spMk id="2" creationId="{58596253-AC11-20EA-5B49-6F89AEB9D038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8:59.203" v="54" actId="14100"/>
          <ac:spMkLst>
            <pc:docMk/>
            <pc:sldMk cId="791122442" sldId="542"/>
            <ac:spMk id="4" creationId="{01ED149D-1D91-E0E6-FC6E-95972D3DAE2C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0:07.709" v="235" actId="14100"/>
        <pc:sldMkLst>
          <pc:docMk/>
          <pc:sldMk cId="759240379" sldId="563"/>
        </pc:sldMkLst>
        <pc:spChg chg="add mod">
          <ac:chgData name="Atsuhito Hirose" userId="S::2286600@vsn.co.jp::047da5a4-59c3-4230-854d-ba27a85bdd26" providerId="AD" clId="Web-{7195B6F9-E9BD-4E90-A4B7-020CF963644B}" dt="2022-06-15T04:30:07.709" v="235" actId="14100"/>
          <ac:spMkLst>
            <pc:docMk/>
            <pc:sldMk cId="759240379" sldId="563"/>
            <ac:spMk id="2" creationId="{AEE0137C-BE93-2E4B-2959-D7DE681D3F6D}"/>
          </ac:spMkLst>
        </pc:spChg>
        <pc:spChg chg="mod">
          <ac:chgData name="Atsuhito Hirose" userId="S::2286600@vsn.co.jp::047da5a4-59c3-4230-854d-ba27a85bdd26" providerId="AD" clId="Web-{7195B6F9-E9BD-4E90-A4B7-020CF963644B}" dt="2022-06-15T04:29:35.645" v="229" actId="14100"/>
          <ac:spMkLst>
            <pc:docMk/>
            <pc:sldMk cId="759240379" sldId="563"/>
            <ac:spMk id="3" creationId="{BDC8E336-7B35-D379-180D-A264EF776B6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4:55.053" v="253" actId="1076"/>
        <pc:sldMkLst>
          <pc:docMk/>
          <pc:sldMk cId="2655291954" sldId="564"/>
        </pc:sldMkLst>
        <pc:spChg chg="mod">
          <ac:chgData name="Atsuhito Hirose" userId="S::2286600@vsn.co.jp::047da5a4-59c3-4230-854d-ba27a85bdd26" providerId="AD" clId="Web-{7195B6F9-E9BD-4E90-A4B7-020CF963644B}" dt="2022-06-15T04:34:55.053" v="253" actId="1076"/>
          <ac:spMkLst>
            <pc:docMk/>
            <pc:sldMk cId="2655291954" sldId="564"/>
            <ac:spMk id="3" creationId="{C2926FE8-7F23-4A0B-4BF8-3326823F4BEF}"/>
          </ac:spMkLst>
        </pc:spChg>
        <pc:spChg chg="add mod">
          <ac:chgData name="Atsuhito Hirose" userId="S::2286600@vsn.co.jp::047da5a4-59c3-4230-854d-ba27a85bdd26" providerId="AD" clId="Web-{7195B6F9-E9BD-4E90-A4B7-020CF963644B}" dt="2022-06-15T04:34:40.459" v="251" actId="1076"/>
          <ac:spMkLst>
            <pc:docMk/>
            <pc:sldMk cId="2655291954" sldId="564"/>
            <ac:spMk id="4" creationId="{B44CF14E-03FF-4095-A809-7AE27DD5A622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6:27.558" v="263" actId="14100"/>
        <pc:sldMkLst>
          <pc:docMk/>
          <pc:sldMk cId="3332957085" sldId="565"/>
        </pc:sldMkLst>
        <pc:spChg chg="add mod">
          <ac:chgData name="Atsuhito Hirose" userId="S::2286600@vsn.co.jp::047da5a4-59c3-4230-854d-ba27a85bdd26" providerId="AD" clId="Web-{7195B6F9-E9BD-4E90-A4B7-020CF963644B}" dt="2022-06-15T04:36:27.558" v="263" actId="14100"/>
          <ac:spMkLst>
            <pc:docMk/>
            <pc:sldMk cId="3332957085" sldId="565"/>
            <ac:spMk id="2" creationId="{B935E3F4-07F9-8AD5-9A75-E9E647226DC1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9:13.396" v="285" actId="1076"/>
        <pc:sldMkLst>
          <pc:docMk/>
          <pc:sldMk cId="2444002575" sldId="566"/>
        </pc:sldMkLst>
        <pc:spChg chg="mod">
          <ac:chgData name="Atsuhito Hirose" userId="S::2286600@vsn.co.jp::047da5a4-59c3-4230-854d-ba27a85bdd26" providerId="AD" clId="Web-{7195B6F9-E9BD-4E90-A4B7-020CF963644B}" dt="2022-06-15T04:39:10.739" v="284" actId="14100"/>
          <ac:spMkLst>
            <pc:docMk/>
            <pc:sldMk cId="2444002575" sldId="566"/>
            <ac:spMk id="3" creationId="{C4840E1F-9F27-5B86-5089-860FFAF7956E}"/>
          </ac:spMkLst>
        </pc:spChg>
        <pc:spChg chg="add mod">
          <ac:chgData name="Atsuhito Hirose" userId="S::2286600@vsn.co.jp::047da5a4-59c3-4230-854d-ba27a85bdd26" providerId="AD" clId="Web-{7195B6F9-E9BD-4E90-A4B7-020CF963644B}" dt="2022-06-15T04:39:13.396" v="285" actId="1076"/>
          <ac:spMkLst>
            <pc:docMk/>
            <pc:sldMk cId="2444002575" sldId="566"/>
            <ac:spMk id="4" creationId="{630C619E-2ADC-815B-BCE6-C07B67203AF5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9:57.300" v="74" actId="14100"/>
        <pc:sldMkLst>
          <pc:docMk/>
          <pc:sldMk cId="2112269671" sldId="579"/>
        </pc:sldMkLst>
        <pc:spChg chg="mod">
          <ac:chgData name="Atsuhito Hirose" userId="S::2286600@vsn.co.jp::047da5a4-59c3-4230-854d-ba27a85bdd26" providerId="AD" clId="Web-{7195B6F9-E9BD-4E90-A4B7-020CF963644B}" dt="2022-06-15T04:19:45.549" v="70" actId="1076"/>
          <ac:spMkLst>
            <pc:docMk/>
            <pc:sldMk cId="2112269671" sldId="579"/>
            <ac:spMk id="2" creationId="{DDC48D4D-5F58-8B27-32B0-C90A8BC7C0BC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9:57.300" v="74" actId="14100"/>
          <ac:spMkLst>
            <pc:docMk/>
            <pc:sldMk cId="2112269671" sldId="579"/>
            <ac:spMk id="20" creationId="{E2162337-3953-E5AE-867C-414EF13D1CE1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1:45.821" v="100" actId="1076"/>
        <pc:sldMkLst>
          <pc:docMk/>
          <pc:sldMk cId="4252415128" sldId="580"/>
        </pc:sldMkLst>
        <pc:spChg chg="mod">
          <ac:chgData name="Atsuhito Hirose" userId="S::2286600@vsn.co.jp::047da5a4-59c3-4230-854d-ba27a85bdd26" providerId="AD" clId="Web-{7195B6F9-E9BD-4E90-A4B7-020CF963644B}" dt="2022-06-15T04:21:14.226" v="93" actId="1076"/>
          <ac:spMkLst>
            <pc:docMk/>
            <pc:sldMk cId="4252415128" sldId="580"/>
            <ac:spMk id="2" creationId="{D417171E-3330-DDA4-74BF-EFF716CFF15B}"/>
          </ac:spMkLst>
        </pc:spChg>
        <pc:spChg chg="add mod">
          <ac:chgData name="Atsuhito Hirose" userId="S::2286600@vsn.co.jp::047da5a4-59c3-4230-854d-ba27a85bdd26" providerId="AD" clId="Web-{7195B6F9-E9BD-4E90-A4B7-020CF963644B}" dt="2022-06-15T04:21:45.821" v="100" actId="1076"/>
          <ac:spMkLst>
            <pc:docMk/>
            <pc:sldMk cId="4252415128" sldId="580"/>
            <ac:spMk id="10" creationId="{5E331E93-F53B-9CE4-7308-80E7D5E38806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2:57.294" v="120" actId="1076"/>
        <pc:sldMkLst>
          <pc:docMk/>
          <pc:sldMk cId="2502072736" sldId="581"/>
        </pc:sldMkLst>
        <pc:spChg chg="add mod">
          <ac:chgData name="Atsuhito Hirose" userId="S::2286600@vsn.co.jp::047da5a4-59c3-4230-854d-ba27a85bdd26" providerId="AD" clId="Web-{7195B6F9-E9BD-4E90-A4B7-020CF963644B}" dt="2022-06-15T04:22:57.294" v="120" actId="1076"/>
          <ac:spMkLst>
            <pc:docMk/>
            <pc:sldMk cId="2502072736" sldId="581"/>
            <ac:spMk id="2" creationId="{707F2040-4D8F-7294-A2A0-796EF980BF7E}"/>
          </ac:spMkLst>
        </pc:spChg>
        <pc:spChg chg="mod">
          <ac:chgData name="Atsuhito Hirose" userId="S::2286600@vsn.co.jp::047da5a4-59c3-4230-854d-ba27a85bdd26" providerId="AD" clId="Web-{7195B6F9-E9BD-4E90-A4B7-020CF963644B}" dt="2022-06-15T04:22:30.402" v="113" actId="14100"/>
          <ac:spMkLst>
            <pc:docMk/>
            <pc:sldMk cId="2502072736" sldId="581"/>
            <ac:spMk id="3" creationId="{BDFB7038-850C-C7AA-F990-EB86869B486A}"/>
          </ac:spMkLst>
        </pc:spChg>
      </pc:sldChg>
    </pc:docChg>
  </pc:docChgLst>
  <pc:docChgLst>
    <pc:chgData name="Atsuhito Hirose" userId="S::2286600@vsn.co.jp::047da5a4-59c3-4230-854d-ba27a85bdd26" providerId="AD" clId="Web-{825A19A7-9E75-4F95-87AF-50EB31997180}"/>
    <pc:docChg chg="modSld">
      <pc:chgData name="Atsuhito Hirose" userId="S::2286600@vsn.co.jp::047da5a4-59c3-4230-854d-ba27a85bdd26" providerId="AD" clId="Web-{825A19A7-9E75-4F95-87AF-50EB31997180}" dt="2022-06-15T07:27:10.572" v="92"/>
      <pc:docMkLst>
        <pc:docMk/>
      </pc:docMkLst>
      <pc:sldChg chg="modSp">
        <pc:chgData name="Atsuhito Hirose" userId="S::2286600@vsn.co.jp::047da5a4-59c3-4230-854d-ba27a85bdd26" providerId="AD" clId="Web-{825A19A7-9E75-4F95-87AF-50EB31997180}" dt="2022-06-15T07:27:10.572" v="92"/>
        <pc:sldMkLst>
          <pc:docMk/>
          <pc:sldMk cId="3364992812" sldId="380"/>
        </pc:sldMkLst>
        <pc:graphicFrameChg chg="mod modGraphic">
          <ac:chgData name="Atsuhito Hirose" userId="S::2286600@vsn.co.jp::047da5a4-59c3-4230-854d-ba27a85bdd26" providerId="AD" clId="Web-{825A19A7-9E75-4F95-87AF-50EB31997180}" dt="2022-06-15T07:27:10.572" v="92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modSp">
        <pc:chgData name="Atsuhito Hirose" userId="S::2286600@vsn.co.jp::047da5a4-59c3-4230-854d-ba27a85bdd26" providerId="AD" clId="Web-{825A19A7-9E75-4F95-87AF-50EB31997180}" dt="2022-06-15T07:25:58.306" v="69"/>
        <pc:sldMkLst>
          <pc:docMk/>
          <pc:sldMk cId="3629553462" sldId="381"/>
        </pc:sldMkLst>
        <pc:graphicFrameChg chg="mod modGraphic">
          <ac:chgData name="Atsuhito Hirose" userId="S::2286600@vsn.co.jp::047da5a4-59c3-4230-854d-ba27a85bdd26" providerId="AD" clId="Web-{825A19A7-9E75-4F95-87AF-50EB31997180}" dt="2022-06-15T07:25:58.306" v="69"/>
          <ac:graphicFrameMkLst>
            <pc:docMk/>
            <pc:sldMk cId="3629553462" sldId="381"/>
            <ac:graphicFrameMk id="8" creationId="{4AAE0B34-6F16-381B-6868-E2A621ABF26E}"/>
          </ac:graphicFrameMkLst>
        </pc:graphicFrameChg>
      </pc:sldChg>
    </pc:docChg>
  </pc:docChgLst>
  <pc:docChgLst>
    <pc:chgData name="Atsuhito Hirose" userId="S::2286600@vsn.co.jp::047da5a4-59c3-4230-854d-ba27a85bdd26" providerId="AD" clId="Web-{E3F37265-631F-467A-8C93-395E555DFC1A}"/>
    <pc:docChg chg="modSld">
      <pc:chgData name="Atsuhito Hirose" userId="S::2286600@vsn.co.jp::047da5a4-59c3-4230-854d-ba27a85bdd26" providerId="AD" clId="Web-{E3F37265-631F-467A-8C93-395E555DFC1A}" dt="2022-06-15T07:22:39.510" v="159"/>
      <pc:docMkLst>
        <pc:docMk/>
      </pc:docMkLst>
      <pc:sldChg chg="modSp">
        <pc:chgData name="Atsuhito Hirose" userId="S::2286600@vsn.co.jp::047da5a4-59c3-4230-854d-ba27a85bdd26" providerId="AD" clId="Web-{E3F37265-631F-467A-8C93-395E555DFC1A}" dt="2022-06-15T07:22:32.276" v="158"/>
        <pc:sldMkLst>
          <pc:docMk/>
          <pc:sldMk cId="3364992812" sldId="380"/>
        </pc:sldMkLst>
        <pc:graphicFrameChg chg="mod modGraphic">
          <ac:chgData name="Atsuhito Hirose" userId="S::2286600@vsn.co.jp::047da5a4-59c3-4230-854d-ba27a85bdd26" providerId="AD" clId="Web-{E3F37265-631F-467A-8C93-395E555DFC1A}" dt="2022-06-15T07:22:32.276" v="158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addSp delSp modSp">
        <pc:chgData name="Atsuhito Hirose" userId="S::2286600@vsn.co.jp::047da5a4-59c3-4230-854d-ba27a85bdd26" providerId="AD" clId="Web-{E3F37265-631F-467A-8C93-395E555DFC1A}" dt="2022-06-15T07:22:39.510" v="159"/>
        <pc:sldMkLst>
          <pc:docMk/>
          <pc:sldMk cId="3629553462" sldId="381"/>
        </pc:sldMkLst>
        <pc:spChg chg="add del mod">
          <ac:chgData name="Atsuhito Hirose" userId="S::2286600@vsn.co.jp::047da5a4-59c3-4230-854d-ba27a85bdd26" providerId="AD" clId="Web-{E3F37265-631F-467A-8C93-395E555DFC1A}" dt="2022-06-15T07:18:42.895" v="94"/>
          <ac:spMkLst>
            <pc:docMk/>
            <pc:sldMk cId="3629553462" sldId="381"/>
            <ac:spMk id="11" creationId="{12D097D9-B73E-89F9-23B8-CC7F5DED82C8}"/>
          </ac:spMkLst>
        </pc:spChg>
        <pc:graphicFrameChg chg="add del mod">
          <ac:chgData name="Atsuhito Hirose" userId="S::2286600@vsn.co.jp::047da5a4-59c3-4230-854d-ba27a85bdd26" providerId="AD" clId="Web-{E3F37265-631F-467A-8C93-395E555DFC1A}" dt="2022-06-15T07:16:07.485" v="24"/>
          <ac:graphicFrameMkLst>
            <pc:docMk/>
            <pc:sldMk cId="3629553462" sldId="381"/>
            <ac:graphicFrameMk id="3" creationId="{84EAE179-D4D3-7B70-22E6-B43B94D218A1}"/>
          </ac:graphicFrameMkLst>
        </pc:graphicFrameChg>
        <pc:graphicFrameChg chg="add del mod">
          <ac:chgData name="Atsuhito Hirose" userId="S::2286600@vsn.co.jp::047da5a4-59c3-4230-854d-ba27a85bdd26" providerId="AD" clId="Web-{E3F37265-631F-467A-8C93-395E555DFC1A}" dt="2022-06-15T07:16:19.033" v="26"/>
          <ac:graphicFrameMkLst>
            <pc:docMk/>
            <pc:sldMk cId="3629553462" sldId="381"/>
            <ac:graphicFrameMk id="6" creationId="{C741C77F-82A4-3B14-C708-F39EF35C5F4E}"/>
          </ac:graphicFrameMkLst>
        </pc:graphicFrameChg>
        <pc:graphicFrameChg chg="add mod modGraphic">
          <ac:chgData name="Atsuhito Hirose" userId="S::2286600@vsn.co.jp::047da5a4-59c3-4230-854d-ba27a85bdd26" providerId="AD" clId="Web-{E3F37265-631F-467A-8C93-395E555DFC1A}" dt="2022-06-15T07:22:39.510" v="159"/>
          <ac:graphicFrameMkLst>
            <pc:docMk/>
            <pc:sldMk cId="3629553462" sldId="381"/>
            <ac:graphicFrameMk id="8" creationId="{4AAE0B34-6F16-381B-6868-E2A621ABF26E}"/>
          </ac:graphicFrameMkLst>
        </pc:graphicFrameChg>
        <pc:graphicFrameChg chg="add del mod">
          <ac:chgData name="Atsuhito Hirose" userId="S::2286600@vsn.co.jp::047da5a4-59c3-4230-854d-ba27a85bdd26" providerId="AD" clId="Web-{E3F37265-631F-467A-8C93-395E555DFC1A}" dt="2022-06-15T07:18:42.895" v="95"/>
          <ac:graphicFrameMkLst>
            <pc:docMk/>
            <pc:sldMk cId="3629553462" sldId="381"/>
            <ac:graphicFrameMk id="10" creationId="{C92647AE-4C2A-D5B4-AE06-924B23094510}"/>
          </ac:graphicFrameMkLst>
        </pc:graphicFrameChg>
      </pc:sldChg>
    </pc:docChg>
  </pc:docChgLst>
  <pc:docChgLst>
    <pc:chgData name="滉次郎 谷中" userId="5e57bdc385890a1c" providerId="LiveId" clId="{773255FF-8AE0-4A20-A4CE-A08F6434B654}"/>
    <pc:docChg chg="undo custSel modSld">
      <pc:chgData name="滉次郎 谷中" userId="5e57bdc385890a1c" providerId="LiveId" clId="{773255FF-8AE0-4A20-A4CE-A08F6434B654}" dt="2025-11-06T01:55:50.818" v="343" actId="20577"/>
      <pc:docMkLst>
        <pc:docMk/>
      </pc:docMkLst>
      <pc:sldChg chg="addSp delSp modSp mod">
        <pc:chgData name="滉次郎 谷中" userId="5e57bdc385890a1c" providerId="LiveId" clId="{773255FF-8AE0-4A20-A4CE-A08F6434B654}" dt="2025-11-06T01:55:50.818" v="343" actId="20577"/>
        <pc:sldMkLst>
          <pc:docMk/>
          <pc:sldMk cId="3829453197" sldId="1670"/>
        </pc:sldMkLst>
        <pc:spChg chg="add mod">
          <ac:chgData name="滉次郎 谷中" userId="5e57bdc385890a1c" providerId="LiveId" clId="{773255FF-8AE0-4A20-A4CE-A08F6434B654}" dt="2025-11-06T01:49:29.285" v="280" actId="1076"/>
          <ac:spMkLst>
            <pc:docMk/>
            <pc:sldMk cId="3829453197" sldId="1670"/>
            <ac:spMk id="2" creationId="{39480A77-1F8C-2170-E366-EAFB79B09D2C}"/>
          </ac:spMkLst>
        </pc:spChg>
        <pc:spChg chg="add del mod">
          <ac:chgData name="滉次郎 谷中" userId="5e57bdc385890a1c" providerId="LiveId" clId="{773255FF-8AE0-4A20-A4CE-A08F6434B654}" dt="2025-11-06T01:17:29.906" v="2"/>
          <ac:spMkLst>
            <pc:docMk/>
            <pc:sldMk cId="3829453197" sldId="1670"/>
            <ac:spMk id="2" creationId="{9B651437-6C62-14FD-3675-EEF5B90C71D3}"/>
          </ac:spMkLst>
        </pc:spChg>
        <pc:spChg chg="add mod">
          <ac:chgData name="滉次郎 谷中" userId="5e57bdc385890a1c" providerId="LiveId" clId="{773255FF-8AE0-4A20-A4CE-A08F6434B654}" dt="2025-11-06T01:52:34.008" v="313" actId="1076"/>
          <ac:spMkLst>
            <pc:docMk/>
            <pc:sldMk cId="3829453197" sldId="1670"/>
            <ac:spMk id="3" creationId="{CDDF228A-53E0-668B-87D0-20D002B6DCCC}"/>
          </ac:spMkLst>
        </pc:spChg>
        <pc:spChg chg="add del mod">
          <ac:chgData name="滉次郎 谷中" userId="5e57bdc385890a1c" providerId="LiveId" clId="{773255FF-8AE0-4A20-A4CE-A08F6434B654}" dt="2025-11-06T01:17:42.640" v="5"/>
          <ac:spMkLst>
            <pc:docMk/>
            <pc:sldMk cId="3829453197" sldId="1670"/>
            <ac:spMk id="3" creationId="{DA92B24B-BFA1-2ECF-3444-3E9DF4325F18}"/>
          </ac:spMkLst>
        </pc:spChg>
        <pc:spChg chg="add del mod">
          <ac:chgData name="滉次郎 谷中" userId="5e57bdc385890a1c" providerId="LiveId" clId="{773255FF-8AE0-4A20-A4CE-A08F6434B654}" dt="2025-11-06T01:18:02.098" v="8"/>
          <ac:spMkLst>
            <pc:docMk/>
            <pc:sldMk cId="3829453197" sldId="1670"/>
            <ac:spMk id="4" creationId="{19DCCDDE-46B6-A1C9-0380-D662E5F0C78C}"/>
          </ac:spMkLst>
        </pc:spChg>
        <pc:spChg chg="add mod">
          <ac:chgData name="滉次郎 谷中" userId="5e57bdc385890a1c" providerId="LiveId" clId="{773255FF-8AE0-4A20-A4CE-A08F6434B654}" dt="2025-11-06T01:52:52.362" v="334" actId="1076"/>
          <ac:spMkLst>
            <pc:docMk/>
            <pc:sldMk cId="3829453197" sldId="1670"/>
            <ac:spMk id="4" creationId="{EA544DAF-15F2-C6AF-9B69-B6A969F62735}"/>
          </ac:spMkLst>
        </pc:spChg>
        <pc:spChg chg="add mod">
          <ac:chgData name="滉次郎 谷中" userId="5e57bdc385890a1c" providerId="LiveId" clId="{773255FF-8AE0-4A20-A4CE-A08F6434B654}" dt="2025-11-06T01:30:04.455" v="250" actId="1076"/>
          <ac:spMkLst>
            <pc:docMk/>
            <pc:sldMk cId="3829453197" sldId="1670"/>
            <ac:spMk id="5" creationId="{FDB7F596-5289-40A1-10F0-047FFA3C97FB}"/>
          </ac:spMkLst>
        </pc:spChg>
        <pc:spChg chg="add mod">
          <ac:chgData name="滉次郎 谷中" userId="5e57bdc385890a1c" providerId="LiveId" clId="{773255FF-8AE0-4A20-A4CE-A08F6434B654}" dt="2025-11-06T01:55:50.818" v="343" actId="20577"/>
          <ac:spMkLst>
            <pc:docMk/>
            <pc:sldMk cId="3829453197" sldId="1670"/>
            <ac:spMk id="6" creationId="{0521D483-1220-1D2C-B03A-2D57319A63A3}"/>
          </ac:spMkLst>
        </pc:spChg>
        <pc:spChg chg="add del mod">
          <ac:chgData name="滉次郎 谷中" userId="5e57bdc385890a1c" providerId="LiveId" clId="{773255FF-8AE0-4A20-A4CE-A08F6434B654}" dt="2025-11-06T01:19:46.363" v="60"/>
          <ac:spMkLst>
            <pc:docMk/>
            <pc:sldMk cId="3829453197" sldId="1670"/>
            <ac:spMk id="7" creationId="{0D9EA23A-72EA-10AB-A870-946FB83AB13E}"/>
          </ac:spMkLst>
        </pc:spChg>
        <pc:spChg chg="add mod">
          <ac:chgData name="滉次郎 谷中" userId="5e57bdc385890a1c" providerId="LiveId" clId="{773255FF-8AE0-4A20-A4CE-A08F6434B654}" dt="2025-11-06T01:21:47.379" v="114" actId="1076"/>
          <ac:spMkLst>
            <pc:docMk/>
            <pc:sldMk cId="3829453197" sldId="1670"/>
            <ac:spMk id="8" creationId="{EC027BBD-650C-1C91-BAD8-49775D720AC2}"/>
          </ac:spMkLst>
        </pc:spChg>
        <pc:spChg chg="mod">
          <ac:chgData name="滉次郎 谷中" userId="5e57bdc385890a1c" providerId="LiveId" clId="{773255FF-8AE0-4A20-A4CE-A08F6434B654}" dt="2025-11-06T01:19:46.057" v="58" actId="1076"/>
          <ac:spMkLst>
            <pc:docMk/>
            <pc:sldMk cId="3829453197" sldId="1670"/>
            <ac:spMk id="9" creationId="{F09A3033-9F6D-42C4-B650-E25158A8006F}"/>
          </ac:spMkLst>
        </pc:spChg>
        <pc:spChg chg="mod">
          <ac:chgData name="滉次郎 谷中" userId="5e57bdc385890a1c" providerId="LiveId" clId="{773255FF-8AE0-4A20-A4CE-A08F6434B654}" dt="2025-11-06T01:25:39.145" v="153" actId="1076"/>
          <ac:spMkLst>
            <pc:docMk/>
            <pc:sldMk cId="3829453197" sldId="1670"/>
            <ac:spMk id="11" creationId="{00000000-0000-0000-0000-000000000000}"/>
          </ac:spMkLst>
        </pc:spChg>
        <pc:spChg chg="add mod">
          <ac:chgData name="滉次郎 谷中" userId="5e57bdc385890a1c" providerId="LiveId" clId="{773255FF-8AE0-4A20-A4CE-A08F6434B654}" dt="2025-11-06T01:20:29.650" v="105" actId="1076"/>
          <ac:spMkLst>
            <pc:docMk/>
            <pc:sldMk cId="3829453197" sldId="1670"/>
            <ac:spMk id="13" creationId="{19CB418F-820F-D7F3-A5FC-3F3B9F09E3D1}"/>
          </ac:spMkLst>
        </pc:spChg>
        <pc:spChg chg="add mod">
          <ac:chgData name="滉次郎 谷中" userId="5e57bdc385890a1c" providerId="LiveId" clId="{773255FF-8AE0-4A20-A4CE-A08F6434B654}" dt="2025-11-06T01:21:29.292" v="113" actId="1076"/>
          <ac:spMkLst>
            <pc:docMk/>
            <pc:sldMk cId="3829453197" sldId="1670"/>
            <ac:spMk id="15" creationId="{F9701AAC-3208-F57C-4B7F-17E9CD20ADE8}"/>
          </ac:spMkLst>
        </pc:spChg>
        <pc:spChg chg="add mod">
          <ac:chgData name="滉次郎 谷中" userId="5e57bdc385890a1c" providerId="LiveId" clId="{773255FF-8AE0-4A20-A4CE-A08F6434B654}" dt="2025-11-06T01:55:19.643" v="341" actId="20577"/>
          <ac:spMkLst>
            <pc:docMk/>
            <pc:sldMk cId="3829453197" sldId="1670"/>
            <ac:spMk id="19" creationId="{0C103D12-FA95-E611-2BF1-F15067BB36F4}"/>
          </ac:spMkLst>
        </pc:spChg>
        <pc:spChg chg="add mod">
          <ac:chgData name="滉次郎 谷中" userId="5e57bdc385890a1c" providerId="LiveId" clId="{773255FF-8AE0-4A20-A4CE-A08F6434B654}" dt="2025-11-06T01:23:55.782" v="142" actId="1076"/>
          <ac:spMkLst>
            <pc:docMk/>
            <pc:sldMk cId="3829453197" sldId="1670"/>
            <ac:spMk id="20" creationId="{26F6F544-04D0-C50C-24FE-1ECB197A1F6D}"/>
          </ac:spMkLst>
        </pc:spChg>
        <pc:spChg chg="add mod">
          <ac:chgData name="滉次郎 谷中" userId="5e57bdc385890a1c" providerId="LiveId" clId="{773255FF-8AE0-4A20-A4CE-A08F6434B654}" dt="2025-11-06T01:28:32.398" v="214" actId="1076"/>
          <ac:spMkLst>
            <pc:docMk/>
            <pc:sldMk cId="3829453197" sldId="1670"/>
            <ac:spMk id="21" creationId="{127AF0C8-2C71-A8FA-4BBD-F2F0C521142B}"/>
          </ac:spMkLst>
        </pc:spChg>
        <pc:spChg chg="add mod">
          <ac:chgData name="滉次郎 谷中" userId="5e57bdc385890a1c" providerId="LiveId" clId="{773255FF-8AE0-4A20-A4CE-A08F6434B654}" dt="2025-11-06T01:26:08.138" v="166" actId="1076"/>
          <ac:spMkLst>
            <pc:docMk/>
            <pc:sldMk cId="3829453197" sldId="1670"/>
            <ac:spMk id="22" creationId="{7485DC26-10BB-B066-31CB-D5EB9328AA84}"/>
          </ac:spMkLst>
        </pc:spChg>
        <pc:spChg chg="add mod">
          <ac:chgData name="滉次郎 谷中" userId="5e57bdc385890a1c" providerId="LiveId" clId="{773255FF-8AE0-4A20-A4CE-A08F6434B654}" dt="2025-11-06T01:55:10.967" v="336" actId="20577"/>
          <ac:spMkLst>
            <pc:docMk/>
            <pc:sldMk cId="3829453197" sldId="1670"/>
            <ac:spMk id="23" creationId="{C657D01F-A718-CD17-9E0A-3F27EE02396A}"/>
          </ac:spMkLst>
        </pc:spChg>
        <pc:spChg chg="add mod">
          <ac:chgData name="滉次郎 谷中" userId="5e57bdc385890a1c" providerId="LiveId" clId="{773255FF-8AE0-4A20-A4CE-A08F6434B654}" dt="2025-11-06T01:52:35.457" v="315" actId="1076"/>
          <ac:spMkLst>
            <pc:docMk/>
            <pc:sldMk cId="3829453197" sldId="1670"/>
            <ac:spMk id="24" creationId="{07327505-7E8C-BE70-A848-667934387937}"/>
          </ac:spMkLst>
        </pc:spChg>
        <pc:spChg chg="add mod">
          <ac:chgData name="滉次郎 谷中" userId="5e57bdc385890a1c" providerId="LiveId" clId="{773255FF-8AE0-4A20-A4CE-A08F6434B654}" dt="2025-11-06T01:30:47.505" v="271" actId="1076"/>
          <ac:spMkLst>
            <pc:docMk/>
            <pc:sldMk cId="3829453197" sldId="1670"/>
            <ac:spMk id="25" creationId="{A666ECF4-1391-837F-0971-BC9E2E40F269}"/>
          </ac:spMkLst>
        </pc:spChg>
        <pc:spChg chg="add mod">
          <ac:chgData name="滉次郎 谷中" userId="5e57bdc385890a1c" providerId="LiveId" clId="{773255FF-8AE0-4A20-A4CE-A08F6434B654}" dt="2025-11-06T01:30:42.273" v="270" actId="1076"/>
          <ac:spMkLst>
            <pc:docMk/>
            <pc:sldMk cId="3829453197" sldId="1670"/>
            <ac:spMk id="26" creationId="{BB59AEF1-4220-D568-B47D-AACEB7F97954}"/>
          </ac:spMkLst>
        </pc:spChg>
        <pc:spChg chg="mod">
          <ac:chgData name="滉次郎 谷中" userId="5e57bdc385890a1c" providerId="LiveId" clId="{773255FF-8AE0-4A20-A4CE-A08F6434B654}" dt="2025-11-06T01:30:11.714" v="252" actId="1076"/>
          <ac:spMkLst>
            <pc:docMk/>
            <pc:sldMk cId="3829453197" sldId="1670"/>
            <ac:spMk id="63" creationId="{7FF64765-9C8D-4E4C-AC63-B780271ED1ED}"/>
          </ac:spMkLst>
        </pc:spChg>
        <pc:grpChg chg="mod">
          <ac:chgData name="滉次郎 谷中" userId="5e57bdc385890a1c" providerId="LiveId" clId="{773255FF-8AE0-4A20-A4CE-A08F6434B654}" dt="2025-11-06T01:55:16.517" v="339" actId="1076"/>
          <ac:grpSpMkLst>
            <pc:docMk/>
            <pc:sldMk cId="3829453197" sldId="1670"/>
            <ac:grpSpMk id="18" creationId="{7F3F28D4-7857-4DCB-B0DB-71E07CD2FE37}"/>
          </ac:grpSpMkLst>
        </pc:grpChg>
      </pc:sldChg>
    </pc:docChg>
  </pc:docChgLst>
  <pc:docChgLst>
    <pc:chgData name="Atsuhito Hirose" userId="S::2286600@vsn.co.jp::047da5a4-59c3-4230-854d-ba27a85bdd26" providerId="AD" clId="Web-{57B91D12-BD20-49E6-B55E-4BFB71320375}"/>
    <pc:docChg chg="modSld">
      <pc:chgData name="Atsuhito Hirose" userId="S::2286600@vsn.co.jp::047da5a4-59c3-4230-854d-ba27a85bdd26" providerId="AD" clId="Web-{57B91D12-BD20-49E6-B55E-4BFB71320375}" dt="2022-06-15T02:56:56.474" v="269" actId="20577"/>
      <pc:docMkLst>
        <pc:docMk/>
      </pc:docMkLst>
      <pc:sldChg chg="delSp modSp">
        <pc:chgData name="Atsuhito Hirose" userId="S::2286600@vsn.co.jp::047da5a4-59c3-4230-854d-ba27a85bdd26" providerId="AD" clId="Web-{57B91D12-BD20-49E6-B55E-4BFB71320375}" dt="2022-06-15T02:49:19.196" v="258"/>
        <pc:sldMkLst>
          <pc:docMk/>
          <pc:sldMk cId="3903074394" sldId="507"/>
        </pc:sldMkLst>
        <pc:spChg chg="mod">
          <ac:chgData name="Atsuhito Hirose" userId="S::2286600@vsn.co.jp::047da5a4-59c3-4230-854d-ba27a85bdd26" providerId="AD" clId="Web-{57B91D12-BD20-49E6-B55E-4BFB71320375}" dt="2022-06-15T02:49:16.962" v="257" actId="20577"/>
          <ac:spMkLst>
            <pc:docMk/>
            <pc:sldMk cId="3903074394" sldId="507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9:19.196" v="258"/>
          <ac:spMkLst>
            <pc:docMk/>
            <pc:sldMk cId="3903074394" sldId="507"/>
            <ac:spMk id="13" creationId="{F40810AA-351A-1881-7F3E-3FB00D721CC8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9:09.118" v="254"/>
        <pc:sldMkLst>
          <pc:docMk/>
          <pc:sldMk cId="4232415557" sldId="508"/>
        </pc:sldMkLst>
        <pc:spChg chg="mod">
          <ac:chgData name="Atsuhito Hirose" userId="S::2286600@vsn.co.jp::047da5a4-59c3-4230-854d-ba27a85bdd26" providerId="AD" clId="Web-{57B91D12-BD20-49E6-B55E-4BFB71320375}" dt="2022-06-15T02:49:02.805" v="252" actId="20577"/>
          <ac:spMkLst>
            <pc:docMk/>
            <pc:sldMk cId="4232415557" sldId="508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9:06.165" v="253" actId="20577"/>
          <ac:spMkLst>
            <pc:docMk/>
            <pc:sldMk cId="4232415557" sldId="508"/>
            <ac:spMk id="14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9:09.118" v="254"/>
          <ac:spMkLst>
            <pc:docMk/>
            <pc:sldMk cId="4232415557" sldId="508"/>
            <ac:spMk id="15" creationId="{6701EDC4-6F2A-7D2A-A46A-0F9F753D30F1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55.133" v="249" actId="20577"/>
        <pc:sldMkLst>
          <pc:docMk/>
          <pc:sldMk cId="4176320638" sldId="509"/>
        </pc:sldMkLst>
        <pc:spChg chg="mod">
          <ac:chgData name="Atsuhito Hirose" userId="S::2286600@vsn.co.jp::047da5a4-59c3-4230-854d-ba27a85bdd26" providerId="AD" clId="Web-{57B91D12-BD20-49E6-B55E-4BFB71320375}" dt="2022-06-15T02:48:47.368" v="247" actId="20577"/>
          <ac:spMkLst>
            <pc:docMk/>
            <pc:sldMk cId="4176320638" sldId="509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8:55.133" v="249" actId="20577"/>
          <ac:spMkLst>
            <pc:docMk/>
            <pc:sldMk cId="4176320638" sldId="509"/>
            <ac:spMk id="21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8:49.680" v="248"/>
          <ac:spMkLst>
            <pc:docMk/>
            <pc:sldMk cId="4176320638" sldId="509"/>
            <ac:spMk id="22" creationId="{F3326DA9-481B-F9EE-C6E2-9E1415D19469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41.664" v="244"/>
        <pc:sldMkLst>
          <pc:docMk/>
          <pc:sldMk cId="944032970" sldId="510"/>
        </pc:sldMkLst>
        <pc:spChg chg="mod">
          <ac:chgData name="Atsuhito Hirose" userId="S::2286600@vsn.co.jp::047da5a4-59c3-4230-854d-ba27a85bdd26" providerId="AD" clId="Web-{57B91D12-BD20-49E6-B55E-4BFB71320375}" dt="2022-06-15T02:48:38.977" v="243" actId="20577"/>
          <ac:spMkLst>
            <pc:docMk/>
            <pc:sldMk cId="944032970" sldId="510"/>
            <ac:spMk id="2" creationId="{5F75B109-CAAC-F597-30B1-6FCBCF7C5BC2}"/>
          </ac:spMkLst>
        </pc:spChg>
        <pc:spChg chg="mod">
          <ac:chgData name="Atsuhito Hirose" userId="S::2286600@vsn.co.jp::047da5a4-59c3-4230-854d-ba27a85bdd26" providerId="AD" clId="Web-{57B91D12-BD20-49E6-B55E-4BFB71320375}" dt="2022-06-15T02:48:33.336" v="242" actId="20577"/>
          <ac:spMkLst>
            <pc:docMk/>
            <pc:sldMk cId="944032970" sldId="510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8:41.664" v="244"/>
          <ac:spMkLst>
            <pc:docMk/>
            <pc:sldMk cId="944032970" sldId="510"/>
            <ac:spMk id="13" creationId="{CA334FE8-2F1F-1AC3-F2E4-E3C7F3347DC4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25.726" v="240"/>
        <pc:sldMkLst>
          <pc:docMk/>
          <pc:sldMk cId="496821877" sldId="511"/>
        </pc:sldMkLst>
        <pc:spChg chg="mod">
          <ac:chgData name="Atsuhito Hirose" userId="S::2286600@vsn.co.jp::047da5a4-59c3-4230-854d-ba27a85bdd26" providerId="AD" clId="Web-{57B91D12-BD20-49E6-B55E-4BFB71320375}" dt="2022-06-15T02:48:15.820" v="238" actId="20577"/>
          <ac:spMkLst>
            <pc:docMk/>
            <pc:sldMk cId="496821877" sldId="511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8:22.273" v="239" actId="20577"/>
          <ac:spMkLst>
            <pc:docMk/>
            <pc:sldMk cId="496821877" sldId="511"/>
            <ac:spMk id="12" creationId="{E99F91B1-D35D-3E88-8D67-92379172F53E}"/>
          </ac:spMkLst>
        </pc:spChg>
        <pc:spChg chg="del">
          <ac:chgData name="Atsuhito Hirose" userId="S::2286600@vsn.co.jp::047da5a4-59c3-4230-854d-ba27a85bdd26" providerId="AD" clId="Web-{57B91D12-BD20-49E6-B55E-4BFB71320375}" dt="2022-06-15T02:48:25.726" v="240"/>
          <ac:spMkLst>
            <pc:docMk/>
            <pc:sldMk cId="496821877" sldId="511"/>
            <ac:spMk id="15" creationId="{12BC931B-F271-C928-7587-D6398164470F}"/>
          </ac:spMkLst>
        </pc:spChg>
      </pc:sldChg>
      <pc:sldChg chg="addSp delSp modSp">
        <pc:chgData name="Atsuhito Hirose" userId="S::2286600@vsn.co.jp::047da5a4-59c3-4230-854d-ba27a85bdd26" providerId="AD" clId="Web-{57B91D12-BD20-49E6-B55E-4BFB71320375}" dt="2022-06-15T02:45:29.800" v="203" actId="20577"/>
        <pc:sldMkLst>
          <pc:docMk/>
          <pc:sldMk cId="648860446" sldId="513"/>
        </pc:sldMkLst>
        <pc:spChg chg="mod">
          <ac:chgData name="Atsuhito Hirose" userId="S::2286600@vsn.co.jp::047da5a4-59c3-4230-854d-ba27a85bdd26" providerId="AD" clId="Web-{57B91D12-BD20-49E6-B55E-4BFB71320375}" dt="2022-06-15T02:45:29.800" v="203" actId="20577"/>
          <ac:spMkLst>
            <pc:docMk/>
            <pc:sldMk cId="648860446" sldId="513"/>
            <ac:spMk id="10" creationId="{21FD1741-FD3B-4495-B223-D19BCFBD5F83}"/>
          </ac:spMkLst>
        </pc:spChg>
        <pc:spChg chg="del mod">
          <ac:chgData name="Atsuhito Hirose" userId="S::2286600@vsn.co.jp::047da5a4-59c3-4230-854d-ba27a85bdd26" providerId="AD" clId="Web-{57B91D12-BD20-49E6-B55E-4BFB71320375}" dt="2022-06-15T02:29:28.509" v="23"/>
          <ac:spMkLst>
            <pc:docMk/>
            <pc:sldMk cId="648860446" sldId="513"/>
            <ac:spMk id="12" creationId="{D5764A8E-2DC7-4143-9E59-6161D068AE04}"/>
          </ac:spMkLst>
        </pc:spChg>
        <pc:spChg chg="mod">
          <ac:chgData name="Atsuhito Hirose" userId="S::2286600@vsn.co.jp::047da5a4-59c3-4230-854d-ba27a85bdd26" providerId="AD" clId="Web-{57B91D12-BD20-49E6-B55E-4BFB71320375}" dt="2022-06-15T02:44:51.783" v="200" actId="20577"/>
          <ac:spMkLst>
            <pc:docMk/>
            <pc:sldMk cId="648860446" sldId="513"/>
            <ac:spMk id="15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5:12.737" v="201"/>
          <ac:spMkLst>
            <pc:docMk/>
            <pc:sldMk cId="648860446" sldId="513"/>
            <ac:spMk id="16" creationId="{755B7F64-9086-1587-F7F6-AD65B07DB6B2}"/>
          </ac:spMkLst>
        </pc:spChg>
        <pc:spChg chg="del">
          <ac:chgData name="Atsuhito Hirose" userId="S::2286600@vsn.co.jp::047da5a4-59c3-4230-854d-ba27a85bdd26" providerId="AD" clId="Web-{57B91D12-BD20-49E6-B55E-4BFB71320375}" dt="2022-06-15T02:29:54.432" v="30"/>
          <ac:spMkLst>
            <pc:docMk/>
            <pc:sldMk cId="648860446" sldId="513"/>
            <ac:spMk id="18" creationId="{0A196324-DC4E-1CFC-434C-46A1B3D03883}"/>
          </ac:spMkLst>
        </pc:spChg>
        <pc:picChg chg="add mod">
          <ac:chgData name="Atsuhito Hirose" userId="S::2286600@vsn.co.jp::047da5a4-59c3-4230-854d-ba27a85bdd26" providerId="AD" clId="Web-{57B91D12-BD20-49E6-B55E-4BFB71320375}" dt="2022-06-15T02:29:45.275" v="29" actId="1076"/>
          <ac:picMkLst>
            <pc:docMk/>
            <pc:sldMk cId="648860446" sldId="513"/>
            <ac:picMk id="2" creationId="{E3EE5684-EB7D-E3DE-1914-4F6EA99E1E6E}"/>
          </ac:picMkLst>
        </pc:picChg>
      </pc:sldChg>
      <pc:sldChg chg="addSp delSp modSp">
        <pc:chgData name="Atsuhito Hirose" userId="S::2286600@vsn.co.jp::047da5a4-59c3-4230-854d-ba27a85bdd26" providerId="AD" clId="Web-{57B91D12-BD20-49E6-B55E-4BFB71320375}" dt="2022-06-15T02:46:23.458" v="223"/>
        <pc:sldMkLst>
          <pc:docMk/>
          <pc:sldMk cId="1544777094" sldId="515"/>
        </pc:sldMkLst>
        <pc:spChg chg="add del mod">
          <ac:chgData name="Atsuhito Hirose" userId="S::2286600@vsn.co.jp::047da5a4-59c3-4230-854d-ba27a85bdd26" providerId="AD" clId="Web-{57B91D12-BD20-49E6-B55E-4BFB71320375}" dt="2022-06-15T02:46:14.395" v="222" actId="20577"/>
          <ac:spMkLst>
            <pc:docMk/>
            <pc:sldMk cId="1544777094" sldId="515"/>
            <ac:spMk id="3" creationId="{AFD331C1-9D2B-6D5D-8787-D277C5FB13E8}"/>
          </ac:spMkLst>
        </pc:spChg>
        <pc:spChg chg="add del">
          <ac:chgData name="Atsuhito Hirose" userId="S::2286600@vsn.co.jp::047da5a4-59c3-4230-854d-ba27a85bdd26" providerId="AD" clId="Web-{57B91D12-BD20-49E6-B55E-4BFB71320375}" dt="2022-06-15T02:46:06.660" v="216"/>
          <ac:spMkLst>
            <pc:docMk/>
            <pc:sldMk cId="1544777094" sldId="515"/>
            <ac:spMk id="9" creationId="{F09A3033-9F6D-42C4-B650-E25158A8006F}"/>
          </ac:spMkLst>
        </pc:spChg>
        <pc:spChg chg="add del mod">
          <ac:chgData name="Atsuhito Hirose" userId="S::2286600@vsn.co.jp::047da5a4-59c3-4230-854d-ba27a85bdd26" providerId="AD" clId="Web-{57B91D12-BD20-49E6-B55E-4BFB71320375}" dt="2022-06-15T02:46:06.660" v="218"/>
          <ac:spMkLst>
            <pc:docMk/>
            <pc:sldMk cId="1544777094" sldId="515"/>
            <ac:spMk id="10" creationId="{21FD1741-FD3B-4495-B223-D19BCFBD5F83}"/>
          </ac:spMkLst>
        </pc:spChg>
        <pc:spChg chg="add del">
          <ac:chgData name="Atsuhito Hirose" userId="S::2286600@vsn.co.jp::047da5a4-59c3-4230-854d-ba27a85bdd26" providerId="AD" clId="Web-{57B91D12-BD20-49E6-B55E-4BFB71320375}" dt="2022-06-15T02:46:23.458" v="223"/>
          <ac:spMkLst>
            <pc:docMk/>
            <pc:sldMk cId="1544777094" sldId="515"/>
            <ac:spMk id="12" creationId="{CBDFD3DF-BE0A-22D6-B65B-06E47D567930}"/>
          </ac:spMkLst>
        </pc:spChg>
        <pc:grpChg chg="add del">
          <ac:chgData name="Atsuhito Hirose" userId="S::2286600@vsn.co.jp::047da5a4-59c3-4230-854d-ba27a85bdd26" providerId="AD" clId="Web-{57B91D12-BD20-49E6-B55E-4BFB71320375}" dt="2022-06-15T02:46:06.660" v="217"/>
          <ac:grpSpMkLst>
            <pc:docMk/>
            <pc:sldMk cId="1544777094" sldId="515"/>
            <ac:grpSpMk id="5" creationId="{86BF8747-9C3A-4013-9BB5-FF1F9078DF60}"/>
          </ac:grpSpMkLst>
        </pc:grpChg>
        <pc:picChg chg="add del">
          <ac:chgData name="Atsuhito Hirose" userId="S::2286600@vsn.co.jp::047da5a4-59c3-4230-854d-ba27a85bdd26" providerId="AD" clId="Web-{57B91D12-BD20-49E6-B55E-4BFB71320375}" dt="2022-06-15T02:46:06.660" v="219"/>
          <ac:picMkLst>
            <pc:docMk/>
            <pc:sldMk cId="1544777094" sldId="515"/>
            <ac:picMk id="2" creationId="{0686F355-C5DD-F1D4-BEC8-AB3EC1BAA9AD}"/>
          </ac:picMkLst>
        </pc:picChg>
      </pc:sldChg>
      <pc:sldChg chg="delSp modSp">
        <pc:chgData name="Atsuhito Hirose" userId="S::2286600@vsn.co.jp::047da5a4-59c3-4230-854d-ba27a85bdd26" providerId="AD" clId="Web-{57B91D12-BD20-49E6-B55E-4BFB71320375}" dt="2022-06-15T02:47:22.412" v="234"/>
        <pc:sldMkLst>
          <pc:docMk/>
          <pc:sldMk cId="1501931569" sldId="516"/>
        </pc:sldMkLst>
        <pc:spChg chg="mod">
          <ac:chgData name="Atsuhito Hirose" userId="S::2286600@vsn.co.jp::047da5a4-59c3-4230-854d-ba27a85bdd26" providerId="AD" clId="Web-{57B91D12-BD20-49E6-B55E-4BFB71320375}" dt="2022-06-15T02:46:58.115" v="228" actId="20577"/>
          <ac:spMkLst>
            <pc:docMk/>
            <pc:sldMk cId="1501931569" sldId="516"/>
            <ac:spMk id="2" creationId="{291E26F1-E356-33D8-DCFC-1A1B9E7B15D9}"/>
          </ac:spMkLst>
        </pc:spChg>
        <pc:spChg chg="mod">
          <ac:chgData name="Atsuhito Hirose" userId="S::2286600@vsn.co.jp::047da5a4-59c3-4230-854d-ba27a85bdd26" providerId="AD" clId="Web-{57B91D12-BD20-49E6-B55E-4BFB71320375}" dt="2022-06-15T02:46:41.021" v="227" actId="20577"/>
          <ac:spMkLst>
            <pc:docMk/>
            <pc:sldMk cId="1501931569" sldId="516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7:22.412" v="234"/>
          <ac:spMkLst>
            <pc:docMk/>
            <pc:sldMk cId="1501931569" sldId="516"/>
            <ac:spMk id="12" creationId="{97A66EFA-868C-5072-5D46-EFFF684FCCFC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56:56.474" v="269" actId="20577"/>
        <pc:sldMkLst>
          <pc:docMk/>
          <pc:sldMk cId="3626178544" sldId="517"/>
        </pc:sldMkLst>
        <pc:spChg chg="mod">
          <ac:chgData name="Atsuhito Hirose" userId="S::2286600@vsn.co.jp::047da5a4-59c3-4230-854d-ba27a85bdd26" providerId="AD" clId="Web-{57B91D12-BD20-49E6-B55E-4BFB71320375}" dt="2022-06-15T02:47:11.896" v="232" actId="20577"/>
          <ac:spMkLst>
            <pc:docMk/>
            <pc:sldMk cId="3626178544" sldId="517"/>
            <ac:spMk id="2" creationId="{C7CA869B-C37E-971A-A690-8E4700B3E470}"/>
          </ac:spMkLst>
        </pc:spChg>
        <pc:spChg chg="mod">
          <ac:chgData name="Atsuhito Hirose" userId="S::2286600@vsn.co.jp::047da5a4-59c3-4230-854d-ba27a85bdd26" providerId="AD" clId="Web-{57B91D12-BD20-49E6-B55E-4BFB71320375}" dt="2022-06-15T02:56:56.474" v="269" actId="20577"/>
          <ac:spMkLst>
            <pc:docMk/>
            <pc:sldMk cId="3626178544" sldId="517"/>
            <ac:spMk id="12" creationId="{6A92EAD8-07D2-477D-BA38-39E579B78CE3}"/>
          </ac:spMkLst>
        </pc:spChg>
        <pc:spChg chg="del">
          <ac:chgData name="Atsuhito Hirose" userId="S::2286600@vsn.co.jp::047da5a4-59c3-4230-854d-ba27a85bdd26" providerId="AD" clId="Web-{57B91D12-BD20-49E6-B55E-4BFB71320375}" dt="2022-06-15T02:47:16.365" v="233"/>
          <ac:spMkLst>
            <pc:docMk/>
            <pc:sldMk cId="3626178544" sldId="517"/>
            <ac:spMk id="13" creationId="{B73A3BC4-1677-E455-7726-16F0FAC19F4C}"/>
          </ac:spMkLst>
        </pc:spChg>
      </pc:sldChg>
      <pc:sldChg chg="modSp">
        <pc:chgData name="Atsuhito Hirose" userId="S::2286600@vsn.co.jp::047da5a4-59c3-4230-854d-ba27a85bdd26" providerId="AD" clId="Web-{57B91D12-BD20-49E6-B55E-4BFB71320375}" dt="2022-06-15T02:54:55.752" v="265"/>
        <pc:sldMkLst>
          <pc:docMk/>
          <pc:sldMk cId="2324477514" sldId="540"/>
        </pc:sldMkLst>
        <pc:graphicFrameChg chg="modGraphic">
          <ac:chgData name="Atsuhito Hirose" userId="S::2286600@vsn.co.jp::047da5a4-59c3-4230-854d-ba27a85bdd26" providerId="AD" clId="Web-{57B91D12-BD20-49E6-B55E-4BFB71320375}" dt="2022-06-15T02:54:55.752" v="265"/>
          <ac:graphicFrameMkLst>
            <pc:docMk/>
            <pc:sldMk cId="2324477514" sldId="540"/>
            <ac:graphicFrameMk id="3" creationId="{7BD02604-A384-CB34-5B4F-38302E2110AF}"/>
          </ac:graphicFrameMkLst>
        </pc:graphicFrameChg>
      </pc:sldChg>
      <pc:sldChg chg="delSp modSp">
        <pc:chgData name="Atsuhito Hirose" userId="S::2286600@vsn.co.jp::047da5a4-59c3-4230-854d-ba27a85bdd26" providerId="AD" clId="Web-{57B91D12-BD20-49E6-B55E-4BFB71320375}" dt="2022-06-15T02:27:36.585" v="18" actId="20577"/>
        <pc:sldMkLst>
          <pc:docMk/>
          <pc:sldMk cId="3085712180" sldId="1654"/>
        </pc:sldMkLst>
        <pc:spChg chg="mod">
          <ac:chgData name="Atsuhito Hirose" userId="S::2286600@vsn.co.jp::047da5a4-59c3-4230-854d-ba27a85bdd26" providerId="AD" clId="Web-{57B91D12-BD20-49E6-B55E-4BFB71320375}" dt="2022-06-15T02:26:57.193" v="5" actId="20577"/>
          <ac:spMkLst>
            <pc:docMk/>
            <pc:sldMk cId="3085712180" sldId="1654"/>
            <ac:spMk id="38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6:52.958" v="4" actId="20577"/>
          <ac:spMkLst>
            <pc:docMk/>
            <pc:sldMk cId="3085712180" sldId="1654"/>
            <ac:spMk id="39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4.818" v="7" actId="20577"/>
          <ac:spMkLst>
            <pc:docMk/>
            <pc:sldMk cId="3085712180" sldId="1654"/>
            <ac:spMk id="40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0.865" v="6" actId="20577"/>
          <ac:spMkLst>
            <pc:docMk/>
            <pc:sldMk cId="3085712180" sldId="1654"/>
            <ac:spMk id="41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8.412" v="8" actId="20577"/>
          <ac:spMkLst>
            <pc:docMk/>
            <pc:sldMk cId="3085712180" sldId="1654"/>
            <ac:spMk id="42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18.006" v="13" actId="20577"/>
          <ac:spMkLst>
            <pc:docMk/>
            <pc:sldMk cId="3085712180" sldId="1654"/>
            <ac:spMk id="43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5.412" v="15" actId="20577"/>
          <ac:spMkLst>
            <pc:docMk/>
            <pc:sldMk cId="3085712180" sldId="1654"/>
            <ac:spMk id="44" creationId="{00000000-0000-0000-0000-000000000000}"/>
          </ac:spMkLst>
        </pc:spChg>
        <pc:spChg chg="del">
          <ac:chgData name="Atsuhito Hirose" userId="S::2286600@vsn.co.jp::047da5a4-59c3-4230-854d-ba27a85bdd26" providerId="AD" clId="Web-{57B91D12-BD20-49E6-B55E-4BFB71320375}" dt="2022-06-15T02:27:12.225" v="9"/>
          <ac:spMkLst>
            <pc:docMk/>
            <pc:sldMk cId="3085712180" sldId="1654"/>
            <ac:spMk id="46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1.194" v="14" actId="20577"/>
          <ac:spMkLst>
            <pc:docMk/>
            <pc:sldMk cId="3085712180" sldId="1654"/>
            <ac:spMk id="47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8.850" v="16" actId="20577"/>
          <ac:spMkLst>
            <pc:docMk/>
            <pc:sldMk cId="3085712180" sldId="1654"/>
            <ac:spMk id="48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32.288" v="17" actId="20577"/>
          <ac:spMkLst>
            <pc:docMk/>
            <pc:sldMk cId="3085712180" sldId="1654"/>
            <ac:spMk id="65" creationId="{AD4BF6D8-497D-4D5D-A93B-F621D0987041}"/>
          </ac:spMkLst>
        </pc:spChg>
        <pc:spChg chg="mod">
          <ac:chgData name="Atsuhito Hirose" userId="S::2286600@vsn.co.jp::047da5a4-59c3-4230-854d-ba27a85bdd26" providerId="AD" clId="Web-{57B91D12-BD20-49E6-B55E-4BFB71320375}" dt="2022-06-15T02:27:36.585" v="18" actId="20577"/>
          <ac:spMkLst>
            <pc:docMk/>
            <pc:sldMk cId="3085712180" sldId="1654"/>
            <ac:spMk id="69" creationId="{C6634D24-E29D-4EE3-90B1-CB9E2AEA7CD7}"/>
          </ac:spMkLst>
        </pc:spChg>
      </pc:sldChg>
    </pc:docChg>
  </pc:docChgLst>
  <pc:docChgLst>
    <pc:chgData name="Tatsuya Ishikawa" userId="S::i-tatsuya@vsn.co.jp::5d85e416-bddd-4fba-8c30-27f30eb3cdb0" providerId="AD" clId="Web-{62988E89-95DD-440C-BBDD-AFA96CF15A69}"/>
    <pc:docChg chg="modSld">
      <pc:chgData name="Tatsuya Ishikawa" userId="S::i-tatsuya@vsn.co.jp::5d85e416-bddd-4fba-8c30-27f30eb3cdb0" providerId="AD" clId="Web-{62988E89-95DD-440C-BBDD-AFA96CF15A69}" dt="2022-06-15T02:33:21.130" v="3"/>
      <pc:docMkLst>
        <pc:docMk/>
      </pc:docMkLst>
      <pc:sldChg chg="modSp">
        <pc:chgData name="Tatsuya Ishikawa" userId="S::i-tatsuya@vsn.co.jp::5d85e416-bddd-4fba-8c30-27f30eb3cdb0" providerId="AD" clId="Web-{62988E89-95DD-440C-BBDD-AFA96CF15A69}" dt="2022-06-15T02:30:37.127" v="1"/>
        <pc:sldMkLst>
          <pc:docMk/>
          <pc:sldMk cId="3003282579" sldId="373"/>
        </pc:sldMkLst>
        <pc:graphicFrameChg chg="modGraphic">
          <ac:chgData name="Tatsuya Ishikawa" userId="S::i-tatsuya@vsn.co.jp::5d85e416-bddd-4fba-8c30-27f30eb3cdb0" providerId="AD" clId="Web-{62988E89-95DD-440C-BBDD-AFA96CF15A69}" dt="2022-06-15T02:30:31.377" v="0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modGraphic">
          <ac:chgData name="Tatsuya Ishikawa" userId="S::i-tatsuya@vsn.co.jp::5d85e416-bddd-4fba-8c30-27f30eb3cdb0" providerId="AD" clId="Web-{62988E89-95DD-440C-BBDD-AFA96CF15A69}" dt="2022-06-15T02:30:37.127" v="1"/>
          <ac:graphicFrameMkLst>
            <pc:docMk/>
            <pc:sldMk cId="3003282579" sldId="373"/>
            <ac:graphicFrameMk id="3" creationId="{1F5E16A4-ABCA-49C3-82D6-D8116AB61E24}"/>
          </ac:graphicFrameMkLst>
        </pc:graphicFrameChg>
      </pc:sldChg>
      <pc:sldChg chg="modSp">
        <pc:chgData name="Tatsuya Ishikawa" userId="S::i-tatsuya@vsn.co.jp::5d85e416-bddd-4fba-8c30-27f30eb3cdb0" providerId="AD" clId="Web-{62988E89-95DD-440C-BBDD-AFA96CF15A69}" dt="2022-06-15T02:33:21.130" v="3"/>
        <pc:sldMkLst>
          <pc:docMk/>
          <pc:sldMk cId="1589111570" sldId="379"/>
        </pc:sldMkLst>
        <pc:graphicFrameChg chg="modGraphic">
          <ac:chgData name="Tatsuya Ishikawa" userId="S::i-tatsuya@vsn.co.jp::5d85e416-bddd-4fba-8c30-27f30eb3cdb0" providerId="AD" clId="Web-{62988E89-95DD-440C-BBDD-AFA96CF15A69}" dt="2022-06-15T02:33:21.130" v="3"/>
          <ac:graphicFrameMkLst>
            <pc:docMk/>
            <pc:sldMk cId="1589111570" sldId="379"/>
            <ac:graphicFrameMk id="26" creationId="{E796B76D-8B93-4FCF-9FF6-CC049DCCDB7F}"/>
          </ac:graphicFrameMkLst>
        </pc:graphicFrameChg>
      </pc:sldChg>
    </pc:docChg>
  </pc:docChgLst>
  <pc:docChgLst>
    <pc:chgData name="Atsuhito Hirose" userId="S::2286600@vsn.co.jp::047da5a4-59c3-4230-854d-ba27a85bdd26" providerId="AD" clId="Web-{924CBBBA-2800-461A-9344-741E7AB70CD7}"/>
    <pc:docChg chg="addSld delSld modSld modSection">
      <pc:chgData name="Atsuhito Hirose" userId="S::2286600@vsn.co.jp::047da5a4-59c3-4230-854d-ba27a85bdd26" providerId="AD" clId="Web-{924CBBBA-2800-461A-9344-741E7AB70CD7}" dt="2022-06-15T06:08:06.955" v="144"/>
      <pc:docMkLst>
        <pc:docMk/>
      </pc:docMkLst>
      <pc:sldChg chg="del">
        <pc:chgData name="Atsuhito Hirose" userId="S::2286600@vsn.co.jp::047da5a4-59c3-4230-854d-ba27a85bdd26" providerId="AD" clId="Web-{924CBBBA-2800-461A-9344-741E7AB70CD7}" dt="2022-06-15T05:55:08.118" v="38"/>
        <pc:sldMkLst>
          <pc:docMk/>
          <pc:sldMk cId="2826585688" sldId="264"/>
        </pc:sldMkLst>
      </pc:sldChg>
      <pc:sldChg chg="addSp delSp modSp">
        <pc:chgData name="Atsuhito Hirose" userId="S::2286600@vsn.co.jp::047da5a4-59c3-4230-854d-ba27a85bdd26" providerId="AD" clId="Web-{924CBBBA-2800-461A-9344-741E7AB70CD7}" dt="2022-06-15T06:08:06.955" v="144"/>
        <pc:sldMkLst>
          <pc:docMk/>
          <pc:sldMk cId="876241309" sldId="325"/>
        </pc:sldMkLst>
        <pc:spChg chg="del">
          <ac:chgData name="Atsuhito Hirose" userId="S::2286600@vsn.co.jp::047da5a4-59c3-4230-854d-ba27a85bdd26" providerId="AD" clId="Web-{924CBBBA-2800-461A-9344-741E7AB70CD7}" dt="2022-06-15T06:03:22.962" v="47"/>
          <ac:spMkLst>
            <pc:docMk/>
            <pc:sldMk cId="876241309" sldId="325"/>
            <ac:spMk id="2" creationId="{280005C3-EB85-44E0-8CB0-790B31D493B8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6"/>
          <ac:spMkLst>
            <pc:docMk/>
            <pc:sldMk cId="876241309" sldId="325"/>
            <ac:spMk id="3" creationId="{6041EF58-7B5F-4B51-951F-E1026EAD909C}"/>
          </ac:spMkLst>
        </pc:spChg>
        <pc:spChg chg="add del mod">
          <ac:chgData name="Atsuhito Hirose" userId="S::2286600@vsn.co.jp::047da5a4-59c3-4230-854d-ba27a85bdd26" providerId="AD" clId="Web-{924CBBBA-2800-461A-9344-741E7AB70CD7}" dt="2022-06-15T06:03:54.447" v="57"/>
          <ac:spMkLst>
            <pc:docMk/>
            <pc:sldMk cId="876241309" sldId="325"/>
            <ac:spMk id="5" creationId="{F4953B5E-D9CC-771B-CEC0-9F059D482FB8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29" v="58" actId="20577"/>
          <ac:spMkLst>
            <pc:docMk/>
            <pc:sldMk cId="876241309" sldId="325"/>
            <ac:spMk id="7" creationId="{E5058F26-8211-3445-CFAA-E8362A61C54A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45" v="59" actId="20577"/>
          <ac:spMkLst>
            <pc:docMk/>
            <pc:sldMk cId="876241309" sldId="325"/>
            <ac:spMk id="9" creationId="{7F3F8D04-FCA4-8BE0-E69F-C5B5515C5049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60" v="60" actId="20577"/>
          <ac:spMkLst>
            <pc:docMk/>
            <pc:sldMk cId="876241309" sldId="325"/>
            <ac:spMk id="11" creationId="{1E869F38-BF8E-4F47-9022-C2FB3BD86A38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686" v="113"/>
          <ac:spMkLst>
            <pc:docMk/>
            <pc:sldMk cId="876241309" sldId="325"/>
            <ac:spMk id="13" creationId="{6FB5D47B-86CA-2142-A79E-F048F8450684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01" v="114"/>
          <ac:spMkLst>
            <pc:docMk/>
            <pc:sldMk cId="876241309" sldId="325"/>
            <ac:spMk id="14" creationId="{DDEE8D58-87A4-2621-3ABE-F304B0E03E24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32" v="115"/>
          <ac:spMkLst>
            <pc:docMk/>
            <pc:sldMk cId="876241309" sldId="325"/>
            <ac:spMk id="15" creationId="{661762D6-15B0-A804-9F68-87E84ED39E2B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64" v="116"/>
          <ac:spMkLst>
            <pc:docMk/>
            <pc:sldMk cId="876241309" sldId="325"/>
            <ac:spMk id="16" creationId="{79CFF512-D5B1-9CCF-4ADF-53F6B7F7F0D0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79" v="117"/>
          <ac:spMkLst>
            <pc:docMk/>
            <pc:sldMk cId="876241309" sldId="325"/>
            <ac:spMk id="17" creationId="{FCB8C8EF-2E1F-457D-037D-FA7C5BD8E312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11" v="118"/>
          <ac:spMkLst>
            <pc:docMk/>
            <pc:sldMk cId="876241309" sldId="325"/>
            <ac:spMk id="18" creationId="{5CD639BC-C8FE-26F0-E81B-D81259B412F3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42" v="119"/>
          <ac:spMkLst>
            <pc:docMk/>
            <pc:sldMk cId="876241309" sldId="325"/>
            <ac:spMk id="19" creationId="{634FD722-5937-3637-4725-B71B1E45455F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57" v="120"/>
          <ac:spMkLst>
            <pc:docMk/>
            <pc:sldMk cId="876241309" sldId="325"/>
            <ac:spMk id="20" creationId="{66775DB2-1F70-2B0B-D984-75A6C09BE1BC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89" v="121"/>
          <ac:spMkLst>
            <pc:docMk/>
            <pc:sldMk cId="876241309" sldId="325"/>
            <ac:spMk id="21" creationId="{49F97A62-6191-68BA-C74F-BF1EEF5C4D3C}"/>
          </ac:spMkLst>
        </pc:spChg>
        <pc:spChg chg="mod">
          <ac:chgData name="Atsuhito Hirose" userId="S::2286600@vsn.co.jp::047da5a4-59c3-4230-854d-ba27a85bdd26" providerId="AD" clId="Web-{924CBBBA-2800-461A-9344-741E7AB70CD7}" dt="2022-06-15T06:06:06.436" v="122"/>
          <ac:spMkLst>
            <pc:docMk/>
            <pc:sldMk cId="876241309" sldId="325"/>
            <ac:spMk id="22" creationId="{E4FDE2A1-2725-92B5-D24F-D561E58E6841}"/>
          </ac:spMkLst>
        </pc:spChg>
        <pc:spChg chg="del mod topLvl">
          <ac:chgData name="Atsuhito Hirose" userId="S::2286600@vsn.co.jp::047da5a4-59c3-4230-854d-ba27a85bdd26" providerId="AD" clId="Web-{924CBBBA-2800-461A-9344-741E7AB70CD7}" dt="2022-06-15T06:05:39.904" v="104"/>
          <ac:spMkLst>
            <pc:docMk/>
            <pc:sldMk cId="876241309" sldId="325"/>
            <ac:spMk id="25" creationId="{BD9FD900-E465-4B80-2B52-1A4AB5105287}"/>
          </ac:spMkLst>
        </pc:spChg>
        <pc:spChg chg="del mod topLvl">
          <ac:chgData name="Atsuhito Hirose" userId="S::2286600@vsn.co.jp::047da5a4-59c3-4230-854d-ba27a85bdd26" providerId="AD" clId="Web-{924CBBBA-2800-461A-9344-741E7AB70CD7}" dt="2022-06-15T06:05:39.904" v="103"/>
          <ac:spMkLst>
            <pc:docMk/>
            <pc:sldMk cId="876241309" sldId="325"/>
            <ac:spMk id="26" creationId="{322CA848-4DA9-05DB-76EE-CECCA2B214C1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716" v="101"/>
          <ac:spMkLst>
            <pc:docMk/>
            <pc:sldMk cId="876241309" sldId="325"/>
            <ac:spMk id="27" creationId="{01BBD224-168A-8826-E8FD-570E17E1B571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5"/>
          <ac:spMkLst>
            <pc:docMk/>
            <pc:sldMk cId="876241309" sldId="325"/>
            <ac:spMk id="28" creationId="{C1EB6D52-0C08-4376-9C25-27C5391DABF9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3"/>
          <ac:spMkLst>
            <pc:docMk/>
            <pc:sldMk cId="876241309" sldId="325"/>
            <ac:spMk id="54" creationId="{AF9887A0-42DC-4F1F-8A68-40E6B32BA604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46" v="42"/>
          <ac:spMkLst>
            <pc:docMk/>
            <pc:sldMk cId="876241309" sldId="325"/>
            <ac:spMk id="55" creationId="{35FA0626-898D-4643-88A1-161D3DCE941E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700" v="100"/>
          <ac:spMkLst>
            <pc:docMk/>
            <pc:sldMk cId="876241309" sldId="325"/>
            <ac:spMk id="56" creationId="{54A0E611-5F57-7A93-5A8C-EDDCB25BCCD8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4.325" v="95"/>
          <ac:spMkLst>
            <pc:docMk/>
            <pc:sldMk cId="876241309" sldId="325"/>
            <ac:spMk id="57" creationId="{59203586-A593-35A6-7720-5AA504314371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85" v="99"/>
          <ac:spMkLst>
            <pc:docMk/>
            <pc:sldMk cId="876241309" sldId="325"/>
            <ac:spMk id="58" creationId="{8F67671A-33BB-90A0-6FD6-78424F561204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69" v="98"/>
          <ac:spMkLst>
            <pc:docMk/>
            <pc:sldMk cId="876241309" sldId="325"/>
            <ac:spMk id="59" creationId="{659E8277-55C3-60FC-A261-6F8DB34BA67F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0.606" v="94"/>
          <ac:spMkLst>
            <pc:docMk/>
            <pc:sldMk cId="876241309" sldId="325"/>
            <ac:spMk id="60" creationId="{B2D6AF8B-4A22-3E2A-1DAF-C4239876F238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53" v="97"/>
          <ac:spMkLst>
            <pc:docMk/>
            <pc:sldMk cId="876241309" sldId="325"/>
            <ac:spMk id="61" creationId="{67E008F6-C2D8-77EC-8DF0-E1965F66D0D7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7.246" v="93"/>
          <ac:spMkLst>
            <pc:docMk/>
            <pc:sldMk cId="876241309" sldId="325"/>
            <ac:spMk id="62" creationId="{197A9213-F877-9C99-9279-D7023384F59D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3.668" v="92"/>
          <ac:spMkLst>
            <pc:docMk/>
            <pc:sldMk cId="876241309" sldId="325"/>
            <ac:spMk id="63" creationId="{AEE765F0-40B2-121C-B73B-F9C2A7D928CC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0.652" v="91"/>
          <ac:spMkLst>
            <pc:docMk/>
            <pc:sldMk cId="876241309" sldId="325"/>
            <ac:spMk id="64" creationId="{61764D51-36EA-3C3A-26EF-85DCA77F910D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4:57.402" v="90"/>
          <ac:spMkLst>
            <pc:docMk/>
            <pc:sldMk cId="876241309" sldId="325"/>
            <ac:spMk id="65" creationId="{96111B00-0BE3-7FB2-A1E3-F1D0C86D5587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9.888" v="102"/>
          <ac:spMkLst>
            <pc:docMk/>
            <pc:sldMk cId="876241309" sldId="325"/>
            <ac:spMk id="66" creationId="{547C0739-BE68-26F8-00BE-19B3C693065E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7.512" v="96"/>
          <ac:spMkLst>
            <pc:docMk/>
            <pc:sldMk cId="876241309" sldId="325"/>
            <ac:spMk id="67" creationId="{24D60A4C-753E-EBB4-5249-DBEA15AD2A1B}"/>
          </ac:spMkLst>
        </pc:spChg>
        <pc:spChg chg="add">
          <ac:chgData name="Atsuhito Hirose" userId="S::2286600@vsn.co.jp::047da5a4-59c3-4230-854d-ba27a85bdd26" providerId="AD" clId="Web-{924CBBBA-2800-461A-9344-741E7AB70CD7}" dt="2022-06-15T06:03:32.837" v="54"/>
          <ac:spMkLst>
            <pc:docMk/>
            <pc:sldMk cId="876241309" sldId="325"/>
            <ac:spMk id="70" creationId="{127EAAA7-2C59-DED9-AFF7-D83DFF46B71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09" v="125"/>
          <ac:spMkLst>
            <pc:docMk/>
            <pc:sldMk cId="876241309" sldId="325"/>
            <ac:spMk id="72" creationId="{DB5890E0-346D-F7DB-B591-30B8CAA9FFEA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40" v="126"/>
          <ac:spMkLst>
            <pc:docMk/>
            <pc:sldMk cId="876241309" sldId="325"/>
            <ac:spMk id="73" creationId="{644B7B38-984C-18C2-B6EE-3ADAA696420F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87" v="127"/>
          <ac:spMkLst>
            <pc:docMk/>
            <pc:sldMk cId="876241309" sldId="325"/>
            <ac:spMk id="74" creationId="{7AC031F1-4DD7-449F-C3B4-123030A8C8A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18" v="128"/>
          <ac:spMkLst>
            <pc:docMk/>
            <pc:sldMk cId="876241309" sldId="325"/>
            <ac:spMk id="75" creationId="{64E33B00-972B-99E2-363F-8F74D10B95B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65" v="129"/>
          <ac:spMkLst>
            <pc:docMk/>
            <pc:sldMk cId="876241309" sldId="325"/>
            <ac:spMk id="76" creationId="{3DCDF96F-5283-85A0-7A48-333CBF98F609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96" v="130"/>
          <ac:spMkLst>
            <pc:docMk/>
            <pc:sldMk cId="876241309" sldId="325"/>
            <ac:spMk id="77" creationId="{73467C3F-ABE0-98EA-6854-797F1211A644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343" v="131"/>
          <ac:spMkLst>
            <pc:docMk/>
            <pc:sldMk cId="876241309" sldId="325"/>
            <ac:spMk id="78" creationId="{0550DB9E-DD6A-5833-3194-D1CBAFD2EAC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390" v="132"/>
          <ac:spMkLst>
            <pc:docMk/>
            <pc:sldMk cId="876241309" sldId="325"/>
            <ac:spMk id="79" creationId="{72A7C01C-5B72-0CA1-7379-7EE93F688918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21" v="133"/>
          <ac:spMkLst>
            <pc:docMk/>
            <pc:sldMk cId="876241309" sldId="325"/>
            <ac:spMk id="80" creationId="{268E15CB-2CB4-AB1E-5B6F-D37ADAE712A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68" v="134"/>
          <ac:spMkLst>
            <pc:docMk/>
            <pc:sldMk cId="876241309" sldId="325"/>
            <ac:spMk id="81" creationId="{21E1D5A8-18C0-ECAF-2E1E-0230C83B708A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99" v="135"/>
          <ac:spMkLst>
            <pc:docMk/>
            <pc:sldMk cId="876241309" sldId="325"/>
            <ac:spMk id="82" creationId="{047BAD38-0D8D-DEDF-0845-482AF0A3581C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546" v="136"/>
          <ac:spMkLst>
            <pc:docMk/>
            <pc:sldMk cId="876241309" sldId="325"/>
            <ac:spMk id="83" creationId="{9E728B24-2FD5-1676-83A2-D9060C8E887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577" v="137"/>
          <ac:spMkLst>
            <pc:docMk/>
            <pc:sldMk cId="876241309" sldId="325"/>
            <ac:spMk id="84" creationId="{A443E192-9E36-360B-26DD-7265B3E5DC0C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609" v="138"/>
          <ac:spMkLst>
            <pc:docMk/>
            <pc:sldMk cId="876241309" sldId="325"/>
            <ac:spMk id="85" creationId="{A0ED89D5-7AD0-6185-D2A7-6942E378B391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656" v="139"/>
          <ac:spMkLst>
            <pc:docMk/>
            <pc:sldMk cId="876241309" sldId="325"/>
            <ac:spMk id="86" creationId="{F7A4815E-326B-9EFB-8E36-342DB1DDC343}"/>
          </ac:spMkLst>
        </pc:spChg>
        <pc:spChg chg="add del mod">
          <ac:chgData name="Atsuhito Hirose" userId="S::2286600@vsn.co.jp::047da5a4-59c3-4230-854d-ba27a85bdd26" providerId="AD" clId="Web-{924CBBBA-2800-461A-9344-741E7AB70CD7}" dt="2022-06-15T06:08:06.955" v="144"/>
          <ac:spMkLst>
            <pc:docMk/>
            <pc:sldMk cId="876241309" sldId="325"/>
            <ac:spMk id="89" creationId="{114EE1D0-6EB3-9350-FF4F-5ACACEE0B547}"/>
          </ac:spMkLst>
        </pc:spChg>
        <pc:spChg chg="add">
          <ac:chgData name="Atsuhito Hirose" userId="S::2286600@vsn.co.jp::047da5a4-59c3-4230-854d-ba27a85bdd26" providerId="AD" clId="Web-{924CBBBA-2800-461A-9344-741E7AB70CD7}" dt="2022-06-15T06:08:02.033" v="143"/>
          <ac:spMkLst>
            <pc:docMk/>
            <pc:sldMk cId="876241309" sldId="325"/>
            <ac:spMk id="90" creationId="{146D16A7-DCF2-BF6D-8A59-582F63A11AC2}"/>
          </ac:spMkLst>
        </pc:spChg>
        <pc:grpChg chg="add mod">
          <ac:chgData name="Atsuhito Hirose" userId="S::2286600@vsn.co.jp::047da5a4-59c3-4230-854d-ba27a85bdd26" providerId="AD" clId="Web-{924CBBBA-2800-461A-9344-741E7AB70CD7}" dt="2022-06-15T06:06:57.234" v="142" actId="1076"/>
          <ac:grpSpMkLst>
            <pc:docMk/>
            <pc:sldMk cId="876241309" sldId="325"/>
            <ac:grpSpMk id="23" creationId="{18D5B007-AE00-4BC9-28B8-ED2EEA4A5203}"/>
          </ac:grpSpMkLst>
        </pc:grpChg>
        <pc:grpChg chg="del">
          <ac:chgData name="Atsuhito Hirose" userId="S::2286600@vsn.co.jp::047da5a4-59c3-4230-854d-ba27a85bdd26" providerId="AD" clId="Web-{924CBBBA-2800-461A-9344-741E7AB70CD7}" dt="2022-06-15T06:03:22.962" v="44"/>
          <ac:grpSpMkLst>
            <pc:docMk/>
            <pc:sldMk cId="876241309" sldId="325"/>
            <ac:grpSpMk id="29" creationId="{A14FDDC0-C8DC-43BB-ADAA-6FB90909964F}"/>
          </ac:grpSpMkLst>
        </pc:grpChg>
        <pc:grpChg chg="add del">
          <ac:chgData name="Atsuhito Hirose" userId="S::2286600@vsn.co.jp::047da5a4-59c3-4230-854d-ba27a85bdd26" providerId="AD" clId="Web-{924CBBBA-2800-461A-9344-741E7AB70CD7}" dt="2022-06-15T06:05:39.904" v="103"/>
          <ac:grpSpMkLst>
            <pc:docMk/>
            <pc:sldMk cId="876241309" sldId="325"/>
            <ac:grpSpMk id="68" creationId="{0AB9117C-E1AD-61DB-4002-156F2AC87C1E}"/>
          </ac:grpSpMkLst>
        </pc:grpChg>
        <pc:grpChg chg="add mod">
          <ac:chgData name="Atsuhito Hirose" userId="S::2286600@vsn.co.jp::047da5a4-59c3-4230-854d-ba27a85bdd26" providerId="AD" clId="Web-{924CBBBA-2800-461A-9344-741E7AB70CD7}" dt="2022-06-15T06:06:50.953" v="141" actId="1076"/>
          <ac:grpSpMkLst>
            <pc:docMk/>
            <pc:sldMk cId="876241309" sldId="325"/>
            <ac:grpSpMk id="87" creationId="{D3C8BE08-2BE4-084B-828E-6D7647351D2D}"/>
          </ac:grpSpMkLst>
        </pc:grpChg>
      </pc:sldChg>
      <pc:sldChg chg="del">
        <pc:chgData name="Atsuhito Hirose" userId="S::2286600@vsn.co.jp::047da5a4-59c3-4230-854d-ba27a85bdd26" providerId="AD" clId="Web-{924CBBBA-2800-461A-9344-741E7AB70CD7}" dt="2022-06-15T05:55:02.446" v="37"/>
        <pc:sldMkLst>
          <pc:docMk/>
          <pc:sldMk cId="602306161" sldId="343"/>
        </pc:sldMkLst>
      </pc:sldChg>
      <pc:sldChg chg="del">
        <pc:chgData name="Atsuhito Hirose" userId="S::2286600@vsn.co.jp::047da5a4-59c3-4230-854d-ba27a85bdd26" providerId="AD" clId="Web-{924CBBBA-2800-461A-9344-741E7AB70CD7}" dt="2022-06-15T05:55:00.243" v="36"/>
        <pc:sldMkLst>
          <pc:docMk/>
          <pc:sldMk cId="2752771207" sldId="353"/>
        </pc:sldMkLst>
      </pc:sldChg>
      <pc:sldChg chg="del">
        <pc:chgData name="Atsuhito Hirose" userId="S::2286600@vsn.co.jp::047da5a4-59c3-4230-854d-ba27a85bdd26" providerId="AD" clId="Web-{924CBBBA-2800-461A-9344-741E7AB70CD7}" dt="2022-06-15T05:54:05.882" v="12"/>
        <pc:sldMkLst>
          <pc:docMk/>
          <pc:sldMk cId="1979329555" sldId="409"/>
        </pc:sldMkLst>
      </pc:sldChg>
      <pc:sldChg chg="modSp del">
        <pc:chgData name="Atsuhito Hirose" userId="S::2286600@vsn.co.jp::047da5a4-59c3-4230-854d-ba27a85bdd26" providerId="AD" clId="Web-{924CBBBA-2800-461A-9344-741E7AB70CD7}" dt="2022-06-15T05:54:56.352" v="34"/>
        <pc:sldMkLst>
          <pc:docMk/>
          <pc:sldMk cId="1327551399" sldId="419"/>
        </pc:sldMkLst>
        <pc:spChg chg="mod">
          <ac:chgData name="Atsuhito Hirose" userId="S::2286600@vsn.co.jp::047da5a4-59c3-4230-854d-ba27a85bdd26" providerId="AD" clId="Web-{924CBBBA-2800-461A-9344-741E7AB70CD7}" dt="2022-06-15T05:48:47.606" v="10" actId="20577"/>
          <ac:spMkLst>
            <pc:docMk/>
            <pc:sldMk cId="1327551399" sldId="419"/>
            <ac:spMk id="45" creationId="{00000000-0000-0000-0000-000000000000}"/>
          </ac:spMkLst>
        </pc:spChg>
        <pc:spChg chg="mod">
          <ac:chgData name="Atsuhito Hirose" userId="S::2286600@vsn.co.jp::047da5a4-59c3-4230-854d-ba27a85bdd26" providerId="AD" clId="Web-{924CBBBA-2800-461A-9344-741E7AB70CD7}" dt="2022-06-15T05:49:26.920" v="11" actId="20577"/>
          <ac:spMkLst>
            <pc:docMk/>
            <pc:sldMk cId="1327551399" sldId="419"/>
            <ac:spMk id="53" creationId="{00000000-0000-0000-0000-000000000000}"/>
          </ac:spMkLst>
        </pc:spChg>
      </pc:sldChg>
      <pc:sldChg chg="modSp del">
        <pc:chgData name="Atsuhito Hirose" userId="S::2286600@vsn.co.jp::047da5a4-59c3-4230-854d-ba27a85bdd26" providerId="AD" clId="Web-{924CBBBA-2800-461A-9344-741E7AB70CD7}" dt="2022-06-15T05:54:58.415" v="35"/>
        <pc:sldMkLst>
          <pc:docMk/>
          <pc:sldMk cId="1642681542" sldId="420"/>
        </pc:sldMkLst>
        <pc:spChg chg="mod">
          <ac:chgData name="Atsuhito Hirose" userId="S::2286600@vsn.co.jp::047da5a4-59c3-4230-854d-ba27a85bdd26" providerId="AD" clId="Web-{924CBBBA-2800-461A-9344-741E7AB70CD7}" dt="2022-06-15T05:47:55.355" v="7"/>
          <ac:spMkLst>
            <pc:docMk/>
            <pc:sldMk cId="1642681542" sldId="420"/>
            <ac:spMk id="6" creationId="{E4FCBCBA-F8EB-4438-5227-FA8A80A2F531}"/>
          </ac:spMkLst>
        </pc:spChg>
      </pc:sldChg>
      <pc:sldChg chg="del">
        <pc:chgData name="Atsuhito Hirose" userId="S::2286600@vsn.co.jp::047da5a4-59c3-4230-854d-ba27a85bdd26" providerId="AD" clId="Web-{924CBBBA-2800-461A-9344-741E7AB70CD7}" dt="2022-06-15T05:54:10.585" v="14"/>
        <pc:sldMkLst>
          <pc:docMk/>
          <pc:sldMk cId="692712198" sldId="524"/>
        </pc:sldMkLst>
      </pc:sldChg>
      <pc:sldChg chg="del">
        <pc:chgData name="Atsuhito Hirose" userId="S::2286600@vsn.co.jp::047da5a4-59c3-4230-854d-ba27a85bdd26" providerId="AD" clId="Web-{924CBBBA-2800-461A-9344-741E7AB70CD7}" dt="2022-06-15T05:54:51.633" v="32"/>
        <pc:sldMkLst>
          <pc:docMk/>
          <pc:sldMk cId="2280062510" sldId="527"/>
        </pc:sldMkLst>
      </pc:sldChg>
      <pc:sldChg chg="modSp">
        <pc:chgData name="Atsuhito Hirose" userId="S::2286600@vsn.co.jp::047da5a4-59c3-4230-854d-ba27a85bdd26" providerId="AD" clId="Web-{924CBBBA-2800-461A-9344-741E7AB70CD7}" dt="2022-06-15T05:44:32.739" v="6" actId="1076"/>
        <pc:sldMkLst>
          <pc:docMk/>
          <pc:sldMk cId="453169241" sldId="567"/>
        </pc:sldMkLst>
        <pc:spChg chg="mod">
          <ac:chgData name="Atsuhito Hirose" userId="S::2286600@vsn.co.jp::047da5a4-59c3-4230-854d-ba27a85bdd26" providerId="AD" clId="Web-{924CBBBA-2800-461A-9344-741E7AB70CD7}" dt="2022-06-15T05:42:39.439" v="1" actId="1076"/>
          <ac:spMkLst>
            <pc:docMk/>
            <pc:sldMk cId="453169241" sldId="567"/>
            <ac:spMk id="28" creationId="{99F49714-DFC9-20BE-34C5-CCB134280FE8}"/>
          </ac:spMkLst>
        </pc:spChg>
        <pc:spChg chg="mod">
          <ac:chgData name="Atsuhito Hirose" userId="S::2286600@vsn.co.jp::047da5a4-59c3-4230-854d-ba27a85bdd26" providerId="AD" clId="Web-{924CBBBA-2800-461A-9344-741E7AB70CD7}" dt="2022-06-15T05:44:32.739" v="6" actId="1076"/>
          <ac:spMkLst>
            <pc:docMk/>
            <pc:sldMk cId="453169241" sldId="567"/>
            <ac:spMk id="38" creationId="{E6C7C408-258A-02A2-C920-FFCC474BDD08}"/>
          </ac:spMkLst>
        </pc:spChg>
      </pc:sldChg>
      <pc:sldChg chg="del">
        <pc:chgData name="Atsuhito Hirose" userId="S::2286600@vsn.co.jp::047da5a4-59c3-4230-854d-ba27a85bdd26" providerId="AD" clId="Web-{924CBBBA-2800-461A-9344-741E7AB70CD7}" dt="2022-06-15T05:54:49.149" v="31"/>
        <pc:sldMkLst>
          <pc:docMk/>
          <pc:sldMk cId="1914386733" sldId="584"/>
        </pc:sldMkLst>
      </pc:sldChg>
      <pc:sldChg chg="del">
        <pc:chgData name="Atsuhito Hirose" userId="S::2286600@vsn.co.jp::047da5a4-59c3-4230-854d-ba27a85bdd26" providerId="AD" clId="Web-{924CBBBA-2800-461A-9344-741E7AB70CD7}" dt="2022-06-15T05:54:12.773" v="15"/>
        <pc:sldMkLst>
          <pc:docMk/>
          <pc:sldMk cId="887453859" sldId="585"/>
        </pc:sldMkLst>
      </pc:sldChg>
      <pc:sldChg chg="del">
        <pc:chgData name="Atsuhito Hirose" userId="S::2286600@vsn.co.jp::047da5a4-59c3-4230-854d-ba27a85bdd26" providerId="AD" clId="Web-{924CBBBA-2800-461A-9344-741E7AB70CD7}" dt="2022-06-15T05:54:44.555" v="29"/>
        <pc:sldMkLst>
          <pc:docMk/>
          <pc:sldMk cId="3453837485" sldId="587"/>
        </pc:sldMkLst>
      </pc:sldChg>
      <pc:sldChg chg="del">
        <pc:chgData name="Atsuhito Hirose" userId="S::2286600@vsn.co.jp::047da5a4-59c3-4230-854d-ba27a85bdd26" providerId="AD" clId="Web-{924CBBBA-2800-461A-9344-741E7AB70CD7}" dt="2022-06-15T05:54:42.289" v="28"/>
        <pc:sldMkLst>
          <pc:docMk/>
          <pc:sldMk cId="2581666943" sldId="588"/>
        </pc:sldMkLst>
      </pc:sldChg>
      <pc:sldChg chg="del">
        <pc:chgData name="Atsuhito Hirose" userId="S::2286600@vsn.co.jp::047da5a4-59c3-4230-854d-ba27a85bdd26" providerId="AD" clId="Web-{924CBBBA-2800-461A-9344-741E7AB70CD7}" dt="2022-06-15T05:54:40.149" v="27"/>
        <pc:sldMkLst>
          <pc:docMk/>
          <pc:sldMk cId="1370584552" sldId="589"/>
        </pc:sldMkLst>
      </pc:sldChg>
      <pc:sldChg chg="del">
        <pc:chgData name="Atsuhito Hirose" userId="S::2286600@vsn.co.jp::047da5a4-59c3-4230-854d-ba27a85bdd26" providerId="AD" clId="Web-{924CBBBA-2800-461A-9344-741E7AB70CD7}" dt="2022-06-15T05:54:37.711" v="26"/>
        <pc:sldMkLst>
          <pc:docMk/>
          <pc:sldMk cId="1965224276" sldId="590"/>
        </pc:sldMkLst>
      </pc:sldChg>
      <pc:sldChg chg="del">
        <pc:chgData name="Atsuhito Hirose" userId="S::2286600@vsn.co.jp::047da5a4-59c3-4230-854d-ba27a85bdd26" providerId="AD" clId="Web-{924CBBBA-2800-461A-9344-741E7AB70CD7}" dt="2022-06-15T05:54:35.789" v="25"/>
        <pc:sldMkLst>
          <pc:docMk/>
          <pc:sldMk cId="2874995346" sldId="591"/>
        </pc:sldMkLst>
      </pc:sldChg>
      <pc:sldChg chg="del">
        <pc:chgData name="Atsuhito Hirose" userId="S::2286600@vsn.co.jp::047da5a4-59c3-4230-854d-ba27a85bdd26" providerId="AD" clId="Web-{924CBBBA-2800-461A-9344-741E7AB70CD7}" dt="2022-06-15T05:54:33.273" v="24"/>
        <pc:sldMkLst>
          <pc:docMk/>
          <pc:sldMk cId="697168369" sldId="592"/>
        </pc:sldMkLst>
      </pc:sldChg>
      <pc:sldChg chg="del">
        <pc:chgData name="Atsuhito Hirose" userId="S::2286600@vsn.co.jp::047da5a4-59c3-4230-854d-ba27a85bdd26" providerId="AD" clId="Web-{924CBBBA-2800-461A-9344-741E7AB70CD7}" dt="2022-06-15T05:54:31.414" v="23"/>
        <pc:sldMkLst>
          <pc:docMk/>
          <pc:sldMk cId="769722322" sldId="593"/>
        </pc:sldMkLst>
      </pc:sldChg>
      <pc:sldChg chg="del">
        <pc:chgData name="Atsuhito Hirose" userId="S::2286600@vsn.co.jp::047da5a4-59c3-4230-854d-ba27a85bdd26" providerId="AD" clId="Web-{924CBBBA-2800-461A-9344-741E7AB70CD7}" dt="2022-06-15T05:54:28.633" v="22"/>
        <pc:sldMkLst>
          <pc:docMk/>
          <pc:sldMk cId="2638120211" sldId="594"/>
        </pc:sldMkLst>
      </pc:sldChg>
      <pc:sldChg chg="del">
        <pc:chgData name="Atsuhito Hirose" userId="S::2286600@vsn.co.jp::047da5a4-59c3-4230-854d-ba27a85bdd26" providerId="AD" clId="Web-{924CBBBA-2800-461A-9344-741E7AB70CD7}" dt="2022-06-15T05:54:25.851" v="21"/>
        <pc:sldMkLst>
          <pc:docMk/>
          <pc:sldMk cId="2872318709" sldId="595"/>
        </pc:sldMkLst>
      </pc:sldChg>
      <pc:sldChg chg="del">
        <pc:chgData name="Atsuhito Hirose" userId="S::2286600@vsn.co.jp::047da5a4-59c3-4230-854d-ba27a85bdd26" providerId="AD" clId="Web-{924CBBBA-2800-461A-9344-741E7AB70CD7}" dt="2022-06-15T05:54:23.570" v="20"/>
        <pc:sldMkLst>
          <pc:docMk/>
          <pc:sldMk cId="2013290490" sldId="596"/>
        </pc:sldMkLst>
      </pc:sldChg>
      <pc:sldChg chg="del">
        <pc:chgData name="Atsuhito Hirose" userId="S::2286600@vsn.co.jp::047da5a4-59c3-4230-854d-ba27a85bdd26" providerId="AD" clId="Web-{924CBBBA-2800-461A-9344-741E7AB70CD7}" dt="2022-06-15T05:54:21.148" v="19"/>
        <pc:sldMkLst>
          <pc:docMk/>
          <pc:sldMk cId="2241567650" sldId="597"/>
        </pc:sldMkLst>
      </pc:sldChg>
      <pc:sldChg chg="del">
        <pc:chgData name="Atsuhito Hirose" userId="S::2286600@vsn.co.jp::047da5a4-59c3-4230-854d-ba27a85bdd26" providerId="AD" clId="Web-{924CBBBA-2800-461A-9344-741E7AB70CD7}" dt="2022-06-15T05:54:19.132" v="18"/>
        <pc:sldMkLst>
          <pc:docMk/>
          <pc:sldMk cId="934970713" sldId="598"/>
        </pc:sldMkLst>
      </pc:sldChg>
      <pc:sldChg chg="del">
        <pc:chgData name="Atsuhito Hirose" userId="S::2286600@vsn.co.jp::047da5a4-59c3-4230-854d-ba27a85bdd26" providerId="AD" clId="Web-{924CBBBA-2800-461A-9344-741E7AB70CD7}" dt="2022-06-15T05:54:16.789" v="17"/>
        <pc:sldMkLst>
          <pc:docMk/>
          <pc:sldMk cId="2616139403" sldId="599"/>
        </pc:sldMkLst>
      </pc:sldChg>
      <pc:sldChg chg="del">
        <pc:chgData name="Atsuhito Hirose" userId="S::2286600@vsn.co.jp::047da5a4-59c3-4230-854d-ba27a85bdd26" providerId="AD" clId="Web-{924CBBBA-2800-461A-9344-741E7AB70CD7}" dt="2022-06-15T05:54:14.429" v="16"/>
        <pc:sldMkLst>
          <pc:docMk/>
          <pc:sldMk cId="2246968448" sldId="600"/>
        </pc:sldMkLst>
      </pc:sldChg>
      <pc:sldChg chg="del">
        <pc:chgData name="Atsuhito Hirose" userId="S::2286600@vsn.co.jp::047da5a4-59c3-4230-854d-ba27a85bdd26" providerId="AD" clId="Web-{924CBBBA-2800-461A-9344-741E7AB70CD7}" dt="2022-06-15T05:54:08.444" v="13"/>
        <pc:sldMkLst>
          <pc:docMk/>
          <pc:sldMk cId="3145635564" sldId="612"/>
        </pc:sldMkLst>
      </pc:sldChg>
      <pc:sldChg chg="del">
        <pc:chgData name="Atsuhito Hirose" userId="S::2286600@vsn.co.jp::047da5a4-59c3-4230-854d-ba27a85bdd26" providerId="AD" clId="Web-{924CBBBA-2800-461A-9344-741E7AB70CD7}" dt="2022-06-15T05:54:55.133" v="33"/>
        <pc:sldMkLst>
          <pc:docMk/>
          <pc:sldMk cId="4037404817" sldId="1648"/>
        </pc:sldMkLst>
      </pc:sldChg>
      <pc:sldChg chg="del">
        <pc:chgData name="Atsuhito Hirose" userId="S::2286600@vsn.co.jp::047da5a4-59c3-4230-854d-ba27a85bdd26" providerId="AD" clId="Web-{924CBBBA-2800-461A-9344-741E7AB70CD7}" dt="2022-06-15T05:54:47.289" v="30"/>
        <pc:sldMkLst>
          <pc:docMk/>
          <pc:sldMk cId="1094926211" sldId="1649"/>
        </pc:sldMkLst>
      </pc:sldChg>
      <pc:sldChg chg="modSp">
        <pc:chgData name="Atsuhito Hirose" userId="S::2286600@vsn.co.jp::047da5a4-59c3-4230-854d-ba27a85bdd26" providerId="AD" clId="Web-{924CBBBA-2800-461A-9344-741E7AB70CD7}" dt="2022-06-15T05:44:24.926" v="4" actId="1076"/>
        <pc:sldMkLst>
          <pc:docMk/>
          <pc:sldMk cId="1101493096" sldId="1650"/>
        </pc:sldMkLst>
        <pc:graphicFrameChg chg="mod">
          <ac:chgData name="Atsuhito Hirose" userId="S::2286600@vsn.co.jp::047da5a4-59c3-4230-854d-ba27a85bdd26" providerId="AD" clId="Web-{924CBBBA-2800-461A-9344-741E7AB70CD7}" dt="2022-06-15T05:44:24.926" v="4" actId="1076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modSp">
        <pc:chgData name="Atsuhito Hirose" userId="S::2286600@vsn.co.jp::047da5a4-59c3-4230-854d-ba27a85bdd26" providerId="AD" clId="Web-{924CBBBA-2800-461A-9344-741E7AB70CD7}" dt="2022-06-15T05:58:25.593" v="40" actId="1076"/>
        <pc:sldMkLst>
          <pc:docMk/>
          <pc:sldMk cId="1126247916" sldId="1655"/>
        </pc:sldMkLst>
        <pc:graphicFrameChg chg="mod">
          <ac:chgData name="Atsuhito Hirose" userId="S::2286600@vsn.co.jp::047da5a4-59c3-4230-854d-ba27a85bdd26" providerId="AD" clId="Web-{924CBBBA-2800-461A-9344-741E7AB70CD7}" dt="2022-06-15T05:58:25.593" v="40" actId="1076"/>
          <ac:graphicFrameMkLst>
            <pc:docMk/>
            <pc:sldMk cId="1126247916" sldId="1655"/>
            <ac:graphicFrameMk id="10" creationId="{CCBE98B4-5B24-E1DB-55EF-751096835726}"/>
          </ac:graphicFrameMkLst>
        </pc:graphicFrameChg>
      </pc:sldChg>
      <pc:sldChg chg="add replId">
        <pc:chgData name="Atsuhito Hirose" userId="S::2286600@vsn.co.jp::047da5a4-59c3-4230-854d-ba27a85bdd26" providerId="AD" clId="Web-{924CBBBA-2800-461A-9344-741E7AB70CD7}" dt="2022-06-15T06:03:12.290" v="41"/>
        <pc:sldMkLst>
          <pc:docMk/>
          <pc:sldMk cId="3121456155" sldId="1672"/>
        </pc:sldMkLst>
      </pc:sldChg>
    </pc:docChg>
  </pc:docChgLst>
  <pc:docChgLst>
    <pc:chgData name="Atsuhito Hirose" userId="S::2286600@vsn.co.jp::047da5a4-59c3-4230-854d-ba27a85bdd26" providerId="AD" clId="Web-{6373133B-E814-488D-A177-C8463E6B914B}"/>
    <pc:docChg chg="delSld modSld modSection">
      <pc:chgData name="Atsuhito Hirose" userId="S::2286600@vsn.co.jp::047da5a4-59c3-4230-854d-ba27a85bdd26" providerId="AD" clId="Web-{6373133B-E814-488D-A177-C8463E6B914B}" dt="2022-06-15T05:29:33.048" v="60"/>
      <pc:docMkLst>
        <pc:docMk/>
      </pc:docMkLst>
      <pc:sldChg chg="delSp">
        <pc:chgData name="Atsuhito Hirose" userId="S::2286600@vsn.co.jp::047da5a4-59c3-4230-854d-ba27a85bdd26" providerId="AD" clId="Web-{6373133B-E814-488D-A177-C8463E6B914B}" dt="2022-06-15T05:29:33.048" v="60"/>
        <pc:sldMkLst>
          <pc:docMk/>
          <pc:sldMk cId="2783792008" sldId="483"/>
        </pc:sldMkLst>
        <pc:picChg chg="del">
          <ac:chgData name="Atsuhito Hirose" userId="S::2286600@vsn.co.jp::047da5a4-59c3-4230-854d-ba27a85bdd26" providerId="AD" clId="Web-{6373133B-E814-488D-A177-C8463E6B914B}" dt="2022-06-15T05:29:33.048" v="60"/>
          <ac:picMkLst>
            <pc:docMk/>
            <pc:sldMk cId="2783792008" sldId="483"/>
            <ac:picMk id="25" creationId="{F45557F3-F94D-5431-CCA7-FF3A157C6D54}"/>
          </ac:picMkLst>
        </pc:picChg>
        <pc:picChg chg="del">
          <ac:chgData name="Atsuhito Hirose" userId="S::2286600@vsn.co.jp::047da5a4-59c3-4230-854d-ba27a85bdd26" providerId="AD" clId="Web-{6373133B-E814-488D-A177-C8463E6B914B}" dt="2022-06-15T05:29:26.548" v="58"/>
          <ac:picMkLst>
            <pc:docMk/>
            <pc:sldMk cId="2783792008" sldId="483"/>
            <ac:picMk id="26" creationId="{405622CC-462F-ACCB-E3B6-B9E10670602D}"/>
          </ac:picMkLst>
        </pc:picChg>
        <pc:picChg chg="del">
          <ac:chgData name="Atsuhito Hirose" userId="S::2286600@vsn.co.jp::047da5a4-59c3-4230-854d-ba27a85bdd26" providerId="AD" clId="Web-{6373133B-E814-488D-A177-C8463E6B914B}" dt="2022-06-15T05:29:30.298" v="59"/>
          <ac:picMkLst>
            <pc:docMk/>
            <pc:sldMk cId="2783792008" sldId="483"/>
            <ac:picMk id="27" creationId="{4100B936-146C-2446-53ED-C997EE54C03E}"/>
          </ac:picMkLst>
        </pc:picChg>
      </pc:sldChg>
      <pc:sldChg chg="modSp">
        <pc:chgData name="Atsuhito Hirose" userId="S::2286600@vsn.co.jp::047da5a4-59c3-4230-854d-ba27a85bdd26" providerId="AD" clId="Web-{6373133B-E814-488D-A177-C8463E6B914B}" dt="2022-06-15T05:11:03.632" v="51"/>
        <pc:sldMkLst>
          <pc:docMk/>
          <pc:sldMk cId="2751626410" sldId="489"/>
        </pc:sldMkLst>
        <pc:spChg chg="mod">
          <ac:chgData name="Atsuhito Hirose" userId="S::2286600@vsn.co.jp::047da5a4-59c3-4230-854d-ba27a85bdd26" providerId="AD" clId="Web-{6373133B-E814-488D-A177-C8463E6B914B}" dt="2022-06-15T05:11:03.632" v="51"/>
          <ac:spMkLst>
            <pc:docMk/>
            <pc:sldMk cId="2751626410" sldId="489"/>
            <ac:spMk id="4" creationId="{747A47AD-C9FD-6B0C-2DD3-412B26075B7B}"/>
          </ac:spMkLst>
        </pc:spChg>
        <pc:spChg chg="mod">
          <ac:chgData name="Atsuhito Hirose" userId="S::2286600@vsn.co.jp::047da5a4-59c3-4230-854d-ba27a85bdd26" providerId="AD" clId="Web-{6373133B-E814-488D-A177-C8463E6B914B}" dt="2022-06-15T05:10:50.569" v="49"/>
          <ac:spMkLst>
            <pc:docMk/>
            <pc:sldMk cId="2751626410" sldId="489"/>
            <ac:spMk id="16" creationId="{4950505C-D6A2-DF05-B107-71E454944B2E}"/>
          </ac:spMkLst>
        </pc:spChg>
      </pc:sldChg>
      <pc:sldChg chg="modSp del">
        <pc:chgData name="Atsuhito Hirose" userId="S::2286600@vsn.co.jp::047da5a4-59c3-4230-854d-ba27a85bdd26" providerId="AD" clId="Web-{6373133B-E814-488D-A177-C8463E6B914B}" dt="2022-06-15T04:53:54.639" v="32"/>
        <pc:sldMkLst>
          <pc:docMk/>
          <pc:sldMk cId="3903074394" sldId="507"/>
        </pc:sldMkLst>
        <pc:spChg chg="mod">
          <ac:chgData name="Atsuhito Hirose" userId="S::2286600@vsn.co.jp::047da5a4-59c3-4230-854d-ba27a85bdd26" providerId="AD" clId="Web-{6373133B-E814-488D-A177-C8463E6B914B}" dt="2022-06-15T04:48:59.179" v="1" actId="20577"/>
          <ac:spMkLst>
            <pc:docMk/>
            <pc:sldMk cId="3903074394" sldId="507"/>
            <ac:spMk id="10" creationId="{21FD1741-FD3B-4495-B223-D19BCFBD5F83}"/>
          </ac:spMkLst>
        </pc:spChg>
      </pc:sldChg>
      <pc:sldChg chg="del">
        <pc:chgData name="Atsuhito Hirose" userId="S::2286600@vsn.co.jp::047da5a4-59c3-4230-854d-ba27a85bdd26" providerId="AD" clId="Web-{6373133B-E814-488D-A177-C8463E6B914B}" dt="2022-06-15T04:54:18.452" v="34"/>
        <pc:sldMkLst>
          <pc:docMk/>
          <pc:sldMk cId="944032970" sldId="510"/>
        </pc:sldMkLst>
      </pc:sldChg>
      <pc:sldChg chg="del">
        <pc:chgData name="Atsuhito Hirose" userId="S::2286600@vsn.co.jp::047da5a4-59c3-4230-854d-ba27a85bdd26" providerId="AD" clId="Web-{6373133B-E814-488D-A177-C8463E6B914B}" dt="2022-06-15T04:54:23.717" v="35"/>
        <pc:sldMkLst>
          <pc:docMk/>
          <pc:sldMk cId="496821877" sldId="511"/>
        </pc:sldMkLst>
      </pc:sldChg>
      <pc:sldChg chg="del">
        <pc:chgData name="Atsuhito Hirose" userId="S::2286600@vsn.co.jp::047da5a4-59c3-4230-854d-ba27a85bdd26" providerId="AD" clId="Web-{6373133B-E814-488D-A177-C8463E6B914B}" dt="2022-06-15T04:54:26.718" v="36"/>
        <pc:sldMkLst>
          <pc:docMk/>
          <pc:sldMk cId="648860446" sldId="513"/>
        </pc:sldMkLst>
      </pc:sldChg>
      <pc:sldChg chg="del">
        <pc:chgData name="Atsuhito Hirose" userId="S::2286600@vsn.co.jp::047da5a4-59c3-4230-854d-ba27a85bdd26" providerId="AD" clId="Web-{6373133B-E814-488D-A177-C8463E6B914B}" dt="2022-06-15T04:54:31.686" v="37"/>
        <pc:sldMkLst>
          <pc:docMk/>
          <pc:sldMk cId="1544777094" sldId="515"/>
        </pc:sldMkLst>
      </pc:sldChg>
      <pc:sldChg chg="del">
        <pc:chgData name="Atsuhito Hirose" userId="S::2286600@vsn.co.jp::047da5a4-59c3-4230-854d-ba27a85bdd26" providerId="AD" clId="Web-{6373133B-E814-488D-A177-C8463E6B914B}" dt="2022-06-15T04:54:34.952" v="38"/>
        <pc:sldMkLst>
          <pc:docMk/>
          <pc:sldMk cId="1501931569" sldId="516"/>
        </pc:sldMkLst>
      </pc:sldChg>
      <pc:sldChg chg="del">
        <pc:chgData name="Atsuhito Hirose" userId="S::2286600@vsn.co.jp::047da5a4-59c3-4230-854d-ba27a85bdd26" providerId="AD" clId="Web-{6373133B-E814-488D-A177-C8463E6B914B}" dt="2022-06-15T04:54:39.796" v="39"/>
        <pc:sldMkLst>
          <pc:docMk/>
          <pc:sldMk cId="3626178544" sldId="517"/>
        </pc:sldMkLst>
      </pc:sldChg>
      <pc:sldChg chg="del">
        <pc:chgData name="Atsuhito Hirose" userId="S::2286600@vsn.co.jp::047da5a4-59c3-4230-854d-ba27a85bdd26" providerId="AD" clId="Web-{6373133B-E814-488D-A177-C8463E6B914B}" dt="2022-06-15T04:54:43.905" v="40"/>
        <pc:sldMkLst>
          <pc:docMk/>
          <pc:sldMk cId="2614432125" sldId="518"/>
        </pc:sldMkLst>
      </pc:sldChg>
      <pc:sldChg chg="del">
        <pc:chgData name="Atsuhito Hirose" userId="S::2286600@vsn.co.jp::047da5a4-59c3-4230-854d-ba27a85bdd26" providerId="AD" clId="Web-{6373133B-E814-488D-A177-C8463E6B914B}" dt="2022-06-15T04:54:46.890" v="41"/>
        <pc:sldMkLst>
          <pc:docMk/>
          <pc:sldMk cId="3637004053" sldId="519"/>
        </pc:sldMkLst>
      </pc:sldChg>
      <pc:sldChg chg="del">
        <pc:chgData name="Atsuhito Hirose" userId="S::2286600@vsn.co.jp::047da5a4-59c3-4230-854d-ba27a85bdd26" providerId="AD" clId="Web-{6373133B-E814-488D-A177-C8463E6B914B}" dt="2022-06-15T04:54:50.218" v="42"/>
        <pc:sldMkLst>
          <pc:docMk/>
          <pc:sldMk cId="2416276465" sldId="520"/>
        </pc:sldMkLst>
      </pc:sldChg>
      <pc:sldChg chg="modSp">
        <pc:chgData name="Atsuhito Hirose" userId="S::2286600@vsn.co.jp::047da5a4-59c3-4230-854d-ba27a85bdd26" providerId="AD" clId="Web-{6373133B-E814-488D-A177-C8463E6B914B}" dt="2022-06-15T05:14:15.574" v="53"/>
        <pc:sldMkLst>
          <pc:docMk/>
          <pc:sldMk cId="759240379" sldId="563"/>
        </pc:sldMkLst>
        <pc:spChg chg="mod">
          <ac:chgData name="Atsuhito Hirose" userId="S::2286600@vsn.co.jp::047da5a4-59c3-4230-854d-ba27a85bdd26" providerId="AD" clId="Web-{6373133B-E814-488D-A177-C8463E6B914B}" dt="2022-06-15T04:59:03.833" v="45"/>
          <ac:spMkLst>
            <pc:docMk/>
            <pc:sldMk cId="759240379" sldId="563"/>
            <ac:spMk id="40" creationId="{B6ED5667-989E-9974-657E-236B67A1AF84}"/>
          </ac:spMkLst>
        </pc:spChg>
        <pc:spChg chg="mod">
          <ac:chgData name="Atsuhito Hirose" userId="S::2286600@vsn.co.jp::047da5a4-59c3-4230-854d-ba27a85bdd26" providerId="AD" clId="Web-{6373133B-E814-488D-A177-C8463E6B914B}" dt="2022-06-15T05:14:15.574" v="53"/>
          <ac:spMkLst>
            <pc:docMk/>
            <pc:sldMk cId="759240379" sldId="563"/>
            <ac:spMk id="41" creationId="{C93C1BD2-2BA6-CC10-2828-EA637F050F8C}"/>
          </ac:spMkLst>
        </pc:spChg>
        <pc:spChg chg="mod">
          <ac:chgData name="Atsuhito Hirose" userId="S::2286600@vsn.co.jp::047da5a4-59c3-4230-854d-ba27a85bdd26" providerId="AD" clId="Web-{6373133B-E814-488D-A177-C8463E6B914B}" dt="2022-06-15T04:58:47.583" v="44"/>
          <ac:spMkLst>
            <pc:docMk/>
            <pc:sldMk cId="759240379" sldId="563"/>
            <ac:spMk id="42" creationId="{E580293B-C7C1-EEBC-AA26-541CE2F49E5A}"/>
          </ac:spMkLst>
        </pc:spChg>
      </pc:sldChg>
      <pc:sldChg chg="modSp">
        <pc:chgData name="Atsuhito Hirose" userId="S::2286600@vsn.co.jp::047da5a4-59c3-4230-854d-ba27a85bdd26" providerId="AD" clId="Web-{6373133B-E814-488D-A177-C8463E6B914B}" dt="2022-06-15T05:15:53.310" v="57" actId="20577"/>
        <pc:sldMkLst>
          <pc:docMk/>
          <pc:sldMk cId="2655291954" sldId="564"/>
        </pc:sldMkLst>
        <pc:spChg chg="mod">
          <ac:chgData name="Atsuhito Hirose" userId="S::2286600@vsn.co.jp::047da5a4-59c3-4230-854d-ba27a85bdd26" providerId="AD" clId="Web-{6373133B-E814-488D-A177-C8463E6B914B}" dt="2022-06-15T04:54:14.499" v="33" actId="1076"/>
          <ac:spMkLst>
            <pc:docMk/>
            <pc:sldMk cId="2655291954" sldId="564"/>
            <ac:spMk id="2" creationId="{F1237A88-8B84-B40A-9433-DD5EDA8DCD69}"/>
          </ac:spMkLst>
        </pc:spChg>
        <pc:spChg chg="mod">
          <ac:chgData name="Atsuhito Hirose" userId="S::2286600@vsn.co.jp::047da5a4-59c3-4230-854d-ba27a85bdd26" providerId="AD" clId="Web-{6373133B-E814-488D-A177-C8463E6B914B}" dt="2022-06-15T05:15:53.310" v="57" actId="20577"/>
          <ac:spMkLst>
            <pc:docMk/>
            <pc:sldMk cId="2655291954" sldId="564"/>
            <ac:spMk id="3" creationId="{C2926FE8-7F23-4A0B-4BF8-3326823F4BEF}"/>
          </ac:spMkLst>
        </pc:spChg>
        <pc:spChg chg="mod">
          <ac:chgData name="Atsuhito Hirose" userId="S::2286600@vsn.co.jp::047da5a4-59c3-4230-854d-ba27a85bdd26" providerId="AD" clId="Web-{6373133B-E814-488D-A177-C8463E6B914B}" dt="2022-06-15T05:14:30.808" v="54"/>
          <ac:spMkLst>
            <pc:docMk/>
            <pc:sldMk cId="2655291954" sldId="564"/>
            <ac:spMk id="37" creationId="{89DB1B2A-0AF2-ACCD-6277-B401B9F9A2E5}"/>
          </ac:spMkLst>
        </pc:spChg>
      </pc:sldChg>
      <pc:sldChg chg="modSp">
        <pc:chgData name="Atsuhito Hirose" userId="S::2286600@vsn.co.jp::047da5a4-59c3-4230-854d-ba27a85bdd26" providerId="AD" clId="Web-{6373133B-E814-488D-A177-C8463E6B914B}" dt="2022-06-15T05:03:17.652" v="48"/>
        <pc:sldMkLst>
          <pc:docMk/>
          <pc:sldMk cId="2444002575" sldId="566"/>
        </pc:sldMkLst>
        <pc:spChg chg="mod">
          <ac:chgData name="Atsuhito Hirose" userId="S::2286600@vsn.co.jp::047da5a4-59c3-4230-854d-ba27a85bdd26" providerId="AD" clId="Web-{6373133B-E814-488D-A177-C8463E6B914B}" dt="2022-06-15T05:02:50.745" v="46"/>
          <ac:spMkLst>
            <pc:docMk/>
            <pc:sldMk cId="2444002575" sldId="566"/>
            <ac:spMk id="32" creationId="{4BD85312-6B4A-3EA8-EBBA-69773FD3310F}"/>
          </ac:spMkLst>
        </pc:spChg>
        <pc:spChg chg="mod">
          <ac:chgData name="Atsuhito Hirose" userId="S::2286600@vsn.co.jp::047da5a4-59c3-4230-854d-ba27a85bdd26" providerId="AD" clId="Web-{6373133B-E814-488D-A177-C8463E6B914B}" dt="2022-06-15T05:03:17.652" v="48"/>
          <ac:spMkLst>
            <pc:docMk/>
            <pc:sldMk cId="2444002575" sldId="566"/>
            <ac:spMk id="33" creationId="{DDAB0744-F9B0-202D-5B23-11BA0A2DE89C}"/>
          </ac:spMkLst>
        </pc:spChg>
        <pc:spChg chg="mod">
          <ac:chgData name="Atsuhito Hirose" userId="S::2286600@vsn.co.jp::047da5a4-59c3-4230-854d-ba27a85bdd26" providerId="AD" clId="Web-{6373133B-E814-488D-A177-C8463E6B914B}" dt="2022-06-15T05:03:00.183" v="47"/>
          <ac:spMkLst>
            <pc:docMk/>
            <pc:sldMk cId="2444002575" sldId="566"/>
            <ac:spMk id="34" creationId="{4A42FEE8-C468-47F4-4092-FB02B974E194}"/>
          </ac:spMkLst>
        </pc:spChg>
      </pc:sldChg>
      <pc:sldChg chg="addSp modSp">
        <pc:chgData name="Atsuhito Hirose" userId="S::2286600@vsn.co.jp::047da5a4-59c3-4230-854d-ba27a85bdd26" providerId="AD" clId="Web-{6373133B-E814-488D-A177-C8463E6B914B}" dt="2022-06-15T04:53:41.060" v="31" actId="1076"/>
        <pc:sldMkLst>
          <pc:docMk/>
          <pc:sldMk cId="453169241" sldId="567"/>
        </pc:sldMkLst>
        <pc:spChg chg="add mod">
          <ac:chgData name="Atsuhito Hirose" userId="S::2286600@vsn.co.jp::047da5a4-59c3-4230-854d-ba27a85bdd26" providerId="AD" clId="Web-{6373133B-E814-488D-A177-C8463E6B914B}" dt="2022-06-15T04:53:41.060" v="31" actId="1076"/>
          <ac:spMkLst>
            <pc:docMk/>
            <pc:sldMk cId="453169241" sldId="567"/>
            <ac:spMk id="2" creationId="{03561969-803D-9568-F924-E7B469AED83C}"/>
          </ac:spMkLst>
        </pc:spChg>
        <pc:spChg chg="mod">
          <ac:chgData name="Atsuhito Hirose" userId="S::2286600@vsn.co.jp::047da5a4-59c3-4230-854d-ba27a85bdd26" providerId="AD" clId="Web-{6373133B-E814-488D-A177-C8463E6B914B}" dt="2022-06-15T04:53:31.544" v="30" actId="14100"/>
          <ac:spMkLst>
            <pc:docMk/>
            <pc:sldMk cId="453169241" sldId="567"/>
            <ac:spMk id="3" creationId="{D0971873-723B-534A-7FE5-7E5D25DEADD9}"/>
          </ac:spMkLst>
        </pc:spChg>
        <pc:spChg chg="mod">
          <ac:chgData name="Atsuhito Hirose" userId="S::2286600@vsn.co.jp::047da5a4-59c3-4230-854d-ba27a85bdd26" providerId="AD" clId="Web-{6373133B-E814-488D-A177-C8463E6B914B}" dt="2022-06-15T04:49:52.977" v="11" actId="1076"/>
          <ac:spMkLst>
            <pc:docMk/>
            <pc:sldMk cId="453169241" sldId="567"/>
            <ac:spMk id="15" creationId="{A789B775-D906-155D-68A6-2C668FB23C07}"/>
          </ac:spMkLst>
        </pc:spChg>
        <pc:spChg chg="mod">
          <ac:chgData name="Atsuhito Hirose" userId="S::2286600@vsn.co.jp::047da5a4-59c3-4230-854d-ba27a85bdd26" providerId="AD" clId="Web-{6373133B-E814-488D-A177-C8463E6B914B}" dt="2022-06-15T04:49:46.148" v="10" actId="14100"/>
          <ac:spMkLst>
            <pc:docMk/>
            <pc:sldMk cId="453169241" sldId="567"/>
            <ac:spMk id="25" creationId="{F72014D9-0537-0F20-C3EC-3F1FC3A28285}"/>
          </ac:spMkLst>
        </pc:spChg>
        <pc:spChg chg="mod">
          <ac:chgData name="Atsuhito Hirose" userId="S::2286600@vsn.co.jp::047da5a4-59c3-4230-854d-ba27a85bdd26" providerId="AD" clId="Web-{6373133B-E814-488D-A177-C8463E6B914B}" dt="2022-06-15T04:49:59.664" v="12" actId="1076"/>
          <ac:spMkLst>
            <pc:docMk/>
            <pc:sldMk cId="453169241" sldId="567"/>
            <ac:spMk id="27" creationId="{6F03E011-C1B8-3A4C-640A-C4EDE3DE3A16}"/>
          </ac:spMkLst>
        </pc:spChg>
        <pc:spChg chg="mod">
          <ac:chgData name="Atsuhito Hirose" userId="S::2286600@vsn.co.jp::047da5a4-59c3-4230-854d-ba27a85bdd26" providerId="AD" clId="Web-{6373133B-E814-488D-A177-C8463E6B914B}" dt="2022-06-15T04:49:21.429" v="5" actId="1076"/>
          <ac:spMkLst>
            <pc:docMk/>
            <pc:sldMk cId="453169241" sldId="567"/>
            <ac:spMk id="38" creationId="{E6C7C408-258A-02A2-C920-FFCC474BDD08}"/>
          </ac:spMkLst>
        </pc:spChg>
      </pc:sldChg>
    </pc:docChg>
  </pc:docChgLst>
  <pc:docChgLst>
    <pc:chgData name="Atsuhito Hirose" userId="S::2286600@vsn.co.jp::047da5a4-59c3-4230-854d-ba27a85bdd26" providerId="AD" clId="Web-{87EC6E46-6D8F-4E0E-8632-6043C8782D5C}"/>
    <pc:docChg chg="modSld">
      <pc:chgData name="Atsuhito Hirose" userId="S::2286600@vsn.co.jp::047da5a4-59c3-4230-854d-ba27a85bdd26" providerId="AD" clId="Web-{87EC6E46-6D8F-4E0E-8632-6043C8782D5C}" dt="2022-06-15T06:59:21.231" v="49"/>
      <pc:docMkLst>
        <pc:docMk/>
      </pc:docMkLst>
      <pc:sldChg chg="modSp">
        <pc:chgData name="Atsuhito Hirose" userId="S::2286600@vsn.co.jp::047da5a4-59c3-4230-854d-ba27a85bdd26" providerId="AD" clId="Web-{87EC6E46-6D8F-4E0E-8632-6043C8782D5C}" dt="2022-06-15T06:50:15.936" v="4"/>
        <pc:sldMkLst>
          <pc:docMk/>
          <pc:sldMk cId="2424132750" sldId="375"/>
        </pc:sldMkLst>
        <pc:graphicFrameChg chg="mod modGraphic">
          <ac:chgData name="Atsuhito Hirose" userId="S::2286600@vsn.co.jp::047da5a4-59c3-4230-854d-ba27a85bdd26" providerId="AD" clId="Web-{87EC6E46-6D8F-4E0E-8632-6043C8782D5C}" dt="2022-06-15T06:50:15.936" v="4"/>
          <ac:graphicFrameMkLst>
            <pc:docMk/>
            <pc:sldMk cId="2424132750" sldId="375"/>
            <ac:graphicFrameMk id="12" creationId="{BACFBFEF-12F9-3C50-531F-5C916356B56D}"/>
          </ac:graphicFrameMkLst>
        </pc:graphicFrameChg>
      </pc:sldChg>
      <pc:sldChg chg="addSp delSp modSp">
        <pc:chgData name="Atsuhito Hirose" userId="S::2286600@vsn.co.jp::047da5a4-59c3-4230-854d-ba27a85bdd26" providerId="AD" clId="Web-{87EC6E46-6D8F-4E0E-8632-6043C8782D5C}" dt="2022-06-15T06:59:21.231" v="49"/>
        <pc:sldMkLst>
          <pc:docMk/>
          <pc:sldMk cId="3364992812" sldId="380"/>
        </pc:sldMkLst>
        <pc:graphicFrameChg chg="del">
          <ac:chgData name="Atsuhito Hirose" userId="S::2286600@vsn.co.jp::047da5a4-59c3-4230-854d-ba27a85bdd26" providerId="AD" clId="Web-{87EC6E46-6D8F-4E0E-8632-6043C8782D5C}" dt="2022-06-15T06:57:26.197" v="37"/>
          <ac:graphicFrameMkLst>
            <pc:docMk/>
            <pc:sldMk cId="3364992812" sldId="380"/>
            <ac:graphicFrameMk id="2" creationId="{D872C2DF-318B-49ED-B93A-5E6C8BD19F7D}"/>
          </ac:graphicFrameMkLst>
        </pc:graphicFrameChg>
        <pc:graphicFrameChg chg="del">
          <ac:chgData name="Atsuhito Hirose" userId="S::2286600@vsn.co.jp::047da5a4-59c3-4230-854d-ba27a85bdd26" providerId="AD" clId="Web-{87EC6E46-6D8F-4E0E-8632-6043C8782D5C}" dt="2022-06-15T06:57:23.431" v="36"/>
          <ac:graphicFrameMkLst>
            <pc:docMk/>
            <pc:sldMk cId="3364992812" sldId="380"/>
            <ac:graphicFrameMk id="5" creationId="{72E03A5F-4B48-48B5-8BCE-C65727DCC300}"/>
          </ac:graphicFrameMkLst>
        </pc:graphicFrameChg>
        <pc:graphicFrameChg chg="add mod modGraphic">
          <ac:chgData name="Atsuhito Hirose" userId="S::2286600@vsn.co.jp::047da5a4-59c3-4230-854d-ba27a85bdd26" providerId="AD" clId="Web-{87EC6E46-6D8F-4E0E-8632-6043C8782D5C}" dt="2022-06-15T06:59:21.231" v="49"/>
          <ac:graphicFrameMkLst>
            <pc:docMk/>
            <pc:sldMk cId="3364992812" sldId="380"/>
            <ac:graphicFrameMk id="7" creationId="{CA1A3E3A-4376-460F-FE6D-7092C6AE4AC5}"/>
          </ac:graphicFrameMkLst>
        </pc:graphicFrameChg>
      </pc:sldChg>
      <pc:sldChg chg="addSp delSp modSp">
        <pc:chgData name="Atsuhito Hirose" userId="S::2286600@vsn.co.jp::047da5a4-59c3-4230-854d-ba27a85bdd26" providerId="AD" clId="Web-{87EC6E46-6D8F-4E0E-8632-6043C8782D5C}" dt="2022-06-15T06:57:06.368" v="35"/>
        <pc:sldMkLst>
          <pc:docMk/>
          <pc:sldMk cId="3629553462" sldId="381"/>
        </pc:sldMkLst>
        <pc:spChg chg="del">
          <ac:chgData name="Atsuhito Hirose" userId="S::2286600@vsn.co.jp::047da5a4-59c3-4230-854d-ba27a85bdd26" providerId="AD" clId="Web-{87EC6E46-6D8F-4E0E-8632-6043C8782D5C}" dt="2022-06-15T06:50:06.249" v="2"/>
          <ac:spMkLst>
            <pc:docMk/>
            <pc:sldMk cId="3629553462" sldId="381"/>
            <ac:spMk id="6" creationId="{7C6CA94D-89BF-CA26-E5FF-A79E0A4496D4}"/>
          </ac:spMkLst>
        </pc:spChg>
        <pc:graphicFrameChg chg="mod modGraphic">
          <ac:chgData name="Atsuhito Hirose" userId="S::2286600@vsn.co.jp::047da5a4-59c3-4230-854d-ba27a85bdd26" providerId="AD" clId="Web-{87EC6E46-6D8F-4E0E-8632-6043C8782D5C}" dt="2022-06-15T06:57:06.368" v="35"/>
          <ac:graphicFrameMkLst>
            <pc:docMk/>
            <pc:sldMk cId="3629553462" sldId="381"/>
            <ac:graphicFrameMk id="3" creationId="{C1F7D405-A9A3-153E-CB34-D96214CBF073}"/>
          </ac:graphicFrameMkLst>
        </pc:graphicFrameChg>
        <pc:graphicFrameChg chg="add del mod">
          <ac:chgData name="Atsuhito Hirose" userId="S::2286600@vsn.co.jp::047da5a4-59c3-4230-854d-ba27a85bdd26" providerId="AD" clId="Web-{87EC6E46-6D8F-4E0E-8632-6043C8782D5C}" dt="2022-06-15T06:49:59.452" v="1"/>
          <ac:graphicFrameMkLst>
            <pc:docMk/>
            <pc:sldMk cId="3629553462" sldId="381"/>
            <ac:graphicFrameMk id="5" creationId="{966F1CDC-0030-F9C3-49A8-AF7120170DE3}"/>
          </ac:graphicFrameMkLst>
        </pc:graphicFrameChg>
      </pc:sldChg>
    </pc:docChg>
  </pc:docChgLst>
  <pc:docChgLst>
    <pc:chgData name="Mitsunobu Katahira" userId="S::2541617@vsn.co.jp::06ab1dbf-76c9-4a29-90a2-818580e01b02" providerId="AD" clId="Web-{22C4C6E7-B21E-AEFE-F33A-8E0BBA310AF4}"/>
    <pc:docChg chg="delSld modSld sldOrd modSection">
      <pc:chgData name="Mitsunobu Katahira" userId="S::2541617@vsn.co.jp::06ab1dbf-76c9-4a29-90a2-818580e01b02" providerId="AD" clId="Web-{22C4C6E7-B21E-AEFE-F33A-8E0BBA310AF4}" dt="2022-06-15T07:30:04.761" v="27"/>
      <pc:docMkLst>
        <pc:docMk/>
      </pc:docMkLst>
      <pc:sldChg chg="modSp">
        <pc:chgData name="Mitsunobu Katahira" userId="S::2541617@vsn.co.jp::06ab1dbf-76c9-4a29-90a2-818580e01b02" providerId="AD" clId="Web-{22C4C6E7-B21E-AEFE-F33A-8E0BBA310AF4}" dt="2022-06-15T07:29:30.292" v="25"/>
        <pc:sldMkLst>
          <pc:docMk/>
          <pc:sldMk cId="3364992812" sldId="380"/>
        </pc:sldMkLst>
        <pc:graphicFrameChg chg="mod modGraphic">
          <ac:chgData name="Mitsunobu Katahira" userId="S::2541617@vsn.co.jp::06ab1dbf-76c9-4a29-90a2-818580e01b02" providerId="AD" clId="Web-{22C4C6E7-B21E-AEFE-F33A-8E0BBA310AF4}" dt="2022-06-15T07:29:30.292" v="25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del ord">
        <pc:chgData name="Mitsunobu Katahira" userId="S::2541617@vsn.co.jp::06ab1dbf-76c9-4a29-90a2-818580e01b02" providerId="AD" clId="Web-{22C4C6E7-B21E-AEFE-F33A-8E0BBA310AF4}" dt="2022-06-15T07:30:04.761" v="27"/>
        <pc:sldMkLst>
          <pc:docMk/>
          <pc:sldMk cId="4238165859" sldId="1644"/>
        </pc:sldMkLst>
      </pc:sldChg>
    </pc:docChg>
  </pc:docChgLst>
  <pc:docChgLst>
    <pc:chgData name="Kazutaka Fukuya" userId="5d54af26-a158-44b1-a477-71854ab1d1bf" providerId="ADAL" clId="{44B3D058-12DB-4A66-A099-DDF1E1DE1D6D}"/>
    <pc:docChg chg="undo redo custSel delSld modSld modSection">
      <pc:chgData name="Kazutaka Fukuya" userId="5d54af26-a158-44b1-a477-71854ab1d1bf" providerId="ADAL" clId="{44B3D058-12DB-4A66-A099-DDF1E1DE1D6D}" dt="2022-06-15T02:59:01.537" v="565" actId="1036"/>
      <pc:docMkLst>
        <pc:docMk/>
      </pc:docMkLst>
      <pc:sldChg chg="addSp delSp modSp mod">
        <pc:chgData name="Kazutaka Fukuya" userId="5d54af26-a158-44b1-a477-71854ab1d1bf" providerId="ADAL" clId="{44B3D058-12DB-4A66-A099-DDF1E1DE1D6D}" dt="2022-06-15T02:52:58.788" v="478" actId="478"/>
        <pc:sldMkLst>
          <pc:docMk/>
          <pc:sldMk cId="257047771" sldId="328"/>
        </pc:sldMkLst>
        <pc:spChg chg="add del">
          <ac:chgData name="Kazutaka Fukuya" userId="5d54af26-a158-44b1-a477-71854ab1d1bf" providerId="ADAL" clId="{44B3D058-12DB-4A66-A099-DDF1E1DE1D6D}" dt="2022-06-15T02:52:58.788" v="478" actId="478"/>
          <ac:spMkLst>
            <pc:docMk/>
            <pc:sldMk cId="257047771" sldId="328"/>
            <ac:spMk id="31" creationId="{1D5A448D-82F2-02C0-2E73-54982C1D5D6C}"/>
          </ac:spMkLst>
        </pc:spChg>
        <pc:graphicFrameChg chg="mod">
          <ac:chgData name="Kazutaka Fukuya" userId="5d54af26-a158-44b1-a477-71854ab1d1bf" providerId="ADAL" clId="{44B3D058-12DB-4A66-A099-DDF1E1DE1D6D}" dt="2022-06-15T02:52:22.960" v="477"/>
          <ac:graphicFrameMkLst>
            <pc:docMk/>
            <pc:sldMk cId="257047771" sldId="328"/>
            <ac:graphicFrameMk id="3" creationId="{D7C27F18-547D-4857-B21D-FBB757B44CFA}"/>
          </ac:graphicFrameMkLst>
        </pc:graphicFrameChg>
      </pc:sldChg>
      <pc:sldChg chg="addSp delSp modSp mod">
        <pc:chgData name="Kazutaka Fukuya" userId="5d54af26-a158-44b1-a477-71854ab1d1bf" providerId="ADAL" clId="{44B3D058-12DB-4A66-A099-DDF1E1DE1D6D}" dt="2022-06-15T02:59:01.537" v="565" actId="1036"/>
        <pc:sldMkLst>
          <pc:docMk/>
          <pc:sldMk cId="1589111570" sldId="379"/>
        </pc:sldMkLst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2" creationId="{25BE0399-65CD-467E-F376-F6CCB6F7A1EE}"/>
          </ac:spMkLst>
        </pc:spChg>
        <pc:spChg chg="del mod">
          <ac:chgData name="Kazutaka Fukuya" userId="5d54af26-a158-44b1-a477-71854ab1d1bf" providerId="ADAL" clId="{44B3D058-12DB-4A66-A099-DDF1E1DE1D6D}" dt="2022-06-15T02:58:55.149" v="535" actId="478"/>
          <ac:spMkLst>
            <pc:docMk/>
            <pc:sldMk cId="1589111570" sldId="379"/>
            <ac:spMk id="22" creationId="{36135DDF-3484-C3BA-60C2-31A285351D2D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24" creationId="{2170A347-FBBC-E42F-EC6C-E5634F844E07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42" creationId="{2D67242C-F373-87BE-9BDA-B6EA38D44B0B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43" creationId="{2A6F7132-C6E0-882F-D12A-BA594AE2BBD3}"/>
          </ac:spMkLst>
        </pc:spChg>
        <pc:graphicFrameChg chg="del mod">
          <ac:chgData name="Kazutaka Fukuya" userId="5d54af26-a158-44b1-a477-71854ab1d1bf" providerId="ADAL" clId="{44B3D058-12DB-4A66-A099-DDF1E1DE1D6D}" dt="2022-06-15T02:58:49.902" v="533" actId="478"/>
          <ac:graphicFrameMkLst>
            <pc:docMk/>
            <pc:sldMk cId="1589111570" sldId="379"/>
            <ac:graphicFrameMk id="26" creationId="{E796B76D-8B93-4FCF-9FF6-CC049DCCDB7F}"/>
          </ac:graphicFrameMkLst>
        </pc:graphicFrameChg>
        <pc:graphicFrameChg chg="del mod">
          <ac:chgData name="Kazutaka Fukuya" userId="5d54af26-a158-44b1-a477-71854ab1d1bf" providerId="ADAL" clId="{44B3D058-12DB-4A66-A099-DDF1E1DE1D6D}" dt="2022-06-15T02:58:48.042" v="532" actId="478"/>
          <ac:graphicFrameMkLst>
            <pc:docMk/>
            <pc:sldMk cId="1589111570" sldId="379"/>
            <ac:graphicFrameMk id="29" creationId="{406E4E19-182E-4472-8A6A-1C4EFEE7D1BC}"/>
          </ac:graphicFrameMkLst>
        </pc:graphicFrameChg>
      </pc:sldChg>
      <pc:sldChg chg="addSp delSp modSp mod">
        <pc:chgData name="Kazutaka Fukuya" userId="5d54af26-a158-44b1-a477-71854ab1d1bf" providerId="ADAL" clId="{44B3D058-12DB-4A66-A099-DDF1E1DE1D6D}" dt="2022-06-15T02:22:30.887" v="178" actId="6549"/>
        <pc:sldMkLst>
          <pc:docMk/>
          <pc:sldMk cId="3003376343" sldId="472"/>
        </pc:sldMkLst>
        <pc:spChg chg="add del mod">
          <ac:chgData name="Kazutaka Fukuya" userId="5d54af26-a158-44b1-a477-71854ab1d1bf" providerId="ADAL" clId="{44B3D058-12DB-4A66-A099-DDF1E1DE1D6D}" dt="2022-06-15T02:22:21.334" v="174" actId="478"/>
          <ac:spMkLst>
            <pc:docMk/>
            <pc:sldMk cId="3003376343" sldId="472"/>
            <ac:spMk id="4" creationId="{9DE0C01B-3AA2-8385-2FE3-1BCAC8AB729C}"/>
          </ac:spMkLst>
        </pc:spChg>
        <pc:spChg chg="mod">
          <ac:chgData name="Kazutaka Fukuya" userId="5d54af26-a158-44b1-a477-71854ab1d1bf" providerId="ADAL" clId="{44B3D058-12DB-4A66-A099-DDF1E1DE1D6D}" dt="2022-06-15T02:22:30.887" v="178" actId="6549"/>
          <ac:spMkLst>
            <pc:docMk/>
            <pc:sldMk cId="3003376343" sldId="472"/>
            <ac:spMk id="7" creationId="{1DFD73EF-E37C-4890-9740-38EB61063E51}"/>
          </ac:spMkLst>
        </pc:spChg>
      </pc:sldChg>
      <pc:sldChg chg="addSp delSp modSp mod">
        <pc:chgData name="Kazutaka Fukuya" userId="5d54af26-a158-44b1-a477-71854ab1d1bf" providerId="ADAL" clId="{44B3D058-12DB-4A66-A099-DDF1E1DE1D6D}" dt="2022-06-15T02:25:19.540" v="238" actId="478"/>
        <pc:sldMkLst>
          <pc:docMk/>
          <pc:sldMk cId="3029537547" sldId="478"/>
        </pc:sldMkLst>
        <pc:spChg chg="add del mod">
          <ac:chgData name="Kazutaka Fukuya" userId="5d54af26-a158-44b1-a477-71854ab1d1bf" providerId="ADAL" clId="{44B3D058-12DB-4A66-A099-DDF1E1DE1D6D}" dt="2022-06-15T02:25:19.540" v="238" actId="478"/>
          <ac:spMkLst>
            <pc:docMk/>
            <pc:sldMk cId="3029537547" sldId="478"/>
            <ac:spMk id="5" creationId="{532C41DC-226D-1F48-D9B9-3B7E1680C9D4}"/>
          </ac:spMkLst>
        </pc:spChg>
        <pc:picChg chg="mod">
          <ac:chgData name="Kazutaka Fukuya" userId="5d54af26-a158-44b1-a477-71854ab1d1bf" providerId="ADAL" clId="{44B3D058-12DB-4A66-A099-DDF1E1DE1D6D}" dt="2022-06-15T02:24:48.616" v="230"/>
          <ac:picMkLst>
            <pc:docMk/>
            <pc:sldMk cId="3029537547" sldId="478"/>
            <ac:picMk id="17" creationId="{05726BF4-F2C7-60EF-AA74-03D80F1CF8DE}"/>
          </ac:picMkLst>
        </pc:picChg>
      </pc:sldChg>
      <pc:sldChg chg="modSp">
        <pc:chgData name="Kazutaka Fukuya" userId="5d54af26-a158-44b1-a477-71854ab1d1bf" providerId="ADAL" clId="{44B3D058-12DB-4A66-A099-DDF1E1DE1D6D}" dt="2022-06-15T02:25:12.758" v="237"/>
        <pc:sldMkLst>
          <pc:docMk/>
          <pc:sldMk cId="1183049048" sldId="479"/>
        </pc:sldMkLst>
        <pc:picChg chg="mod">
          <ac:chgData name="Kazutaka Fukuya" userId="5d54af26-a158-44b1-a477-71854ab1d1bf" providerId="ADAL" clId="{44B3D058-12DB-4A66-A099-DDF1E1DE1D6D}" dt="2022-06-15T02:25:12.758" v="237"/>
          <ac:picMkLst>
            <pc:docMk/>
            <pc:sldMk cId="1183049048" sldId="479"/>
            <ac:picMk id="2" creationId="{B1CC1B1F-67B9-B25A-C42D-15996EE458D3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46:37.827" v="382" actId="478"/>
        <pc:sldMkLst>
          <pc:docMk/>
          <pc:sldMk cId="2783792008" sldId="483"/>
        </pc:sldMkLst>
        <pc:spChg chg="del">
          <ac:chgData name="Kazutaka Fukuya" userId="5d54af26-a158-44b1-a477-71854ab1d1bf" providerId="ADAL" clId="{44B3D058-12DB-4A66-A099-DDF1E1DE1D6D}" dt="2022-06-15T02:46:37.827" v="382" actId="478"/>
          <ac:spMkLst>
            <pc:docMk/>
            <pc:sldMk cId="2783792008" sldId="483"/>
            <ac:spMk id="16" creationId="{453DE316-0883-D4F5-0449-79F4AF280CF4}"/>
          </ac:spMkLst>
        </pc:spChg>
        <pc:picChg chg="mod">
          <ac:chgData name="Kazutaka Fukuya" userId="5d54af26-a158-44b1-a477-71854ab1d1bf" providerId="ADAL" clId="{44B3D058-12DB-4A66-A099-DDF1E1DE1D6D}" dt="2022-06-15T02:46:30.311" v="380"/>
          <ac:picMkLst>
            <pc:docMk/>
            <pc:sldMk cId="2783792008" sldId="483"/>
            <ac:picMk id="4" creationId="{1D32C70E-82A4-4D3D-97E0-593E9D3B9450}"/>
          </ac:picMkLst>
        </pc:picChg>
        <pc:picChg chg="mod">
          <ac:chgData name="Kazutaka Fukuya" userId="5d54af26-a158-44b1-a477-71854ab1d1bf" providerId="ADAL" clId="{44B3D058-12DB-4A66-A099-DDF1E1DE1D6D}" dt="2022-06-15T02:46:35.028" v="381"/>
          <ac:picMkLst>
            <pc:docMk/>
            <pc:sldMk cId="2783792008" sldId="483"/>
            <ac:picMk id="5" creationId="{931C6E99-A29F-48FC-BDC4-3683B6BAF399}"/>
          </ac:picMkLst>
        </pc:picChg>
      </pc:sldChg>
      <pc:sldChg chg="modSp mod">
        <pc:chgData name="Kazutaka Fukuya" userId="5d54af26-a158-44b1-a477-71854ab1d1bf" providerId="ADAL" clId="{44B3D058-12DB-4A66-A099-DDF1E1DE1D6D}" dt="2022-06-15T02:51:15.399" v="473"/>
        <pc:sldMkLst>
          <pc:docMk/>
          <pc:sldMk cId="2979168938" sldId="485"/>
        </pc:sldMkLst>
        <pc:spChg chg="mod">
          <ac:chgData name="Kazutaka Fukuya" userId="5d54af26-a158-44b1-a477-71854ab1d1bf" providerId="ADAL" clId="{44B3D058-12DB-4A66-A099-DDF1E1DE1D6D}" dt="2022-06-15T02:48:11.541" v="394" actId="1076"/>
          <ac:spMkLst>
            <pc:docMk/>
            <pc:sldMk cId="2979168938" sldId="485"/>
            <ac:spMk id="2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48:14.646" v="395" actId="14100"/>
          <ac:spMkLst>
            <pc:docMk/>
            <pc:sldMk cId="2979168938" sldId="485"/>
            <ac:spMk id="33" creationId="{00000000-0000-0000-0000-000000000000}"/>
          </ac:spMkLst>
        </pc:spChg>
        <pc:graphicFrameChg chg="mod">
          <ac:chgData name="Kazutaka Fukuya" userId="5d54af26-a158-44b1-a477-71854ab1d1bf" providerId="ADAL" clId="{44B3D058-12DB-4A66-A099-DDF1E1DE1D6D}" dt="2022-06-15T02:51:15.399" v="473"/>
          <ac:graphicFrameMkLst>
            <pc:docMk/>
            <pc:sldMk cId="2979168938" sldId="485"/>
            <ac:graphicFrameMk id="27" creationId="{00000000-0000-0000-0000-000000000000}"/>
          </ac:graphicFrameMkLst>
        </pc:graphicFrameChg>
      </pc:sldChg>
      <pc:sldChg chg="delSp modSp mod">
        <pc:chgData name="Kazutaka Fukuya" userId="5d54af26-a158-44b1-a477-71854ab1d1bf" providerId="ADAL" clId="{44B3D058-12DB-4A66-A099-DDF1E1DE1D6D}" dt="2022-06-15T02:39:49.708" v="351" actId="14100"/>
        <pc:sldMkLst>
          <pc:docMk/>
          <pc:sldMk cId="648860446" sldId="513"/>
        </pc:sldMkLst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7" creationId="{A102FD6D-02B7-4C85-82C0-90DF1E906FB6}"/>
          </ac:spMkLst>
        </pc:spChg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8" creationId="{1B332539-C922-4389-92D5-DFA3E3E0BE9E}"/>
          </ac:spMkLst>
        </pc:spChg>
        <pc:spChg chg="mod topLvl">
          <ac:chgData name="Kazutaka Fukuya" userId="5d54af26-a158-44b1-a477-71854ab1d1bf" providerId="ADAL" clId="{44B3D058-12DB-4A66-A099-DDF1E1DE1D6D}" dt="2022-06-15T02:39:49.708" v="351" actId="14100"/>
          <ac:spMkLst>
            <pc:docMk/>
            <pc:sldMk cId="648860446" sldId="513"/>
            <ac:spMk id="10" creationId="{21FD1741-FD3B-4495-B223-D19BCFBD5F83}"/>
          </ac:spMkLst>
        </pc:spChg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11" creationId="{C5B1C755-449D-42F2-9FAC-99A2627DD2D1}"/>
          </ac:spMkLst>
        </pc:spChg>
        <pc:grpChg chg="del mod">
          <ac:chgData name="Kazutaka Fukuya" userId="5d54af26-a158-44b1-a477-71854ab1d1bf" providerId="ADAL" clId="{44B3D058-12DB-4A66-A099-DDF1E1DE1D6D}" dt="2022-06-15T02:39:40.847" v="347" actId="165"/>
          <ac:grpSpMkLst>
            <pc:docMk/>
            <pc:sldMk cId="648860446" sldId="513"/>
            <ac:grpSpMk id="3" creationId="{58301E5A-D4D8-A6FC-410B-FDD41DCE7D3A}"/>
          </ac:grpSpMkLst>
        </pc:grpChg>
        <pc:grpChg chg="mod topLvl">
          <ac:chgData name="Kazutaka Fukuya" userId="5d54af26-a158-44b1-a477-71854ab1d1bf" providerId="ADAL" clId="{44B3D058-12DB-4A66-A099-DDF1E1DE1D6D}" dt="2022-06-15T02:39:42.625" v="348" actId="14100"/>
          <ac:grpSpMkLst>
            <pc:docMk/>
            <pc:sldMk cId="648860446" sldId="513"/>
            <ac:grpSpMk id="5" creationId="{86BF8747-9C3A-4013-9BB5-FF1F9078DF60}"/>
          </ac:grpSpMkLst>
        </pc:grpChg>
      </pc:sldChg>
      <pc:sldChg chg="modSp mod">
        <pc:chgData name="Kazutaka Fukuya" userId="5d54af26-a158-44b1-a477-71854ab1d1bf" providerId="ADAL" clId="{44B3D058-12DB-4A66-A099-DDF1E1DE1D6D}" dt="2022-06-15T02:38:36.562" v="334" actId="179"/>
        <pc:sldMkLst>
          <pc:docMk/>
          <pc:sldMk cId="1544777094" sldId="515"/>
        </pc:sldMkLst>
        <pc:spChg chg="mod">
          <ac:chgData name="Kazutaka Fukuya" userId="5d54af26-a158-44b1-a477-71854ab1d1bf" providerId="ADAL" clId="{44B3D058-12DB-4A66-A099-DDF1E1DE1D6D}" dt="2022-06-15T02:38:36.562" v="334" actId="179"/>
          <ac:spMkLst>
            <pc:docMk/>
            <pc:sldMk cId="1544777094" sldId="515"/>
            <ac:spMk id="10" creationId="{21FD1741-FD3B-4495-B223-D19BCFBD5F83}"/>
          </ac:spMkLst>
        </pc:spChg>
      </pc:sldChg>
      <pc:sldChg chg="modSp mod">
        <pc:chgData name="Kazutaka Fukuya" userId="5d54af26-a158-44b1-a477-71854ab1d1bf" providerId="ADAL" clId="{44B3D058-12DB-4A66-A099-DDF1E1DE1D6D}" dt="2022-06-15T02:31:30.053" v="266" actId="179"/>
        <pc:sldMkLst>
          <pc:docMk/>
          <pc:sldMk cId="2614432125" sldId="518"/>
        </pc:sldMkLst>
        <pc:spChg chg="mod">
          <ac:chgData name="Kazutaka Fukuya" userId="5d54af26-a158-44b1-a477-71854ab1d1bf" providerId="ADAL" clId="{44B3D058-12DB-4A66-A099-DDF1E1DE1D6D}" dt="2022-06-15T02:31:30.053" v="266" actId="179"/>
          <ac:spMkLst>
            <pc:docMk/>
            <pc:sldMk cId="2614432125" sldId="518"/>
            <ac:spMk id="10" creationId="{34D1CED6-A235-4440-8772-9C9921F034E5}"/>
          </ac:spMkLst>
        </pc:spChg>
      </pc:sldChg>
      <pc:sldChg chg="modSp mod">
        <pc:chgData name="Kazutaka Fukuya" userId="5d54af26-a158-44b1-a477-71854ab1d1bf" providerId="ADAL" clId="{44B3D058-12DB-4A66-A099-DDF1E1DE1D6D}" dt="2022-06-15T02:31:36.654" v="267" actId="179"/>
        <pc:sldMkLst>
          <pc:docMk/>
          <pc:sldMk cId="3637004053" sldId="519"/>
        </pc:sldMkLst>
        <pc:spChg chg="mod">
          <ac:chgData name="Kazutaka Fukuya" userId="5d54af26-a158-44b1-a477-71854ab1d1bf" providerId="ADAL" clId="{44B3D058-12DB-4A66-A099-DDF1E1DE1D6D}" dt="2022-06-15T02:31:36.654" v="267" actId="179"/>
          <ac:spMkLst>
            <pc:docMk/>
            <pc:sldMk cId="3637004053" sldId="519"/>
            <ac:spMk id="10" creationId="{34D1CED6-A235-4440-8772-9C9921F034E5}"/>
          </ac:spMkLst>
        </pc:spChg>
      </pc:sldChg>
      <pc:sldChg chg="addSp modSp mod">
        <pc:chgData name="Kazutaka Fukuya" userId="5d54af26-a158-44b1-a477-71854ab1d1bf" providerId="ADAL" clId="{44B3D058-12DB-4A66-A099-DDF1E1DE1D6D}" dt="2022-06-15T02:36:18.934" v="326"/>
        <pc:sldMkLst>
          <pc:docMk/>
          <pc:sldMk cId="2416276465" sldId="520"/>
        </pc:sldMkLst>
        <pc:spChg chg="add">
          <ac:chgData name="Kazutaka Fukuya" userId="5d54af26-a158-44b1-a477-71854ab1d1bf" providerId="ADAL" clId="{44B3D058-12DB-4A66-A099-DDF1E1DE1D6D}" dt="2022-06-15T02:36:18.934" v="326"/>
          <ac:spMkLst>
            <pc:docMk/>
            <pc:sldMk cId="2416276465" sldId="520"/>
            <ac:spMk id="4" creationId="{71C0A358-2A19-07CF-D90D-30E2534618E7}"/>
          </ac:spMkLst>
        </pc:spChg>
        <pc:spChg chg="mod">
          <ac:chgData name="Kazutaka Fukuya" userId="5d54af26-a158-44b1-a477-71854ab1d1bf" providerId="ADAL" clId="{44B3D058-12DB-4A66-A099-DDF1E1DE1D6D}" dt="2022-06-15T02:31:40.647" v="268" actId="179"/>
          <ac:spMkLst>
            <pc:docMk/>
            <pc:sldMk cId="2416276465" sldId="520"/>
            <ac:spMk id="10" creationId="{34D1CED6-A235-4440-8772-9C9921F034E5}"/>
          </ac:spMkLst>
        </pc:spChg>
      </pc:sldChg>
      <pc:sldChg chg="modSp mod">
        <pc:chgData name="Kazutaka Fukuya" userId="5d54af26-a158-44b1-a477-71854ab1d1bf" providerId="ADAL" clId="{44B3D058-12DB-4A66-A099-DDF1E1DE1D6D}" dt="2022-06-15T02:20:38.311" v="112" actId="14100"/>
        <pc:sldMkLst>
          <pc:docMk/>
          <pc:sldMk cId="2613394001" sldId="528"/>
        </pc:sldMkLst>
        <pc:spChg chg="mod">
          <ac:chgData name="Kazutaka Fukuya" userId="5d54af26-a158-44b1-a477-71854ab1d1bf" providerId="ADAL" clId="{44B3D058-12DB-4A66-A099-DDF1E1DE1D6D}" dt="2022-06-15T02:20:38.311" v="112" actId="14100"/>
          <ac:spMkLst>
            <pc:docMk/>
            <pc:sldMk cId="2613394001" sldId="528"/>
            <ac:spMk id="14" creationId="{7207ADFC-672B-FF0A-23D4-84391B5B46EC}"/>
          </ac:spMkLst>
        </pc:spChg>
        <pc:cxnChg chg="mod">
          <ac:chgData name="Kazutaka Fukuya" userId="5d54af26-a158-44b1-a477-71854ab1d1bf" providerId="ADAL" clId="{44B3D058-12DB-4A66-A099-DDF1E1DE1D6D}" dt="2022-06-15T02:20:38.311" v="112" actId="14100"/>
          <ac:cxnSpMkLst>
            <pc:docMk/>
            <pc:sldMk cId="2613394001" sldId="528"/>
            <ac:cxnSpMk id="6" creationId="{50A98983-0EF5-AF1E-881C-BA9ED5D68CF7}"/>
          </ac:cxnSpMkLst>
        </pc:cxnChg>
      </pc:sldChg>
      <pc:sldChg chg="modSp mod">
        <pc:chgData name="Kazutaka Fukuya" userId="5d54af26-a158-44b1-a477-71854ab1d1bf" providerId="ADAL" clId="{44B3D058-12DB-4A66-A099-DDF1E1DE1D6D}" dt="2022-06-15T02:21:32.365" v="114" actId="14100"/>
        <pc:sldMkLst>
          <pc:docMk/>
          <pc:sldMk cId="2897709929" sldId="531"/>
        </pc:sldMkLst>
        <pc:spChg chg="mod">
          <ac:chgData name="Kazutaka Fukuya" userId="5d54af26-a158-44b1-a477-71854ab1d1bf" providerId="ADAL" clId="{44B3D058-12DB-4A66-A099-DDF1E1DE1D6D}" dt="2022-06-15T02:21:32.365" v="114" actId="14100"/>
          <ac:spMkLst>
            <pc:docMk/>
            <pc:sldMk cId="2897709929" sldId="531"/>
            <ac:spMk id="9" creationId="{29865115-5397-9E16-7935-798F25347271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5:18.389" v="379" actId="2085"/>
        <pc:sldMkLst>
          <pc:docMk/>
          <pc:sldMk cId="2052711612" sldId="532"/>
        </pc:sldMkLst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15" creationId="{A1FF1E4B-69B6-71B2-4C80-33A83D7CB4A9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19" creationId="{14E5B6B3-AED1-43A8-9FFF-2AC648A34B6D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20" creationId="{EFA365E2-796E-47C3-85D7-2A47D4D9E654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21" creationId="{632CD6E5-EBC5-4D48-BC67-6EF28C28B255}"/>
          </ac:spMkLst>
        </pc:spChg>
        <pc:spChg chg="del">
          <ac:chgData name="Kazutaka Fukuya" userId="5d54af26-a158-44b1-a477-71854ab1d1bf" providerId="ADAL" clId="{44B3D058-12DB-4A66-A099-DDF1E1DE1D6D}" dt="2022-06-15T02:44:51.516" v="376" actId="478"/>
          <ac:spMkLst>
            <pc:docMk/>
            <pc:sldMk cId="2052711612" sldId="532"/>
            <ac:spMk id="26" creationId="{9BC640AA-4AC6-4007-A630-0CAC05292C41}"/>
          </ac:spMkLst>
        </pc:spChg>
        <pc:spChg chg="del">
          <ac:chgData name="Kazutaka Fukuya" userId="5d54af26-a158-44b1-a477-71854ab1d1bf" providerId="ADAL" clId="{44B3D058-12DB-4A66-A099-DDF1E1DE1D6D}" dt="2022-06-15T02:44:52.135" v="377" actId="478"/>
          <ac:spMkLst>
            <pc:docMk/>
            <pc:sldMk cId="2052711612" sldId="532"/>
            <ac:spMk id="27" creationId="{46DC667E-68E5-2E8D-EA44-3993A6332897}"/>
          </ac:spMkLst>
        </pc:spChg>
      </pc:sldChg>
      <pc:sldChg chg="modSp mod">
        <pc:chgData name="Kazutaka Fukuya" userId="5d54af26-a158-44b1-a477-71854ab1d1bf" providerId="ADAL" clId="{44B3D058-12DB-4A66-A099-DDF1E1DE1D6D}" dt="2022-06-15T02:33:15.206" v="280" actId="1076"/>
        <pc:sldMkLst>
          <pc:docMk/>
          <pc:sldMk cId="475150562" sldId="538"/>
        </pc:sldMkLst>
        <pc:spChg chg="mod">
          <ac:chgData name="Kazutaka Fukuya" userId="5d54af26-a158-44b1-a477-71854ab1d1bf" providerId="ADAL" clId="{44B3D058-12DB-4A66-A099-DDF1E1DE1D6D}" dt="2022-06-15T02:32:42.516" v="270" actId="1076"/>
          <ac:spMkLst>
            <pc:docMk/>
            <pc:sldMk cId="475150562" sldId="538"/>
            <ac:spMk id="5" creationId="{441BA8D8-0A21-5DD5-3586-97B4679CC84A}"/>
          </ac:spMkLst>
        </pc:spChg>
        <pc:spChg chg="mod">
          <ac:chgData name="Kazutaka Fukuya" userId="5d54af26-a158-44b1-a477-71854ab1d1bf" providerId="ADAL" clId="{44B3D058-12DB-4A66-A099-DDF1E1DE1D6D}" dt="2022-06-15T02:33:00.510" v="276" actId="14100"/>
          <ac:spMkLst>
            <pc:docMk/>
            <pc:sldMk cId="475150562" sldId="538"/>
            <ac:spMk id="7" creationId="{44821076-1B97-5DCC-5FA4-28F212753762}"/>
          </ac:spMkLst>
        </pc:spChg>
        <pc:spChg chg="mod">
          <ac:chgData name="Kazutaka Fukuya" userId="5d54af26-a158-44b1-a477-71854ab1d1bf" providerId="ADAL" clId="{44B3D058-12DB-4A66-A099-DDF1E1DE1D6D}" dt="2022-06-15T02:32:44.526" v="271" actId="1076"/>
          <ac:spMkLst>
            <pc:docMk/>
            <pc:sldMk cId="475150562" sldId="538"/>
            <ac:spMk id="9" creationId="{F554AABE-CDE1-B3A8-9E2B-4B8C6295A554}"/>
          </ac:spMkLst>
        </pc:spChg>
        <pc:spChg chg="mod">
          <ac:chgData name="Kazutaka Fukuya" userId="5d54af26-a158-44b1-a477-71854ab1d1bf" providerId="ADAL" clId="{44B3D058-12DB-4A66-A099-DDF1E1DE1D6D}" dt="2022-06-15T02:32:46.326" v="272" actId="1076"/>
          <ac:spMkLst>
            <pc:docMk/>
            <pc:sldMk cId="475150562" sldId="538"/>
            <ac:spMk id="10" creationId="{514A9261-8AE0-61D7-9605-C645479498EC}"/>
          </ac:spMkLst>
        </pc:spChg>
        <pc:spChg chg="mod">
          <ac:chgData name="Kazutaka Fukuya" userId="5d54af26-a158-44b1-a477-71854ab1d1bf" providerId="ADAL" clId="{44B3D058-12DB-4A66-A099-DDF1E1DE1D6D}" dt="2022-06-15T02:33:05.759" v="278" actId="1076"/>
          <ac:spMkLst>
            <pc:docMk/>
            <pc:sldMk cId="475150562" sldId="538"/>
            <ac:spMk id="11" creationId="{A58A8C5C-F76E-8474-58AD-ABF8EFE9F821}"/>
          </ac:spMkLst>
        </pc:spChg>
        <pc:spChg chg="mod">
          <ac:chgData name="Kazutaka Fukuya" userId="5d54af26-a158-44b1-a477-71854ab1d1bf" providerId="ADAL" clId="{44B3D058-12DB-4A66-A099-DDF1E1DE1D6D}" dt="2022-06-15T02:33:15.206" v="280" actId="1076"/>
          <ac:spMkLst>
            <pc:docMk/>
            <pc:sldMk cId="475150562" sldId="538"/>
            <ac:spMk id="12" creationId="{B6456627-170A-5198-EED3-4BEA84BDA9CA}"/>
          </ac:spMkLst>
        </pc:spChg>
        <pc:spChg chg="mod">
          <ac:chgData name="Kazutaka Fukuya" userId="5d54af26-a158-44b1-a477-71854ab1d1bf" providerId="ADAL" clId="{44B3D058-12DB-4A66-A099-DDF1E1DE1D6D}" dt="2022-06-15T02:32:54.685" v="274" actId="1076"/>
          <ac:spMkLst>
            <pc:docMk/>
            <pc:sldMk cId="475150562" sldId="538"/>
            <ac:spMk id="13" creationId="{7CB2A618-D9F7-5EE3-9D6D-73990BF9B2AE}"/>
          </ac:spMkLst>
        </pc:spChg>
      </pc:sldChg>
      <pc:sldChg chg="modSp mod">
        <pc:chgData name="Kazutaka Fukuya" userId="5d54af26-a158-44b1-a477-71854ab1d1bf" providerId="ADAL" clId="{44B3D058-12DB-4A66-A099-DDF1E1DE1D6D}" dt="2022-06-15T02:40:07.560" v="354" actId="1076"/>
        <pc:sldMkLst>
          <pc:docMk/>
          <pc:sldMk cId="3052611608" sldId="539"/>
        </pc:sldMkLst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14" creationId="{35778593-F145-10E8-7047-99596B8742B7}"/>
          </ac:spMkLst>
        </pc:spChg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19" creationId="{6A7536B6-D580-09D3-3EC0-24ED86538E86}"/>
          </ac:spMkLst>
        </pc:spChg>
        <pc:spChg chg="mod">
          <ac:chgData name="Kazutaka Fukuya" userId="5d54af26-a158-44b1-a477-71854ab1d1bf" providerId="ADAL" clId="{44B3D058-12DB-4A66-A099-DDF1E1DE1D6D}" dt="2022-06-15T02:40:05.826" v="353" actId="1076"/>
          <ac:spMkLst>
            <pc:docMk/>
            <pc:sldMk cId="3052611608" sldId="539"/>
            <ac:spMk id="21" creationId="{31950EC7-E64F-2D39-2B11-5A973C6DE475}"/>
          </ac:spMkLst>
        </pc:spChg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27" creationId="{131D3C1A-ED24-B803-3E42-565BB923C36B}"/>
          </ac:spMkLst>
        </pc:spChg>
        <pc:spChg chg="mod">
          <ac:chgData name="Kazutaka Fukuya" userId="5d54af26-a158-44b1-a477-71854ab1d1bf" providerId="ADAL" clId="{44B3D058-12DB-4A66-A099-DDF1E1DE1D6D}" dt="2022-06-15T02:40:07.560" v="354" actId="1076"/>
          <ac:spMkLst>
            <pc:docMk/>
            <pc:sldMk cId="3052611608" sldId="539"/>
            <ac:spMk id="28" creationId="{45770D2B-3B3E-883F-3A9B-0A7ABE6A1BB6}"/>
          </ac:spMkLst>
        </pc:spChg>
      </pc:sldChg>
      <pc:sldChg chg="delSp mod">
        <pc:chgData name="Kazutaka Fukuya" userId="5d54af26-a158-44b1-a477-71854ab1d1bf" providerId="ADAL" clId="{44B3D058-12DB-4A66-A099-DDF1E1DE1D6D}" dt="2022-06-15T02:31:15.608" v="264" actId="478"/>
        <pc:sldMkLst>
          <pc:docMk/>
          <pc:sldMk cId="2324477514" sldId="540"/>
        </pc:sldMkLst>
        <pc:spChg chg="del">
          <ac:chgData name="Kazutaka Fukuya" userId="5d54af26-a158-44b1-a477-71854ab1d1bf" providerId="ADAL" clId="{44B3D058-12DB-4A66-A099-DDF1E1DE1D6D}" dt="2022-06-15T02:31:15.608" v="264" actId="478"/>
          <ac:spMkLst>
            <pc:docMk/>
            <pc:sldMk cId="2324477514" sldId="540"/>
            <ac:spMk id="17" creationId="{259F85A3-9CD3-A706-3575-357DF6BD43DF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0:43.555" v="358" actId="478"/>
        <pc:sldMkLst>
          <pc:docMk/>
          <pc:sldMk cId="2492079712" sldId="541"/>
        </pc:sldMkLst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7" creationId="{95324378-10B2-5D67-D5FE-E8E5C7B4D929}"/>
          </ac:spMkLst>
        </pc:spChg>
        <pc:spChg chg="mod topLvl">
          <ac:chgData name="Kazutaka Fukuya" userId="5d54af26-a158-44b1-a477-71854ab1d1bf" providerId="ADAL" clId="{44B3D058-12DB-4A66-A099-DDF1E1DE1D6D}" dt="2022-06-15T02:40:41.963" v="357" actId="2085"/>
          <ac:spMkLst>
            <pc:docMk/>
            <pc:sldMk cId="2492079712" sldId="541"/>
            <ac:spMk id="19" creationId="{54170F50-C9E3-8499-3DDE-8C8B8D11CFA8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1" creationId="{6A56B4F9-BB3D-1D03-2C8B-EEB7A2354A0F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3" creationId="{77032412-7BFD-BAD6-9757-D54AB439093A}"/>
          </ac:spMkLst>
        </pc:spChg>
        <pc:spChg chg="del">
          <ac:chgData name="Kazutaka Fukuya" userId="5d54af26-a158-44b1-a477-71854ab1d1bf" providerId="ADAL" clId="{44B3D058-12DB-4A66-A099-DDF1E1DE1D6D}" dt="2022-06-15T02:40:43.555" v="358" actId="478"/>
          <ac:spMkLst>
            <pc:docMk/>
            <pc:sldMk cId="2492079712" sldId="541"/>
            <ac:spMk id="24" creationId="{17B6ABA2-46C5-89A3-9F63-6817007913AF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5" creationId="{F1198D5C-4F81-531E-8260-B24E923D033E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7" creationId="{490485DA-F278-88AC-9EB3-955AC272395F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8" creationId="{2D8589C3-98D7-0604-DD75-0F7C344C0884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9" creationId="{206FEBDF-512F-1D74-856C-A10415610BF6}"/>
          </ac:spMkLst>
        </pc:spChg>
        <pc:grpChg chg="del">
          <ac:chgData name="Kazutaka Fukuya" userId="5d54af26-a158-44b1-a477-71854ab1d1bf" providerId="ADAL" clId="{44B3D058-12DB-4A66-A099-DDF1E1DE1D6D}" dt="2022-06-15T02:40:36.576" v="356" actId="165"/>
          <ac:grpSpMkLst>
            <pc:docMk/>
            <pc:sldMk cId="2492079712" sldId="541"/>
            <ac:grpSpMk id="2" creationId="{9737A86F-A5DD-8C51-D28F-48F26B4BD64F}"/>
          </ac:grpSpMkLst>
        </pc:grpChg>
        <pc:grpChg chg="mod topLvl">
          <ac:chgData name="Kazutaka Fukuya" userId="5d54af26-a158-44b1-a477-71854ab1d1bf" providerId="ADAL" clId="{44B3D058-12DB-4A66-A099-DDF1E1DE1D6D}" dt="2022-06-15T02:40:36.576" v="356" actId="165"/>
          <ac:grpSpMkLst>
            <pc:docMk/>
            <pc:sldMk cId="2492079712" sldId="541"/>
            <ac:grpSpMk id="30" creationId="{458A3A2B-8FE6-3CE9-E3BB-11E449BF7C59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35:14.480" v="325" actId="1037"/>
        <pc:sldMkLst>
          <pc:docMk/>
          <pc:sldMk cId="791122442" sldId="542"/>
        </pc:sldMkLst>
        <pc:spChg chg="mod">
          <ac:chgData name="Kazutaka Fukuya" userId="5d54af26-a158-44b1-a477-71854ab1d1bf" providerId="ADAL" clId="{44B3D058-12DB-4A66-A099-DDF1E1DE1D6D}" dt="2022-06-15T02:34:35.257" v="303" actId="2711"/>
          <ac:spMkLst>
            <pc:docMk/>
            <pc:sldMk cId="791122442" sldId="542"/>
            <ac:spMk id="2" creationId="{58596253-AC11-20EA-5B49-6F89AEB9D038}"/>
          </ac:spMkLst>
        </pc:spChg>
        <pc:spChg chg="mod topLvl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3" creationId="{85CDDC9B-8A8A-7002-9D11-617B23129246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6" creationId="{F47308CF-86C1-5572-BDF8-195BC7E67567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7" creationId="{D5260677-A84F-871A-4AB5-79B27BFBBC81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8" creationId="{6B448C97-A6DD-D9DA-56CD-F1825EA7CA0C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9" creationId="{8BA4A546-268B-8FBC-7217-97E1FA2E448F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0" creationId="{2C35110A-6DE9-3E68-4441-213D61C61DEA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1" creationId="{4DDB3755-9034-8F56-B0EE-13CAE76E4A15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2" creationId="{FB237D46-FA17-A2E6-312E-EFF8318F65FE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3" creationId="{3843A56A-C490-FF3C-A7BA-5A0578216FF4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4" creationId="{9DA5CBCD-9202-679D-3087-FB2C461AA5F8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5" creationId="{04195068-92C5-FFA7-0F75-B321FEAF002F}"/>
          </ac:spMkLst>
        </pc:spChg>
        <pc:spChg chg="del mod topLvl">
          <ac:chgData name="Kazutaka Fukuya" userId="5d54af26-a158-44b1-a477-71854ab1d1bf" providerId="ADAL" clId="{44B3D058-12DB-4A66-A099-DDF1E1DE1D6D}" dt="2022-06-15T02:34:23.428" v="294" actId="478"/>
          <ac:spMkLst>
            <pc:docMk/>
            <pc:sldMk cId="791122442" sldId="542"/>
            <ac:spMk id="16" creationId="{FD9365DD-00CB-406D-EE53-D5B9D6636530}"/>
          </ac:spMkLst>
        </pc:spChg>
        <pc:grpChg chg="del">
          <ac:chgData name="Kazutaka Fukuya" userId="5d54af26-a158-44b1-a477-71854ab1d1bf" providerId="ADAL" clId="{44B3D058-12DB-4A66-A099-DDF1E1DE1D6D}" dt="2022-06-15T02:34:16.493" v="292" actId="165"/>
          <ac:grpSpMkLst>
            <pc:docMk/>
            <pc:sldMk cId="791122442" sldId="542"/>
            <ac:grpSpMk id="4" creationId="{2A672A8E-65C3-33E7-EC08-F3BF4F01CB7C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17:59.621" v="106" actId="1076"/>
        <pc:sldMkLst>
          <pc:docMk/>
          <pc:sldMk cId="222371279" sldId="544"/>
        </pc:sldMkLst>
        <pc:spChg chg="mod">
          <ac:chgData name="Kazutaka Fukuya" userId="5d54af26-a158-44b1-a477-71854ab1d1bf" providerId="ADAL" clId="{44B3D058-12DB-4A66-A099-DDF1E1DE1D6D}" dt="2022-06-15T02:17:54.457" v="105" actId="1076"/>
          <ac:spMkLst>
            <pc:docMk/>
            <pc:sldMk cId="222371279" sldId="544"/>
            <ac:spMk id="32" creationId="{6E629909-A640-714D-B4CB-6B8D184B525C}"/>
          </ac:spMkLst>
        </pc:spChg>
        <pc:spChg chg="del">
          <ac:chgData name="Kazutaka Fukuya" userId="5d54af26-a158-44b1-a477-71854ab1d1bf" providerId="ADAL" clId="{44B3D058-12DB-4A66-A099-DDF1E1DE1D6D}" dt="2022-06-15T02:17:42.020" v="103" actId="478"/>
          <ac:spMkLst>
            <pc:docMk/>
            <pc:sldMk cId="222371279" sldId="544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7:59.621" v="106" actId="1076"/>
          <ac:picMkLst>
            <pc:docMk/>
            <pc:sldMk cId="222371279" sldId="544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27.603" v="107" actId="1076"/>
        <pc:sldMkLst>
          <pc:docMk/>
          <pc:sldMk cId="2240096371" sldId="545"/>
        </pc:sldMkLst>
        <pc:spChg chg="del">
          <ac:chgData name="Kazutaka Fukuya" userId="5d54af26-a158-44b1-a477-71854ab1d1bf" providerId="ADAL" clId="{44B3D058-12DB-4A66-A099-DDF1E1DE1D6D}" dt="2022-06-15T02:17:39.696" v="102" actId="478"/>
          <ac:spMkLst>
            <pc:docMk/>
            <pc:sldMk cId="2240096371" sldId="545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8:27.603" v="107" actId="1076"/>
          <ac:picMkLst>
            <pc:docMk/>
            <pc:sldMk cId="2240096371" sldId="545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34.532" v="108" actId="1076"/>
        <pc:sldMkLst>
          <pc:docMk/>
          <pc:sldMk cId="3751623251" sldId="546"/>
        </pc:sldMkLst>
        <pc:spChg chg="del">
          <ac:chgData name="Kazutaka Fukuya" userId="5d54af26-a158-44b1-a477-71854ab1d1bf" providerId="ADAL" clId="{44B3D058-12DB-4A66-A099-DDF1E1DE1D6D}" dt="2022-06-15T02:17:36.714" v="101" actId="478"/>
          <ac:spMkLst>
            <pc:docMk/>
            <pc:sldMk cId="3751623251" sldId="546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8:34.532" v="108" actId="1076"/>
          <ac:picMkLst>
            <pc:docMk/>
            <pc:sldMk cId="3751623251" sldId="546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44.663" v="109" actId="1076"/>
        <pc:sldMkLst>
          <pc:docMk/>
          <pc:sldMk cId="1561097397" sldId="547"/>
        </pc:sldMkLst>
        <pc:spChg chg="del">
          <ac:chgData name="Kazutaka Fukuya" userId="5d54af26-a158-44b1-a477-71854ab1d1bf" providerId="ADAL" clId="{44B3D058-12DB-4A66-A099-DDF1E1DE1D6D}" dt="2022-06-15T02:17:31.043" v="100" actId="478"/>
          <ac:spMkLst>
            <pc:docMk/>
            <pc:sldMk cId="1561097397" sldId="547"/>
            <ac:spMk id="34" creationId="{7FFB14A6-4738-0145-AF7C-62795CA9D07F}"/>
          </ac:spMkLst>
        </pc:spChg>
        <pc:grpChg chg="mod">
          <ac:chgData name="Kazutaka Fukuya" userId="5d54af26-a158-44b1-a477-71854ab1d1bf" providerId="ADAL" clId="{44B3D058-12DB-4A66-A099-DDF1E1DE1D6D}" dt="2022-06-15T02:18:44.663" v="109" actId="1076"/>
          <ac:grpSpMkLst>
            <pc:docMk/>
            <pc:sldMk cId="1561097397" sldId="547"/>
            <ac:grpSpMk id="3" creationId="{00000000-0000-0000-0000-000000000000}"/>
          </ac:grpSpMkLst>
        </pc:grpChg>
      </pc:sldChg>
      <pc:sldChg chg="addSp delSp modSp mod">
        <pc:chgData name="Kazutaka Fukuya" userId="5d54af26-a158-44b1-a477-71854ab1d1bf" providerId="ADAL" clId="{44B3D058-12DB-4A66-A099-DDF1E1DE1D6D}" dt="2022-06-15T02:18:53.225" v="110" actId="1076"/>
        <pc:sldMkLst>
          <pc:docMk/>
          <pc:sldMk cId="464210425" sldId="548"/>
        </pc:sldMkLst>
        <pc:picChg chg="add del mod">
          <ac:chgData name="Kazutaka Fukuya" userId="5d54af26-a158-44b1-a477-71854ab1d1bf" providerId="ADAL" clId="{44B3D058-12DB-4A66-A099-DDF1E1DE1D6D}" dt="2022-06-15T02:10:30.288" v="93" actId="478"/>
          <ac:picMkLst>
            <pc:docMk/>
            <pc:sldMk cId="464210425" sldId="548"/>
            <ac:picMk id="8" creationId="{995473E1-6BD3-B067-948F-C6828BC47C5D}"/>
          </ac:picMkLst>
        </pc:picChg>
        <pc:picChg chg="add del mod">
          <ac:chgData name="Kazutaka Fukuya" userId="5d54af26-a158-44b1-a477-71854ab1d1bf" providerId="ADAL" clId="{44B3D058-12DB-4A66-A099-DDF1E1DE1D6D}" dt="2022-06-15T02:10:30.288" v="93" actId="478"/>
          <ac:picMkLst>
            <pc:docMk/>
            <pc:sldMk cId="464210425" sldId="548"/>
            <ac:picMk id="11" creationId="{8B74C8F5-5371-8DD3-8AEE-F3E6DBD821F0}"/>
          </ac:picMkLst>
        </pc:picChg>
        <pc:picChg chg="mod">
          <ac:chgData name="Kazutaka Fukuya" userId="5d54af26-a158-44b1-a477-71854ab1d1bf" providerId="ADAL" clId="{44B3D058-12DB-4A66-A099-DDF1E1DE1D6D}" dt="2022-06-15T02:18:53.225" v="110" actId="1076"/>
          <ac:picMkLst>
            <pc:docMk/>
            <pc:sldMk cId="464210425" sldId="548"/>
            <ac:picMk id="59" creationId="{F3E07EE6-36F5-4CC4-AF06-76963041F499}"/>
          </ac:picMkLst>
        </pc:picChg>
      </pc:sldChg>
      <pc:sldChg chg="modSp mod">
        <pc:chgData name="Kazutaka Fukuya" userId="5d54af26-a158-44b1-a477-71854ab1d1bf" providerId="ADAL" clId="{44B3D058-12DB-4A66-A099-DDF1E1DE1D6D}" dt="2022-06-15T02:26:15.289" v="239" actId="207"/>
        <pc:sldMkLst>
          <pc:docMk/>
          <pc:sldMk cId="1776392289" sldId="555"/>
        </pc:sldMkLst>
        <pc:spChg chg="mod">
          <ac:chgData name="Kazutaka Fukuya" userId="5d54af26-a158-44b1-a477-71854ab1d1bf" providerId="ADAL" clId="{44B3D058-12DB-4A66-A099-DDF1E1DE1D6D}" dt="2022-06-15T02:26:15.289" v="239" actId="207"/>
          <ac:spMkLst>
            <pc:docMk/>
            <pc:sldMk cId="1776392289" sldId="555"/>
            <ac:spMk id="34" creationId="{7C99FC1A-A6B0-C847-84D1-F44F3621B47C}"/>
          </ac:spMkLst>
        </pc:spChg>
      </pc:sldChg>
      <pc:sldChg chg="del mod modShow">
        <pc:chgData name="Kazutaka Fukuya" userId="5d54af26-a158-44b1-a477-71854ab1d1bf" providerId="ADAL" clId="{44B3D058-12DB-4A66-A099-DDF1E1DE1D6D}" dt="2022-06-15T02:29:41.431" v="255" actId="47"/>
        <pc:sldMkLst>
          <pc:docMk/>
          <pc:sldMk cId="2640941015" sldId="558"/>
        </pc:sldMkLst>
      </pc:sldChg>
      <pc:sldChg chg="addSp delSp modSp mod">
        <pc:chgData name="Kazutaka Fukuya" userId="5d54af26-a158-44b1-a477-71854ab1d1bf" providerId="ADAL" clId="{44B3D058-12DB-4A66-A099-DDF1E1DE1D6D}" dt="2022-06-15T02:29:31.836" v="254" actId="478"/>
        <pc:sldMkLst>
          <pc:docMk/>
          <pc:sldMk cId="3590213337" sldId="561"/>
        </pc:sldMkLst>
        <pc:spChg chg="add del mod">
          <ac:chgData name="Kazutaka Fukuya" userId="5d54af26-a158-44b1-a477-71854ab1d1bf" providerId="ADAL" clId="{44B3D058-12DB-4A66-A099-DDF1E1DE1D6D}" dt="2022-06-15T02:29:31.836" v="254" actId="478"/>
          <ac:spMkLst>
            <pc:docMk/>
            <pc:sldMk cId="3590213337" sldId="561"/>
            <ac:spMk id="2" creationId="{2DF2CE84-9B01-B1CD-9CF6-471F3FA069CC}"/>
          </ac:spMkLst>
        </pc:spChg>
        <pc:spChg chg="mod">
          <ac:chgData name="Kazutaka Fukuya" userId="5d54af26-a158-44b1-a477-71854ab1d1bf" providerId="ADAL" clId="{44B3D058-12DB-4A66-A099-DDF1E1DE1D6D}" dt="2022-06-15T02:28:37.570" v="244" actId="1076"/>
          <ac:spMkLst>
            <pc:docMk/>
            <pc:sldMk cId="3590213337" sldId="561"/>
            <ac:spMk id="1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2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2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0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3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4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3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3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0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9:06.109" v="250" actId="207"/>
          <ac:spMkLst>
            <pc:docMk/>
            <pc:sldMk cId="3590213337" sldId="561"/>
            <ac:spMk id="4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2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58.834" v="249" actId="207"/>
          <ac:spMkLst>
            <pc:docMk/>
            <pc:sldMk cId="3590213337" sldId="561"/>
            <ac:spMk id="43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4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6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7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9:06.109" v="250" actId="207"/>
          <ac:spMkLst>
            <pc:docMk/>
            <pc:sldMk cId="3590213337" sldId="561"/>
            <ac:spMk id="49" creationId="{2EA8D00F-71CB-433E-9C1F-7527E8C7795D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3" creationId="{5DD3F05D-42A6-4695-97CB-0B8DC7E68DD4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4" creationId="{D236C9F6-2AFB-46C3-AE58-93D7054B0D3F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7" creationId="{A484D022-8121-4182-A9DB-C25F5248DF7A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9" creationId="{E93C01A9-DBB9-41A0-86C0-E15FD3F6C960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60" creationId="{CA149E4F-5A09-4BDA-863A-1A8C6B61D45E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61" creationId="{7F9806A6-2304-4804-9195-254A4F8CC2EF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4" creationId="{20CB6ED1-E7B4-4372-B600-DDDBFA9FDE81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5" creationId="{AD4BF6D8-497D-4D5D-A93B-F621D0987041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6" creationId="{D9B64C03-2C21-4E5A-B3B0-36623264180A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7" creationId="{B72BE338-2D6C-4079-AC78-92FD0A0C204E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8" creationId="{862D897A-B8B8-4DF8-B2E2-2894CBE761CD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9" creationId="{C6634D24-E29D-4EE3-90B1-CB9E2AEA7CD7}"/>
          </ac:spMkLst>
        </pc:spChg>
      </pc:sldChg>
      <pc:sldChg chg="modSp mod">
        <pc:chgData name="Kazutaka Fukuya" userId="5d54af26-a158-44b1-a477-71854ab1d1bf" providerId="ADAL" clId="{44B3D058-12DB-4A66-A099-DDF1E1DE1D6D}" dt="2022-06-15T02:40:58.586" v="359" actId="2085"/>
        <pc:sldMkLst>
          <pc:docMk/>
          <pc:sldMk cId="759240379" sldId="563"/>
        </pc:sldMkLst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7" creationId="{0A6281DC-1C49-7212-3B85-00F30C4C2525}"/>
          </ac:spMkLst>
        </pc:spChg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21" creationId="{89417111-5647-8032-DC1E-005696AD677E}"/>
          </ac:spMkLst>
        </pc:spChg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27" creationId="{7DE3BF0C-02B9-0343-0969-14238AA66909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2:14.232" v="366" actId="113"/>
        <pc:sldMkLst>
          <pc:docMk/>
          <pc:sldMk cId="2655291954" sldId="564"/>
        </pc:sldMkLst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2" creationId="{F1237A88-8B84-B40A-9433-DD5EDA8DCD69}"/>
          </ac:spMkLst>
        </pc:spChg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5" creationId="{A86C0122-E77E-4A5D-DF31-E5BFFB8251A9}"/>
          </ac:spMkLst>
        </pc:spChg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7" creationId="{5F05703C-D2EF-BDD2-71EC-99886F2CDF8E}"/>
          </ac:spMkLst>
        </pc:spChg>
        <pc:spChg chg="mod topLvl">
          <ac:chgData name="Kazutaka Fukuya" userId="5d54af26-a158-44b1-a477-71854ab1d1bf" providerId="ADAL" clId="{44B3D058-12DB-4A66-A099-DDF1E1DE1D6D}" dt="2022-06-15T02:41:26.748" v="362" actId="2085"/>
          <ac:spMkLst>
            <pc:docMk/>
            <pc:sldMk cId="2655291954" sldId="564"/>
            <ac:spMk id="9" creationId="{7678903F-0607-7E14-BCC0-EB52BAE51844}"/>
          </ac:spMkLst>
        </pc:spChg>
        <pc:spChg chg="mod">
          <ac:chgData name="Kazutaka Fukuya" userId="5d54af26-a158-44b1-a477-71854ab1d1bf" providerId="ADAL" clId="{44B3D058-12DB-4A66-A099-DDF1E1DE1D6D}" dt="2022-06-15T02:41:33.545" v="364" actId="1076"/>
          <ac:spMkLst>
            <pc:docMk/>
            <pc:sldMk cId="2655291954" sldId="564"/>
            <ac:spMk id="26" creationId="{83E05C7E-06D7-1E1F-504F-9A7850C9E66F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28" creationId="{5A652438-2950-CD1F-04B3-F8FA4E28B0FB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29" creationId="{4100A32A-5D9A-BF06-848B-F73E54A0AF9F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33" creationId="{CF2337FD-1859-0DC6-DCC3-ECFF379EEAA2}"/>
          </ac:spMkLst>
        </pc:spChg>
        <pc:spChg chg="mod">
          <ac:chgData name="Kazutaka Fukuya" userId="5d54af26-a158-44b1-a477-71854ab1d1bf" providerId="ADAL" clId="{44B3D058-12DB-4A66-A099-DDF1E1DE1D6D}" dt="2022-06-15T02:42:14.232" v="366" actId="113"/>
          <ac:spMkLst>
            <pc:docMk/>
            <pc:sldMk cId="2655291954" sldId="564"/>
            <ac:spMk id="34" creationId="{DA8908ED-7447-4626-A7CF-CBEB6815A90C}"/>
          </ac:spMkLst>
        </pc:spChg>
        <pc:grpChg chg="del">
          <ac:chgData name="Kazutaka Fukuya" userId="5d54af26-a158-44b1-a477-71854ab1d1bf" providerId="ADAL" clId="{44B3D058-12DB-4A66-A099-DDF1E1DE1D6D}" dt="2022-06-15T02:41:22.156" v="361" actId="165"/>
          <ac:grpSpMkLst>
            <pc:docMk/>
            <pc:sldMk cId="2655291954" sldId="564"/>
            <ac:grpSpMk id="17" creationId="{D86339EA-1447-E692-C5A3-07D1A56535B0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43:14.509" v="369" actId="167"/>
        <pc:sldMkLst>
          <pc:docMk/>
          <pc:sldMk cId="3332957085" sldId="565"/>
        </pc:sldMkLst>
        <pc:spChg chg="ord">
          <ac:chgData name="Kazutaka Fukuya" userId="5d54af26-a158-44b1-a477-71854ab1d1bf" providerId="ADAL" clId="{44B3D058-12DB-4A66-A099-DDF1E1DE1D6D}" dt="2022-06-15T02:43:14.509" v="369" actId="167"/>
          <ac:spMkLst>
            <pc:docMk/>
            <pc:sldMk cId="3332957085" sldId="565"/>
            <ac:spMk id="9" creationId="{A0552C9A-71AE-A2CC-F7ED-F42F2597C2EA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1" creationId="{36AA3A09-CDD3-6D6B-6A30-554E50036F5E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3" creationId="{627379F1-C4C5-8DE8-86F2-BC2CE3080163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4" creationId="{71FA8ACF-7634-64AE-19C7-542AAC1EE214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5" creationId="{2125661C-5261-3E73-0758-8AEC5B315A0B}"/>
          </ac:spMkLst>
        </pc:spChg>
        <pc:spChg chg="del">
          <ac:chgData name="Kazutaka Fukuya" userId="5d54af26-a158-44b1-a477-71854ab1d1bf" providerId="ADAL" clId="{44B3D058-12DB-4A66-A099-DDF1E1DE1D6D}" dt="2022-06-15T02:42:40.508" v="368" actId="478"/>
          <ac:spMkLst>
            <pc:docMk/>
            <pc:sldMk cId="3332957085" sldId="565"/>
            <ac:spMk id="19" creationId="{3EC7255C-6951-6826-BC16-0EC10F3FAEBE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30" creationId="{C95E0AFC-C8DE-9C41-F293-F494D2EB05D5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33" creationId="{A3EB192D-A307-05E6-D8AE-B170C8A5B8C3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3:36.034" v="371" actId="2085"/>
        <pc:sldMkLst>
          <pc:docMk/>
          <pc:sldMk cId="2444002575" sldId="566"/>
        </pc:sldMkLst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7" creationId="{7FB39614-AF2D-B383-A8F1-B3D14BEF83FE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8" creationId="{44861C5B-463A-1926-87DC-1CDA428F7AB1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11" creationId="{A43A4F01-9508-4679-6247-1F6A42CDEC27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13" creationId="{F14E8A87-D101-44F3-EC48-FF083E527C6D}"/>
          </ac:spMkLst>
        </pc:spChg>
        <pc:spChg chg="del">
          <ac:chgData name="Kazutaka Fukuya" userId="5d54af26-a158-44b1-a477-71854ab1d1bf" providerId="ADAL" clId="{44B3D058-12DB-4A66-A099-DDF1E1DE1D6D}" dt="2022-06-15T02:43:28.384" v="370" actId="478"/>
          <ac:spMkLst>
            <pc:docMk/>
            <pc:sldMk cId="2444002575" sldId="566"/>
            <ac:spMk id="24" creationId="{108DE004-0FDD-9EC1-2B92-DEFA31577126}"/>
          </ac:spMkLst>
        </pc:spChg>
      </pc:sldChg>
      <pc:sldChg chg="modSp mod">
        <pc:chgData name="Kazutaka Fukuya" userId="5d54af26-a158-44b1-a477-71854ab1d1bf" providerId="ADAL" clId="{44B3D058-12DB-4A66-A099-DDF1E1DE1D6D}" dt="2022-06-15T02:43:56.292" v="375" actId="1076"/>
        <pc:sldMkLst>
          <pc:docMk/>
          <pc:sldMk cId="453169241" sldId="567"/>
        </pc:sldMkLst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0" creationId="{529D7421-DE99-0B33-8D5F-3BD5C5D421E9}"/>
          </ac:spMkLst>
        </pc:spChg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3" creationId="{834B8113-5F28-6C27-7C65-4F476BC056EE}"/>
          </ac:spMkLst>
        </pc:spChg>
        <pc:spChg chg="mod">
          <ac:chgData name="Kazutaka Fukuya" userId="5d54af26-a158-44b1-a477-71854ab1d1bf" providerId="ADAL" clId="{44B3D058-12DB-4A66-A099-DDF1E1DE1D6D}" dt="2022-06-15T02:43:53.586" v="374" actId="1076"/>
          <ac:spMkLst>
            <pc:docMk/>
            <pc:sldMk cId="453169241" sldId="567"/>
            <ac:spMk id="17" creationId="{D54FD9AF-842E-C85F-05A6-8155022AAAA6}"/>
          </ac:spMkLst>
        </pc:spChg>
        <pc:spChg chg="mod">
          <ac:chgData name="Kazutaka Fukuya" userId="5d54af26-a158-44b1-a477-71854ab1d1bf" providerId="ADAL" clId="{44B3D058-12DB-4A66-A099-DDF1E1DE1D6D}" dt="2022-06-15T02:43:49.378" v="373" actId="1076"/>
          <ac:spMkLst>
            <pc:docMk/>
            <pc:sldMk cId="453169241" sldId="567"/>
            <ac:spMk id="18" creationId="{C584CDDC-7440-1ACA-2265-729F4E8262DA}"/>
          </ac:spMkLst>
        </pc:spChg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9" creationId="{5CFD9F82-4601-0CC7-7A1C-D45C22728FF2}"/>
          </ac:spMkLst>
        </pc:spChg>
        <pc:spChg chg="mod">
          <ac:chgData name="Kazutaka Fukuya" userId="5d54af26-a158-44b1-a477-71854ab1d1bf" providerId="ADAL" clId="{44B3D058-12DB-4A66-A099-DDF1E1DE1D6D}" dt="2022-06-15T02:43:56.292" v="375" actId="1076"/>
          <ac:spMkLst>
            <pc:docMk/>
            <pc:sldMk cId="453169241" sldId="567"/>
            <ac:spMk id="28" creationId="{99F49714-DFC9-20BE-34C5-CCB134280FE8}"/>
          </ac:spMkLst>
        </pc:spChg>
      </pc:sldChg>
      <pc:sldChg chg="addSp modSp mod">
        <pc:chgData name="Kazutaka Fukuya" userId="5d54af26-a158-44b1-a477-71854ab1d1bf" providerId="ADAL" clId="{44B3D058-12DB-4A66-A099-DDF1E1DE1D6D}" dt="2022-06-15T02:22:02.047" v="172" actId="2711"/>
        <pc:sldMkLst>
          <pc:docMk/>
          <pc:sldMk cId="2695322030" sldId="576"/>
        </pc:sldMkLst>
        <pc:spChg chg="add mod">
          <ac:chgData name="Kazutaka Fukuya" userId="5d54af26-a158-44b1-a477-71854ab1d1bf" providerId="ADAL" clId="{44B3D058-12DB-4A66-A099-DDF1E1DE1D6D}" dt="2022-06-15T02:22:02.047" v="172" actId="2711"/>
          <ac:spMkLst>
            <pc:docMk/>
            <pc:sldMk cId="2695322030" sldId="576"/>
            <ac:spMk id="3" creationId="{C69769A5-CAD2-3911-AA5A-8FA515714F18}"/>
          </ac:spMkLst>
        </pc:spChg>
      </pc:sldChg>
      <pc:sldChg chg="delSp modSp mod">
        <pc:chgData name="Kazutaka Fukuya" userId="5d54af26-a158-44b1-a477-71854ab1d1bf" providerId="ADAL" clId="{44B3D058-12DB-4A66-A099-DDF1E1DE1D6D}" dt="2022-06-15T02:38:16.080" v="332" actId="1076"/>
        <pc:sldMkLst>
          <pc:docMk/>
          <pc:sldMk cId="4252415128" sldId="580"/>
        </pc:sldMkLst>
        <pc:spChg chg="mod topLvl">
          <ac:chgData name="Kazutaka Fukuya" userId="5d54af26-a158-44b1-a477-71854ab1d1bf" providerId="ADAL" clId="{44B3D058-12DB-4A66-A099-DDF1E1DE1D6D}" dt="2022-06-15T02:38:00.957" v="329" actId="11530"/>
          <ac:spMkLst>
            <pc:docMk/>
            <pc:sldMk cId="4252415128" sldId="580"/>
            <ac:spMk id="4" creationId="{187139DE-137F-B851-55E9-394778A07073}"/>
          </ac:spMkLst>
        </pc:spChg>
        <pc:spChg chg="mod topLvl">
          <ac:chgData name="Kazutaka Fukuya" userId="5d54af26-a158-44b1-a477-71854ab1d1bf" providerId="ADAL" clId="{44B3D058-12DB-4A66-A099-DDF1E1DE1D6D}" dt="2022-06-15T02:37:42.098" v="327" actId="165"/>
          <ac:spMkLst>
            <pc:docMk/>
            <pc:sldMk cId="4252415128" sldId="580"/>
            <ac:spMk id="5" creationId="{E90162C5-B9FA-7CA3-19FA-8A9FEC4056CD}"/>
          </ac:spMkLst>
        </pc:spChg>
        <pc:spChg chg="mod topLvl">
          <ac:chgData name="Kazutaka Fukuya" userId="5d54af26-a158-44b1-a477-71854ab1d1bf" providerId="ADAL" clId="{44B3D058-12DB-4A66-A099-DDF1E1DE1D6D}" dt="2022-06-15T02:38:16.080" v="332" actId="1076"/>
          <ac:spMkLst>
            <pc:docMk/>
            <pc:sldMk cId="4252415128" sldId="580"/>
            <ac:spMk id="6" creationId="{3F598428-6E27-5521-4A51-D2F94CFEBF50}"/>
          </ac:spMkLst>
        </pc:spChg>
        <pc:spChg chg="mod topLvl">
          <ac:chgData name="Kazutaka Fukuya" userId="5d54af26-a158-44b1-a477-71854ab1d1bf" providerId="ADAL" clId="{44B3D058-12DB-4A66-A099-DDF1E1DE1D6D}" dt="2022-06-15T02:38:13.344" v="331" actId="1076"/>
          <ac:spMkLst>
            <pc:docMk/>
            <pc:sldMk cId="4252415128" sldId="580"/>
            <ac:spMk id="7" creationId="{F91683CD-CDE7-FEE7-B48B-D77A787D4A3C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8" creationId="{680CD91A-924E-A073-A6B7-FD2156ECAA18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14" creationId="{9362824D-0276-0E2B-B85E-C3488F64D07E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15" creationId="{85F3E25C-052A-A3F5-7D4B-2642A2E616B9}"/>
          </ac:spMkLst>
        </pc:spChg>
        <pc:spChg chg="del">
          <ac:chgData name="Kazutaka Fukuya" userId="5d54af26-a158-44b1-a477-71854ab1d1bf" providerId="ADAL" clId="{44B3D058-12DB-4A66-A099-DDF1E1DE1D6D}" dt="2022-06-15T02:38:06.242" v="330" actId="478"/>
          <ac:spMkLst>
            <pc:docMk/>
            <pc:sldMk cId="4252415128" sldId="580"/>
            <ac:spMk id="19" creationId="{9E994BDB-0A4B-C462-E1E2-F6795D3DC601}"/>
          </ac:spMkLst>
        </pc:spChg>
        <pc:grpChg chg="del">
          <ac:chgData name="Kazutaka Fukuya" userId="5d54af26-a158-44b1-a477-71854ab1d1bf" providerId="ADAL" clId="{44B3D058-12DB-4A66-A099-DDF1E1DE1D6D}" dt="2022-06-15T02:37:42.098" v="327" actId="165"/>
          <ac:grpSpMkLst>
            <pc:docMk/>
            <pc:sldMk cId="4252415128" sldId="580"/>
            <ac:grpSpMk id="10" creationId="{66F94E44-AF4D-2639-B494-63AD23EA55DF}"/>
          </ac:grpSpMkLst>
        </pc:grpChg>
      </pc:sldChg>
      <pc:sldChg chg="modSp mod">
        <pc:chgData name="Kazutaka Fukuya" userId="5d54af26-a158-44b1-a477-71854ab1d1bf" providerId="ADAL" clId="{44B3D058-12DB-4A66-A099-DDF1E1DE1D6D}" dt="2022-06-15T02:38:55.177" v="338" actId="1076"/>
        <pc:sldMkLst>
          <pc:docMk/>
          <pc:sldMk cId="2502072736" sldId="581"/>
        </pc:sldMkLst>
        <pc:spChg chg="mod">
          <ac:chgData name="Kazutaka Fukuya" userId="5d54af26-a158-44b1-a477-71854ab1d1bf" providerId="ADAL" clId="{44B3D058-12DB-4A66-A099-DDF1E1DE1D6D}" dt="2022-06-15T02:38:50.928" v="336" actId="1076"/>
          <ac:spMkLst>
            <pc:docMk/>
            <pc:sldMk cId="2502072736" sldId="581"/>
            <ac:spMk id="12" creationId="{30937ADC-B980-3518-0DFD-C4C5A287F44D}"/>
          </ac:spMkLst>
        </pc:spChg>
        <pc:spChg chg="mod">
          <ac:chgData name="Kazutaka Fukuya" userId="5d54af26-a158-44b1-a477-71854ab1d1bf" providerId="ADAL" clId="{44B3D058-12DB-4A66-A099-DDF1E1DE1D6D}" dt="2022-06-15T02:38:53.024" v="337" actId="1076"/>
          <ac:spMkLst>
            <pc:docMk/>
            <pc:sldMk cId="2502072736" sldId="581"/>
            <ac:spMk id="14" creationId="{220FBEA3-C444-C757-EAD0-886A2A3E4B23}"/>
          </ac:spMkLst>
        </pc:spChg>
        <pc:spChg chg="mod">
          <ac:chgData name="Kazutaka Fukuya" userId="5d54af26-a158-44b1-a477-71854ab1d1bf" providerId="ADAL" clId="{44B3D058-12DB-4A66-A099-DDF1E1DE1D6D}" dt="2022-06-15T02:38:55.177" v="338" actId="1076"/>
          <ac:spMkLst>
            <pc:docMk/>
            <pc:sldMk cId="2502072736" sldId="581"/>
            <ac:spMk id="15" creationId="{F9E434F8-3696-0D62-C33E-A9A7CE6559B2}"/>
          </ac:spMkLst>
        </pc:spChg>
        <pc:spChg chg="mod">
          <ac:chgData name="Kazutaka Fukuya" userId="5d54af26-a158-44b1-a477-71854ab1d1bf" providerId="ADAL" clId="{44B3D058-12DB-4A66-A099-DDF1E1DE1D6D}" dt="2022-06-15T02:38:47.826" v="335" actId="2085"/>
          <ac:spMkLst>
            <pc:docMk/>
            <pc:sldMk cId="2502072736" sldId="581"/>
            <ac:spMk id="16" creationId="{44CD01D4-6734-0DC5-D73E-3E8466AE1276}"/>
          </ac:spMkLst>
        </pc:spChg>
        <pc:spChg chg="mod">
          <ac:chgData name="Kazutaka Fukuya" userId="5d54af26-a158-44b1-a477-71854ab1d1bf" providerId="ADAL" clId="{44B3D058-12DB-4A66-A099-DDF1E1DE1D6D}" dt="2022-06-15T02:38:47.826" v="335" actId="2085"/>
          <ac:spMkLst>
            <pc:docMk/>
            <pc:sldMk cId="2502072736" sldId="581"/>
            <ac:spMk id="17" creationId="{B1757C1F-CEC3-6872-07C7-ED13BF002B1A}"/>
          </ac:spMkLst>
        </pc:spChg>
      </pc:sldChg>
      <pc:sldChg chg="modSp mod">
        <pc:chgData name="Kazutaka Fukuya" userId="5d54af26-a158-44b1-a477-71854ab1d1bf" providerId="ADAL" clId="{44B3D058-12DB-4A66-A099-DDF1E1DE1D6D}" dt="2022-06-15T02:30:12.602" v="260" actId="14100"/>
        <pc:sldMkLst>
          <pc:docMk/>
          <pc:sldMk cId="866990793" sldId="607"/>
        </pc:sldMkLst>
        <pc:spChg chg="mod">
          <ac:chgData name="Kazutaka Fukuya" userId="5d54af26-a158-44b1-a477-71854ab1d1bf" providerId="ADAL" clId="{44B3D058-12DB-4A66-A099-DDF1E1DE1D6D}" dt="2022-06-15T02:30:12.602" v="260" actId="14100"/>
          <ac:spMkLst>
            <pc:docMk/>
            <pc:sldMk cId="866990793" sldId="607"/>
            <ac:spMk id="6" creationId="{C278D0A6-A4B0-5D4B-F72A-A2C9E3A31054}"/>
          </ac:spMkLst>
        </pc:spChg>
      </pc:sldChg>
      <pc:sldChg chg="modSp mod">
        <pc:chgData name="Kazutaka Fukuya" userId="5d54af26-a158-44b1-a477-71854ab1d1bf" providerId="ADAL" clId="{44B3D058-12DB-4A66-A099-DDF1E1DE1D6D}" dt="2022-06-15T02:30:19.826" v="262" actId="14100"/>
        <pc:sldMkLst>
          <pc:docMk/>
          <pc:sldMk cId="3485817999" sldId="608"/>
        </pc:sldMkLst>
        <pc:spChg chg="mod">
          <ac:chgData name="Kazutaka Fukuya" userId="5d54af26-a158-44b1-a477-71854ab1d1bf" providerId="ADAL" clId="{44B3D058-12DB-4A66-A099-DDF1E1DE1D6D}" dt="2022-06-15T02:30:19.826" v="262" actId="14100"/>
          <ac:spMkLst>
            <pc:docMk/>
            <pc:sldMk cId="3485817999" sldId="608"/>
            <ac:spMk id="23" creationId="{A1FCE89F-DECC-58A3-089A-3892F5287B50}"/>
          </ac:spMkLst>
        </pc:spChg>
      </pc:sldChg>
      <pc:sldChg chg="delSp modSp mod">
        <pc:chgData name="Kazutaka Fukuya" userId="5d54af26-a158-44b1-a477-71854ab1d1bf" providerId="ADAL" clId="{44B3D058-12DB-4A66-A099-DDF1E1DE1D6D}" dt="2022-06-15T02:39:12.009" v="341" actId="478"/>
        <pc:sldMkLst>
          <pc:docMk/>
          <pc:sldMk cId="3561920222" sldId="1647"/>
        </pc:sldMkLst>
        <pc:spChg chg="del mod">
          <ac:chgData name="Kazutaka Fukuya" userId="5d54af26-a158-44b1-a477-71854ab1d1bf" providerId="ADAL" clId="{44B3D058-12DB-4A66-A099-DDF1E1DE1D6D}" dt="2022-06-15T02:39:11.071" v="340" actId="478"/>
          <ac:spMkLst>
            <pc:docMk/>
            <pc:sldMk cId="3561920222" sldId="1647"/>
            <ac:spMk id="24" creationId="{8748A175-AB07-9F3C-C24F-577A87CB7935}"/>
          </ac:spMkLst>
        </pc:spChg>
        <pc:spChg chg="del">
          <ac:chgData name="Kazutaka Fukuya" userId="5d54af26-a158-44b1-a477-71854ab1d1bf" providerId="ADAL" clId="{44B3D058-12DB-4A66-A099-DDF1E1DE1D6D}" dt="2022-06-15T02:39:12.009" v="341" actId="478"/>
          <ac:spMkLst>
            <pc:docMk/>
            <pc:sldMk cId="3561920222" sldId="1647"/>
            <ac:spMk id="26" creationId="{D0EF343D-00EF-335E-59AD-D9A1D6DE057A}"/>
          </ac:spMkLst>
        </pc:spChg>
      </pc:sldChg>
      <pc:sldChg chg="addSp modSp mod">
        <pc:chgData name="Kazutaka Fukuya" userId="5d54af26-a158-44b1-a477-71854ab1d1bf" providerId="ADAL" clId="{44B3D058-12DB-4A66-A099-DDF1E1DE1D6D}" dt="2022-06-15T02:29:52.507" v="258" actId="1076"/>
        <pc:sldMkLst>
          <pc:docMk/>
          <pc:sldMk cId="949615092" sldId="1651"/>
        </pc:sldMkLst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9" creationId="{F09A3033-9F6D-42C4-B650-E25158A8006F}"/>
          </ac:spMkLst>
        </pc:spChg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10" creationId="{08FAA13A-BDC3-4CE2-8819-5B7CF6FC0234}"/>
          </ac:spMkLst>
        </pc:spChg>
        <pc:spChg chg="add mod">
          <ac:chgData name="Kazutaka Fukuya" userId="5d54af26-a158-44b1-a477-71854ab1d1bf" providerId="ADAL" clId="{44B3D058-12DB-4A66-A099-DDF1E1DE1D6D}" dt="2022-06-15T02:07:28.317" v="83" actId="1076"/>
          <ac:spMkLst>
            <pc:docMk/>
            <pc:sldMk cId="949615092" sldId="1651"/>
            <ac:spMk id="12" creationId="{D665CC14-5940-C157-F18F-D0D50B267957}"/>
          </ac:spMkLst>
        </pc:spChg>
        <pc:spChg chg="mod">
          <ac:chgData name="Kazutaka Fukuya" userId="5d54af26-a158-44b1-a477-71854ab1d1bf" providerId="ADAL" clId="{44B3D058-12DB-4A66-A099-DDF1E1DE1D6D}" dt="2022-06-15T02:07:05.761" v="55" actId="164"/>
          <ac:spMkLst>
            <pc:docMk/>
            <pc:sldMk cId="949615092" sldId="1651"/>
            <ac:spMk id="23" creationId="{6ADBE08B-377A-2152-E36B-EA12DF115799}"/>
          </ac:spMkLst>
        </pc:spChg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24" creationId="{C4821647-D02B-49AB-85BF-86E1AE039CBD}"/>
          </ac:spMkLst>
        </pc:spChg>
        <pc:spChg chg="mod">
          <ac:chgData name="Kazutaka Fukuya" userId="5d54af26-a158-44b1-a477-71854ab1d1bf" providerId="ADAL" clId="{44B3D058-12DB-4A66-A099-DDF1E1DE1D6D}" dt="2022-06-15T02:07:00.184" v="54" actId="164"/>
          <ac:spMkLst>
            <pc:docMk/>
            <pc:sldMk cId="949615092" sldId="1651"/>
            <ac:spMk id="48" creationId="{4E4B2C21-7B76-7DC3-DBA1-7165CDB57B18}"/>
          </ac:spMkLst>
        </pc:spChg>
        <pc:grpChg chg="add mod">
          <ac:chgData name="Kazutaka Fukuya" userId="5d54af26-a158-44b1-a477-71854ab1d1bf" providerId="ADAL" clId="{44B3D058-12DB-4A66-A099-DDF1E1DE1D6D}" dt="2022-06-15T02:29:52.507" v="258" actId="1076"/>
          <ac:grpSpMkLst>
            <pc:docMk/>
            <pc:sldMk cId="949615092" sldId="1651"/>
            <ac:grpSpMk id="2" creationId="{47A2548D-519B-8C03-F888-495727645167}"/>
          </ac:grpSpMkLst>
        </pc:grpChg>
        <pc:grpChg chg="add mod">
          <ac:chgData name="Kazutaka Fukuya" userId="5d54af26-a158-44b1-a477-71854ab1d1bf" providerId="ADAL" clId="{44B3D058-12DB-4A66-A099-DDF1E1DE1D6D}" dt="2022-06-15T02:29:50.139" v="257" actId="1076"/>
          <ac:grpSpMkLst>
            <pc:docMk/>
            <pc:sldMk cId="949615092" sldId="1651"/>
            <ac:grpSpMk id="4" creationId="{ECF8BFFB-DB36-DE43-7007-25B86B985927}"/>
          </ac:grpSpMkLst>
        </pc:grpChg>
        <pc:grpChg chg="add mod">
          <ac:chgData name="Kazutaka Fukuya" userId="5d54af26-a158-44b1-a477-71854ab1d1bf" providerId="ADAL" clId="{44B3D058-12DB-4A66-A099-DDF1E1DE1D6D}" dt="2022-06-15T02:07:21.982" v="82" actId="164"/>
          <ac:grpSpMkLst>
            <pc:docMk/>
            <pc:sldMk cId="949615092" sldId="1651"/>
            <ac:grpSpMk id="6" creationId="{4033F2B7-6079-0B29-204D-CE35AF7DBB9D}"/>
          </ac:grpSpMkLst>
        </pc:grpChg>
        <pc:picChg chg="mod">
          <ac:chgData name="Kazutaka Fukuya" userId="5d54af26-a158-44b1-a477-71854ab1d1bf" providerId="ADAL" clId="{44B3D058-12DB-4A66-A099-DDF1E1DE1D6D}" dt="2022-06-15T02:07:05.761" v="55" actId="164"/>
          <ac:picMkLst>
            <pc:docMk/>
            <pc:sldMk cId="949615092" sldId="1651"/>
            <ac:picMk id="3" creationId="{A54A61B1-1B1E-0277-7A3F-A4488E47352F}"/>
          </ac:picMkLst>
        </pc:picChg>
        <pc:picChg chg="mod">
          <ac:chgData name="Kazutaka Fukuya" userId="5d54af26-a158-44b1-a477-71854ab1d1bf" providerId="ADAL" clId="{44B3D058-12DB-4A66-A099-DDF1E1DE1D6D}" dt="2022-06-15T02:07:00.184" v="54" actId="164"/>
          <ac:picMkLst>
            <pc:docMk/>
            <pc:sldMk cId="949615092" sldId="1651"/>
            <ac:picMk id="5" creationId="{9D3E1529-2604-981A-6442-C563E33DD167}"/>
          </ac:picMkLst>
        </pc:picChg>
        <pc:picChg chg="mod">
          <ac:chgData name="Kazutaka Fukuya" userId="5d54af26-a158-44b1-a477-71854ab1d1bf" providerId="ADAL" clId="{44B3D058-12DB-4A66-A099-DDF1E1DE1D6D}" dt="2022-06-15T02:07:21.982" v="82" actId="164"/>
          <ac:picMkLst>
            <pc:docMk/>
            <pc:sldMk cId="949615092" sldId="1651"/>
            <ac:picMk id="7" creationId="{64A6E1A6-C3D7-40AC-61E0-8255C85B2BF6}"/>
          </ac:picMkLst>
        </pc:picChg>
      </pc:sldChg>
      <pc:sldChg chg="addSp modSp del mod">
        <pc:chgData name="Kazutaka Fukuya" userId="5d54af26-a158-44b1-a477-71854ab1d1bf" providerId="ADAL" clId="{44B3D058-12DB-4A66-A099-DDF1E1DE1D6D}" dt="2022-06-15T02:18:58.165" v="111" actId="47"/>
        <pc:sldMkLst>
          <pc:docMk/>
          <pc:sldMk cId="2554300147" sldId="1653"/>
        </pc:sldMkLst>
        <pc:picChg chg="add mod">
          <ac:chgData name="Kazutaka Fukuya" userId="5d54af26-a158-44b1-a477-71854ab1d1bf" providerId="ADAL" clId="{44B3D058-12DB-4A66-A099-DDF1E1DE1D6D}" dt="2022-06-15T02:12:17.253" v="99" actId="1076"/>
          <ac:picMkLst>
            <pc:docMk/>
            <pc:sldMk cId="2554300147" sldId="1653"/>
            <ac:picMk id="8" creationId="{77A79A36-9663-1B8C-22D4-5A3FD22D53E8}"/>
          </ac:picMkLst>
        </pc:picChg>
        <pc:picChg chg="add mod">
          <ac:chgData name="Kazutaka Fukuya" userId="5d54af26-a158-44b1-a477-71854ab1d1bf" providerId="ADAL" clId="{44B3D058-12DB-4A66-A099-DDF1E1DE1D6D}" dt="2022-06-15T02:10:48.547" v="97" actId="207"/>
          <ac:picMkLst>
            <pc:docMk/>
            <pc:sldMk cId="2554300147" sldId="1653"/>
            <ac:picMk id="53" creationId="{DFF10328-BB21-550A-CAB0-FC92F3A54856}"/>
          </ac:picMkLst>
        </pc:picChg>
        <pc:picChg chg="add mod">
          <ac:chgData name="Kazutaka Fukuya" userId="5d54af26-a158-44b1-a477-71854ab1d1bf" providerId="ADAL" clId="{44B3D058-12DB-4A66-A099-DDF1E1DE1D6D}" dt="2022-06-15T02:10:48.547" v="97" actId="207"/>
          <ac:picMkLst>
            <pc:docMk/>
            <pc:sldMk cId="2554300147" sldId="1653"/>
            <ac:picMk id="54" creationId="{E46B99AC-621A-35F1-B491-F9138AB39BBA}"/>
          </ac:picMkLst>
        </pc:picChg>
      </pc:sldChg>
      <pc:sldChg chg="addSp modSp mod">
        <pc:chgData name="Kazutaka Fukuya" userId="5d54af26-a158-44b1-a477-71854ab1d1bf" providerId="ADAL" clId="{44B3D058-12DB-4A66-A099-DDF1E1DE1D6D}" dt="2022-06-15T02:54:58.383" v="482" actId="1076"/>
        <pc:sldMkLst>
          <pc:docMk/>
          <pc:sldMk cId="1126247916" sldId="1655"/>
        </pc:sldMkLst>
        <pc:graphicFrameChg chg="add mod">
          <ac:chgData name="Kazutaka Fukuya" userId="5d54af26-a158-44b1-a477-71854ab1d1bf" providerId="ADAL" clId="{44B3D058-12DB-4A66-A099-DDF1E1DE1D6D}" dt="2022-06-15T02:54:35.532" v="480" actId="1076"/>
          <ac:graphicFrameMkLst>
            <pc:docMk/>
            <pc:sldMk cId="1126247916" sldId="1655"/>
            <ac:graphicFrameMk id="10" creationId="{CCBE98B4-5B24-E1DB-55EF-751096835726}"/>
          </ac:graphicFrameMkLst>
        </pc:graphicFrameChg>
        <pc:graphicFrameChg chg="add mod">
          <ac:chgData name="Kazutaka Fukuya" userId="5d54af26-a158-44b1-a477-71854ab1d1bf" providerId="ADAL" clId="{44B3D058-12DB-4A66-A099-DDF1E1DE1D6D}" dt="2022-06-15T02:54:58.383" v="482" actId="1076"/>
          <ac:graphicFrameMkLst>
            <pc:docMk/>
            <pc:sldMk cId="1126247916" sldId="1655"/>
            <ac:graphicFrameMk id="11" creationId="{2DD7D121-0663-7085-4BB7-033798BB83F2}"/>
          </ac:graphicFrameMkLst>
        </pc:graphicFrameChg>
      </pc:sldChg>
    </pc:docChg>
  </pc:docChgLst>
  <pc:docChgLst>
    <pc:chgData name="Atsuhito Hirose" userId="S::2286600@vsn.co.jp::047da5a4-59c3-4230-854d-ba27a85bdd26" providerId="AD" clId="Web-{09032A4A-F55E-4480-8C0E-9EF507E98E73}"/>
    <pc:docChg chg="modSld">
      <pc:chgData name="Atsuhito Hirose" userId="S::2286600@vsn.co.jp::047da5a4-59c3-4230-854d-ba27a85bdd26" providerId="AD" clId="Web-{09032A4A-F55E-4480-8C0E-9EF507E98E73}" dt="2022-06-15T06:48:46.070" v="4"/>
      <pc:docMkLst>
        <pc:docMk/>
      </pc:docMkLst>
      <pc:sldChg chg="addSp delSp modSp">
        <pc:chgData name="Atsuhito Hirose" userId="S::2286600@vsn.co.jp::047da5a4-59c3-4230-854d-ba27a85bdd26" providerId="AD" clId="Web-{09032A4A-F55E-4480-8C0E-9EF507E98E73}" dt="2022-06-15T06:48:46.070" v="4"/>
        <pc:sldMkLst>
          <pc:docMk/>
          <pc:sldMk cId="3629553462" sldId="381"/>
        </pc:sldMkLst>
        <pc:graphicFrameChg chg="add mod modGraphic">
          <ac:chgData name="Atsuhito Hirose" userId="S::2286600@vsn.co.jp::047da5a4-59c3-4230-854d-ba27a85bdd26" providerId="AD" clId="Web-{09032A4A-F55E-4480-8C0E-9EF507E98E73}" dt="2022-06-15T06:48:46.070" v="4"/>
          <ac:graphicFrameMkLst>
            <pc:docMk/>
            <pc:sldMk cId="3629553462" sldId="381"/>
            <ac:graphicFrameMk id="3" creationId="{C1F7D405-A9A3-153E-CB34-D96214CBF073}"/>
          </ac:graphicFrameMkLst>
        </pc:graphicFrameChg>
        <pc:graphicFrameChg chg="del">
          <ac:chgData name="Atsuhito Hirose" userId="S::2286600@vsn.co.jp::047da5a4-59c3-4230-854d-ba27a85bdd26" providerId="AD" clId="Web-{09032A4A-F55E-4480-8C0E-9EF507E98E73}" dt="2022-06-15T06:46:08.394" v="0"/>
          <ac:graphicFrameMkLst>
            <pc:docMk/>
            <pc:sldMk cId="3629553462" sldId="381"/>
            <ac:graphicFrameMk id="5" creationId="{72E03A5F-4B48-48B5-8BCE-C65727DCC300}"/>
          </ac:graphicFrameMkLst>
        </pc:graphicFrameChg>
      </pc:sldChg>
    </pc:docChg>
  </pc:docChgLst>
  <pc:docChgLst>
    <pc:chgData name="Atsuhito Hirose" userId="S::2286600@vsn.co.jp::047da5a4-59c3-4230-854d-ba27a85bdd26" providerId="AD" clId="Web-{5143C82E-CA9B-40D4-BC8C-AEA5B86230BD}"/>
    <pc:docChg chg="modSld">
      <pc:chgData name="Atsuhito Hirose" userId="S::2286600@vsn.co.jp::047da5a4-59c3-4230-854d-ba27a85bdd26" providerId="AD" clId="Web-{5143C82E-CA9B-40D4-BC8C-AEA5B86230BD}" dt="2022-06-15T07:12:11.023" v="195"/>
      <pc:docMkLst>
        <pc:docMk/>
      </pc:docMkLst>
      <pc:sldChg chg="addSp delSp modSp">
        <pc:chgData name="Atsuhito Hirose" userId="S::2286600@vsn.co.jp::047da5a4-59c3-4230-854d-ba27a85bdd26" providerId="AD" clId="Web-{5143C82E-CA9B-40D4-BC8C-AEA5B86230BD}" dt="2022-06-15T07:12:11.023" v="195"/>
        <pc:sldMkLst>
          <pc:docMk/>
          <pc:sldMk cId="3364992812" sldId="380"/>
        </pc:sldMkLst>
        <pc:spChg chg="del">
          <ac:chgData name="Atsuhito Hirose" userId="S::2286600@vsn.co.jp::047da5a4-59c3-4230-854d-ba27a85bdd26" providerId="AD" clId="Web-{5143C82E-CA9B-40D4-BC8C-AEA5B86230BD}" dt="2022-06-15T07:01:41.899" v="2"/>
          <ac:spMkLst>
            <pc:docMk/>
            <pc:sldMk cId="3364992812" sldId="380"/>
            <ac:spMk id="6" creationId="{B49A0A20-A2C6-1F59-C836-3502A325D1C8}"/>
          </ac:spMkLst>
        </pc:spChg>
        <pc:graphicFrameChg chg="add del mod modGraphic">
          <ac:chgData name="Atsuhito Hirose" userId="S::2286600@vsn.co.jp::047da5a4-59c3-4230-854d-ba27a85bdd26" providerId="AD" clId="Web-{5143C82E-CA9B-40D4-BC8C-AEA5B86230BD}" dt="2022-06-15T07:11:13.991" v="189"/>
          <ac:graphicFrameMkLst>
            <pc:docMk/>
            <pc:sldMk cId="3364992812" sldId="380"/>
            <ac:graphicFrameMk id="3" creationId="{AF7E20B0-FB3B-3D1D-F349-FB0ED6F9780B}"/>
          </ac:graphicFrameMkLst>
        </pc:graphicFrameChg>
        <pc:graphicFrameChg chg="del">
          <ac:chgData name="Atsuhito Hirose" userId="S::2286600@vsn.co.jp::047da5a4-59c3-4230-854d-ba27a85bdd26" providerId="AD" clId="Web-{5143C82E-CA9B-40D4-BC8C-AEA5B86230BD}" dt="2022-06-15T07:01:38.212" v="1"/>
          <ac:graphicFrameMkLst>
            <pc:docMk/>
            <pc:sldMk cId="3364992812" sldId="380"/>
            <ac:graphicFrameMk id="7" creationId="{CA1A3E3A-4376-460F-FE6D-7092C6AE4AC5}"/>
          </ac:graphicFrameMkLst>
        </pc:graphicFrameChg>
        <pc:graphicFrameChg chg="add mod modGraphic">
          <ac:chgData name="Atsuhito Hirose" userId="S::2286600@vsn.co.jp::047da5a4-59c3-4230-854d-ba27a85bdd26" providerId="AD" clId="Web-{5143C82E-CA9B-40D4-BC8C-AEA5B86230BD}" dt="2022-06-15T07:12:11.023" v="195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delSp">
        <pc:chgData name="Atsuhito Hirose" userId="S::2286600@vsn.co.jp::047da5a4-59c3-4230-854d-ba27a85bdd26" providerId="AD" clId="Web-{5143C82E-CA9B-40D4-BC8C-AEA5B86230BD}" dt="2022-06-15T07:01:32.446" v="0"/>
        <pc:sldMkLst>
          <pc:docMk/>
          <pc:sldMk cId="3629553462" sldId="381"/>
        </pc:sldMkLst>
        <pc:graphicFrameChg chg="del">
          <ac:chgData name="Atsuhito Hirose" userId="S::2286600@vsn.co.jp::047da5a4-59c3-4230-854d-ba27a85bdd26" providerId="AD" clId="Web-{5143C82E-CA9B-40D4-BC8C-AEA5B86230BD}" dt="2022-06-15T07:01:32.446" v="0"/>
          <ac:graphicFrameMkLst>
            <pc:docMk/>
            <pc:sldMk cId="3629553462" sldId="381"/>
            <ac:graphicFrameMk id="3" creationId="{C1F7D405-A9A3-153E-CB34-D96214CBF073}"/>
          </ac:graphicFrameMkLst>
        </pc:graphicFrameChg>
      </pc:sldChg>
    </pc:docChg>
  </pc:docChgLst>
  <pc:docChgLst>
    <pc:chgData name="Mitsunobu Katahira" userId="S::2541617@vsn.co.jp::06ab1dbf-76c9-4a29-90a2-818580e01b02" providerId="AD" clId="Web-{EDF03E04-5CBA-7E1D-E4B5-7A5A0ABC6732}"/>
    <pc:docChg chg="addSld delSld modSld modSection">
      <pc:chgData name="Mitsunobu Katahira" userId="S::2541617@vsn.co.jp::06ab1dbf-76c9-4a29-90a2-818580e01b02" providerId="AD" clId="Web-{EDF03E04-5CBA-7E1D-E4B5-7A5A0ABC6732}" dt="2022-06-15T04:36:21.778" v="4"/>
      <pc:docMkLst>
        <pc:docMk/>
      </pc:docMkLst>
      <pc:sldChg chg="modSp">
        <pc:chgData name="Mitsunobu Katahira" userId="S::2541617@vsn.co.jp::06ab1dbf-76c9-4a29-90a2-818580e01b02" providerId="AD" clId="Web-{EDF03E04-5CBA-7E1D-E4B5-7A5A0ABC6732}" dt="2022-06-15T04:36:20.887" v="3" actId="14100"/>
        <pc:sldMkLst>
          <pc:docMk/>
          <pc:sldMk cId="3029537547" sldId="478"/>
        </pc:sldMkLst>
        <pc:picChg chg="mod">
          <ac:chgData name="Mitsunobu Katahira" userId="S::2541617@vsn.co.jp::06ab1dbf-76c9-4a29-90a2-818580e01b02" providerId="AD" clId="Web-{EDF03E04-5CBA-7E1D-E4B5-7A5A0ABC6732}" dt="2022-06-15T04:36:20.887" v="3" actId="14100"/>
          <ac:picMkLst>
            <pc:docMk/>
            <pc:sldMk cId="3029537547" sldId="478"/>
            <ac:picMk id="17" creationId="{05726BF4-F2C7-60EF-AA74-03D80F1CF8DE}"/>
          </ac:picMkLst>
        </pc:picChg>
      </pc:sldChg>
      <pc:sldChg chg="add del">
        <pc:chgData name="Mitsunobu Katahira" userId="S::2541617@vsn.co.jp::06ab1dbf-76c9-4a29-90a2-818580e01b02" providerId="AD" clId="Web-{EDF03E04-5CBA-7E1D-E4B5-7A5A0ABC6732}" dt="2022-06-15T04:36:21.778" v="4"/>
        <pc:sldMkLst>
          <pc:docMk/>
          <pc:sldMk cId="2787373744" sldId="1652"/>
        </pc:sldMkLst>
      </pc:sldChg>
      <pc:sldChg chg="del">
        <pc:chgData name="Mitsunobu Katahira" userId="S::2541617@vsn.co.jp::06ab1dbf-76c9-4a29-90a2-818580e01b02" providerId="AD" clId="Web-{EDF03E04-5CBA-7E1D-E4B5-7A5A0ABC6732}" dt="2022-06-15T04:35:21.902" v="0"/>
        <pc:sldMkLst>
          <pc:docMk/>
          <pc:sldMk cId="519216553" sldId="16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65E48-48E7-4B1B-A1D1-451C9E2032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4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/>
        </p:nvSpPr>
        <p:spPr>
          <a:xfrm>
            <a:off x="1001027" y="1120676"/>
            <a:ext cx="10183529" cy="5222371"/>
          </a:xfrm>
          <a:prstGeom prst="rect">
            <a:avLst/>
          </a:prstGeom>
          <a:solidFill>
            <a:schemeClr val="tx2">
              <a:lumMod val="40000"/>
              <a:lumOff val="60000"/>
              <a:alpha val="20000"/>
            </a:schemeClr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F3F28D4-7857-4DCB-B0DB-71E07CD2FE37}"/>
              </a:ext>
            </a:extLst>
          </p:cNvPr>
          <p:cNvGrpSpPr/>
          <p:nvPr/>
        </p:nvGrpSpPr>
        <p:grpSpPr>
          <a:xfrm>
            <a:off x="6211952" y="3832553"/>
            <a:ext cx="4694162" cy="2285181"/>
            <a:chOff x="6297185" y="-23794"/>
            <a:chExt cx="4694162" cy="2285181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FF64765-9C8D-4E4C-AC63-B780271ED1ED}"/>
                </a:ext>
              </a:extLst>
            </p:cNvPr>
            <p:cNvSpPr/>
            <p:nvPr/>
          </p:nvSpPr>
          <p:spPr>
            <a:xfrm>
              <a:off x="6297185" y="-23794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　　　通信業界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B72BE338-2D6C-4079-AC78-92FD0A0C204E}"/>
                </a:ext>
              </a:extLst>
            </p:cNvPr>
            <p:cNvSpPr txBox="1"/>
            <p:nvPr/>
          </p:nvSpPr>
          <p:spPr>
            <a:xfrm>
              <a:off x="6339559" y="1258648"/>
              <a:ext cx="1863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BIGLOBE</a:t>
              </a:r>
              <a:endParaRPr kumimoji="1" lang="ja-JP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D24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862D897A-B8B8-4DF8-B2E2-2894CBE761CD}"/>
                </a:ext>
              </a:extLst>
            </p:cNvPr>
            <p:cNvSpPr txBox="1"/>
            <p:nvPr/>
          </p:nvSpPr>
          <p:spPr>
            <a:xfrm>
              <a:off x="7014919" y="1685395"/>
              <a:ext cx="12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So-net</a:t>
              </a:r>
            </a:p>
          </p:txBody>
        </p:sp>
        <p:pic>
          <p:nvPicPr>
            <p:cNvPr id="70" name="グラフィックス 57" descr="基地局 単色塗りつぶし">
              <a:extLst>
                <a:ext uri="{FF2B5EF4-FFF2-40B4-BE49-F238E27FC236}">
                  <a16:creationId xmlns:a16="http://schemas.microsoft.com/office/drawing/2014/main" id="{6A48525D-8326-4D5F-85B4-96C2661AD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8340" y="1330950"/>
              <a:ext cx="958660" cy="930437"/>
            </a:xfrm>
            <a:prstGeom prst="rect">
              <a:avLst/>
            </a:prstGeom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CDB933-EACE-4263-93FC-4B1BE1AF8524}"/>
              </a:ext>
            </a:extLst>
          </p:cNvPr>
          <p:cNvGrpSpPr/>
          <p:nvPr/>
        </p:nvGrpSpPr>
        <p:grpSpPr>
          <a:xfrm>
            <a:off x="1083261" y="3873201"/>
            <a:ext cx="4880003" cy="2230536"/>
            <a:chOff x="6179641" y="4031679"/>
            <a:chExt cx="4880003" cy="2230536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231C601-5FDC-48BB-84FD-98640194944C}"/>
                </a:ext>
              </a:extLst>
            </p:cNvPr>
            <p:cNvSpPr/>
            <p:nvPr/>
          </p:nvSpPr>
          <p:spPr>
            <a:xfrm>
              <a:off x="6365482" y="4031679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インターネット・</a:t>
              </a:r>
              <a:r>
                <a:rPr kumimoji="0" lang="en-US" altLang="ja-JP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Roboto"/>
                  <a:cs typeface="+mn-cs"/>
                </a:rPr>
                <a:t>Web</a:t>
              </a: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業界</a:t>
              </a:r>
              <a:endPara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DD3F05D-42A6-4695-97CB-0B8DC7E68DD4}"/>
                </a:ext>
              </a:extLst>
            </p:cNvPr>
            <p:cNvSpPr txBox="1"/>
            <p:nvPr/>
          </p:nvSpPr>
          <p:spPr>
            <a:xfrm>
              <a:off x="6461950" y="4460728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Google</a:t>
              </a: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F9806A6-2304-4804-9195-254A4F8CC2EF}"/>
                </a:ext>
              </a:extLst>
            </p:cNvPr>
            <p:cNvSpPr txBox="1"/>
            <p:nvPr/>
          </p:nvSpPr>
          <p:spPr>
            <a:xfrm>
              <a:off x="8666768" y="509703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LINE</a:t>
              </a:r>
            </a:p>
          </p:txBody>
        </p:sp>
        <p:pic>
          <p:nvPicPr>
            <p:cNvPr id="62" name="グラフィックス 61" descr="プログラマー男性 単色塗りつぶし">
              <a:extLst>
                <a:ext uri="{FF2B5EF4-FFF2-40B4-BE49-F238E27FC236}">
                  <a16:creationId xmlns:a16="http://schemas.microsoft.com/office/drawing/2014/main" id="{DD7EBF06-B28C-47BE-A9F8-20F06E00A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9641" y="4994857"/>
              <a:ext cx="1213641" cy="1263837"/>
            </a:xfrm>
            <a:prstGeom prst="rect">
              <a:avLst/>
            </a:prstGeom>
          </p:spPr>
        </p:pic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297101" y="426284"/>
            <a:ext cx="9547947" cy="36415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IT</a:t>
            </a:r>
            <a:r>
              <a:rPr kumimoji="0" lang="ja-JP" altLang="en-US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業界の全体像</a:t>
            </a:r>
            <a:endParaRPr kumimoji="0" lang="en-US" sz="4000" b="1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414823"/>
            <a:ext cx="10798238" cy="4621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259273" y="1374233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ソフトウェア業界</a:t>
            </a:r>
            <a:endParaRPr kumimoji="0" lang="ja-JP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269102" y="1374281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　　ハードウェア業界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951860" y="2748924"/>
            <a:ext cx="4204530" cy="2037111"/>
          </a:xfrm>
          <a:prstGeom prst="rect">
            <a:avLst/>
          </a:prstGeom>
          <a:solidFill>
            <a:srgbClr val="FFD243"/>
          </a:solidFill>
          <a:ln w="127000">
            <a:solidFill>
              <a:srgbClr val="FF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情報処理業界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277541" y="732684"/>
            <a:ext cx="1618555" cy="584775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IT</a:t>
            </a: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業界</a:t>
            </a:r>
          </a:p>
        </p:txBody>
      </p:sp>
      <p:pic>
        <p:nvPicPr>
          <p:cNvPr id="55" name="グラフィックス 54" descr="UI UX 単色塗りつぶし">
            <a:extLst>
              <a:ext uri="{FF2B5EF4-FFF2-40B4-BE49-F238E27FC236}">
                <a16:creationId xmlns:a16="http://schemas.microsoft.com/office/drawing/2014/main" id="{2CA01010-70E6-445E-9F5E-7B6393E90A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226" y="1304669"/>
            <a:ext cx="1137802" cy="1098137"/>
          </a:xfrm>
          <a:prstGeom prst="rect">
            <a:avLst/>
          </a:prstGeom>
        </p:spPr>
      </p:pic>
      <p:pic>
        <p:nvPicPr>
          <p:cNvPr id="56" name="グラフィックス 55" descr="ロボット ハンド 単色塗りつぶし">
            <a:extLst>
              <a:ext uri="{FF2B5EF4-FFF2-40B4-BE49-F238E27FC236}">
                <a16:creationId xmlns:a16="http://schemas.microsoft.com/office/drawing/2014/main" id="{3BBDBF5A-55CC-4E1F-951F-50E73815A4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363" y="1187039"/>
            <a:ext cx="950412" cy="112341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B7F596-5289-40A1-10F0-047FFA3C97FB}"/>
              </a:ext>
            </a:extLst>
          </p:cNvPr>
          <p:cNvSpPr txBox="1"/>
          <p:nvPr/>
        </p:nvSpPr>
        <p:spPr>
          <a:xfrm>
            <a:off x="6838400" y="5368665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NTT</a:t>
            </a:r>
            <a:r>
              <a:rPr kumimoji="1" lang="ja-JP" altLang="en-US" dirty="0">
                <a:solidFill>
                  <a:schemeClr val="bg1"/>
                </a:solidFill>
              </a:rPr>
              <a:t>東日本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521D483-1220-1D2C-B03A-2D57319A63A3}"/>
              </a:ext>
            </a:extLst>
          </p:cNvPr>
          <p:cNvSpPr txBox="1"/>
          <p:nvPr/>
        </p:nvSpPr>
        <p:spPr>
          <a:xfrm>
            <a:off x="8818837" y="4165499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SoftBank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C027BBD-650C-1C91-BAD8-49775D720AC2}"/>
              </a:ext>
            </a:extLst>
          </p:cNvPr>
          <p:cNvSpPr txBox="1"/>
          <p:nvPr/>
        </p:nvSpPr>
        <p:spPr>
          <a:xfrm>
            <a:off x="2219360" y="47173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楽天市場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9CB418F-820F-D7F3-A5FC-3F3B9F09E3D1}"/>
              </a:ext>
            </a:extLst>
          </p:cNvPr>
          <p:cNvSpPr txBox="1"/>
          <p:nvPr/>
        </p:nvSpPr>
        <p:spPr>
          <a:xfrm>
            <a:off x="1365570" y="240680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TOYOTA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9701AAC-3208-F57C-4B7F-17E9CD20ADE8}"/>
              </a:ext>
            </a:extLst>
          </p:cNvPr>
          <p:cNvSpPr txBox="1"/>
          <p:nvPr/>
        </p:nvSpPr>
        <p:spPr>
          <a:xfrm>
            <a:off x="2960477" y="408352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X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C103D12-FA95-E611-2BF1-F15067BB36F4}"/>
              </a:ext>
            </a:extLst>
          </p:cNvPr>
          <p:cNvSpPr txBox="1"/>
          <p:nvPr/>
        </p:nvSpPr>
        <p:spPr>
          <a:xfrm>
            <a:off x="5514547" y="1939873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Microsoft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6F6F544-04D0-C50C-24FE-1ECB197A1F6D}"/>
              </a:ext>
            </a:extLst>
          </p:cNvPr>
          <p:cNvSpPr txBox="1"/>
          <p:nvPr/>
        </p:nvSpPr>
        <p:spPr>
          <a:xfrm>
            <a:off x="3513463" y="229587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Panasonic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7AF0C8-2C71-A8FA-4BBD-F2F0C521142B}"/>
              </a:ext>
            </a:extLst>
          </p:cNvPr>
          <p:cNvSpPr txBox="1"/>
          <p:nvPr/>
        </p:nvSpPr>
        <p:spPr>
          <a:xfrm>
            <a:off x="8073227" y="223765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NEC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485DC26-10BB-B066-31CB-D5EB9328AA84}"/>
              </a:ext>
            </a:extLst>
          </p:cNvPr>
          <p:cNvSpPr txBox="1"/>
          <p:nvPr/>
        </p:nvSpPr>
        <p:spPr>
          <a:xfrm>
            <a:off x="8404987" y="4753888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KDDI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657D01F-A718-CD17-9E0A-3F27EE02396A}"/>
              </a:ext>
            </a:extLst>
          </p:cNvPr>
          <p:cNvSpPr txBox="1"/>
          <p:nvPr/>
        </p:nvSpPr>
        <p:spPr>
          <a:xfrm>
            <a:off x="1628504" y="4030845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Meta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7327505-7E8C-BE70-A848-667934387937}"/>
              </a:ext>
            </a:extLst>
          </p:cNvPr>
          <p:cNvSpPr txBox="1"/>
          <p:nvPr/>
        </p:nvSpPr>
        <p:spPr>
          <a:xfrm>
            <a:off x="9169171" y="30785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マカフィー</a:t>
            </a:r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666ECF4-1391-837F-0971-BC9E2E40F269}"/>
              </a:ext>
            </a:extLst>
          </p:cNvPr>
          <p:cNvSpPr txBox="1"/>
          <p:nvPr/>
        </p:nvSpPr>
        <p:spPr>
          <a:xfrm>
            <a:off x="6428113" y="4200716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NTT</a:t>
            </a:r>
            <a:r>
              <a:rPr kumimoji="1" lang="ja-JP" altLang="en-US" dirty="0">
                <a:solidFill>
                  <a:schemeClr val="bg1"/>
                </a:solidFill>
              </a:rPr>
              <a:t>データ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B59AEF1-4220-D568-B47D-AACEB7F97954}"/>
              </a:ext>
            </a:extLst>
          </p:cNvPr>
          <p:cNvSpPr txBox="1"/>
          <p:nvPr/>
        </p:nvSpPr>
        <p:spPr>
          <a:xfrm>
            <a:off x="6848934" y="29338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富士通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480A77-1F8C-2170-E366-EAFB79B09D2C}"/>
              </a:ext>
            </a:extLst>
          </p:cNvPr>
          <p:cNvSpPr txBox="1"/>
          <p:nvPr/>
        </p:nvSpPr>
        <p:spPr>
          <a:xfrm>
            <a:off x="2729274" y="3132856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SONY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DF228A-53E0-668B-87D0-20D002B6DCCC}"/>
              </a:ext>
            </a:extLst>
          </p:cNvPr>
          <p:cNvSpPr txBox="1"/>
          <p:nvPr/>
        </p:nvSpPr>
        <p:spPr>
          <a:xfrm>
            <a:off x="8908319" y="214325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トレンドマイクロ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544DAF-15F2-C6AF-9B69-B6A969F62735}"/>
              </a:ext>
            </a:extLst>
          </p:cNvPr>
          <p:cNvSpPr txBox="1"/>
          <p:nvPr/>
        </p:nvSpPr>
        <p:spPr>
          <a:xfrm>
            <a:off x="1818597" y="2893906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intel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453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1711</TotalTime>
  <Words>45</Words>
  <Application>Microsoft Office PowerPoint</Application>
  <PresentationFormat>ワイド画面</PresentationFormat>
  <Paragraphs>28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Meiryo UI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滉次郎 谷中</cp:lastModifiedBy>
  <cp:revision>5</cp:revision>
  <dcterms:created xsi:type="dcterms:W3CDTF">2017-09-27T07:46:16Z</dcterms:created>
  <dcterms:modified xsi:type="dcterms:W3CDTF">2025-11-06T01:56:03Z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