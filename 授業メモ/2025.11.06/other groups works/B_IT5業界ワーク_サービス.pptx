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19873" y="1874285"/>
            <a:ext cx="10549560" cy="4065119"/>
            <a:chOff x="1176650" y="1874285"/>
            <a:chExt cx="10549560" cy="4065119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iOS, Android, 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29822" y="4395133"/>
              <a:ext cx="3390862" cy="1544270"/>
              <a:chOff x="4245786" y="4582030"/>
              <a:chExt cx="3194573" cy="154763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45786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YouTube,</a:t>
                </a:r>
                <a:r>
                  <a:rPr lang="ja-JP" altLang="en-US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　</a:t>
                </a:r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Spotify, </a:t>
                </a:r>
                <a:r>
                  <a:rPr lang="en-US" altLang="ja-JP" b="1" dirty="0" err="1">
                    <a:solidFill>
                      <a:schemeClr val="bg2"/>
                    </a:solidFill>
                    <a:latin typeface="Meiryo UI"/>
                    <a:ea typeface="Meiryo UI"/>
                  </a:rPr>
                  <a:t>Instagram,Netflix</a:t>
                </a:r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,</a:t>
                </a:r>
              </a:p>
              <a:p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Apple music,</a:t>
                </a:r>
                <a:r>
                  <a:rPr lang="ja-JP" altLang="en-US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　</a:t>
                </a:r>
                <a:r>
                  <a:rPr lang="en-US" altLang="ja-JP" b="1" dirty="0" err="1">
                    <a:solidFill>
                      <a:schemeClr val="bg2"/>
                    </a:solidFill>
                    <a:latin typeface="Meiryo UI"/>
                    <a:ea typeface="Meiryo UI"/>
                  </a:rPr>
                  <a:t>Tver</a:t>
                </a:r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,</a:t>
                </a:r>
                <a:r>
                  <a:rPr lang="ja-JP" altLang="en-US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 </a:t>
                </a:r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DAZN, </a:t>
                </a:r>
                <a:r>
                  <a:rPr lang="en-US" altLang="ja-JP" b="1" dirty="0" err="1">
                    <a:solidFill>
                      <a:schemeClr val="bg2"/>
                    </a:solidFill>
                    <a:latin typeface="Meiryo UI"/>
                    <a:ea typeface="Meiryo UI"/>
                  </a:rPr>
                  <a:t>hulu</a:t>
                </a:r>
                <a:r>
                  <a:rPr lang="en-US" altLang="ja-JP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, U-NEXT,</a:t>
                </a: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Word, Excel, PowerPoint,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LINE, Zoom, teams, Skype, </a:t>
                </a:r>
                <a:r>
                  <a:rPr lang="ja-JP" altLang="en-US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カカオトーク、</a:t>
                </a: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Edge, Chrome, </a:t>
                </a:r>
                <a:r>
                  <a:rPr lang="en-US" altLang="ja-JP" sz="2000" b="1" dirty="0" err="1">
                    <a:solidFill>
                      <a:schemeClr val="bg2"/>
                    </a:solidFill>
                    <a:latin typeface="Meiryo UI"/>
                    <a:ea typeface="Meiryo UI"/>
                  </a:rPr>
                  <a:t>FireFox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4" y="1876213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Yahoo!, Google, Naver, nifty,</a:t>
              </a:r>
            </a:p>
            <a:p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楽天、リクルート、</a:t>
              </a:r>
              <a:endParaRPr lang="en-US" altLang="ja-JP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4017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NETFLIX, Amazon prime, U-NEXT, You Tube, </a:t>
              </a:r>
              <a:r>
                <a:rPr lang="en-US" altLang="ja-JP" sz="2000" b="1" dirty="0" err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Abema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 TV, 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ニコニコ動画、</a:t>
              </a:r>
              <a:endParaRPr lang="en-US" altLang="ja-JP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3" y="1876213"/>
            <a:ext cx="4171351" cy="2005745"/>
            <a:chOff x="4255487" y="1837631"/>
            <a:chExt cx="3194573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7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ZOZO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r>
                <a:rPr lang="en-US" altLang="ja-JP" sz="2000" b="1" dirty="0" err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Amazon,SHOPLIST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endParaRPr lang="en-US" altLang="ja-JP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楽天市場、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GRL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r>
                <a:rPr lang="en-US" altLang="ja-JP" sz="2000" b="1" dirty="0" err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Temu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SIEN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Qoo10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Ali Express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、</a:t>
              </a: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38463" y="4146390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Instagram, X, Facebook, </a:t>
              </a:r>
              <a:r>
                <a:rPr lang="en-US" altLang="ja-JP" sz="2000" b="1" dirty="0" err="1">
                  <a:solidFill>
                    <a:schemeClr val="bg2"/>
                  </a:solidFill>
                  <a:latin typeface="Meiryo UI"/>
                  <a:ea typeface="Meiryo UI"/>
                </a:rPr>
                <a:t>mixi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,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モバゲー、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TikTok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Be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　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real, </a:t>
              </a:r>
              <a:r>
                <a:rPr lang="en-US" altLang="ja-JP" sz="2000" b="1" dirty="0" err="1">
                  <a:solidFill>
                    <a:schemeClr val="bg2"/>
                  </a:solidFill>
                  <a:latin typeface="Meiryo UI"/>
                  <a:ea typeface="Meiryo UI"/>
                </a:rPr>
                <a:t>gree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,</a:t>
              </a:r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000" b="1" dirty="0">
                <a:solidFill>
                  <a:schemeClr val="bg2"/>
                </a:solidFill>
                <a:latin typeface="Meiryo UI"/>
                <a:ea typeface="Meiryo UI"/>
                <a:cs typeface="+mn-lt"/>
              </a:rPr>
              <a:t>NTT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、スカパー、</a:t>
            </a:r>
            <a:r>
              <a:rPr kumimoji="0" lang="en-US" altLang="ja-JP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Wowow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 J-com</a:t>
            </a:r>
            <a:endParaRPr lang="ja-JP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338697" y="5049668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schemeClr val="bg2"/>
                </a:solidFill>
                <a:latin typeface="Meiryo UI"/>
                <a:ea typeface="Meiryo UI"/>
              </a:rPr>
              <a:t>スカパー、</a:t>
            </a:r>
            <a:r>
              <a:rPr lang="en-US" altLang="ja-JP" sz="2000" b="1" dirty="0">
                <a:solidFill>
                  <a:schemeClr val="bg2"/>
                </a:solidFill>
                <a:latin typeface="Meiryo UI"/>
                <a:ea typeface="Meiryo UI"/>
              </a:rPr>
              <a:t>KDDI</a:t>
            </a:r>
            <a:r>
              <a:rPr lang="ja-JP" altLang="en-US" sz="2000" b="1" dirty="0">
                <a:solidFill>
                  <a:schemeClr val="bg2"/>
                </a:solidFill>
                <a:latin typeface="Meiryo UI"/>
                <a:ea typeface="Meiryo UI"/>
              </a:rPr>
              <a:t>、</a:t>
            </a:r>
            <a:r>
              <a:rPr lang="en-US" altLang="ja-JP" sz="2000" b="1" dirty="0">
                <a:solidFill>
                  <a:schemeClr val="bg2"/>
                </a:solidFill>
                <a:latin typeface="Meiryo UI"/>
                <a:ea typeface="Meiryo UI"/>
              </a:rPr>
              <a:t>Softbank,</a:t>
            </a:r>
            <a:r>
              <a:rPr lang="ja-JP" altLang="en-US" sz="2000" b="1" dirty="0">
                <a:solidFill>
                  <a:schemeClr val="bg2"/>
                </a:solidFill>
                <a:latin typeface="Meiryo UI"/>
                <a:ea typeface="Meiryo UI"/>
              </a:rPr>
              <a:t>楽天モバイル</a:t>
            </a:r>
            <a:endParaRPr lang="en-US" altLang="ja-JP" sz="2000" b="1" dirty="0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338697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2000" b="1" dirty="0" err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docomo</a:t>
            </a:r>
            <a:r>
              <a:rPr lang="en-US" altLang="ja-JP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, KDDI, Softbank,</a:t>
            </a:r>
            <a:endParaRPr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NTT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ドコモ、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KDDI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、</a:t>
            </a:r>
            <a:r>
              <a:rPr kumimoji="0" lang="en-US" altLang="ja-JP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Softbank,GMO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、</a:t>
            </a:r>
            <a:r>
              <a:rPr kumimoji="0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J-com</a:t>
            </a: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、楽天、</a:t>
            </a:r>
            <a:endParaRPr kumimoji="0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11848"/>
            <a:chOff x="1961171" y="1712240"/>
            <a:chExt cx="8226525" cy="211184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 dirty="0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r>
                  <a:rPr lang="ja-JP" altLang="en-US" sz="2000" b="1" dirty="0">
                    <a:solidFill>
                      <a:schemeClr val="bg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lt"/>
                  </a:rPr>
                  <a:t>富士通、</a:t>
                </a:r>
                <a:r>
                  <a:rPr lang="en-US" altLang="ja-JP" sz="2000" b="1" dirty="0">
                    <a:solidFill>
                      <a:schemeClr val="bg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lt"/>
                  </a:rPr>
                  <a:t>NEC</a:t>
                </a:r>
                <a:r>
                  <a:rPr lang="ja-JP" altLang="en-US" sz="2000" b="1" dirty="0">
                    <a:solidFill>
                      <a:schemeClr val="bg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lt"/>
                  </a:rPr>
                  <a:t>、日立、パナソニック</a:t>
                </a:r>
                <a:endPara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  <a:cs typeface="+mn-lt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06890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Apple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Microsoft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DELL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、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0" y="4036822"/>
            <a:ext cx="8228749" cy="2111849"/>
            <a:chOff x="1959608" y="1712240"/>
            <a:chExt cx="8228749" cy="2111849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大塚商会、</a:t>
                </a:r>
                <a:r>
                  <a:rPr lang="en-US" altLang="ja-JP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SCSK</a:t>
                </a:r>
                <a:r>
                  <a:rPr lang="ja-JP" altLang="en-US" sz="2000" b="1" dirty="0">
                    <a:solidFill>
                      <a:schemeClr val="bg2"/>
                    </a:solidFill>
                    <a:latin typeface="Meiryo UI"/>
                    <a:ea typeface="Meiryo UI"/>
                  </a:rPr>
                  <a:t>、オービック、日本ユニシス、</a:t>
                </a: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68915" y="2828224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アクセンチュア、デロイト、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IBM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rPr>
                <a:t>、コグニサント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403</Words>
  <Application>Microsoft Office PowerPoint</Application>
  <PresentationFormat>ワイド画面</PresentationFormat>
  <Paragraphs>82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7" baseType="lpstr">
      <vt:lpstr>Meiryo UI</vt:lpstr>
      <vt:lpstr>ＭＳ Ｐゴシック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侑莉子 橋本</cp:lastModifiedBy>
  <cp:revision>6</cp:revision>
  <dcterms:created xsi:type="dcterms:W3CDTF">2017-09-27T07:46:16Z</dcterms:created>
  <dcterms:modified xsi:type="dcterms:W3CDTF">2025-11-06T03:04:04Z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